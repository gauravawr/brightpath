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Mini whiteboards, assessment questions, number lines, multiplication grid, reflection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324. | Retrieve the relevant fact or method before answering. | Interpret the remainder as the context requires after the written division is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retrieve, explain, justify, method, misconception, next step.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4,308 x 36 and check using estimation. Answer: 155,088; estimate about 4,300 x 40 = 172,000.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324.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Interpret the remainder as the context requires after the written division is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324..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96 coaches..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4,009.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Calculate 9,072 / 28. Expected: A coach holds 46 people. How many coaches are needed for 4,375 people? Higher: Find a four-digit number that divided by 32 gives quotient 125 remainder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96 coaches. | Interpret the remainder as the context requires after the written division is complete.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9905CCAB-B6EF-4662-B95B-40849C1B9A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A42CFCD-4C43-4792-A7CD-D0CF951B65CE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C21A281-C6A0-451E-BA7D-C9F113D50DA4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DC2822-9111-45C9-9A3C-8343377BA8DD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098DCE-72B2-4C91-B1F5-263E7585B6C7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10  |  Day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50DFA7-0719-4864-A8CB-43BF09F5FD21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95C7B61-32E2-4216-ADB1-15B42886BE98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A81656-04B4-4ACF-AFC4-5DDEFB987470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1CAB31-33A2-498A-9315-331827F87D18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and apply formal multiplication and division methods.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3F7BE8-2286-436A-84E7-9934F1CDD99B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7689792-C00B-4CE4-B1B2-D998A13D6FDF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2BEA40-DBA0-4A6D-B014-422CB3D353F2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349084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8F27C2BE-1BC6-4F63-AFE6-8913138CEFF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C125CFA-E5EE-4846-AB2F-C860E21FE50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E3CB9E8-C89F-4E7C-85A5-2FDA1BE6D7A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A97B883-DC87-43BF-BF19-4116D258CDB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AE263B9-2A0E-40E1-8985-3258A96E453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6B1DED8-1841-493B-8E00-338D1AE5022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74362B-4B81-4744-88EC-E2589CA2A85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5EBEAC-1035-4B0C-8FED-AB914FDE43B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334BDC-623D-4C7B-8AE1-5D8252A44FE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535B61-CFDE-4A23-83FA-F60B6DBB3C1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393EA95-8E48-42B1-B4CF-67C8229A6AB0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2046C1A-7EBF-44C9-BA5B-D166FEB43A33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04A8EA9-24D1-49D0-9666-2EADD35379EA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738C837-A148-4E62-95DF-0CA778DF6BB3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Autumn learning about place value, rounding, calculation, number properties and problem solving.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F35DE5C-FC1A-4622-ACB3-558823DA7527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F0143E1-71F1-454A-B91E-91EE788E1BB4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C3A057E-F7FB-4AD3-AF04-D9765D2BDE5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3F34F50-F53F-4C88-9194-8A40DDE1EC1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9,072 / 28.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FC8184F-8833-471B-ADC8-945183ED99D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096CBAB-74E2-4A77-B0A7-94DD03ABB6FE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9E6F398-90F2-403C-8D84-AB1D65C79A3E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1613BDF-B95B-4648-BD21-29F97B8B4B3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4,308 x 36 and check using estimation.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C1B69C0-2A32-46C0-B267-574E1EF5B2E6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977558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422E856-32AD-4D2A-889A-3F7CAD3846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3C37639-E288-4058-A112-57E7B0391B5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842422-64C5-45F0-B696-67B2C9516F3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8414483-F614-47F7-BFD9-9EBD7DA521B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2D74A4-3EB8-4E25-AF83-0F920988F36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C2B4B0-698F-4FE8-8891-950C165994F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53AF22E-B481-4AAA-A31C-24BCB52B4A8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9D597A-D0A3-4D5E-BBB1-A7CBD849B23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3F1BC3-4A93-435F-9CB5-8F9F3AF0DCB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FD13CE6-6013-4DD2-A28F-A74BB30200C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17CB5C7-B27B-4D9C-AC06-A76892AF2623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and apply formal multiplication and division methods.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AF5018-104A-4848-A459-BB75D4742973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0C4175-344F-45C5-9442-211B1DF6C9BA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Retrieve the relevant fact or method before answering.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9C483AE-B0C4-4F46-B74D-39BF3008932A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clear calculation or representation and explain the decision.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4175593-57EE-44D7-83F6-FEA58A18455D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result, identify any misconception and record the next step.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3B0E96-8E19-4A7E-AC98-AF34CFBAF81B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explain  |  justify  |  method  |  misconception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452429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668D14BF-BEC9-4802-B0E9-1C0C5E57B8E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A4077C-59BB-45B4-98D5-088CA410051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BE2059-AD23-4490-B804-CBBF3B623F6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83FD2EC-85E2-4137-A103-CEC6383D2F9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84D2A22-E55E-4AF8-8110-F8FAFB3BA6C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7F1ED4-8919-4C27-96FB-FC51024FF0E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82710B-EB7B-461C-A491-2F643BDB236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15B18F0-07A4-44D9-B95E-1ABF9AC62DF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B7BC2D-20C4-431A-A507-0C0BD6243CF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9CEC7-B789-4326-9DFF-8F1C49E277B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9B5CCF6-13D1-4A58-AE48-C7A5C8B87FF8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4,308 x 36 and check using estimation.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6CDF3E4-7587-4AC7-A156-2F107C3FD4FD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B073737-0DD6-4DEF-BADF-19ABF974E958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AEB1B7-DE01-4988-9021-046E846D33EF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2F77795-4CD3-4EA3-965B-35AD18B86B7E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Retrieve the relevant fact or method before answering.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550EE86-D12F-43F8-BC9C-6E4BA6613441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03EEA7E-E9D1-489E-B612-13EA6DAF49E3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E6CCE4D-CB2D-43CD-935E-8888AF8B083A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12147EE-CD75-43ED-B562-DFD1EC4A2FCA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a clear calculation or representation and explain the decision.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03C10D6-7CC0-4D73-917A-122E84FDDC56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5B86FE1-0571-4663-8309-32B8F6CB1844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F066D87-2BCF-479D-968C-C14BBBA64AE7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74F7272-97E4-4387-B2DE-786107BB2AEE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result, identify any misconception and record the next step.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57285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40793DA-E023-4E3E-9DA3-6EE7D66AF2E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EE6425E-BDDA-43D1-A6FC-7BB74A3A2EF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4E7362-E6CD-454A-AAB6-504A70210C6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17987F8-DF75-4AB4-8721-18EAC088DD3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2F5404-1F9C-4A4E-8D9E-F1E1C69C1CA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BA33D2-7A5B-49B7-B724-2205AC74BF2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0504F3-88DA-4289-BC17-FF8F1E7B127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225292D-547D-4D3C-B709-8A0D6372189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8F3CF1-4AF5-4635-8E50-20531F996EB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1C3ACA6-C4CD-4010-9BD6-3BFC4A035EA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3EB1C3C-230C-4B3F-BCC5-47EE21208702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A428DC-DAC9-4A62-B1B8-CA82A3BC1746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155,088; estimate about 4,300 x 40 = 172,000.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4BC8D9-0128-4D6D-A379-289B61FDC583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DC1AD07-3AE0-44C7-B4CB-7702DE09F743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result, identify any misconception and record the next step.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B1E01F9-ABAE-4AFF-A529-AFDC211FC296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02275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6DF48FC-91D3-4612-B52B-66646C806E8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E7C09CF-CAB1-4CA6-ABED-B4028A5BF9A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E3EFBC5-4ADA-4D10-BB0B-F511814B5D5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A147382-1367-41A7-83B0-284208854E0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72367B-AB7C-45E8-A47F-D1AB1BD84C7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443219-F350-4630-873C-527FE932055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7485B6-BA1B-4F88-B78F-AAC01F369E1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9416BC-FC57-4585-B024-0709AF67625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615ACD-FE6D-465D-AC95-2096FAA1B73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6C4499-4354-4A9E-9FCB-778960E1249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721CF60-1700-402F-944B-CACFD3C2C2C0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9,072 / 28.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E5A355-6FFD-4D1A-BBF3-87A98227BB82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D600229-1D4C-430B-AACD-5D522FEA7C06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027BBF-0CC2-4D70-AC9C-92EFAAFEA156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07EB4D4-9E7C-458B-9810-3A3E46D3184B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8637D57-FBD3-4AA0-A8C9-A733E2059A83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324.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02352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32F1672-AFAE-484C-AFAD-B6358C68C5F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B0BE53-D854-4EA1-A208-9F59013136F0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2ED2AB-DBA4-43E7-924C-A348408A759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2275811-814D-42EA-92B8-9C7DE8E349E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03F8A3-AF01-40FE-B334-98E95F03B63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672FEF-E5D0-4B38-9306-06DC007C852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686BA5-4B98-4FFD-B733-5A704759009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49EC27-E27C-4AB8-A09D-97B6CC029CF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3839592-32E1-4CF0-9594-958B2A35554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F76F70-DB99-459E-93BA-EB67488C457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B79C7D4D-1755-473A-9885-E443623C2D19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28C1F2C-02FB-4E59-AADA-E3DD25652EEA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treats a remainder as the final answer without reading the context.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4DE9C2D-52A2-484C-B473-78A0CE58A2E8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BCC644E-CDBB-433E-86DF-4F6D54F9756F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28E932-78D4-4DE2-A899-E624153D8757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Interpret the remainder as the context requires after the written division is complete.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3302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2C95183D-BAA6-4880-A9B3-65DABB7906B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7062A3-29B2-4DED-919B-CE962078F81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F7FA4EB-1B89-4A4D-A5D6-574638F0AFF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32A9845-DBD4-48D8-906D-84454F5A5BF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01947C6-DD47-44FB-BD00-A8932A52A29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7438B0-734F-4CB9-90E0-AF84CF00FB0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DE2840-3519-4804-850B-02D4D11F4AD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2BC0C6-71AC-4B58-B472-E1EF4F5FB7F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B98504-5632-467A-924C-3B4B2359B24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18F6650-6202-4FBE-B47A-E7C611C6B68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FBCBDED-34B9-465C-9843-0A31F69AEBF1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436F9DB-D03A-48AB-BE1E-EA31B67B98D6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39B31EB-BDB1-422E-9D9F-BD311567B028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973A50D-2ACD-4087-A70F-FBECB30582C4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9,072 / 28.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C340579-FD62-40C3-B273-4B5C394070BC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8F188A4-D0F6-4864-9A3F-2F0979085D1F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350F143-55EE-4ED2-A64E-7A67B6D945E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EDB676-8124-4B58-A1C3-17A733775770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D81EB40-557A-4356-9533-3ADFA950CD21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1181411-22D9-4657-8391-C975B2A5363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5A70850-B42A-4986-A078-80AFE8235B96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253551-D63F-4EAD-AA91-44E0044B47E1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324.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B111C91-0034-4C6A-AB53-D91698568116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329211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577630A-DA31-4E27-9BFF-8449B2FEED1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1195DBD-7878-47DD-8375-81733B68CCC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FBE3A1-C544-44C9-90BC-68E64996F5F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4170CBA-8686-4CA3-98B5-2D7FFC1F5EA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6AD2C0-8C30-48F4-AB91-4D75531F02F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2404E4-FC7B-4439-B005-6817E290CC8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FE9848B-15AB-4FC0-88E2-A870702D6D2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F2A6B8-2615-4356-879E-BF07399BC92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EC44897-284F-4597-85F8-F291AA2ABD7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4167D0-3C2B-41E3-84A9-F30D6FE648F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422CED3-CA51-4178-8BE8-DAABAF6A3405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5C83364-BF5D-42B7-863D-5F2379729B8B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523B54C-1007-4027-8253-82596FDA365F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D1FD1C-3641-418B-B381-C2C85CFAFCF0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coach holds 46 people. How many coaches are needed for 4,375 people?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19994AD-B7B7-41D5-9218-25D73B2FEA46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415B99-05EF-46D8-9291-0874A8A2853A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13FC798-6949-4270-BCC4-5582B26908C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B8E6552-A18B-47CC-9F8B-26929693291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D62E469-C6FB-4F2A-93B0-1F7F99290EE5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A67FE1D-CBB3-43C4-9468-7255C499CFD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D0263D4-F6A0-45C3-B137-5A2A16968062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68F753-6AA6-46E7-8E7F-54533E7FBE93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00936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CD1A3A1-FBD7-4529-BF80-7FBE3224361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812C90-8026-4704-80EE-F677E43026F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CB64750-0F01-4967-9D4A-94D6348B871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4B8B46B-C969-4976-8F92-BE762BEC9DB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D141A0-6F3B-4BAB-8EDC-88D34B36E08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AD7A49-7C15-431A-AB94-E934DEAAC36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6FD2B9E-7E2A-42DF-B4C3-54E3645DA4C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086DE9-983F-4819-A4AA-BD6121C5566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4E308A4-C0D7-447A-8487-F6A92AE42CE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9CE9D8-688E-4610-A368-AE034F81D1F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C337296-F5E7-42EF-8EF1-C98EE3F72B5E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a four-digit number that divided by 32 gives quotient 125 remainder 9.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3EDBF5C-0348-42AA-BD5E-A118FCD6B0AB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92E12DC-17FD-492A-B249-6C71180CC482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9858EBE-B42A-4348-8404-C377C4E42958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4,009.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13488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7AAC7BC1-9F7D-4D27-ADEE-77E338DC5B9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1CF7BA2-AC20-44C0-808D-ECE34B809CE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4F515D-29A9-4BC9-8F25-0502D10B79A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C89402A-4A96-4446-A764-E4329BD6045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94324B-F566-4A12-847B-EBF8F623114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214691-5EFB-4FE7-864F-4D8AC3A2E44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35756F-C826-438E-8D73-CD2C03DB8B5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9C4ABA-F4B1-4312-95B4-98EB8D287CB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70BAE3-FD4F-4513-B0FD-D7CFEBBCA16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9A7C27-18FC-46AE-B45B-625849D6453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F6D3498-18AB-4DE9-80E8-E1F0AAA19D45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D530592-0276-4DAF-9A2B-7CBE734A9539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73A4605-BD06-4A9F-B13E-ADD4B49B4449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45C538-3DFF-43A6-A99A-2A26D9DC5F2B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BF5D420-CAAB-40D5-8D02-DF7F94EED474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6476F46-C4FD-4742-BDC4-5E309DC0E1C4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97EE8B7-B6DA-4F79-82AC-937087305628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98F64F-C421-4022-A178-C1D080C1F832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B833111-8951-4C87-A1CA-EFD96C3071F8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271C48C-580F-430B-97A7-057CFB81B03C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27585B-6741-4236-8C5A-585EB858C51D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934ABBE-0BFF-4965-9CE4-804E8D46614A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90D88C7-97E6-443C-98EC-27C9308DF587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D7B1B5D-E362-4F5C-86F2-630B3BF8CCA0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84F2283-489B-4D5B-BC41-A366405D8AD4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08FA107-F7F3-4544-A327-F2C817E13215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10657742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259D92FD-5766-41FB-BA8B-EC55732785B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2F4BDAE-C941-4544-A61C-004DF7A58A4B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CD7247-ACA2-4CD2-9341-2EAFC608C60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622EDCE-722A-4212-9FDA-2AB8CEFBFC4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815F4B-C069-4C42-BE31-21FF7557959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01C5AC5-E08D-45C1-9EB1-BDA5382076B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755D97-D15A-4A19-AA97-7498AFB5E51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90102D4-7961-4C1C-94D4-B166AB41F50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3A65A19-AB13-47FD-A624-8DD4CE89A22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8B45A2F-FB01-4C26-9F04-05EEA89AA2F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79818D1-D6F1-4DC8-8393-1C93681ECC60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519DCC6-E6CA-4150-A776-C0E94517A6E3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C4B8D4-EC2D-4098-A923-96036A81E27B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822C9A-7F57-45B0-9737-7C3F88DAA5AF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coach holds 46 people. How many coaches are needed for 4,375 people?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BFDD02B-F038-4B94-85EE-9A45882CF3A1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1B71E4E-605C-4DD8-8C01-5172ED6BF3B9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6875D2E-8E38-4651-B01D-A10A3851A57A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B1976E3-9BBD-47E5-8D83-3A16FD6C8FD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treats a remainder as the final answer without reading the context.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52661AD-D7EC-444D-BDDF-757B1F5F72B7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3ED0D04-CDFE-473A-9FD9-BA5F45B09B73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08DF7AD-A7B0-4B52-B3E1-E470C24E9CC1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E442AD8-6B29-449F-AA21-A829CD2A037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6928BCC-8147-4CBF-9ADD-4C5175F5B46B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813077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1326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2026-09-08T22:38:59Z</dcterms:created>
  <dcterms:modified xsi:type="dcterms:W3CDTF">2026-09-08T22:40:54Z</dcterms:modified>
</cp:coreProperties>
</file>