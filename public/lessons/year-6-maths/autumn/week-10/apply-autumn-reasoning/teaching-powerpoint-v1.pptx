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26bb1bfcb646b4" /><Relationship Type="http://schemas.openxmlformats.org/officeDocument/2006/relationships/extended-properties" Target="/docProps/app.xml" Id="R143127cf203942b6" /><Relationship Type="http://schemas.openxmlformats.org/officeDocument/2006/relationships/officeDocument" Target="/ppt/presentation.xml" Id="R68ef3d79a6ac40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ef623c7cb14bb0"/>
  </p:sldMasterIdLst>
  <p:notesMasterIdLst>
    <p:notesMasterId xmlns:r="http://schemas.openxmlformats.org/officeDocument/2006/relationships" r:id="R994a8a9c4f734268"/>
  </p:notesMasterIdLst>
  <p:sldIdLst>
    <p:sldId xmlns:r="http://schemas.openxmlformats.org/officeDocument/2006/relationships" id="256" r:id="Rec177f26b1e348a8"/>
    <p:sldId xmlns:r="http://schemas.openxmlformats.org/officeDocument/2006/relationships" id="257" r:id="Rf73b692bc1684b4d"/>
    <p:sldId xmlns:r="http://schemas.openxmlformats.org/officeDocument/2006/relationships" id="258" r:id="R6683f3b504aa41a0"/>
    <p:sldId xmlns:r="http://schemas.openxmlformats.org/officeDocument/2006/relationships" id="259" r:id="R1b49aa43dc2d44ab"/>
    <p:sldId xmlns:r="http://schemas.openxmlformats.org/officeDocument/2006/relationships" id="260" r:id="Re962389123ad4c92"/>
    <p:sldId xmlns:r="http://schemas.openxmlformats.org/officeDocument/2006/relationships" id="261" r:id="Rb224374334fd4b4b"/>
    <p:sldId xmlns:r="http://schemas.openxmlformats.org/officeDocument/2006/relationships" id="262" r:id="R479011e176464e2d"/>
    <p:sldId xmlns:r="http://schemas.openxmlformats.org/officeDocument/2006/relationships" id="263" r:id="R058415b3d69a4f3f"/>
    <p:sldId xmlns:r="http://schemas.openxmlformats.org/officeDocument/2006/relationships" id="264" r:id="Ra55a9169a22e41f0"/>
    <p:sldId xmlns:r="http://schemas.openxmlformats.org/officeDocument/2006/relationships" id="265" r:id="R93c4968aa6f74edc"/>
    <p:sldId xmlns:r="http://schemas.openxmlformats.org/officeDocument/2006/relationships" id="266" r:id="Ra93c41eba45e48a3"/>
    <p:sldId xmlns:r="http://schemas.openxmlformats.org/officeDocument/2006/relationships" id="267" r:id="Re89cc245b3c94b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4560d60a814371" /><Relationship Type="http://schemas.openxmlformats.org/officeDocument/2006/relationships/slideMaster" Target="/ppt/slideMasters/slideMaster1.xml" Id="R3bef623c7cb14bb0" /><Relationship Type="http://schemas.openxmlformats.org/officeDocument/2006/relationships/notesMaster" Target="/ppt/notesMasters/notesMaster1.xml" Id="R994a8a9c4f734268" /><Relationship Type="http://schemas.openxmlformats.org/officeDocument/2006/relationships/presProps" Target="/ppt/presProps.xml" Id="Rf7f59c9be39e440c" /><Relationship Type="http://schemas.openxmlformats.org/officeDocument/2006/relationships/tableStyles" Target="/ppt/tableStyles.xml" Id="R87345d796d4b4f52" /><Relationship Type="http://schemas.openxmlformats.org/officeDocument/2006/relationships/slide" Target="/ppt/slides/slide1.xml" Id="Rec177f26b1e348a8" /><Relationship Type="http://schemas.openxmlformats.org/officeDocument/2006/relationships/slide" Target="/ppt/slides/slide2.xml" Id="Rf73b692bc1684b4d" /><Relationship Type="http://schemas.openxmlformats.org/officeDocument/2006/relationships/slide" Target="/ppt/slides/slide3.xml" Id="R6683f3b504aa41a0" /><Relationship Type="http://schemas.openxmlformats.org/officeDocument/2006/relationships/slide" Target="/ppt/slides/slide4.xml" Id="R1b49aa43dc2d44ab" /><Relationship Type="http://schemas.openxmlformats.org/officeDocument/2006/relationships/slide" Target="/ppt/slides/slide5.xml" Id="Re962389123ad4c92" /><Relationship Type="http://schemas.openxmlformats.org/officeDocument/2006/relationships/slide" Target="/ppt/slides/slide6.xml" Id="Rb224374334fd4b4b" /><Relationship Type="http://schemas.openxmlformats.org/officeDocument/2006/relationships/slide" Target="/ppt/slides/slide7.xml" Id="R479011e176464e2d" /><Relationship Type="http://schemas.openxmlformats.org/officeDocument/2006/relationships/slide" Target="/ppt/slides/slide8.xml" Id="R058415b3d69a4f3f" /><Relationship Type="http://schemas.openxmlformats.org/officeDocument/2006/relationships/slide" Target="/ppt/slides/slide9.xml" Id="Ra55a9169a22e41f0" /><Relationship Type="http://schemas.openxmlformats.org/officeDocument/2006/relationships/slide" Target="/ppt/slides/slide10.xml" Id="R93c4968aa6f74edc" /><Relationship Type="http://schemas.openxmlformats.org/officeDocument/2006/relationships/slide" Target="/ppt/slides/slide11.xml" Id="Ra93c41eba45e48a3" /><Relationship Type="http://schemas.openxmlformats.org/officeDocument/2006/relationships/slide" Target="/ppt/slides/slide12.xml" Id="Re89cc245b3c94b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e6b1657a2241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28fe638c9d487b" /><Relationship Type="http://schemas.openxmlformats.org/officeDocument/2006/relationships/notesMaster" Target="/ppt/notesMasters/notesMaster1.xml" Id="Rcd3595e6b0724d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b43d7c18c54581" /><Relationship Type="http://schemas.openxmlformats.org/officeDocument/2006/relationships/notesMaster" Target="/ppt/notesMasters/notesMaster1.xml" Id="Rae86ec7fea4c4e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094eee2e154ee9" /><Relationship Type="http://schemas.openxmlformats.org/officeDocument/2006/relationships/notesMaster" Target="/ppt/notesMasters/notesMaster1.xml" Id="R1ee3ffce989240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af3406de7044f0" /><Relationship Type="http://schemas.openxmlformats.org/officeDocument/2006/relationships/notesMaster" Target="/ppt/notesMasters/notesMaster1.xml" Id="Rdf4d6670500c4e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19c723765242cb" /><Relationship Type="http://schemas.openxmlformats.org/officeDocument/2006/relationships/notesMaster" Target="/ppt/notesMasters/notesMaster1.xml" Id="R3969b130891642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6b50233e734839" /><Relationship Type="http://schemas.openxmlformats.org/officeDocument/2006/relationships/notesMaster" Target="/ppt/notesMasters/notesMaster1.xml" Id="R773165004a3245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dac1902a2c43b0" /><Relationship Type="http://schemas.openxmlformats.org/officeDocument/2006/relationships/notesMaster" Target="/ppt/notesMasters/notesMaster1.xml" Id="R91ce6e580cfe45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691c3c06c14737" /><Relationship Type="http://schemas.openxmlformats.org/officeDocument/2006/relationships/notesMaster" Target="/ppt/notesMasters/notesMaster1.xml" Id="R6a2874d91eba48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5af50894b94b52" /><Relationship Type="http://schemas.openxmlformats.org/officeDocument/2006/relationships/notesMaster" Target="/ppt/notesMasters/notesMaster1.xml" Id="R2334982a0b7c40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86c3148a8d4a36" /><Relationship Type="http://schemas.openxmlformats.org/officeDocument/2006/relationships/notesMaster" Target="/ppt/notesMasters/notesMaster1.xml" Id="Rd665732a3dda43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39d0484dc04476" /><Relationship Type="http://schemas.openxmlformats.org/officeDocument/2006/relationships/notesMaster" Target="/ppt/notesMasters/notesMaster1.xml" Id="Rd8c9a04c35414a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6bd20eb9564241" /><Relationship Type="http://schemas.openxmlformats.org/officeDocument/2006/relationships/notesMaster" Target="/ppt/notesMasters/notesMaster1.xml" Id="R6881e2efdf6f4f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 m. | Retrieve the relevant fact or method before answering. |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320 books.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£2,000..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calculation and rounding decision must be justified.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£2,000.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£2,000. | Return to the final question, label the answer and test whether it is reasonable in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38aee895b4f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957dc888424210" /><Relationship Type="http://schemas.openxmlformats.org/officeDocument/2006/relationships/slideLayout" Target="/ppt/slideLayouts/slideLayout1.xml" Id="R17b7fb0583914a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b7fb0583914a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1a0a8a2074454" /><Relationship Type="http://schemas.openxmlformats.org/officeDocument/2006/relationships/notesSlide" Target="/ppt/notesSlides/notesSlide1.xml" Id="R592dab4c248447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c14ad3e46482d" /><Relationship Type="http://schemas.openxmlformats.org/officeDocument/2006/relationships/notesSlide" Target="/ppt/notesSlides/notesSlide2.xml" Id="R3f0cb902c78b46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bcb4b01f24e85" /><Relationship Type="http://schemas.openxmlformats.org/officeDocument/2006/relationships/notesSlide" Target="/ppt/notesSlides/notesSlide3.xml" Id="R9a1a764c2c1a40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7086c5837486e" /><Relationship Type="http://schemas.openxmlformats.org/officeDocument/2006/relationships/notesSlide" Target="/ppt/notesSlides/notesSlide4.xml" Id="R15a0197eb3ef4a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49a1044f14e39" /><Relationship Type="http://schemas.openxmlformats.org/officeDocument/2006/relationships/notesSlide" Target="/ppt/notesSlides/notesSlide5.xml" Id="R486f8d41433546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b086e75024240" /><Relationship Type="http://schemas.openxmlformats.org/officeDocument/2006/relationships/notesSlide" Target="/ppt/notesSlides/notesSlide6.xml" Id="R6ed1040f539f40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42125fdff4b30" /><Relationship Type="http://schemas.openxmlformats.org/officeDocument/2006/relationships/image" Target="/ppt/media/image.png" Id="Rfba4adc2f6214900" /><Relationship Type="http://schemas.openxmlformats.org/officeDocument/2006/relationships/notesSlide" Target="/ppt/notesSlides/notesSlide7.xml" Id="R26f8813588c94a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5ce027867479c" /><Relationship Type="http://schemas.openxmlformats.org/officeDocument/2006/relationships/notesSlide" Target="/ppt/notesSlides/notesSlide8.xml" Id="R0f9efec037134a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4a54311644d7e" /><Relationship Type="http://schemas.openxmlformats.org/officeDocument/2006/relationships/notesSlide" Target="/ppt/notesSlides/notesSlide9.xml" Id="Ree30181ad6dc4d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fb5c5bd2d453b" /><Relationship Type="http://schemas.openxmlformats.org/officeDocument/2006/relationships/notesSlide" Target="/ppt/notesSlides/notesSlide10.xml" Id="Rc70d8d1bbd5f41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fa1babc33495f" /><Relationship Type="http://schemas.openxmlformats.org/officeDocument/2006/relationships/notesSlide" Target="/ppt/notesSlides/notesSlide11.xml" Id="R491707905aa347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3de760211413a" /><Relationship Type="http://schemas.openxmlformats.org/officeDocument/2006/relationships/notesSlide" Target="/ppt/notesSlides/notesSlide12.xml" Id="R3a305082ad9c46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E63B4-0A92-4162-969D-C7D37DF6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D4BC7-15E6-48DF-A067-9CE123B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91FE0-B669-42D5-A9B3-1F425A7E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83B45-D136-4FE4-97EF-CC9D464C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051DE-4BFE-460F-B3D8-D61C45ED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50BB8-7B12-41FE-89EC-32FC7FF5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0AC81-6296-4E09-AC81-5D98B0C7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B1C0F-B244-4F27-862C-F15EFD4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D45D8-5DC8-4D86-99A9-DD983E60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AD8FF-5F4D-43F0-8FD2-FCAC070A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2BE42-2BA0-43F4-8BED-83C84076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901779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DFD9CF-818B-4C44-8AB8-C1D6AAB0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5947E-BC89-4235-9CC5-D7856336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E23FA-CB90-427B-9C72-BE8B71C4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F39CE-4C8B-4037-8810-42279FC8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9E730-6B8D-4881-9045-61E3AE79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A2303-D7DE-4122-BF93-3C88885F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3B3E8-1369-4B0A-8594-776114BB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B2A51-87DA-453D-B19F-9B8A751C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4CC2B3-1A57-44B6-8EC8-D612A85C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D5369-4476-4E31-A4A5-B11F0E07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04BCCB-1770-4AD5-9831-0C7DC6F6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4A27D-7F15-4EC1-AF57-5F57B4AF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119F8-3134-4729-A051-C706E8F3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BF7C4-B6CA-43FA-BAFC-62A2F808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712AE-921D-43DE-A5D8-CBA9A7E2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AFECD-250D-4734-B6FD-7882BF0E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B7A44-D040-4033-9EAD-60A48CE2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9390FD-F3DE-4C74-8904-786CB5F4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FC6E42-4285-4191-8C35-775D2B27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7CDF60-5B53-4254-9B4A-D25CD4BE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C92888-1D99-4978-A945-DE859A92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school buys 32 packs of 145 books and gives 18 books to each of 240 pupils. How many books remain?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B55DB8-567E-4502-8893-A0721654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122829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96E68-3F2C-4B13-95A9-1195FFA4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162CC-E104-4975-BA36-DB931A3D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D139D-77E9-4BFE-9BD1-EBD5B71D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78268-E8D9-4C3D-A21A-C4F28C4E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102AC-B024-497F-9FD8-D30BA41E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5D700-B1DA-4025-88DE-6BBE32DF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5122D-1C15-4AC9-BB81-AB6BC745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736B3-6A6A-44A8-9DCA-50EB96E5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ABC95-5FFA-4680-84A3-1C5255AD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92FAC-1564-4B0C-BF17-F2998E0B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7D1F5-0C89-4A82-823A-2503464F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E839F-5D3B-4DD6-83A1-05FC4489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B9CEE-E32A-4CB1-BCCC-9C53009A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6D02B2-1FDF-49DD-AB29-578324E0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6FC09-B4A5-4A15-924D-822C198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4492151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57275-6683-4233-ACC5-CD65E90A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030F3A-6CA1-4101-AF0E-74E9863A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32D56-D978-4103-9C3F-74A9C6C4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11249-A75A-4EE1-B470-196C2281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D49CC-4ACE-4502-99D5-398874D4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899F3-AA30-43F5-A7E1-B46E0ACD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FC3FB-16EB-49AD-9539-2F918B06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6E233-1262-4126-BC55-B61C23DD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D776F-CD24-41B4-B0E2-3E3637DD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031E5-935D-4FE9-B9A0-6E38AEEA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buys 32 packs of 145 books and gives 18 books to each of 240 pupils. How many books remain?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279FB-17D8-44A0-B190-39E9A3EF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BD683-BE0C-4136-84F0-0569EB5B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789D5-30AD-44BA-9368-59733A33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Books bought: 32 × 145 = 4,640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5B687-5348-42CD-81DC-C8B940DE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E257B-F735-44B4-83C6-D070F404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12FE7-8C4D-426B-8969-AD69F0DB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Books given: 18 × 240 = 4,320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C1D36E-7748-43CA-9919-7F7B317D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9FA0E6-CB58-43A0-9870-D46331DC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2A0E4C-76DE-4CBC-927D-48B91585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4,640 - 4,320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F2136-3AD7-43E7-A8B2-C7066B4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1A0C89-3B59-4545-B98B-CC9628CD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E1FDC5-6F32-4349-ABAD-B26F5973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320 books remain</a:t>
            </a:r>
          </a:p>
        </p:txBody>
      </p:sp>
    </p:spTree>
    <p:extLst>
      <p:ext uri="{BB962C8B-B14F-4D97-AF65-F5344CB8AC3E}">
        <p14:creationId xmlns:p14="http://schemas.microsoft.com/office/powerpoint/2010/main" val="3057349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5D6B3-1991-42CF-B15D-908BF58C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7C551-AB38-404D-A25F-3634911D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EBFB5-D760-4C0A-86C8-14845CE7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51ED6-DA8A-47F9-A13D-D1CBB503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DF438-DEB2-4109-80E4-F025116F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99F49-9B4E-401F-9439-8CEAAC42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F89FF-27D6-483C-A96C-AC8F343B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C2CA9-1187-420E-A443-E28096C7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D005B-3ABD-408B-8F92-76EC7AE5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4C160-38A4-4259-B30F-0741844F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C0887-C12B-4B4A-B52A-F23C6621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320 books.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C248B-76E1-4C11-AB8C-11076548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F1EF8-BB91-42C1-A8D1-3D6F16E9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FE13B9-E50B-49E0-8014-9C45786D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569700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30BC65-1697-4A89-8E17-6C653183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A5DBE-3158-4850-A497-ACE74D2A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E900F-BB8D-42D7-82A4-5EA3E186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2E49F-96B6-4FFC-B39F-631D24E6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2406A-9012-40B1-BD19-3F134B2A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21505-0F35-4D3C-90E2-BBBEB815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2B6DE-C744-4DF3-B546-7BD09716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A3BA4-1402-460F-936B-32FC70F0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CD440-D773-4A88-B704-D4660184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72F6A-E229-4453-80D7-CABD3F3A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BC67D-78C9-44DA-BACE-CF6FB92E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45440-8B76-48A2-8ACB-A8F5C1B9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9C136-7C7A-4962-B88D-73963703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2F679-7239-44C1-B912-3B31BC9F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3D52F-51AF-4CDD-B21B-0D93FBED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 m.</a:t>
            </a:r>
          </a:p>
        </p:txBody>
      </p:sp>
    </p:spTree>
    <p:extLst>
      <p:ext uri="{BB962C8B-B14F-4D97-AF65-F5344CB8AC3E}">
        <p14:creationId xmlns:p14="http://schemas.microsoft.com/office/powerpoint/2010/main" val="12937089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B5566-5CC1-4C90-AEB4-C9BC4E20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6E501-8CEE-41FF-9EA3-7C541307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6C0F9-F84F-430C-A29D-845967B4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651CF-9AC8-410F-8A9E-864C39B7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B5F91-816B-400C-9B5E-B71B9A15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3B36D-022A-4188-8148-C8936C15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43E86-51F4-48A4-9D82-F93060F3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B4107-5459-4A9C-AE18-8C5C2826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C034F-3333-4BE3-A2EC-3C804C4E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4adc2f621490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9F4BC-F9B6-446F-A043-206E2212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9C7D6-645D-46FA-9935-95C3C721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completes correct calculations but answers a different question from the one asked.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76B50-A539-4416-86D9-57E7D5F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255E4-5FCA-4A1C-93E0-B12AEB07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4DC53F-F5EF-4841-9419-14BC0CEC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final question, label the answer and test whether it is reasonable in context.</a:t>
            </a:r>
          </a:p>
        </p:txBody>
      </p:sp>
    </p:spTree>
    <p:extLst>
      <p:ext uri="{BB962C8B-B14F-4D97-AF65-F5344CB8AC3E}">
        <p14:creationId xmlns:p14="http://schemas.microsoft.com/office/powerpoint/2010/main" val="7676213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ADBDB5-935A-4F7D-96C1-8A695E05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AD591-B07C-4BED-83D4-D1BB7CA3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4CE8B-4239-45B5-8C2B-2891AEE7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3BDB2-9930-4C38-A748-963D6373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E6210-D8FA-41F7-BAAE-9AE2EE3F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B82E8-2C7C-4975-93B8-C1492988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19AFE-1681-48CF-A0E0-520FD8E1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FCF17-86E8-4003-8E65-0CC740FD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ADB40-9918-4F71-B32A-95D1EC4B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D4F03-67CB-453D-AD1E-BA422BDD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DF45D-929C-4DD7-BF18-7047AA6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6EAC49-DA78-4913-98F9-F3307EB0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6DCD0-DBEB-4855-BC7D-A3E855ED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A98CA-B6F3-423B-B3B8-F4C3C0DB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601773-B1AB-41BE-8850-902FD94B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29D4FB-3429-4810-A916-EE33F9DC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CEF3AE-EE8B-4446-8F3E-24B10654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44EA92-BAFE-4A7C-A4F3-E4D0ECBE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3B92E2-EEC0-4E6A-A379-598E5BDE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213365-BBEC-4143-ADB1-C12E1577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1062E9-AD9C-4842-B118-14039260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CDB5DA-66E9-4368-8A9B-EBBDAA84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728208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19294-AF29-46C9-8769-4DAD3D50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1F44E6-6D0F-41F5-8D58-A03F9463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F4034-63EE-42FA-8B18-C796586B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07B49-6AE6-49EA-9CBC-99AF02CC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DA5BE-E5F3-4FAB-9687-6D3B4175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D53F2-2039-45EE-8548-18E56D9F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CCD2D-F72E-4E7E-B6F8-D7C5CEC6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A48AA0-E3E1-4739-9B35-E170D59D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AB7EF-095F-4F29-AC96-C75A2A30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BEFFA-B87F-402A-98AA-E038F42E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207B7-FFEE-4BD1-BE8F-F4EBFB57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B392F-1759-45C0-B52B-AF452560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53A09-151E-43EF-857E-09AD132D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0C9BF-E14F-4708-BC4E-B9C4B602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73C70F-0BDA-4CAD-AD95-3BCBE32B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CA93B-EDA0-4722-9C44-E5ED4D2B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AF50F6-F347-447E-AC8F-A7411FC5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AE836-9897-47C8-8803-44D56740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663AB3-F912-478E-A94E-4CFF62AE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8AF0F-69C5-47BD-A323-9756FBDC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BD9B28-CE05-4F77-8B1F-ED6765EE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406673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B22AE-D9E3-4A26-9160-1085DA59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98B87-AFD0-4351-A5B3-744ADFC2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C9C33-0E73-4753-AFE7-CD404934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AAC7E-4D49-4972-B638-3101DB4E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8E5FD-ACBB-42C8-B9FE-65F50B37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EA881-2C8C-4220-AC56-18A9B14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29080-F156-4241-A70F-4A6E53F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8A49B-AE1F-404D-B553-53432436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43292-FDB6-424D-B21A-76A86A46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B7F1D-44EA-4986-8D74-9A9D4FC1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problem using rounding, multiplication and subtraction, then solve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7D2A81-1FDF-4674-B21E-6C6AD202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FE77E-A66C-435D-A206-DCE5DE3D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053062-E766-4B69-B29B-554B0E67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calculation and rounding decision must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6726809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E3008B-B555-402F-BDE7-E920D780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5094D-D4EC-483E-A1A9-A097274A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E4C21-B5C1-467B-84A5-6D215A7D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F9D2D-4AFC-496F-8DF3-9D52C271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F3B0E-3EB7-4356-BF31-0FDE2D5A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BDC30-3C56-4F57-A4B9-CC3777F5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D950F6-7E5F-4C2B-8280-97AC020A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180CB-86C4-49B9-B6A5-7C37BBAB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1BA44-E556-4C99-B6C6-50074DF8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45302-CC48-40CF-AED4-6878D2BB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828C6C-0391-4F1C-B3C9-55C67F9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7F7F0B-220C-4F59-AED3-65B555A8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8B043-572D-4E20-9D39-A9467688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95504A-4D4E-4A78-9FC0-7398BA56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7E5774-442D-4C18-9662-7965279D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53EB41-8B6C-4B1E-9CA6-0FE7E8C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£2,000.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A3498-EFEB-425C-898B-DD92BC17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FCA1AE-87F4-44E0-A471-78D98388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14445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C09D26-9026-4FAF-92CF-9613B21F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BADD6-D6F4-4655-946E-005420C9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4B5AA-A5EA-4EBF-AF0F-7F68AD21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B625D-C374-49E6-BAA1-B695B430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62EC3-97F1-47BD-B15D-D04B67FC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2893E-A013-4F16-8DEE-D954008D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F8025-F5F5-4E49-9AF2-C3CE5BA7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072E4-C6C5-4EF6-8485-FEF77A7B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BBCEE-AA1C-4604-943E-75A8CA06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B4B90-5FA1-4313-B005-B2BF4A71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227D7-8485-495B-A482-30ECDAD0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FEFF3-3BCB-4B6F-9B2E-45EF6879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EE4DE-B809-48C1-8EAA-A6F138AE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B524C-ABEF-47DC-85EA-A702ED91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63CB9-57D6-4D79-8C1A-40FBB713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3C4748-544A-4779-B8A0-29FC1F41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BF6514-DE3C-4281-B18E-35EBB365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completes correct calculations but answers a different question from the one asked.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50B036-82E5-4798-920A-2FA997CF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19D48-536C-40FC-972F-53C3B671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8F2BBC-4306-4B89-91FB-50459A77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F64E0-F3F6-4BC7-A2BD-BC633B75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CA8E9-CBE2-42CB-9E7A-111C4BAA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197999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2026-09-09T22:14:41.0330000Z</dcterms:created>
  <dcterms:modified xsi:type="dcterms:W3CDTF">2026-09-09T22:14:41.0330000Z</dcterms:modified>
</coreProperties>
</file>