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 m. | Retrieve the relevant fact or method before answering. |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school buys 32 packs of 145 books and gives 18 books to each of 240 pupils. How many books remain? Answer: 320 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 m..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£2,000..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calculation and rounding decision must be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£2,000.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£2,000. | Return to the final question, label the answer and test whether it is reasonable in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4D0875E-BD3B-4C0F-A5B3-FC4561CC70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B983E-EBA0-45C1-AAEB-44DB5D50CDF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63CA281-528E-4415-908A-5B6129E8DA6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FC4214-C102-4DC9-A577-5E1BBC23009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E10524-4967-4CA1-B396-7C8B9528656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4E9AC8-679E-4315-A6E1-74F7F4785D5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5D6942-6878-481C-A207-D7E1F5E0022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BF738E-7B97-4972-A619-C0379DB42DF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6529A6-9160-4EEB-AE88-2DCB7D7A8364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A1A940-4DF1-4BC0-996E-20C2352378B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8F0452-E9EA-41E8-9275-8E86FCBD80E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66208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8467D6F-ADF2-437B-8B9B-DA4FCBAFD6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78B01-AAA1-41E7-98FC-CEA73FFE8D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E0BD8D-092A-413C-95B6-22DCD7A061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E5384-2961-4CD7-B8A6-030166F801F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EF939D-2AC1-4319-8B5B-BA5E3B3E7F4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210813-3810-44F7-B6D4-BB77A162DDB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07D313-2A38-4EA9-9247-CC6B2460289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9D7597-CC98-4A78-A9CE-F591B6964B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0F21F1-A42D-401B-8A04-B1850601F2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D9A270E-7108-4DBC-9C96-DC0203225F8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3FED56-62EB-4963-B8EF-C726170D956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0C0CBC-D763-4A43-BF24-6C6C9E5BB5C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D03632-09F4-4A37-AD0E-18141BF2617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4E1A99-473B-4D1B-BED0-786046B7810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E0D9F5-C725-4A1D-A4D7-EAC19A9F2D5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2DE49D-54A6-4AFB-BAED-481DA7F7B3F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CC7C63-F4D9-45C9-9DB3-92C1886DE94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660D931-58FD-4CAA-8114-ECDD786FE1F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F78AE0B-F8DA-46F0-B3C7-02211D36844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486819C-CDCE-4EAC-846E-1B0C35EC2E4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0E1528-9899-4C02-BB7A-D1F7140DA21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school buys 32 packs of 145 books and gives 18 books to each of 240 pupils. How many books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742D70-3DE1-4B77-9AE9-8B6C5BC0AE6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26364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E971F8D-B451-4F2A-908A-E81DAF83F3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D89486-D9F0-4ABA-8046-7869EC4B46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3293392-D328-4C32-97CD-22BCF807B0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CA9456-A931-433F-8FB5-A12BAA1CA46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2B9D5-FFFF-4416-AF42-354CC2DF43F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542B36-6239-41D8-BC1F-5A10FD81B2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43D0E-4635-4B03-A6E1-ADB9DAC503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5C592-933B-4C08-B45B-4C7071AF73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DD0689-5003-40BE-9D3C-1FC585B0852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6717FB-0742-4C14-8EE3-5706EFE26F5E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525807-513C-4E15-BB2B-11526607F2A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41390E-4428-4DB3-8215-8AE2F911303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DAC944-1CDD-4F91-8F10-F6ED6247D11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C08E27-D4BC-4245-B27E-B305A3302245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28D8E3-8D50-43A2-A4DF-FCA1AE548AC8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92146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18A4598-69E6-482B-A87B-F2637EDB01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414E28-1E9F-46E6-AD24-CC6540ED28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3C830C-1A16-4B57-85DD-7D0432B03D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46D372-458A-4F35-9CB5-6FA882C4BD9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43460C-1311-4412-B71F-C8E0D8B931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9E743A-EE2C-4261-BB24-FA53BD1E92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5E2F83-A833-4395-88E8-1E294EE8E06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36AC1A-4E87-4FE9-BD58-CC40089447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C27794-6764-4FB7-8BAC-B3E32FFB5BC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0056CB-C6BB-4EB1-93AD-A59F7F982AF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buys 32 packs of 145 books and gives 18 books to each of 240 pupils. How many books remain?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3F7993-DCD6-44EC-B58B-63D5E079898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015777-B7BB-4E61-AB09-A901E6515A2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57EC8D-AE5C-4373-A0F3-E122B2261F9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CF9C57-1E04-4020-B458-24122DE10C7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D1A1C6-E5DF-42AB-847D-D261E65556D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FBB054-00D8-47F4-9924-23C5194E9B4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0064F6-959D-4E15-A24D-D9AC131253A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CE8D7C-3B87-411D-9990-E3734A2E3A8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46E0B4-8321-4D7C-834C-3E679D62A84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AFB54C-9BFA-43B2-B30A-E5A2A497DEE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7B3B9E-86D2-4849-B6CD-1A89DE53A9D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0BF3D8-9C86-44FC-B76C-0DF59202F2B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949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59B7238-AA32-4E81-8711-09BB3EB3FD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4A5DF5-C161-4543-9D2F-C608413DCB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C0E23D1-180F-4B7E-A8C4-20B5BA9079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2BB1A0-45DF-4DEC-A1DF-636D75C06AF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8870F4-A3C0-4AA5-8419-C19743A6D3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3BA579-0614-473A-B2D3-E4D700F0421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CDAF54-3A3A-44CB-ACCE-6707DAFD1BE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27A638-E1F3-45A3-A7FF-4BB78322113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9167AD-1962-4744-804A-B5967FBC628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C36375-0A6E-4151-AAD6-98E9D86CC7D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78CE70-32C5-4F03-A6BF-567E6137728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320 books.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5CF75B-6C91-45A5-BF9D-D02231D6690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B7E34C-7012-4626-B12D-0D45385A1A3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6D72A8-C9EE-430B-B426-6FD16522C78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67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4CD73B5-1AFB-4BF1-85E7-82191B63E8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429AB8-867B-4251-B92D-0CEC9ED1D2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3488BC8-A245-401D-A00C-F5A66448AE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C1346-0239-42A3-B692-DA028A37C6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A9535-ABE9-45DC-A7B2-6B4FA0A899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40AFB-7DA5-4A4C-AB07-76C851CADE6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F85E3B-D2E6-42B8-B1F9-EF060291EF8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8C3A74-D855-4903-AD67-45411CAEA50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8C1E05-D132-4976-91F8-C79C806DAFF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DA1470-A985-41C0-8540-911C18E3F77E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2D0F47-8F8A-4A10-A6C9-5764B84B4A0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85FF1-838C-4C01-8919-E85A6BDB8CF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D61EF0-C3D5-405B-A0FB-416F9C062A6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E4BB66-96DB-41D8-9579-C2D5C3210C7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2FE00F-13E1-460E-B01D-896558470BE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 m.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975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308FC21-F6C9-4764-81B6-DFA38975FE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E27A5B-4FBF-47AC-A920-BBCE18441A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B8E4CD-F014-4523-B31F-0E4266AC96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854E1-147A-4257-8C68-34B566AFAC6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F1870D-E19E-4283-895E-AE4CEF1D4F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9984D5-5EE5-4E1B-9720-62643D94B44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8F6EC7-7AA4-4461-9934-32A867A94B0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DE9E7-E582-4960-AB48-7A8F073F2D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3B8FBE-6C22-410A-8C85-4031EB35A0B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8A89EFE-5312-4CDD-B734-0D7EE705E47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3413E-359F-4863-A4E7-DCF890649F6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completes correct calculations but answers a different question from the one asked.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AAB6B0-9042-48D2-954F-17BC390A81D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0AFB05-CE37-4F8C-8D8B-0375B9114B9C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980267-A6B8-4CEB-A10E-10A0E222CC9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final question, label the answer and test whether it is reasonable in context.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207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26BB890-D59C-417C-9095-3ACD50F9B4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EA41F9-D90E-4815-AB96-542F180973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5486EE-99EF-4BAF-B9BF-B7568AABDA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C383D1-22CE-49A4-ADDA-F29F80B0B33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6A36F8-6563-4BFB-B872-5D4FF4247D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9CA9BF-38C4-4F78-B649-2E212EF36E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35813-5382-4653-BA38-0B2C43B6DF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78FF69-52B2-44D5-B261-210D5FF9A6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624202-5DEC-4165-ABD0-4D47FF34484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094808-CEC6-4484-9816-1B94E4138FA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C12BC3-1F1D-49AF-94D7-DD170D6E36D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A177D4-FCCD-49EA-AB1D-54923A2C4B5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07785D-A898-4A0F-A3A6-0B89F51ACAE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013604-582B-4B37-8E9B-8C57FC99714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9528B56-CE58-4EDC-B369-3303B1060D1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596AB2-3705-4E5B-A6A4-CC68471C017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680900-D2FF-4C07-A1C4-176608790E7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A70B7D2-8BA0-40D7-BA93-60DCCC72873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DD8418-D742-4B71-A98D-6B507B0A7F0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193443-B34D-4EDE-BC0D-5F74247A093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95D5B9-B036-4B82-A3FA-43CDB201FE7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 m.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138229-B90F-45E7-9E41-55A0B11BB31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0143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3949CC6-42E8-407D-BD93-37B8F29C87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2C004-6C3D-4531-8841-57FC533DAA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F49E08-4F90-46A8-A4FD-A818338C86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C411DC-45B3-4613-9569-E0308AFD258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0A60B5-E7CB-4C68-93F1-C668ED8586A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350EC3-0842-4C3B-9FF6-279DABC5049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EE359F-77A3-4393-ADE2-A6CF7BE0F2A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1878C6-578D-447A-B639-A6EE5ADCB9D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A18FB7-013A-4B34-9A22-8C1721542E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FFF8A8-BD32-4EF8-BA43-5CA9C189125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2232958-842F-432E-B2CC-B82B069D55E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A29ABF-7C8F-4A16-9045-D2BA4B4B6B4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F6C83C-D718-4839-AFD8-62E38BE0565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C052EB5-AEA0-4FDF-9C18-2ED6B118F50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6C953D5-CB1F-403C-B67C-5B64E881560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884FCE-A432-4F30-9F25-45522C4C299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ECECCD-FB63-4B15-A365-10849B58CE4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1E28C7-1498-4C37-8D19-C140B4E18CB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F14F0D3-E79E-401D-8A79-0A69ED59EF8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93630E4-7A8A-4B05-8CA9-D35DD92E636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7F12B2-1CE6-4A8C-A571-E93A57EB1CB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329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AA474B8-32AB-4853-8593-DC402CD9CA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5162B9-9715-4DA6-997E-B754F7E893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FF81C11-8410-4E2B-9FE2-84DC2F9307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03B456-D584-4626-9B3C-DF84376819F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4E8C6E-CD4E-4347-B80E-0B065389A7B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CE535B-0B39-442B-9CDD-787C668A05B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E9D597-43FC-493C-A4B0-8561A88BBE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E96E15-ADAF-4273-8AEB-CCF5CD9BA7F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A24AF2-90CE-44A0-8F38-068A3C5FBA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34FF31-217B-4A6A-92BD-9C7971993E1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problem using rounding, multiplication and subtraction, then solve 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5320CB-843B-47E6-B719-1DB2EA76BAD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19CFC6-C9D5-4E69-9A0D-D582A18F83E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793FFD-5690-4A40-BB26-43280180C2B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calculation and rounding decision must be justified.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090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508787A-499C-4AF9-8B3E-B44013457D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D2107A-6272-4EB1-AD81-A5DE92E417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DAC918-2769-4B8C-83E1-8C5F8880B5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BB0768-CB1B-4ED6-9F1B-B4B5E8C361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7CCBF0-D0F9-4415-82B0-3ED8E2B3FF8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F04445-5C9E-46B9-A768-347C7B9D27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E7054C-8579-4CFC-93B7-74A3213AD4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971D05-1274-4467-829F-BC9CF1FC43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C0F860-27F6-46B5-BBAE-4246DC9A5A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57359C-3480-44AD-BE08-049DF5A73EB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0E98C5-5D08-4EEE-AD44-A6EF50850F0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99174D-CD4E-4CBD-95CE-4DC97F386C6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F7A62D-E952-4497-9A04-11532CC84D1E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5ABB3C-BE77-441C-AE0B-52C41A7F9CAA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77CE03C-2041-4D1B-809B-2626AE222F21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F05BAF-8A6E-492C-AC19-A0A84148188C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£2,000.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7E8C44-BBA9-4828-BF07-9A663006252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D72A96-303A-4925-84A1-8E74A829FC0F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785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DE416D4-F56A-44E2-B700-F37261AED6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5BBB-246A-4E80-A4B3-FE81667B1F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5F230C-B0F8-4B6F-A17D-A994E435D4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A5C36-56F2-4CA1-9B99-C29BDA0FF32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C35F51-6B01-410E-90D2-7446B511DCA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A74BA9-57AB-4800-9D00-3EB00A659D4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680EA3-B53E-4738-907E-9984241D10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D6DBE1-2BC3-46A4-B708-7AD00DC185F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667BEE-76CC-41ED-BA6A-B8B1B34E7C1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3F6768-E8CB-4372-A631-2AD34D76637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996DAC-0F51-47A4-8054-EA15D98BF10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4BC71D-A913-4FC5-96E4-CCC5EDB0221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CA79DA-095C-492A-8065-C9A748F33C3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0F6824-5955-4B34-B886-F1737A5F209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C9B4F21-391F-45E8-8E4E-BEB44B8EA83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22F776-FCA0-476E-89A2-618F6E2F47B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330B92-B28B-48BB-8E66-63B4FD629AA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completes correct calculations but answers a different question from the one asked.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C5DA88-6437-4D6D-81D0-294305805EB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6FB2A85-7F02-49A0-A0B5-E1E4D189714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6D99FB-23D3-419C-BC95-6B3122183F2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8FDA03-E9FA-471F-A8E7-3363EAAA0CB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7CD95A-A143-4C6A-999D-41895F08AA0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37448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2026-09-09T10:57:48Z</dcterms:created>
  <dcterms:modified xsi:type="dcterms:W3CDTF">2026-09-09T11:01:00Z</dcterms:modified>
</cp:coreProperties>
</file>