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0c3d77c6444961" /><Relationship Type="http://schemas.openxmlformats.org/officeDocument/2006/relationships/extended-properties" Target="/docProps/app.xml" Id="R3d7dd05f289c47a9" /><Relationship Type="http://schemas.openxmlformats.org/officeDocument/2006/relationships/officeDocument" Target="/ppt/presentation.xml" Id="R2c1b2572505d46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61516149724d75"/>
  </p:sldMasterIdLst>
  <p:notesMasterIdLst>
    <p:notesMasterId xmlns:r="http://schemas.openxmlformats.org/officeDocument/2006/relationships" r:id="R60555f0562fe4d6d"/>
  </p:notesMasterIdLst>
  <p:sldIdLst>
    <p:sldId xmlns:r="http://schemas.openxmlformats.org/officeDocument/2006/relationships" id="256" r:id="R8622a97736374370"/>
    <p:sldId xmlns:r="http://schemas.openxmlformats.org/officeDocument/2006/relationships" id="257" r:id="R97b7003f88b742f2"/>
    <p:sldId xmlns:r="http://schemas.openxmlformats.org/officeDocument/2006/relationships" id="258" r:id="R04234c063a424b98"/>
    <p:sldId xmlns:r="http://schemas.openxmlformats.org/officeDocument/2006/relationships" id="259" r:id="Rac288303a7ae4917"/>
    <p:sldId xmlns:r="http://schemas.openxmlformats.org/officeDocument/2006/relationships" id="260" r:id="R01afd93874ae41e1"/>
    <p:sldId xmlns:r="http://schemas.openxmlformats.org/officeDocument/2006/relationships" id="261" r:id="R7178f90aaa384240"/>
    <p:sldId xmlns:r="http://schemas.openxmlformats.org/officeDocument/2006/relationships" id="262" r:id="R355222a523354baf"/>
    <p:sldId xmlns:r="http://schemas.openxmlformats.org/officeDocument/2006/relationships" id="263" r:id="Rf87c1fa50f70430e"/>
    <p:sldId xmlns:r="http://schemas.openxmlformats.org/officeDocument/2006/relationships" id="264" r:id="R0a325395c4e648e4"/>
    <p:sldId xmlns:r="http://schemas.openxmlformats.org/officeDocument/2006/relationships" id="265" r:id="Rce695169930e4ad6"/>
    <p:sldId xmlns:r="http://schemas.openxmlformats.org/officeDocument/2006/relationships" id="266" r:id="Rabf5bd925bdb4b4a"/>
    <p:sldId xmlns:r="http://schemas.openxmlformats.org/officeDocument/2006/relationships" id="267" r:id="Rac3036fe21e34a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6a82bae87545db" /><Relationship Type="http://schemas.openxmlformats.org/officeDocument/2006/relationships/slideMaster" Target="/ppt/slideMasters/slideMaster1.xml" Id="Rc961516149724d75" /><Relationship Type="http://schemas.openxmlformats.org/officeDocument/2006/relationships/notesMaster" Target="/ppt/notesMasters/notesMaster1.xml" Id="R60555f0562fe4d6d" /><Relationship Type="http://schemas.openxmlformats.org/officeDocument/2006/relationships/presProps" Target="/ppt/presProps.xml" Id="R699e2fbec45d4bad" /><Relationship Type="http://schemas.openxmlformats.org/officeDocument/2006/relationships/tableStyles" Target="/ppt/tableStyles.xml" Id="R900b97e742d14d16" /><Relationship Type="http://schemas.openxmlformats.org/officeDocument/2006/relationships/slide" Target="/ppt/slides/slide1.xml" Id="R8622a97736374370" /><Relationship Type="http://schemas.openxmlformats.org/officeDocument/2006/relationships/slide" Target="/ppt/slides/slide2.xml" Id="R97b7003f88b742f2" /><Relationship Type="http://schemas.openxmlformats.org/officeDocument/2006/relationships/slide" Target="/ppt/slides/slide3.xml" Id="R04234c063a424b98" /><Relationship Type="http://schemas.openxmlformats.org/officeDocument/2006/relationships/slide" Target="/ppt/slides/slide4.xml" Id="Rac288303a7ae4917" /><Relationship Type="http://schemas.openxmlformats.org/officeDocument/2006/relationships/slide" Target="/ppt/slides/slide5.xml" Id="R01afd93874ae41e1" /><Relationship Type="http://schemas.openxmlformats.org/officeDocument/2006/relationships/slide" Target="/ppt/slides/slide6.xml" Id="R7178f90aaa384240" /><Relationship Type="http://schemas.openxmlformats.org/officeDocument/2006/relationships/slide" Target="/ppt/slides/slide7.xml" Id="R355222a523354baf" /><Relationship Type="http://schemas.openxmlformats.org/officeDocument/2006/relationships/slide" Target="/ppt/slides/slide8.xml" Id="Rf87c1fa50f70430e" /><Relationship Type="http://schemas.openxmlformats.org/officeDocument/2006/relationships/slide" Target="/ppt/slides/slide9.xml" Id="R0a325395c4e648e4" /><Relationship Type="http://schemas.openxmlformats.org/officeDocument/2006/relationships/slide" Target="/ppt/slides/slide10.xml" Id="Rce695169930e4ad6" /><Relationship Type="http://schemas.openxmlformats.org/officeDocument/2006/relationships/slide" Target="/ppt/slides/slide11.xml" Id="Rabf5bd925bdb4b4a" /><Relationship Type="http://schemas.openxmlformats.org/officeDocument/2006/relationships/slide" Target="/ppt/slides/slide12.xml" Id="Rac3036fe21e34a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ce3f31b50a42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e91e38a7c84251" /><Relationship Type="http://schemas.openxmlformats.org/officeDocument/2006/relationships/notesMaster" Target="/ppt/notesMasters/notesMaster1.xml" Id="R438a46de130d48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c850f0111654d81" /><Relationship Type="http://schemas.openxmlformats.org/officeDocument/2006/relationships/notesMaster" Target="/ppt/notesMasters/notesMaster1.xml" Id="Rc49f3e1980d747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a0cae724864d6c" /><Relationship Type="http://schemas.openxmlformats.org/officeDocument/2006/relationships/notesMaster" Target="/ppt/notesMasters/notesMaster1.xml" Id="R1f79e1727fe64b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7f7bb3e9604bca" /><Relationship Type="http://schemas.openxmlformats.org/officeDocument/2006/relationships/notesMaster" Target="/ppt/notesMasters/notesMaster1.xml" Id="R14f7bb86cd704d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a89e1a245a4f8e" /><Relationship Type="http://schemas.openxmlformats.org/officeDocument/2006/relationships/notesMaster" Target="/ppt/notesMasters/notesMaster1.xml" Id="R3e1b43f63e4646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915d5142e94458" /><Relationship Type="http://schemas.openxmlformats.org/officeDocument/2006/relationships/notesMaster" Target="/ppt/notesMasters/notesMaster1.xml" Id="R86ea35f6f0d646e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e7be238c5a4f1b" /><Relationship Type="http://schemas.openxmlformats.org/officeDocument/2006/relationships/notesMaster" Target="/ppt/notesMasters/notesMaster1.xml" Id="R8d7f26b323d445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b38095d394d4fa6" /><Relationship Type="http://schemas.openxmlformats.org/officeDocument/2006/relationships/notesMaster" Target="/ppt/notesMasters/notesMaster1.xml" Id="Rb4acc07c742241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17bc79129e46f1" /><Relationship Type="http://schemas.openxmlformats.org/officeDocument/2006/relationships/notesMaster" Target="/ppt/notesMasters/notesMaster1.xml" Id="R1887cb2eaa704f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6f2bbf4d8b4a4d" /><Relationship Type="http://schemas.openxmlformats.org/officeDocument/2006/relationships/notesMaster" Target="/ppt/notesMasters/notesMaster1.xml" Id="R111413f5af094a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687ceb39894b94" /><Relationship Type="http://schemas.openxmlformats.org/officeDocument/2006/relationships/notesMaster" Target="/ppt/notesMasters/notesMaster1.xml" Id="R94633a3afa2644c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0dafe3e632b4cf8" /><Relationship Type="http://schemas.openxmlformats.org/officeDocument/2006/relationships/notesMaster" Target="/ppt/notesMasters/notesMaster1.xml" Id="R24f47e587f6a4b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number lines, multiplication grid, reflection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 m. | Retrieve the relevant fact or method before answering. |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explain, justify, method, misconception,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320 books.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Return to the final question, label the answer and test whether it is reasonable in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 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£2,000..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vary. The calculation and rounding decision must be justified.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£2,000.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£2,000. | Return to the final question, label the answer and test whether it is reasonable in context.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2d3735a0b43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52633840d6455f" /><Relationship Type="http://schemas.openxmlformats.org/officeDocument/2006/relationships/slideLayout" Target="/ppt/slideLayouts/slideLayout1.xml" Id="R7d3e4d44eb804c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3e4d44eb804c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1e9f96de74ecd" /><Relationship Type="http://schemas.openxmlformats.org/officeDocument/2006/relationships/notesSlide" Target="/ppt/notesSlides/notesSlide1.xml" Id="R131db7b9b27d42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2e8ee881984990" /><Relationship Type="http://schemas.openxmlformats.org/officeDocument/2006/relationships/notesSlide" Target="/ppt/notesSlides/notesSlide2.xml" Id="Ra05d2d53f7f945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de5fe15c8c4dd0" /><Relationship Type="http://schemas.openxmlformats.org/officeDocument/2006/relationships/notesSlide" Target="/ppt/notesSlides/notesSlide3.xml" Id="R670f08d483ca4f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15bbd6f2947f2" /><Relationship Type="http://schemas.openxmlformats.org/officeDocument/2006/relationships/notesSlide" Target="/ppt/notesSlides/notesSlide4.xml" Id="R34d5ec61746c4c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0a368e20e454e" /><Relationship Type="http://schemas.openxmlformats.org/officeDocument/2006/relationships/notesSlide" Target="/ppt/notesSlides/notesSlide5.xml" Id="R5f28ebad63f74db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2fd8ccf6f44b7" /><Relationship Type="http://schemas.openxmlformats.org/officeDocument/2006/relationships/notesSlide" Target="/ppt/notesSlides/notesSlide6.xml" Id="R4031dac81bcb47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992030a16454f" /><Relationship Type="http://schemas.openxmlformats.org/officeDocument/2006/relationships/image" Target="/ppt/media/image.png" Id="R07888caacaf24e8f" /><Relationship Type="http://schemas.openxmlformats.org/officeDocument/2006/relationships/notesSlide" Target="/ppt/notesSlides/notesSlide7.xml" Id="R8cb173c2466745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0f6ad7e9f34e2b" /><Relationship Type="http://schemas.openxmlformats.org/officeDocument/2006/relationships/notesSlide" Target="/ppt/notesSlides/notesSlide8.xml" Id="R3494e34737ea4f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83d0bdbcba4c9d" /><Relationship Type="http://schemas.openxmlformats.org/officeDocument/2006/relationships/notesSlide" Target="/ppt/notesSlides/notesSlide9.xml" Id="Rbe6ef5d70d5b48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0a1fc0a934ad2" /><Relationship Type="http://schemas.openxmlformats.org/officeDocument/2006/relationships/notesSlide" Target="/ppt/notesSlides/notesSlide10.xml" Id="Rec9360e5353d43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003318b8e4598" /><Relationship Type="http://schemas.openxmlformats.org/officeDocument/2006/relationships/notesSlide" Target="/ppt/notesSlides/notesSlide11.xml" Id="R2262adce1b0949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5a7a899dd4dc2" /><Relationship Type="http://schemas.openxmlformats.org/officeDocument/2006/relationships/notesSlide" Target="/ppt/notesSlides/notesSlide12.xml" Id="Ra40af60b63a94d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BD5EED-58AA-45ED-B07E-334345CE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B7ACB-A851-4DA0-9D8D-AD0B5B25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A627D3-543A-46BD-9E7D-6758D811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F8B71-7B2D-4F62-AB0C-47477977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73F6A-03E8-43EC-A155-7F5D5A4D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6B3472-455F-4869-9A2D-3CC3DCA0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47509A-C61B-4802-898F-69CE4FED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C075C-6287-4A4D-9058-97653D8F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45AB8-FDBD-434F-ADDA-C675AE6F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7A749-46B1-4140-A189-8228CA1B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DA9A0-C033-47CD-8620-792D26B5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96128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AD2BA8-7450-43A5-AE39-549BCB8C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49046-33D9-4B26-A7C0-DF654BA5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417B1-C121-4C47-831A-ECDCAD6A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11FE4D-206A-48FC-ABAF-826F7B0F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1E112-E232-46D5-983B-455482C43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BA46F-C7DD-4597-A8BE-D316F829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AB720-D3AD-4DE8-B13B-90465041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09E9B5-6F31-4C23-933D-C6483F33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B57C52-E14B-45F9-8F37-DDA4999A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07E9A-8AF0-431F-82AF-6FF50330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4D63CB-925B-4DA9-8630-B57478BB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90A5B9-C606-444F-943F-194FA4A2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F6B5C5-6C2F-4B37-B13B-270F940D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Autumn learning about place value, rounding, calculation, number properties and problem solving.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5A9731-4DBB-4B22-9EF9-EF75DFEB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6D481-8C83-499E-BE97-4682C99A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54395E-A216-48E6-8AF4-C1701FB8A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BD1F1E-F814-49F7-AB5D-8AFA6CAE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D472A5-7CA7-411E-B031-EC311CB8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F4F49-B989-4C7B-9927-D850F9CE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81805D-BFC5-4D62-BDA7-776E4C41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75091-C8A0-4EEF-AC07-4A659887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school buys 32 packs of 145 books and gives 18 books to each of 240 pupils. How many books remain?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D1D31-3E27-4399-878A-CACABD9D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567893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D2A871-4222-4045-86E1-A8356E0D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6ECDB-DB39-47DD-9184-91754889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56DCE0-60EE-4633-8906-6C01F4387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B4B45A-A4C9-4327-8ECF-9B16BC17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9C46FD-8759-4525-BA9C-0D10939C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8FEC3-0BEB-4C43-88FD-9F42BAC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A9752-4B81-44DE-9A34-BD5E7411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C16E5-44D9-4FBD-9D16-E1FB6C36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6B6AA6-9B32-4F90-982D-1E29A440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B870F-D2E6-44C0-955C-0D3781C2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mixed multi-step problems.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A9E82-6823-4337-A186-741B05B2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957825-5721-4C65-A020-50AD3F40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 or method before answering.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CAF3D6-4CEC-4D0E-AEEB-213A3726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clear calculation or representation and explain the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BFE906-63D7-4C8F-942C-9DE407BF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result, identify any misconception and record the next step.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F5941-BB55-4B77-8BA0-461871007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explain  |  justify  |  method  |  misconception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3235008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68FAAF-7F09-43E7-B2A1-C829700D6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F6EFD9-CD5B-4654-8C98-84442B41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18E03-BF19-4210-BAA0-877771C1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E0C3E-7F10-4C04-9FCB-CFAEE302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499711-342C-4223-A278-05116C9B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F23D7-21CC-4166-B03C-75EC1524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07688-8C37-4207-A369-FA14B4BB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79D97-67B1-4D46-8FA2-04F86FD4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91087-328C-4318-B121-E991C2DA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BFD041-89F2-4FEB-861D-53B85B01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school buys 32 packs of 145 books and gives 18 books to each of 240 pupils. How many books remain?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5B1EA9-AAFB-4FFE-86CC-FBBAB2188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E15316-FD86-4B6C-9673-86FFCFBE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4EB060-568B-4944-A282-89B7F2D9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 or method before answering.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12127A-2C19-4D02-AD8B-B3CD4934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DDB740-72E9-40F0-ACF6-7B5B1A01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E1EE6-A3B5-4308-9C08-EA5AFA68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clear calculation or representation and explain the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7729A2-951D-4554-B9A2-CE98BDC6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C92FBB-DFD0-4E28-92E8-E0FD3E48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163FB-9A37-44DE-A1A8-7A5A96AD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320 books.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AC2A1B-A8C5-415F-B5B5-B3BD013D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36C973-E509-43ED-9FB4-A612D078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4B7356-880F-487C-AB6E-CAA827F3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result, identify any misconception and record the next step.</a:t>
            </a:r>
          </a:p>
        </p:txBody>
      </p:sp>
    </p:spTree>
    <p:extLst>
      <p:ext uri="{BB962C8B-B14F-4D97-AF65-F5344CB8AC3E}">
        <p14:creationId xmlns:p14="http://schemas.microsoft.com/office/powerpoint/2010/main" val="14101184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A3F39B-12B0-4F4E-91C9-CBCD6DBE8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6DB01-E322-444C-804B-799CCAD6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C0510-E87F-4A43-9ACA-39F4B5B2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EE34C0-0450-4532-8E54-E24FFCE0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7E525-E6E6-45EC-9F80-6CD0F0A1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1B79B-D45E-4480-937B-85F2CF85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97DA23-69A1-433F-8160-5E3BAD04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1AC403-8028-4730-820D-3B38006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99644-9AC4-4A55-A47B-10051EBB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F763A-22CA-4BCF-8F97-126CBBCA1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3344B-63BB-47B2-AFF2-84ABB6AA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320 books.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4CDA80-02A7-487C-B63F-788E40B8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8E7D7-C369-459F-AC2E-E595E7E5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result, identify any misconception and record the next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990D17-9DB8-4EE1-8FDE-A99AFBDE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6291199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9089B-5BDB-4716-B4EA-F15D32DE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AB58B-7971-470B-ABB2-DBED9C43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B2B9-5C85-4AF4-A52D-515D9E6C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733DB6-3F4A-4E16-A717-85316DC0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D1D2BD-D6CA-4D7B-975A-E6B91770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1DCCA3-0B1B-4F1D-A761-F17058FD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FF152E-E5E2-4BEC-8DD3-493EB258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F68085-286D-4EFD-85B4-5B34B0FA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CF0665-2832-4AE9-AA25-1D508339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DB2A46-33D6-46DB-BF5F-CE45665C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34F7D-628F-446D-AD7C-8BB846B4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D89F8D-8A27-4A41-97A1-CC14C536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FE038-319D-4BFE-BC76-442F6E29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A80676-4F2B-483C-A267-6253BBA8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82943-BFB0-409E-9BAC-65AF9C75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 m.</a:t>
            </a:r>
          </a:p>
        </p:txBody>
      </p:sp>
    </p:spTree>
    <p:extLst>
      <p:ext uri="{BB962C8B-B14F-4D97-AF65-F5344CB8AC3E}">
        <p14:creationId xmlns:p14="http://schemas.microsoft.com/office/powerpoint/2010/main" val="14167463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0AAE6B-F7F5-4FB3-9326-2B42631C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8A66C-3B83-45FA-B656-00F2F7BC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C7995-F560-4C4E-A5F7-702E0025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5C7870-232B-4B05-911C-4BC5D6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95FD89-4F0B-4832-9DE7-F491E1FB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A7A1DC-4C78-4A62-8AC0-35CC67E6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F7D2A9-931E-4776-AFB0-8EA085F36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BFDBE-C971-467E-BE84-BE270D1D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639F2-20C1-427F-B76A-B85341C9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88caacaf24e8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39D71A-AAC3-4224-ABEE-A4DB5B00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571FD-0CBC-4BFA-965F-131241BD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completes correct calculations but answers a different question from the one asked.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D0FC9-6CF0-4F07-B274-91FA8AF0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E4F75-1B1F-4924-BE1C-A3CB4BC4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7FFD5-2531-4D35-8F8E-334FEEF3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Return to the final question, label the answer and test whether it is reasonable in context.</a:t>
            </a:r>
          </a:p>
        </p:txBody>
      </p:sp>
    </p:spTree>
    <p:extLst>
      <p:ext uri="{BB962C8B-B14F-4D97-AF65-F5344CB8AC3E}">
        <p14:creationId xmlns:p14="http://schemas.microsoft.com/office/powerpoint/2010/main" val="7959835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0DBCEB-28C9-4D11-977B-95936667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E58F2-98F0-4086-BD39-6DE38E82B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4CB55-5D2E-4D9B-8808-6AC79770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9CFEF5-3C9C-464E-A337-AFBDC404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6BFB9-A881-4AFB-96BD-21DAB0D1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14FC8-0306-44E0-B05F-8B1DE287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3C74A5-F0E4-4B62-80E0-F50382D5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D57807-D719-4162-9DBB-EA9CAB3B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22D96-1402-4A2E-89E0-42EE4A11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B3FEDC-9346-4F26-8DB7-D3196D47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12D9E-0B32-4EEB-861A-78DC0CDA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4863CD-50D7-48BC-AE0C-282B7A0B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E2C0A-54BD-4599-83B9-900F2A6C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journey starts at -12 m, rises 37 m, then drops 18 m. Final position?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C040EF-DC68-4AFA-8C52-1989FC88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781AD-C485-4F6D-9E12-4C2FCDBA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9921D7-DEA1-49C8-B0E6-7A2AA42C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E023D5-3040-401B-B02C-B6C1A9E7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C65535-C8E9-45DD-A55A-E6E45C45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691C5B-A108-4D64-9435-AA55E19E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5550F0-2397-4267-8D0B-78970D16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F10DDE-B10F-4C61-9361-09E6A5D4B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 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5896B-CF50-478A-969A-54E8F6D8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010491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F940C4-1F64-4440-97CA-C5618F99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145C0-4C48-4572-905E-814121A3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254CA7-A63B-4E47-AEE6-8301CE09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48EDA-5A09-44FB-B3C8-B8057232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600C0C-181C-4391-9916-F051241C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7A34C-9F08-49DD-9591-D84B1FEA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A1CC7-1E96-4830-B9E0-A77D43BB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92FCDF-7438-40C9-B113-C00AA617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F6854D-25B9-45B9-9F77-31E3E200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5F01F7-1DD3-4E14-96CA-4E49DD45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CCFC12-D0DB-4855-9203-DA99E1EF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954FDC-EB0A-4CEF-ABBA-8B115B44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E3740-31BF-42CC-9820-798C8F20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5585E3-E0BB-4BD5-B1B4-2E1CBD9E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5FD10-EB9D-4360-A0BC-6A43CB8B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CEF02-3EE4-4163-8E35-14F13612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C7FED-8F71-40BB-8C45-AB0AB42D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BFBC0C-0F4B-4F3F-B995-EFCA4CF0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2AA9AE-4005-4CC6-A546-2C30ED56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C6D94C-038C-4CCD-9268-96259DCA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AFECB9-38FD-480A-BE47-002A4187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2714882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67827E-F77C-4E48-88B5-A4DC2472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67C1D-57C8-4DDE-9C8C-37892D47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8332D8-421E-44B5-9811-D12CA026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73F67-C85E-457B-952B-7461EBEF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1468D-0453-4556-B808-E16BB44B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EDC95-1474-4BC4-A04E-95219942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7BDC2-32E4-4D74-902A-3BB3D515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89BA0-073D-4E4E-87E3-F0E1EEA4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DA5A4-C2AB-4949-8DD6-C5AB6CEE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A6A82-57D8-4126-B063-5A1F2709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mixed problem using rounding, multiplication and subtraction, then solve 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B548F2-F08D-4740-85FC-B9AE70FBD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1592A4-6FC4-404C-82CF-8C3DAF33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20A10-1211-4C6C-B34D-B51B3438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calculation and rounding decision must be justified.</a:t>
            </a:r>
          </a:p>
        </p:txBody>
      </p:sp>
    </p:spTree>
    <p:extLst>
      <p:ext uri="{BB962C8B-B14F-4D97-AF65-F5344CB8AC3E}">
        <p14:creationId xmlns:p14="http://schemas.microsoft.com/office/powerpoint/2010/main" val="2718096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53CAE-28C0-4955-9087-97640466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DA60B-C18B-49DA-A7C1-3A94B61D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2B31D-5798-4ACF-9154-31FFF826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38CD7-92BB-486C-935F-AA58C111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8D5D0-C83C-4B9E-BF8C-D1A8D39D1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81CF8-38FF-4076-8C8D-748A908E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1A20B-43B4-464F-B92D-47519AD8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F88BA-B4F9-4CFA-B6BF-9D378BC9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204E8-E97D-44C2-80A4-224E4315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3A5DC-5487-4D9E-951F-98385064E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3BB8E0-0950-4AC9-8C20-7B564CD9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7E770-9914-4FE5-9E35-E36435C4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120065-9538-4CB6-BBFB-07DD2B852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DB605D-BC30-4C27-8604-3307F0B5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B31751-150C-4034-9B64-42B13B15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24A051-C360-4263-AA91-8C60917E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£2,000.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8D035-485F-462F-BDEB-8C1664A9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73D72-8406-4ECE-B6F9-07822522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6969934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EA4E2-D8CB-4D0C-B48D-BA279021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2ADBBA-F768-4E7F-AD1E-D3869393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96E8D-1823-410A-8DF6-81CF2A75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17EC2-81E9-46CA-9B8C-B69BC6EB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D0912-E763-41F5-9D8B-A0F5D638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5FF7A9-5C2D-40D3-86CE-8F165A03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62232-7CE1-4ADA-8957-A3FF6384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BA37E-0230-4AAD-86FA-5317D60A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CB6C89-FC23-441D-A279-BC940AC8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Apply autumn reasoning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568A6-A0D3-4778-A618-853CE4A1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335F-23CD-4E17-BAC4-0B1B6241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0C519F-7B8D-4398-8ADC-E33704AD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A6BE4-C358-4D1C-ACC6-85E5E18D7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budget of £20,000 pays for 48 items at £375 each. How much remains?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446174-C7B2-425D-8043-80921051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6FC6B-70DE-40FC-B142-BD773F02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10DC6-5827-4AAF-8357-315D55A9A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07068-0321-404B-A565-7A6D3B41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completes correct calculations but answers a different question from the one asked.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BE9F16-D852-47F3-9412-015F5A22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42B956-78B8-4CD9-B3E0-2E6C003D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9E340F-BD99-470B-B978-D6457AC3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631085-ECEF-4EE4-AF83-201E97A6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662460-5DB7-4838-ACAA-4F599B2B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999351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2026-09-09T20:46:00.2570000Z</dcterms:created>
  <dcterms:modified xsi:type="dcterms:W3CDTF">2026-09-09T20:46:00.2570000Z</dcterms:modified>
</coreProperties>
</file>