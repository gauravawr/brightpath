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assessment questions, number lines, multiplication grid, reflection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7 m. | Retrieve the relevant fact or method before answering. | Return to the final question, label the answer and test whether it is reasonable in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retrieve, explain, justify, method,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 school buys 32 packs of 145 books and gives 18 books to each of 240 pupils. How many books remain? Answer: 320 books.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7 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Return to the final question, label the answer and test whether it is reasonable in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7 m..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£2,000..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vary. The calculation and rounding decision must be justified.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A journey starts at -12 m, rises 37 m, then drops 18 m. Final position? Expected: A budget of £20,000 pays for 48 items at £375 each. How much remains? Higher: Write a mixed problem using rounding, multiplication and subtraction, then solve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£2,000. | Return to the final question, label the answer and test whether it is reasonable in context.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1DB5D430-A300-4D8E-B31F-ABCC8D66B2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EDBDBC-6DB0-4002-BC90-8CD1D96BE0BB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29720AD-D2CE-4E25-B159-F8AF0E2C073C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42ADC6-DA51-482D-A892-75C28322423E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56D7F0-85EB-4983-AB76-B3D8683B493C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10  |  Day 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5BB151-BC6F-4EFD-AA98-444346BDC1AF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C192D07-B687-4050-A0A9-CC8CE8EE2C9B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A0FB32-0DB1-4917-88F8-D2DA7EA7BD18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94C121B-9C96-4B5B-B2CE-9D175F30823B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and explain mixed multi-step problems.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4A3145-C05D-4031-A8BF-C9C479CB72E5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5EA684-C12E-4CE1-A798-E0987391B309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78022B-4574-4DE5-B123-30BD175ECD97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968407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4BF9CA0-4746-4481-92D9-12B3214213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B2E5EC-8A93-4F52-8B34-816FFA2E0FB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6B023E-B306-4028-9F3F-498FD9AF05E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7F8132E-D506-411F-8583-420F9CB1311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165CE2-CA77-4E85-AF7E-07AD9BBC80D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783CCB-23BF-4EB5-84D1-BCA30A7D18A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DFC448-ECC3-4986-8EB1-3238EB5B5EC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ED3AB1-7296-40DC-8CDE-3A052B3D1DE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CDFFAE-BF42-41AB-894A-4797B0D4619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037948-9EE9-46B1-A4C4-C4EA88E6300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301B8E-965A-4836-907A-571744AE77E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98C267B-C3A0-47A1-A960-165F71AD978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83FF18-60A9-453C-914C-3126F877D9B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62E52E-3C96-4E9A-AFB9-89C477F18A32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Autumn learning about place value, rounding, calculation, number properties and problem solving.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D65AB8A-5ACC-412A-9CA3-B41277D26DB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5F78453-1BDC-4A5D-8F04-7100D67E691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2CF4401-BA40-4177-9586-0E5046B80C7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6F15B65-7C53-4A51-B0E1-7C6029AC0A5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journey starts at -12 m, rises 37 m, then drops 18 m. Final position?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7EA6662-7202-4703-8490-37F5FE1BF94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4204B27-5F7D-44BD-B671-DD682545660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A952994-0C26-4579-9432-9DD78100C67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0E4DEC3-5CD4-4102-9DEA-5A07B036C21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school buys 32 packs of 145 books and gives 18 books to each of 240 pupils. How many books remain?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1ABD3EE-0F00-474A-AAE5-D734A805DE3B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765438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1032450-FCF7-4853-8E5F-9955783F1E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44B8BC-15D3-4A39-B6D2-22E5525E155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43E6BA-1B0E-448D-B58F-9AACB7688B3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8948DE9-BDDF-4B68-8102-4D3004CD773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C82BF3-733D-4A2A-B44F-3099DD9E653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B4B1C0-FA8B-4524-A6F1-F1383BD2CE7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784D77-527C-49ED-BD23-93D499F2C38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22C086-6D25-40C1-B0D5-5679EB2BE23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DFAC71-7443-40C3-A73A-541F32EAA2C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B132C0-4CAA-4A73-B54A-DCD8B611292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5FA1C28-F09F-4939-A7A9-B8D1541F8D04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and explain mixed multi-step problems.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4328C2-5B33-4D19-AC3E-3C1E62917DDB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93B0E2-4B44-40E3-96C9-5FA6D98EA6CC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 or method before answering.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726FF7-7A60-4201-AE11-2C2CAEAB75FC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clear calculation or representation and explain the decision.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E78087-3A17-48F7-9B44-935A817F0E14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2837CA5-E92D-42FF-8E0B-7579126C432C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explain  |  justify  |  method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485014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687184E-A37E-4E3F-8FAA-DF75E41C5E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4DEE36-EEEE-4F0B-A174-8E12BB30B0E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F32AD0-8C4A-4CB7-96F8-8F67D3459F2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D30551B-2DD1-4F0C-B43F-AFD89FAA22E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66289F-8D5A-455C-9EBE-113825BBDB7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B29644-BEED-449E-A4CD-19D2092060C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7BFC8C-2EE6-42C0-A995-412D82FD10D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D9AC7A-B878-41F5-A774-B99CE0A12F9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2C7FAF-D81A-4009-9E96-88D02D291CA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34F26A-78CE-43DA-B323-81EC9BB9B42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EE3EC-F6FA-4405-A6F2-7CE171402F07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school buys 32 packs of 145 books and gives 18 books to each of 240 pupils. How many books remain?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8E8FB2-8467-4914-A644-DE5E52A7EA1D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3FB023E-0264-4721-8CA4-80FF7C232C7D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DAB431-066D-4AFF-A6A3-1E6C0AC94711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6E0F1E-BBA3-4691-8DC7-9FF68C77AF01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the relevant fact or method before answering.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886D00-1425-403C-AED9-D79A3104D877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903687-D495-4488-B964-2A83252EC89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442F35-3161-48BA-A8CB-915BC793E5E9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E5A4676-5F19-4DC3-A039-3DB1432BC1FD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a clear calculation or representation and explain the decision.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5B4C0C4-DC35-4D90-A484-89A87FBEBB32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8FAB3BA-4BD7-4F83-A981-6C146B72F67C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C74EDD-D281-4A0A-A8B6-CB20A0BE15A3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12D914A-F1F4-4111-B0CD-5120A99DA872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result, identify any misconception and record the next step.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28930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A6C86D5-9D3B-4016-BB86-CDE994FCA3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A7A44B4-8016-4369-B0E8-6737A91845E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754F6E-59A8-49ED-96C4-4B477CCC073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B37ED8D-5C49-41BA-ACEE-3CAB82AE9C3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02F0EA-3DF4-4086-912E-AF5B79689E5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916D01-6EE3-46E9-AED1-136601AF8EB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C71FD4-5A7E-4405-8BB3-5D305116EB5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C2D99D-72EE-4575-B97C-F631AB9AC0F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C777A7-A942-4A98-AC21-CE3F7E2BE86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797E8E-B171-498F-99C5-E8320DCC09E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FA932E-0969-48C0-948B-0BBB4B6A8DD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ABD90A-E0DA-4BC7-9223-335F94FFD0AC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320 books.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49B62C-8D0F-4754-9307-5392CC2D1EE7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C0FBB0-CF86-4CE6-9525-B3C047A371FC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F00F63-6E9B-42C0-ADD6-35CC8E383EB0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71050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BD4D505-E45E-4DA6-84A2-F2C5412D675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C1CEFE-DBFD-4869-BA54-334832F653B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3532AC-E097-4475-8809-8F3A85E824E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F9DD762-4473-4D98-966C-BEE33EF7C9C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6779B0-2A77-43B5-96F4-1E693075385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A028AA-4E43-4297-A941-511E856FE57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619CE1-6194-4638-9779-E3C28B4641C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E75078-94AF-4D9A-B4BF-FDDC7FB2A69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E15CF-AE4E-4E77-9879-4F7EA257D28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5B9935-D55F-44E0-9377-087ECA42E09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10A4BC-5609-4201-8BB7-9CB3E6F6139D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journey starts at -12 m, rises 37 m, then drops 18 m. Final position?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FD855E-FA15-4F42-9011-629E26CE1C71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419001-BE26-4B3E-B82D-B226CE2FC482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944E31-9EEA-4E0E-90F9-4085FD239F6E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B0B17C3-A3A4-4DCC-9B7E-3BB6ADFF68FE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DA13E9-CA64-4DCF-8E4C-49030FA71B91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 m.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2688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5C46664-9AA3-4563-8921-42414DCFC8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69D061-DD4F-4BB3-801C-5D75F7E54C7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3E13EC-BE06-4B5F-8784-5E01669782A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C9B4574-9BCC-46EB-B618-7DC39F94DAF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C6EBC6-27DD-4134-B640-99E009A6FE2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59B3D8-E2A6-4F4F-B7F5-401BFBE8BAF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88EDE9-7C68-4862-BEC7-4C78BCBFDA1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E88898-2A39-42BC-875F-FFAE93725C5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2958FA-AB30-4233-B37D-673C9E401E4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D4AF42-E0B6-4693-8FD2-5D3476327FA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F9D2F19-E7E9-450F-9183-ABEE0C745703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C3E70-57F9-46DC-B062-29F48208DD1B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completes correct calculations but answers a different question from the one asked.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4CBAED-32C0-4418-8794-74E764BAD41C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053A1A-0D62-4679-BE03-AFB0BC214A51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CD290D3-3367-40C2-930C-9C59902915C8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Return to the final question, label the answer and test whether it is reasonable in context.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4437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1B3B175-EA96-4C35-A892-2A97E94182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5AF9BF-0FC5-440C-B1DD-0D3612AD032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5D2C43-05F8-49B8-BC28-ECCBBF6FD1C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EB3295F-F8FE-4915-9FFE-EAFCD7EB8D3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610FD3-8992-4E10-A5C1-1D3ADDD7897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A70DE1-9C43-4CC7-8A75-5B083DDC644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4310A3-571F-49A7-9411-0C454E85CA0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74E663-E842-43CB-8E2D-C9130DA31CB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EF5BA8-A18D-4708-A54F-948B7659AFF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B75A36-AD31-43D9-979B-C68DCFAC9EF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DA94E50-E626-44A7-96E8-8AEE9DF7163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7F97CFE-B25A-4403-94AE-1A8F0173C7E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FDD0C0-8D0E-4E69-B03A-C352960F7AA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ABB666-863C-413A-9038-1A9B7DEE867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journey starts at -12 m, rises 37 m, then drops 18 m. Final position?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721BCAD-97D5-49FF-8047-6C8C7BF5880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FED2248-613A-45BB-B4CE-D8F17F86837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37C541-FCAC-4CE0-9455-A6BA3532077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A6E717F-F9FD-42F3-A077-9D25EF089A2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896EFD7-1CD9-4D89-80EA-3997A30181F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FAF1FDF-FA8D-4920-9CEB-D54B9FEA6839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412D48-4C2B-4FEE-BFA5-17869F58A3A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372700-C71E-4CDE-BCC2-EEAAF1083A9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 m.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51769D5-9695-4B58-931E-A2D1188D0DF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834863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6BF1C77-CF65-41A9-88B5-AD53E62064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B00641-2197-4C82-9CFA-75CD8B25D89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A6FD25-69C6-46B8-954E-F0F527E3984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4FAD774-4A22-4711-B76B-0F159717D25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727C1B-7008-4B01-8A9D-E3352CEF924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01A905-5783-439A-BBC8-6B4502EEBE4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0D6812-A012-403A-BD04-C18055F3C44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69A42F-F0AB-4FDD-B58B-01F1944503B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4AA291-AE8F-40E5-B5FF-DDE12346BF9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6570CD-47BC-46FA-B03F-75CD57898DA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2C3196E-309B-4D6D-82F3-873036E17ED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49E3F7E-F3DF-4886-A624-31D051125A7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675FE8-F746-4863-9DA7-7144865DE6F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47EF8A9-536C-439A-9F58-D081B4B4E7D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budget of £20,000 pays for 48 items at £375 each. How much remains?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33F501A-7E36-4373-ABC5-3627E6B8016D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D6A1F83-C201-471A-8B75-F3F15E70CB6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B99608-0CE2-49D8-A849-39D1B1571A9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9D6488-A79A-468C-B61B-A5D6007C8D1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3CC803E-0A81-40F1-8663-5274E6B9DD8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F1F3777-2532-4F1D-ABAD-CAE6684CA5E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AED39DB-1D53-4D49-86C0-776AEF169AD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775E75-3663-4254-BFC7-CCC9AE972CF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179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B531F35-442B-4283-83EF-E70FDDF0A7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D52985-CE41-47BC-979F-CD463E61911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EEF97F-2504-4E71-ACB3-FC8C81B09D1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2DD29C7-AA64-4A57-9372-F065A1A6FE9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89F4B2-5A7F-4E28-85FD-35EB3721E3A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B01684-8607-47F0-87D1-952442C2C7A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6A49F0-8189-4327-8929-12D4967BD89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E77530-61E7-4E38-860F-BDEB242ED2C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6AFDD9-DC7C-41E9-B63B-DA254DB9817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CBF074-CF68-4918-B55F-21AE249DF30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A051E31-5498-42F8-B7AA-8C6021AC0D7D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mixed problem using rounding, multiplication and subtraction, then solve it.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08F6A20-298C-43C9-B238-C91DCAFB7E70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F3D413-4FF8-4475-B9E4-029A3FD42912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20047C5-2ACC-4CCC-A7F8-10DC2BA586D7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242"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calculation and rounding decision must be justified.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74304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F4697678-54CF-4177-9FB8-859FB4C9866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F9C55A-A613-4CA9-BE6D-B0B34B06B63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8D52ABB-F32A-4C41-B3BD-35404618898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261A5FE-4386-4031-B5AF-FA294197F31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23819E-D4E0-471C-96E5-34E35DCEC13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B0F145-1E32-4C86-9D48-5F3C32591D7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5A0E3-CD98-489C-B188-E03CED4EFDA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BC3712-1AE4-4910-92F3-CCF8D3C2D6B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E1A370-0133-4058-BBAD-8B55FF5663E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22C62F-0665-4E41-A785-4CEC195970E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641416-4E75-47D0-8BB2-14E0AD19872F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126C55D-D8C7-4720-8749-EB13EA6B5F8A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C5B61BB-CD29-4D3A-8799-E18213C723AD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3A32BCD-5142-45E7-805C-330DBBB313FB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30C4FEB-1CA1-497D-8B01-02AB0B289E26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561267-06DE-4D97-BB2E-9C646D396BBF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BA32089-C3AB-441D-B542-BA1F849AC596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D8BA82-BE17-49A7-BACA-DDFB9F1ADAB1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615D298-60A2-45AF-932B-8ABC80BEE17A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21328E-935E-47AF-9E09-4B6957340F96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D4B77B4-3AB0-4978-9EBA-8D3491C243AF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8C46EEB-CCD5-4AEF-8211-FCD71954D077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039C9-D14A-48D1-9E72-2B8713730202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B9AB116-C041-4717-9F32-EAE351BE5172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4AFF044-5EF5-4943-90A4-C4315B1AF2A1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85475A-289E-4ECB-917E-C75790556648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812725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BD4ED8DA-6123-441D-89E8-414EEB8B3B0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19D2B7-8976-4D74-AF59-5C62E3EE08F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8D8A465-DFF2-479E-9AEF-ECC51E60641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271CC5-F50E-4334-A31D-915E27C167A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2363C2-D3D5-4699-83FA-56D908762FA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772250-EDA9-4E55-BCB3-3DF373EECFA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80072B-3433-47C2-B80B-118F053984F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7A6C92-D287-46A6-9538-7D0F236A159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6A6B69-6A7F-4D8F-9698-4045B440F0F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91983D-6335-47C4-B00B-6C4D1712440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B08B40B-8904-4FFB-B886-132D3729EF3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079FE59-5926-40E2-BFA3-040C615542D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BCF5F4-BC9F-43D5-B3F3-D0D709E5F5D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D71835-ECB2-4E61-9C20-3F84BBB55CD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budget of £20,000 pays for 48 items at £375 each. How much remains?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18EBEA8-FDBB-4342-ADF5-813C0D4C38F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575A37A-15C3-4376-A4BC-5FC6F4ED637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8F46FF-CC5B-408A-886D-13A52985E53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0B1D00-8D75-49C3-81E1-D685E6D196F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completes correct calculations but answers a different question from the one asked.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583A102-47A2-4988-8CD3-78EDEF224524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7BBB63F-1CD7-4ED2-8284-BCCC629D834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655E62-1064-4E8C-AF9A-73BA58CACC7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27A71AD-40A7-4EEB-B1F7-8B7E499E645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EACCCB-E601-4676-AC17-34B430F6D8FB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61625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1452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2026-09-08T22:39:10Z</dcterms:created>
  <dcterms:modified xsi:type="dcterms:W3CDTF">2026-09-08T22:41:16Z</dcterms:modified>
</cp:coreProperties>
</file>