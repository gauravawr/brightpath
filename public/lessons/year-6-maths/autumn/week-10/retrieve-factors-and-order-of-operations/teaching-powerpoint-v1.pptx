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bfb6cf1554493d" /><Relationship Type="http://schemas.openxmlformats.org/officeDocument/2006/relationships/extended-properties" Target="/docProps/app.xml" Id="Rf0cf9a445ee74324" /><Relationship Type="http://schemas.openxmlformats.org/officeDocument/2006/relationships/officeDocument" Target="/ppt/presentation.xml" Id="R0eec1d1a9fe8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f9ddfbcee7464c"/>
  </p:sldMasterIdLst>
  <p:notesMasterIdLst>
    <p:notesMasterId xmlns:r="http://schemas.openxmlformats.org/officeDocument/2006/relationships" r:id="R56b2a9670a364c6a"/>
  </p:notesMasterIdLst>
  <p:sldIdLst>
    <p:sldId xmlns:r="http://schemas.openxmlformats.org/officeDocument/2006/relationships" id="256" r:id="R6d2830148a1e4b5f"/>
    <p:sldId xmlns:r="http://schemas.openxmlformats.org/officeDocument/2006/relationships" id="257" r:id="Reeb188b363cf411a"/>
    <p:sldId xmlns:r="http://schemas.openxmlformats.org/officeDocument/2006/relationships" id="258" r:id="R67d7f79f4f85493f"/>
    <p:sldId xmlns:r="http://schemas.openxmlformats.org/officeDocument/2006/relationships" id="259" r:id="Rd3b3cad37a2348c9"/>
    <p:sldId xmlns:r="http://schemas.openxmlformats.org/officeDocument/2006/relationships" id="260" r:id="Rfecb2560625d4dfa"/>
    <p:sldId xmlns:r="http://schemas.openxmlformats.org/officeDocument/2006/relationships" id="261" r:id="R39020be07038462d"/>
    <p:sldId xmlns:r="http://schemas.openxmlformats.org/officeDocument/2006/relationships" id="262" r:id="R4855959fc0ee4c5e"/>
    <p:sldId xmlns:r="http://schemas.openxmlformats.org/officeDocument/2006/relationships" id="263" r:id="Rcb3b4571bf4f4c06"/>
    <p:sldId xmlns:r="http://schemas.openxmlformats.org/officeDocument/2006/relationships" id="264" r:id="Redc9f684cf3f472d"/>
    <p:sldId xmlns:r="http://schemas.openxmlformats.org/officeDocument/2006/relationships" id="265" r:id="R89656005552e489d"/>
    <p:sldId xmlns:r="http://schemas.openxmlformats.org/officeDocument/2006/relationships" id="266" r:id="R10b75623cfca4b2e"/>
    <p:sldId xmlns:r="http://schemas.openxmlformats.org/officeDocument/2006/relationships" id="267" r:id="Rc9a413f7e45c43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31da8431684e94" /><Relationship Type="http://schemas.openxmlformats.org/officeDocument/2006/relationships/slideMaster" Target="/ppt/slideMasters/slideMaster1.xml" Id="R3ef9ddfbcee7464c" /><Relationship Type="http://schemas.openxmlformats.org/officeDocument/2006/relationships/notesMaster" Target="/ppt/notesMasters/notesMaster1.xml" Id="R56b2a9670a364c6a" /><Relationship Type="http://schemas.openxmlformats.org/officeDocument/2006/relationships/presProps" Target="/ppt/presProps.xml" Id="R36beb6baa19449c9" /><Relationship Type="http://schemas.openxmlformats.org/officeDocument/2006/relationships/tableStyles" Target="/ppt/tableStyles.xml" Id="Re8ebf6e5459d4b03" /><Relationship Type="http://schemas.openxmlformats.org/officeDocument/2006/relationships/slide" Target="/ppt/slides/slide1.xml" Id="R6d2830148a1e4b5f" /><Relationship Type="http://schemas.openxmlformats.org/officeDocument/2006/relationships/slide" Target="/ppt/slides/slide2.xml" Id="Reeb188b363cf411a" /><Relationship Type="http://schemas.openxmlformats.org/officeDocument/2006/relationships/slide" Target="/ppt/slides/slide3.xml" Id="R67d7f79f4f85493f" /><Relationship Type="http://schemas.openxmlformats.org/officeDocument/2006/relationships/slide" Target="/ppt/slides/slide4.xml" Id="Rd3b3cad37a2348c9" /><Relationship Type="http://schemas.openxmlformats.org/officeDocument/2006/relationships/slide" Target="/ppt/slides/slide5.xml" Id="Rfecb2560625d4dfa" /><Relationship Type="http://schemas.openxmlformats.org/officeDocument/2006/relationships/slide" Target="/ppt/slides/slide6.xml" Id="R39020be07038462d" /><Relationship Type="http://schemas.openxmlformats.org/officeDocument/2006/relationships/slide" Target="/ppt/slides/slide7.xml" Id="R4855959fc0ee4c5e" /><Relationship Type="http://schemas.openxmlformats.org/officeDocument/2006/relationships/slide" Target="/ppt/slides/slide8.xml" Id="Rcb3b4571bf4f4c06" /><Relationship Type="http://schemas.openxmlformats.org/officeDocument/2006/relationships/slide" Target="/ppt/slides/slide9.xml" Id="Redc9f684cf3f472d" /><Relationship Type="http://schemas.openxmlformats.org/officeDocument/2006/relationships/slide" Target="/ppt/slides/slide10.xml" Id="R89656005552e489d" /><Relationship Type="http://schemas.openxmlformats.org/officeDocument/2006/relationships/slide" Target="/ppt/slides/slide11.xml" Id="R10b75623cfca4b2e" /><Relationship Type="http://schemas.openxmlformats.org/officeDocument/2006/relationships/slide" Target="/ppt/slides/slide12.xml" Id="Rc9a413f7e45c43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8379472dbf4f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d3e1603dd54e6f" /><Relationship Type="http://schemas.openxmlformats.org/officeDocument/2006/relationships/notesMaster" Target="/ppt/notesMasters/notesMaster1.xml" Id="R8b555541369143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9d18dad5b04c9e" /><Relationship Type="http://schemas.openxmlformats.org/officeDocument/2006/relationships/notesMaster" Target="/ppt/notesMasters/notesMaster1.xml" Id="Ra1a7d3c918904b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87094fde004e04" /><Relationship Type="http://schemas.openxmlformats.org/officeDocument/2006/relationships/notesMaster" Target="/ppt/notesMasters/notesMaster1.xml" Id="R256f89ba06c440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8f03494855496d" /><Relationship Type="http://schemas.openxmlformats.org/officeDocument/2006/relationships/notesMaster" Target="/ppt/notesMasters/notesMaster1.xml" Id="Reedd35cf26df4b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1ee3a27d284aad" /><Relationship Type="http://schemas.openxmlformats.org/officeDocument/2006/relationships/notesMaster" Target="/ppt/notesMasters/notesMaster1.xml" Id="R84acb75971f644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d7f396af8f4fda" /><Relationship Type="http://schemas.openxmlformats.org/officeDocument/2006/relationships/notesMaster" Target="/ppt/notesMasters/notesMaster1.xml" Id="Rb5305e9ad91147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c3a9b5bdf0422b" /><Relationship Type="http://schemas.openxmlformats.org/officeDocument/2006/relationships/notesMaster" Target="/ppt/notesMasters/notesMaster1.xml" Id="R607669753f6e45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5d97a468ed4058" /><Relationship Type="http://schemas.openxmlformats.org/officeDocument/2006/relationships/notesMaster" Target="/ppt/notesMasters/notesMaster1.xml" Id="R88babc4db4d84b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4975d678d74f66" /><Relationship Type="http://schemas.openxmlformats.org/officeDocument/2006/relationships/notesMaster" Target="/ppt/notesMasters/notesMaster1.xml" Id="R38b66a8991d44e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16147a660240b6" /><Relationship Type="http://schemas.openxmlformats.org/officeDocument/2006/relationships/notesMaster" Target="/ppt/notesMasters/notesMaster1.xml" Id="R4e6ef421f30b47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e24451b987440b" /><Relationship Type="http://schemas.openxmlformats.org/officeDocument/2006/relationships/notesMaster" Target="/ppt/notesMasters/notesMaster1.xml" Id="R7b6c844c8c9d44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ca04195e234cda" /><Relationship Type="http://schemas.openxmlformats.org/officeDocument/2006/relationships/notesMaster" Target="/ppt/notesMasters/notesMaster1.xml" Id="Rcbc96f828bee43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assessment questions, number lines, multiplication grid, reflection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34. | Retrieve the relevant fact or method before answering. | Brackets change the order. The result may increase, decrease or stay the same.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retrieve, explain, justify, method, misconception, next step.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HCF 12; LCM 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Brackets change the order. The result may increase, decrease or stay the same.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No, 221 = 13 x 17..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8 x 6 - 4 x 2 = 40. Other correct expressions are acceptable.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No, 221 = 13 x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No, 221 = 13 x 17. | Brackets change the order. The result may increase, decrease or stay the same.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0354f5523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e5335324d444c" /><Relationship Type="http://schemas.openxmlformats.org/officeDocument/2006/relationships/slideLayout" Target="/ppt/slideLayouts/slideLayout1.xml" Id="R86ca43db594343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a43db594343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19bbdf68b43f7" /><Relationship Type="http://schemas.openxmlformats.org/officeDocument/2006/relationships/notesSlide" Target="/ppt/notesSlides/notesSlide1.xml" Id="Rfd53099dce2f4f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b14b7f6674136" /><Relationship Type="http://schemas.openxmlformats.org/officeDocument/2006/relationships/notesSlide" Target="/ppt/notesSlides/notesSlide2.xml" Id="R57d4351f2ddb47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6ae6288e54095" /><Relationship Type="http://schemas.openxmlformats.org/officeDocument/2006/relationships/notesSlide" Target="/ppt/notesSlides/notesSlide3.xml" Id="R360f7dea042f4d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8d767cc8a4e07" /><Relationship Type="http://schemas.openxmlformats.org/officeDocument/2006/relationships/notesSlide" Target="/ppt/notesSlides/notesSlide4.xml" Id="Rf54d39a5e5e943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af3bce6f34a03" /><Relationship Type="http://schemas.openxmlformats.org/officeDocument/2006/relationships/notesSlide" Target="/ppt/notesSlides/notesSlide5.xml" Id="R962c045a47c4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67a16739d46fe" /><Relationship Type="http://schemas.openxmlformats.org/officeDocument/2006/relationships/notesSlide" Target="/ppt/notesSlides/notesSlide6.xml" Id="Rab80c5f5060347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882c25568470b" /><Relationship Type="http://schemas.openxmlformats.org/officeDocument/2006/relationships/image" Target="/ppt/media/image.png" Id="Rdaffb111c3664662" /><Relationship Type="http://schemas.openxmlformats.org/officeDocument/2006/relationships/notesSlide" Target="/ppt/notesSlides/notesSlide7.xml" Id="R935e228302b843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9332041544555" /><Relationship Type="http://schemas.openxmlformats.org/officeDocument/2006/relationships/notesSlide" Target="/ppt/notesSlides/notesSlide8.xml" Id="Ra7ae7940625c46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880f911b748b7" /><Relationship Type="http://schemas.openxmlformats.org/officeDocument/2006/relationships/notesSlide" Target="/ppt/notesSlides/notesSlide9.xml" Id="R5ec2a08b5a2445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0b4deec2f45f6" /><Relationship Type="http://schemas.openxmlformats.org/officeDocument/2006/relationships/notesSlide" Target="/ppt/notesSlides/notesSlide10.xml" Id="R32ad2a4b2e0749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d2c57bb2a44e0" /><Relationship Type="http://schemas.openxmlformats.org/officeDocument/2006/relationships/notesSlide" Target="/ppt/notesSlides/notesSlide11.xml" Id="Rcc58b079205e49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69e3134c74be0" /><Relationship Type="http://schemas.openxmlformats.org/officeDocument/2006/relationships/notesSlide" Target="/ppt/notesSlides/notesSlide12.xml" Id="Rd21a456358cd4e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9AAF3-75B1-44CE-8815-075D61D2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E635C-58C8-4C2C-9D7C-634E6C5E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08D0B-EAA4-4313-B002-B8075B3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F3170-A962-45A3-BBF9-EA767EBA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998FC-5352-4256-A0D6-58865AA3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D7E57-01C6-449E-B4CA-D23F43DF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118D5-0E5E-4D89-8636-1803297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FB095-F57D-432A-A85F-DBD8A1E8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number properties and the order of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9BD9E-CBEA-44E2-ABDC-875BF4D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6B90F-6F23-49DC-BAD2-1EF5E4C2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E130A-2E78-4278-8CF5-BE6DD7DF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266916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8999F-12F4-46CA-AFF6-5DF822ED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198AB-9F31-426D-BCA5-25448F44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0E910-5C45-42DB-98BC-FBB15E06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013C3-148D-4DB4-AD40-F21FED1F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E4AED-1418-4B1F-956D-D8E4647D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ACD60-1E66-44AB-8557-36119998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C70D7-0E1C-4251-BF6E-CD43665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3C243-5C0B-433F-8BD2-E3AEC450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11061-565C-4B73-A333-7149C881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8F156-38F7-4690-A180-C61B6C07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BC2E5-7018-4C28-9575-BD7D2306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8F416-C0EA-4498-BDAF-518164CA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17F69-D00E-4F7A-BDD6-C527DA09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Autumn learning about place value, rounding, calculation, number properties and problem solving.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459FE-8F4B-4117-987F-49CBB521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3F61A-3F01-4163-B3DC-A2B6CA57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1523A-3681-45EC-B289-1F000107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5614A-B491-434B-94C8-61794ACE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100 - 6 x (8 + 3).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6D50F-F1B0-4621-8421-4CC6133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029AE-20E7-4E53-A5D6-551D5EE2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E1182-8EBE-4B8D-A81E-0B89E00F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C0659-0F6E-401A-919E-45A815CC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Find the HCF and LCM of 24 and 36.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4A1BA-1F8D-4FAF-849B-5FA6A2E0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63014869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F9D38-5AC5-4217-AA4F-4DE0846B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62282-17F9-4D03-A777-9299B514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2E3E8-8068-43DE-93CE-87A49126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D88DF-2C63-478F-9D68-CAC712A3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E33BE-BA03-4F20-AA98-A654E3E6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78640-F243-4D15-921A-63730C42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D6DF3-FF55-4E84-A609-4D622EB2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182AF-B63A-49A5-9592-26C538CB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13AD0-3C5A-4A89-BAE8-1652EAF6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4E4C8-AFDD-49D4-9824-CBB3B825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number properties and the order of operations.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B351C-024F-49BF-B06C-3B71BA48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097BF-BFA7-45FD-9496-9B202349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Retrieve the relevant fact or method before answering.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247C7-3137-4D13-A9CB-C8F6F071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Show a clear calculation or representation and explain the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20EAC-30C2-41DD-8A96-B5633BCE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result, identify any misconception and record the next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9EA82-0BB6-428E-9115-10916665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retrieve  |  explain  |  justify  |  method  |  misconception  |  next step</a:t>
            </a:r>
          </a:p>
        </p:txBody>
      </p:sp>
    </p:spTree>
    <p:extLst>
      <p:ext uri="{BB962C8B-B14F-4D97-AF65-F5344CB8AC3E}">
        <p14:creationId xmlns:p14="http://schemas.microsoft.com/office/powerpoint/2010/main" val="21212799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8FA85-1908-46B1-BBAA-3DDC84B8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2D909-A971-4422-9CBB-98943439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B3604-71DA-46F1-9101-E21B7AF8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55DD9-F7F9-4820-B4B2-3D25F4AA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11D4A-4BA4-4AE2-ADF3-0BA59F8B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898C2-A36D-4BC5-9868-9B2F3A0D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D15D9-BE1D-43BF-AC53-A09F371C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5A233-1367-4CD4-B1EE-601F74C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FB808-9C7A-4135-B7A6-3189EA8E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21956-875E-4AF7-93C1-F8AD45BF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HCF and LCM of 24 and 36.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A2A3C-CA3B-422D-8F8C-796E459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9DCBC-C8A2-4B5F-9BE5-3400AF3E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F93DB-CC3F-4B2E-8427-65E355DE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24 = 2³ × 3     36 = 2² × 3²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8E575-69AF-4A57-BA57-0B49A853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13075-2643-4075-A566-A077790C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06F12-A69A-4743-BCE8-C12DC72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HCF uses shared lowest powers: 2² × 3 =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0551A-5526-460A-A88D-50D19800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6F31B-A72B-4084-9DEF-A06A67E7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28234-16D6-43E1-99A3-A2C10B71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LCM uses highest powers: 2³ × 3²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EC25E-8531-43FF-B5A8-A38139E1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15C4C-23DB-44E3-8AD9-9D52423D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870D8-4BCF-4A14-84D3-FCF196D9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LCM = 72</a:t>
            </a:r>
          </a:p>
        </p:txBody>
      </p:sp>
    </p:spTree>
    <p:extLst>
      <p:ext uri="{BB962C8B-B14F-4D97-AF65-F5344CB8AC3E}">
        <p14:creationId xmlns:p14="http://schemas.microsoft.com/office/powerpoint/2010/main" val="19855213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10950-94DB-4539-80D0-A1C6A820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C8697-0113-4E33-B5F4-EBFC577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FD19D-292A-4959-8021-FDE48EE0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7F9C7-7024-4C55-A4DD-63B84B92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F917B-5D2F-4B10-8F6D-C50DFD32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BFF53-784A-4575-899C-FAA3D999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BB35E-5EF9-4DAD-A52C-C9E8540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84BBD-16E5-4A96-BB5F-A8A76032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E7755-430C-4B07-8FFF-6D98AEB6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DBAD5-4CDC-4504-8D8A-5D90083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948A6-4F71-4FE9-AAEB-21EC9EE9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HCF 12; LCM 72.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BDC5C-6821-49DF-AA35-3F0BCC30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3C8E1-BD86-49D4-A342-C08EBAFF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result, identify any misconception and record the next 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BD9E8-7207-4645-A5FF-2EA48858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208611069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0BF11-BA13-4774-919C-59F8ED2E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CC3CF-1FAF-48BE-AD8F-0BD0330A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39C57-74F1-4380-9494-71553D3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507C1-83AC-46BB-863D-6A9B99CF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6843A-3CE3-4EDD-89A4-98A8BC20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EF0B0-44B0-4B58-9A75-68B053AC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47A0A-1824-496C-BAF5-9835F0F1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BF648-EB2A-43F8-BE21-6570285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96DF8-185D-4D6D-B577-DEB864D9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2B142-6B2D-424E-B07F-E356F98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100 - 6 x (8 + 3).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2CC9E-39C6-4E76-ADAC-B12407C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BCC66-52A2-4BCB-8E74-51D2855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853A4-1FD2-4A4A-AF28-AFD962CB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3E709-4E2F-4A81-B329-EEDA6BF7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89EBC-F71C-4031-B943-CFEAA3DE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34.</a:t>
            </a:r>
          </a:p>
        </p:txBody>
      </p:sp>
    </p:spTree>
    <p:extLst>
      <p:ext uri="{BB962C8B-B14F-4D97-AF65-F5344CB8AC3E}">
        <p14:creationId xmlns:p14="http://schemas.microsoft.com/office/powerpoint/2010/main" val="2510868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1DD09-D447-402D-B7DF-92CBD83C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04DEA-064C-450F-9B33-6C9F64D8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8B4FF-3E6D-4D19-B50D-729F3AA8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CA66E-D0CF-4DBF-8ADF-562D042C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1B311-97CC-4D34-BB91-B250C322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30D11-54A1-455F-9924-E94C3C8B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C44DF-4C6F-41B1-ACE4-EFF2DD06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67CF8-03EC-4717-854B-43A58B91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3F2C2-FB13-460F-840A-FDEE18BD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fb111c3664662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63C57-86C1-496A-BDB9-8CC8ED9C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DFFD4-91DE-48BD-A739-A8211ED7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assumes brackets always make an expression larger.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4B9C1-7011-4C58-A76B-2EE71427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C49DB-7203-4DC0-9F96-CECFEE8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1E751-0B12-4393-A870-FC107434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Brackets change the order. The result may increase, decrease or stay the same.</a:t>
            </a:r>
          </a:p>
        </p:txBody>
      </p:sp>
    </p:spTree>
    <p:extLst>
      <p:ext uri="{BB962C8B-B14F-4D97-AF65-F5344CB8AC3E}">
        <p14:creationId xmlns:p14="http://schemas.microsoft.com/office/powerpoint/2010/main" val="72099064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77A7B-235D-406C-B533-22414611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F20A2-0BB6-4D50-B8A4-CFA62567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0B66B-0EB4-4ADA-B97E-2C31EF69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E8A75-94E6-4ECD-A767-B6018656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D302C-DB64-4070-BEF5-B724BB95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C026C-7AD3-42E8-906B-FD8F724E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99CE1-5947-4363-994C-C57F03F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2FCDB-058A-49F4-A1ED-2DFA194E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F361A-47A8-470F-A73E-89E8292B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9091E-BDA2-4303-8641-76FE5F07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D70E8-7B96-4969-AD5A-2B4A551B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F146E-784D-4A1F-945C-D754C6D1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9CCB7-B7D3-4B01-9176-3AF91F7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100 - 6 x (8 + 3).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74538-5F51-462C-8B60-5421C93B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123C1-503E-4F33-AFDB-E41493EA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20D97-36F7-4EC5-AC79-F3E59B1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8E3F2-4462-4D72-93B5-9FD2D5C9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B9DAC-B1B2-41D9-8735-C46A2F90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57F7D-1D47-4A7A-BC65-2A0F01E6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2967E-2C06-4F40-83A0-30AFCE57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43472-DB10-4543-8D41-EE1460EE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5FFF9-FAA2-4068-A005-6608778C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8203616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ED321-A587-4B28-951C-354493C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61399-2B2B-4867-9D14-5F120D4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5FA07-272F-40CC-B1EC-17BBC08E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3146B-6B83-4BA8-B708-3342AC6F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473F6-DDE3-4B2C-8045-E7550E7E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D8BA5-EE34-455F-8D69-63EEF541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E8735-6DAC-40E5-9586-4D9B01F9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1B454-DBB7-4D8B-9A5C-DA25C657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5185D-F572-4118-BA80-6D6E2A89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278C1-1E92-4AFC-AC89-6BB458A0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2BAD2-1D76-4835-9C84-C96473AE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EB29B-6E17-4021-B513-7BDBC965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46A3F-CF9F-41ED-9180-0A173BAF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Is 221 prime?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2E112-E035-4482-B19A-DA143BD3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71D01-99A9-409A-995B-52E43DD7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F68F2-1D81-42FA-A669-09C469DF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D4410-22B0-4EF3-B850-5DD3FE59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A909F-661C-4CBA-94A1-280A5DB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A92C2-C290-4554-A811-5EF68766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C3BB1-B3B1-4AAC-916B-1761EC02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07440-DD3C-4C83-8AF9-7AD5B173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5916543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99CC3-7296-4D58-AC38-90F59B67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24715-D4BB-4C3D-BC28-3868449A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5AFEA-452E-46A8-B2A7-140C9AAB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4814A-E04D-4D3E-9B62-FE2D5573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27B44-BE01-4765-A92F-9AE5734A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C7B2B-32F7-4726-B6F1-3BE06C74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CE8A7-6B73-4604-9478-36AD37A9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8442C-BA80-4D66-B76A-3881A286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D9AFC-BCE9-4928-95B4-A18BCD6D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D314F-25A3-421E-A179-9BA0AE38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Insert brackets and operations between 8, 6, 4 and 2 to make 40.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7A853-6DBB-4BA5-9ED1-FF73D7CF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67AB6-8C3D-4942-84D7-E42CB2BF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F5F87-5EB5-406B-BEF5-E9D917D4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8 x 6 - 4 x 2 = 40. Other correct expressions are acceptable.</a:t>
            </a:r>
          </a:p>
        </p:txBody>
      </p:sp>
    </p:spTree>
    <p:extLst>
      <p:ext uri="{BB962C8B-B14F-4D97-AF65-F5344CB8AC3E}">
        <p14:creationId xmlns:p14="http://schemas.microsoft.com/office/powerpoint/2010/main" val="21008333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CAE9B-76A5-467C-94FA-C4B08A60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F5496-4633-4FD1-86A7-BAFD20DD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FAB01-0F51-4280-A2C6-B03AB1E8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3A71E-1720-4519-9AD2-107E203A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6DF05-7867-423F-9A66-E971304A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93DC7-44AF-4F52-8829-AD8201C3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7D179-F182-44C8-8907-C1473EC3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45F86-0F45-48D8-8D5C-E36EEDCF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DC237-EC83-44E8-8D68-42B6912F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490E8-0151-4142-A20A-7FA90821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682CD-DA88-4F13-A5C8-673D383C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FC1E7-8A68-4E1B-912C-A4F8FA05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Is 221 prime?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C7CBC-ACC1-4149-89A5-E7DA96A8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36E4A-6EE3-4143-B2B8-F877CEEE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866D5-B491-4D46-9C96-FDBF02E0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CFD04-18E1-4357-A7D4-5C391F09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No, 221 = 13 x 17.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680D6-723F-44FA-AA53-D87D6F50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C1F67-EF2D-4DFC-A2B4-4F8B15A3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9499707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43897-56DA-429F-8643-2F2FDDA7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83B5F-8317-48C0-A580-0697EEA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C9618-2C0A-4B01-BEB4-583DF28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967E8-ADEF-4C0C-9172-91CBCF9A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285FC-23AD-4337-958A-BE74F1FA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D18D2-07E8-4638-8410-D452BD9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0D3E5-E357-45F2-BF78-84797D2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DB44D-9A12-40A9-85AC-B55BEDC2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43972-5715-4EB7-AE9A-DC82C67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factors and order of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A4B4C-934C-47F0-8881-F53599D5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60D40-1D50-4202-B617-BB2FBFC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96F37-580C-4F6A-9B06-499F8756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0D938-0125-4EED-AA04-6FC1509B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Is 221 prime?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D63C5-4F08-4140-9435-F6B5241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72143-6020-4CF7-A5CE-0E5E95E4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BB2B6-881F-4FD3-B309-B54AEFF6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08DBD-E292-4094-B4AD-A0179498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assumes brackets always make an expression larger.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9C915-C542-4E55-BDD5-18F4B6D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4858D-C8C0-46A6-B777-2B4FB92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CEF42-9387-4029-B5A9-6744D66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E2AA2-59A8-4109-ACB8-4954AFDC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DD8ED-E491-4155-BF6A-39CDCBB6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66498683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2026-09-09T22:14:39.9850000Z</dcterms:created>
  <dcterms:modified xsi:type="dcterms:W3CDTF">2026-09-09T22:14:39.9850000Z</dcterms:modified>
</coreProperties>
</file>