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Retrieve factors and order of operations.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I do.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You do. Pause before clicking. Let pupils try independently, then reveal and discuss every step.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I do.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You do. Pause before clicking. Let pupils try independently, then reveal and discuss every step. Reveal each row in turn. Identify values that occur in all rows.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factors and order of operations.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2D453AC1-EBE6-43BC-A436-437092E52663}"/>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Retrieve factors and order of operations</a:t>
            </a:r>
          </a:p>
        </p:txBody>
      </p:sp>
      <p:sp>
        <p:nvSpPr>
          <p:cNvPr id="2" name="object-2">
            <a:extLst>
              <a:ext uri="{FF2B5EF4-FFF2-40B4-BE49-F238E27FC236}">
                <a16:creationId xmlns:a16="http://schemas.microsoft.com/office/drawing/2014/main" id="{F8BD1F81-CB17-4BCD-BB38-84AD229A995D}"/>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7C65BC78-6E37-45C8-8980-B99384DB081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9625F9A-7BF9-44E0-8F05-7E4EBEF1FF7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5" name="object-5">
            <a:extLst>
              <a:ext uri="{FF2B5EF4-FFF2-40B4-BE49-F238E27FC236}">
                <a16:creationId xmlns:a16="http://schemas.microsoft.com/office/drawing/2014/main" id="{3A2EB75C-DFB3-469B-91A0-DA8B5A37DBD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B0252A59-40F2-4C39-B203-70AC17662CEF}"/>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retrieve number properties and the order of operations.</a:t>
            </a:r>
          </a:p>
        </p:txBody>
      </p:sp>
    </p:spTree>
    <p:extLst>
      <p:ext uri="{BB962C8B-B14F-4D97-AF65-F5344CB8AC3E}">
        <p14:creationId xmlns:p14="http://schemas.microsoft.com/office/powerpoint/2010/main" val="732810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object-1">
            <a:extLst>
              <a:ext uri="{FF2B5EF4-FFF2-40B4-BE49-F238E27FC236}">
                <a16:creationId xmlns:a16="http://schemas.microsoft.com/office/drawing/2014/main" id="{8836FD3A-9055-499B-9FB0-E446823DD9D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B85C1C07-6A3D-4BF6-BF23-10955807D16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highest common factor of 24 and 36.</a:t>
            </a:r>
          </a:p>
        </p:txBody>
      </p:sp>
      <p:sp>
        <p:nvSpPr>
          <p:cNvPr id="3" name="object-3">
            <a:extLst>
              <a:ext uri="{FF2B5EF4-FFF2-40B4-BE49-F238E27FC236}">
                <a16:creationId xmlns:a16="http://schemas.microsoft.com/office/drawing/2014/main" id="{C18847C7-3FF9-4A5E-B94E-257B97A09C3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897B950-2D9D-4B1E-B9F5-F0428E9BEAB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5" name="object-5">
            <a:extLst>
              <a:ext uri="{FF2B5EF4-FFF2-40B4-BE49-F238E27FC236}">
                <a16:creationId xmlns:a16="http://schemas.microsoft.com/office/drawing/2014/main" id="{1A53E30A-4C9A-412A-9C05-F8579241CC7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5320AA72-2B41-4BB3-B269-771250C2CBCF}"/>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24</a:t>
            </a:r>
          </a:p>
        </p:txBody>
      </p:sp>
      <p:sp>
        <p:nvSpPr>
          <p:cNvPr id="7" name="object-7">
            <a:extLst>
              <a:ext uri="{FF2B5EF4-FFF2-40B4-BE49-F238E27FC236}">
                <a16:creationId xmlns:a16="http://schemas.microsoft.com/office/drawing/2014/main" id="{A0BD1E94-089B-4F49-9AC6-51CC347A8EC9}"/>
              </a:ext>
            </a:extLst>
          </p:cNvPr>
          <p:cNvSpPr>
            <a:spLocks noGrp="1"/>
          </p:cNvSpPr>
          <p:nvPr/>
        </p:nvSpPr>
        <p:spPr>
          <a:xfrm>
            <a:off x="2024063"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8" name="object-8">
            <a:extLst>
              <a:ext uri="{FF2B5EF4-FFF2-40B4-BE49-F238E27FC236}">
                <a16:creationId xmlns:a16="http://schemas.microsoft.com/office/drawing/2014/main" id="{359C9EBD-1811-4263-8379-2C614A09A2A2}"/>
              </a:ext>
            </a:extLst>
          </p:cNvPr>
          <p:cNvSpPr>
            <a:spLocks noGrp="1"/>
          </p:cNvSpPr>
          <p:nvPr/>
        </p:nvSpPr>
        <p:spPr>
          <a:xfrm>
            <a:off x="3512344"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9" name="object-9">
            <a:extLst>
              <a:ext uri="{FF2B5EF4-FFF2-40B4-BE49-F238E27FC236}">
                <a16:creationId xmlns:a16="http://schemas.microsoft.com/office/drawing/2014/main" id="{AB31EFA4-5840-4BA4-B78C-F97C7D99FCEA}"/>
              </a:ext>
            </a:extLst>
          </p:cNvPr>
          <p:cNvSpPr>
            <a:spLocks noGrp="1"/>
          </p:cNvSpPr>
          <p:nvPr/>
        </p:nvSpPr>
        <p:spPr>
          <a:xfrm>
            <a:off x="5000625"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10" name="object-10">
            <a:extLst>
              <a:ext uri="{FF2B5EF4-FFF2-40B4-BE49-F238E27FC236}">
                <a16:creationId xmlns:a16="http://schemas.microsoft.com/office/drawing/2014/main" id="{B58F5BD3-693A-4E98-9B47-81DE070948AB}"/>
              </a:ext>
            </a:extLst>
          </p:cNvPr>
          <p:cNvSpPr>
            <a:spLocks noGrp="1"/>
          </p:cNvSpPr>
          <p:nvPr/>
        </p:nvSpPr>
        <p:spPr>
          <a:xfrm>
            <a:off x="6488906"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11" name="object-11">
            <a:extLst>
              <a:ext uri="{FF2B5EF4-FFF2-40B4-BE49-F238E27FC236}">
                <a16:creationId xmlns:a16="http://schemas.microsoft.com/office/drawing/2014/main" id="{DA578402-E470-4531-B7D1-6316ED59D09D}"/>
              </a:ext>
            </a:extLst>
          </p:cNvPr>
          <p:cNvSpPr>
            <a:spLocks noGrp="1"/>
          </p:cNvSpPr>
          <p:nvPr/>
        </p:nvSpPr>
        <p:spPr>
          <a:xfrm>
            <a:off x="7977188"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12" name="object-12">
            <a:extLst>
              <a:ext uri="{FF2B5EF4-FFF2-40B4-BE49-F238E27FC236}">
                <a16:creationId xmlns:a16="http://schemas.microsoft.com/office/drawing/2014/main" id="{5DD6D05C-06D2-4737-A95F-046086EA01BB}"/>
              </a:ext>
            </a:extLst>
          </p:cNvPr>
          <p:cNvSpPr>
            <a:spLocks noGrp="1"/>
          </p:cNvSpPr>
          <p:nvPr/>
        </p:nvSpPr>
        <p:spPr>
          <a:xfrm>
            <a:off x="9465469"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13" name="object-13">
            <a:extLst>
              <a:ext uri="{FF2B5EF4-FFF2-40B4-BE49-F238E27FC236}">
                <a16:creationId xmlns:a16="http://schemas.microsoft.com/office/drawing/2014/main" id="{AB486563-4EDA-4676-AFAE-4D3FE0FD085E}"/>
              </a:ext>
            </a:extLst>
          </p:cNvPr>
          <p:cNvSpPr>
            <a:spLocks noGrp="1"/>
          </p:cNvSpPr>
          <p:nvPr/>
        </p:nvSpPr>
        <p:spPr>
          <a:xfrm>
            <a:off x="10953750"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14" name="object-14">
            <a:extLst>
              <a:ext uri="{FF2B5EF4-FFF2-40B4-BE49-F238E27FC236}">
                <a16:creationId xmlns:a16="http://schemas.microsoft.com/office/drawing/2014/main" id="{B43A57E7-635C-4E82-808E-92F1B6D45610}"/>
              </a:ext>
            </a:extLst>
          </p:cNvPr>
          <p:cNvSpPr>
            <a:spLocks noGrp="1"/>
          </p:cNvSpPr>
          <p:nvPr/>
        </p:nvSpPr>
        <p:spPr>
          <a:xfrm>
            <a:off x="11072813" y="3762375"/>
            <a:ext cx="1250156" cy="47625"/>
          </a:xfrm>
          <a:prstGeom prst="rect">
            <a:avLst/>
          </a:prstGeom>
          <a:solidFill>
            <a:srgbClr val="9A5800"/>
          </a:solidFill>
          <a:ln w="0">
            <a:noFill/>
          </a:ln>
        </p:spPr>
      </p:sp>
      <p:sp>
        <p:nvSpPr>
          <p:cNvPr id="15" name="object-15">
            <a:extLst>
              <a:ext uri="{FF2B5EF4-FFF2-40B4-BE49-F238E27FC236}">
                <a16:creationId xmlns:a16="http://schemas.microsoft.com/office/drawing/2014/main" id="{2DD466E8-9FA6-4C2C-A3E4-CFEDE49A9567}"/>
              </a:ext>
            </a:extLst>
          </p:cNvPr>
          <p:cNvSpPr>
            <a:spLocks noGrp="1"/>
          </p:cNvSpPr>
          <p:nvPr/>
        </p:nvSpPr>
        <p:spPr>
          <a:xfrm>
            <a:off x="12442031" y="3012281"/>
            <a:ext cx="1488281"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6" name="object-16">
            <a:extLst>
              <a:ext uri="{FF2B5EF4-FFF2-40B4-BE49-F238E27FC236}">
                <a16:creationId xmlns:a16="http://schemas.microsoft.com/office/drawing/2014/main" id="{9EDDECB9-F200-484A-B38F-E01CD4C309B8}"/>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36</a:t>
            </a:r>
          </a:p>
        </p:txBody>
      </p:sp>
      <p:sp>
        <p:nvSpPr>
          <p:cNvPr id="17" name="object-17">
            <a:extLst>
              <a:ext uri="{FF2B5EF4-FFF2-40B4-BE49-F238E27FC236}">
                <a16:creationId xmlns:a16="http://schemas.microsoft.com/office/drawing/2014/main" id="{94A4B7B9-84A4-4DDE-A6FF-0A8EE750AF77}"/>
              </a:ext>
            </a:extLst>
          </p:cNvPr>
          <p:cNvSpPr>
            <a:spLocks noGrp="1"/>
          </p:cNvSpPr>
          <p:nvPr/>
        </p:nvSpPr>
        <p:spPr>
          <a:xfrm>
            <a:off x="20240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18" name="object-18">
            <a:extLst>
              <a:ext uri="{FF2B5EF4-FFF2-40B4-BE49-F238E27FC236}">
                <a16:creationId xmlns:a16="http://schemas.microsoft.com/office/drawing/2014/main" id="{98D9EB52-55CD-4ACE-933F-8320B425B3B3}"/>
              </a:ext>
            </a:extLst>
          </p:cNvPr>
          <p:cNvSpPr>
            <a:spLocks noGrp="1"/>
          </p:cNvSpPr>
          <p:nvPr/>
        </p:nvSpPr>
        <p:spPr>
          <a:xfrm>
            <a:off x="33469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19" name="object-19">
            <a:extLst>
              <a:ext uri="{FF2B5EF4-FFF2-40B4-BE49-F238E27FC236}">
                <a16:creationId xmlns:a16="http://schemas.microsoft.com/office/drawing/2014/main" id="{4C40719F-530D-42E3-B3D5-0B3500E1FA6B}"/>
              </a:ext>
            </a:extLst>
          </p:cNvPr>
          <p:cNvSpPr>
            <a:spLocks noGrp="1"/>
          </p:cNvSpPr>
          <p:nvPr/>
        </p:nvSpPr>
        <p:spPr>
          <a:xfrm>
            <a:off x="46698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20" name="object-20">
            <a:extLst>
              <a:ext uri="{FF2B5EF4-FFF2-40B4-BE49-F238E27FC236}">
                <a16:creationId xmlns:a16="http://schemas.microsoft.com/office/drawing/2014/main" id="{51CD3C8C-4F84-4821-81DA-5DB16C51A825}"/>
              </a:ext>
            </a:extLst>
          </p:cNvPr>
          <p:cNvSpPr>
            <a:spLocks noGrp="1"/>
          </p:cNvSpPr>
          <p:nvPr/>
        </p:nvSpPr>
        <p:spPr>
          <a:xfrm>
            <a:off x="599281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21" name="object-21">
            <a:extLst>
              <a:ext uri="{FF2B5EF4-FFF2-40B4-BE49-F238E27FC236}">
                <a16:creationId xmlns:a16="http://schemas.microsoft.com/office/drawing/2014/main" id="{9743446C-8F55-417A-859F-ADD2BD98D590}"/>
              </a:ext>
            </a:extLst>
          </p:cNvPr>
          <p:cNvSpPr>
            <a:spLocks noGrp="1"/>
          </p:cNvSpPr>
          <p:nvPr/>
        </p:nvSpPr>
        <p:spPr>
          <a:xfrm>
            <a:off x="731572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22" name="object-22">
            <a:extLst>
              <a:ext uri="{FF2B5EF4-FFF2-40B4-BE49-F238E27FC236}">
                <a16:creationId xmlns:a16="http://schemas.microsoft.com/office/drawing/2014/main" id="{7AF02143-256A-4E6F-8BCB-9AC0DCEA4800}"/>
              </a:ext>
            </a:extLst>
          </p:cNvPr>
          <p:cNvSpPr>
            <a:spLocks noGrp="1"/>
          </p:cNvSpPr>
          <p:nvPr/>
        </p:nvSpPr>
        <p:spPr>
          <a:xfrm>
            <a:off x="863864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23" name="object-23">
            <a:extLst>
              <a:ext uri="{FF2B5EF4-FFF2-40B4-BE49-F238E27FC236}">
                <a16:creationId xmlns:a16="http://schemas.microsoft.com/office/drawing/2014/main" id="{A39AE60E-F3AB-4434-9B4A-03A2D7011555}"/>
              </a:ext>
            </a:extLst>
          </p:cNvPr>
          <p:cNvSpPr>
            <a:spLocks noGrp="1"/>
          </p:cNvSpPr>
          <p:nvPr/>
        </p:nvSpPr>
        <p:spPr>
          <a:xfrm>
            <a:off x="9961563"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24" name="object-24">
            <a:extLst>
              <a:ext uri="{FF2B5EF4-FFF2-40B4-BE49-F238E27FC236}">
                <a16:creationId xmlns:a16="http://schemas.microsoft.com/office/drawing/2014/main" id="{32D73F56-CF0A-40CC-B426-B5067549B2E7}"/>
              </a:ext>
            </a:extLst>
          </p:cNvPr>
          <p:cNvSpPr>
            <a:spLocks noGrp="1"/>
          </p:cNvSpPr>
          <p:nvPr/>
        </p:nvSpPr>
        <p:spPr>
          <a:xfrm>
            <a:off x="10080625" y="5131594"/>
            <a:ext cx="1084792" cy="47625"/>
          </a:xfrm>
          <a:prstGeom prst="rect">
            <a:avLst/>
          </a:prstGeom>
          <a:solidFill>
            <a:srgbClr val="9A5800"/>
          </a:solidFill>
          <a:ln w="0">
            <a:noFill/>
          </a:ln>
        </p:spPr>
      </p:sp>
      <p:sp>
        <p:nvSpPr>
          <p:cNvPr id="25" name="object-25">
            <a:extLst>
              <a:ext uri="{FF2B5EF4-FFF2-40B4-BE49-F238E27FC236}">
                <a16:creationId xmlns:a16="http://schemas.microsoft.com/office/drawing/2014/main" id="{17C815B5-08FA-4896-92E0-D4C639BBF9FF}"/>
              </a:ext>
            </a:extLst>
          </p:cNvPr>
          <p:cNvSpPr>
            <a:spLocks noGrp="1"/>
          </p:cNvSpPr>
          <p:nvPr/>
        </p:nvSpPr>
        <p:spPr>
          <a:xfrm>
            <a:off x="11284479"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26" name="object-26">
            <a:extLst>
              <a:ext uri="{FF2B5EF4-FFF2-40B4-BE49-F238E27FC236}">
                <a16:creationId xmlns:a16="http://schemas.microsoft.com/office/drawing/2014/main" id="{FDB0E151-576A-48E2-A0B0-91092FFC08B7}"/>
              </a:ext>
            </a:extLst>
          </p:cNvPr>
          <p:cNvSpPr>
            <a:spLocks noGrp="1"/>
          </p:cNvSpPr>
          <p:nvPr/>
        </p:nvSpPr>
        <p:spPr>
          <a:xfrm>
            <a:off x="12607396" y="4381500"/>
            <a:ext cx="132291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27" name="object-27">
            <a:extLst>
              <a:ext uri="{FF2B5EF4-FFF2-40B4-BE49-F238E27FC236}">
                <a16:creationId xmlns:a16="http://schemas.microsoft.com/office/drawing/2014/main" id="{5D54DE64-800B-4DE3-A329-6934D0E1AA3A}"/>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HCF = 12</a:t>
            </a:r>
          </a:p>
        </p:txBody>
      </p:sp>
    </p:spTree>
    <p:extLst>
      <p:ext uri="{BB962C8B-B14F-4D97-AF65-F5344CB8AC3E}">
        <p14:creationId xmlns:p14="http://schemas.microsoft.com/office/powerpoint/2010/main" val="2014655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5" grpId="0"/>
      <p:bldP spid="17" grpId="0"/>
      <p:bldP spid="18" grpId="0"/>
      <p:bldP spid="19" grpId="0"/>
      <p:bldP spid="20" grpId="0"/>
      <p:bldP spid="21" grpId="0"/>
      <p:bldP spid="22" grpId="0"/>
      <p:bldP spid="23" grpId="0"/>
      <p:bldP spid="25" grpId="0"/>
      <p:bldP spid="26" grpId="0"/>
      <p:bldP spid="27"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object-1">
            <a:extLst>
              <a:ext uri="{FF2B5EF4-FFF2-40B4-BE49-F238E27FC236}">
                <a16:creationId xmlns:a16="http://schemas.microsoft.com/office/drawing/2014/main" id="{FBB7018C-E5E5-4A55-AA29-0DF80E6865A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F7BD6B39-10F0-4D67-A447-FCDBD993339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5BC12E1-4509-4591-BDB6-9D8D735D564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highest common factor of 48 and 72.</a:t>
            </a:r>
          </a:p>
        </p:txBody>
      </p:sp>
      <p:sp>
        <p:nvSpPr>
          <p:cNvPr id="4" name="object-4">
            <a:extLst>
              <a:ext uri="{FF2B5EF4-FFF2-40B4-BE49-F238E27FC236}">
                <a16:creationId xmlns:a16="http://schemas.microsoft.com/office/drawing/2014/main" id="{E545A677-971F-4C44-8223-8ECA12FCF6B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44E949C-A7EF-4E86-81CF-1DCCEB67481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6" name="object-6">
            <a:extLst>
              <a:ext uri="{FF2B5EF4-FFF2-40B4-BE49-F238E27FC236}">
                <a16:creationId xmlns:a16="http://schemas.microsoft.com/office/drawing/2014/main" id="{0ADE76D4-96DB-4397-825C-3F91BF7B08F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9FAD8386-648B-4555-9B50-AD5D189C25FE}"/>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48</a:t>
            </a:r>
          </a:p>
        </p:txBody>
      </p:sp>
      <p:sp>
        <p:nvSpPr>
          <p:cNvPr id="8" name="object-8">
            <a:extLst>
              <a:ext uri="{FF2B5EF4-FFF2-40B4-BE49-F238E27FC236}">
                <a16:creationId xmlns:a16="http://schemas.microsoft.com/office/drawing/2014/main" id="{7A89599D-E891-4178-B8F7-61EDDDF7BD7F}"/>
              </a:ext>
            </a:extLst>
          </p:cNvPr>
          <p:cNvSpPr>
            <a:spLocks noGrp="1"/>
          </p:cNvSpPr>
          <p:nvPr/>
        </p:nvSpPr>
        <p:spPr>
          <a:xfrm>
            <a:off x="2024063"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9" name="object-9">
            <a:extLst>
              <a:ext uri="{FF2B5EF4-FFF2-40B4-BE49-F238E27FC236}">
                <a16:creationId xmlns:a16="http://schemas.microsoft.com/office/drawing/2014/main" id="{42C7B48C-A9F0-4122-82DA-ACEE13067E82}"/>
              </a:ext>
            </a:extLst>
          </p:cNvPr>
          <p:cNvSpPr>
            <a:spLocks noGrp="1"/>
          </p:cNvSpPr>
          <p:nvPr/>
        </p:nvSpPr>
        <p:spPr>
          <a:xfrm>
            <a:off x="3214688"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10" name="object-10">
            <a:extLst>
              <a:ext uri="{FF2B5EF4-FFF2-40B4-BE49-F238E27FC236}">
                <a16:creationId xmlns:a16="http://schemas.microsoft.com/office/drawing/2014/main" id="{F648F8BF-A7CA-4137-ACAF-E7E9FB196B8A}"/>
              </a:ext>
            </a:extLst>
          </p:cNvPr>
          <p:cNvSpPr>
            <a:spLocks noGrp="1"/>
          </p:cNvSpPr>
          <p:nvPr/>
        </p:nvSpPr>
        <p:spPr>
          <a:xfrm>
            <a:off x="4405313"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11" name="object-11">
            <a:extLst>
              <a:ext uri="{FF2B5EF4-FFF2-40B4-BE49-F238E27FC236}">
                <a16:creationId xmlns:a16="http://schemas.microsoft.com/office/drawing/2014/main" id="{A642D8A5-FED7-4861-A947-BB67E184BCDC}"/>
              </a:ext>
            </a:extLst>
          </p:cNvPr>
          <p:cNvSpPr>
            <a:spLocks noGrp="1"/>
          </p:cNvSpPr>
          <p:nvPr/>
        </p:nvSpPr>
        <p:spPr>
          <a:xfrm>
            <a:off x="5595938"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12" name="object-12">
            <a:extLst>
              <a:ext uri="{FF2B5EF4-FFF2-40B4-BE49-F238E27FC236}">
                <a16:creationId xmlns:a16="http://schemas.microsoft.com/office/drawing/2014/main" id="{58C3E94E-0732-4BAA-9C87-E05F2452F80D}"/>
              </a:ext>
            </a:extLst>
          </p:cNvPr>
          <p:cNvSpPr>
            <a:spLocks noGrp="1"/>
          </p:cNvSpPr>
          <p:nvPr/>
        </p:nvSpPr>
        <p:spPr>
          <a:xfrm>
            <a:off x="6786563"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13" name="object-13">
            <a:extLst>
              <a:ext uri="{FF2B5EF4-FFF2-40B4-BE49-F238E27FC236}">
                <a16:creationId xmlns:a16="http://schemas.microsoft.com/office/drawing/2014/main" id="{E8E14790-46C7-4FA0-9D09-FB2411B35927}"/>
              </a:ext>
            </a:extLst>
          </p:cNvPr>
          <p:cNvSpPr>
            <a:spLocks noGrp="1"/>
          </p:cNvSpPr>
          <p:nvPr/>
        </p:nvSpPr>
        <p:spPr>
          <a:xfrm>
            <a:off x="7977188"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14" name="object-14">
            <a:extLst>
              <a:ext uri="{FF2B5EF4-FFF2-40B4-BE49-F238E27FC236}">
                <a16:creationId xmlns:a16="http://schemas.microsoft.com/office/drawing/2014/main" id="{33F2B7CE-B72F-4AFD-930D-9FD1BB9073E5}"/>
              </a:ext>
            </a:extLst>
          </p:cNvPr>
          <p:cNvSpPr>
            <a:spLocks noGrp="1"/>
          </p:cNvSpPr>
          <p:nvPr/>
        </p:nvSpPr>
        <p:spPr>
          <a:xfrm>
            <a:off x="9167813"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15" name="object-15">
            <a:extLst>
              <a:ext uri="{FF2B5EF4-FFF2-40B4-BE49-F238E27FC236}">
                <a16:creationId xmlns:a16="http://schemas.microsoft.com/office/drawing/2014/main" id="{7F93E019-ECDB-4623-BE39-C27087B4A960}"/>
              </a:ext>
            </a:extLst>
          </p:cNvPr>
          <p:cNvSpPr>
            <a:spLocks noGrp="1"/>
          </p:cNvSpPr>
          <p:nvPr/>
        </p:nvSpPr>
        <p:spPr>
          <a:xfrm>
            <a:off x="10358438"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16</a:t>
            </a:r>
          </a:p>
        </p:txBody>
      </p:sp>
      <p:sp>
        <p:nvSpPr>
          <p:cNvPr id="16" name="object-16">
            <a:extLst>
              <a:ext uri="{FF2B5EF4-FFF2-40B4-BE49-F238E27FC236}">
                <a16:creationId xmlns:a16="http://schemas.microsoft.com/office/drawing/2014/main" id="{150D24C8-311E-457D-AD0B-79CA7B436D9C}"/>
              </a:ext>
            </a:extLst>
          </p:cNvPr>
          <p:cNvSpPr>
            <a:spLocks noGrp="1"/>
          </p:cNvSpPr>
          <p:nvPr/>
        </p:nvSpPr>
        <p:spPr>
          <a:xfrm>
            <a:off x="11549063"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7" name="object-17">
            <a:extLst>
              <a:ext uri="{FF2B5EF4-FFF2-40B4-BE49-F238E27FC236}">
                <a16:creationId xmlns:a16="http://schemas.microsoft.com/office/drawing/2014/main" id="{183EC0BA-E02A-485F-87C1-5B40B2D31BC0}"/>
              </a:ext>
            </a:extLst>
          </p:cNvPr>
          <p:cNvSpPr>
            <a:spLocks noGrp="1"/>
          </p:cNvSpPr>
          <p:nvPr/>
        </p:nvSpPr>
        <p:spPr>
          <a:xfrm>
            <a:off x="11668125" y="3762375"/>
            <a:ext cx="952500" cy="47625"/>
          </a:xfrm>
          <a:prstGeom prst="rect">
            <a:avLst/>
          </a:prstGeom>
          <a:solidFill>
            <a:srgbClr val="9A5800"/>
          </a:solidFill>
          <a:ln w="0">
            <a:noFill/>
          </a:ln>
        </p:spPr>
      </p:sp>
      <p:sp>
        <p:nvSpPr>
          <p:cNvPr id="18" name="object-18">
            <a:extLst>
              <a:ext uri="{FF2B5EF4-FFF2-40B4-BE49-F238E27FC236}">
                <a16:creationId xmlns:a16="http://schemas.microsoft.com/office/drawing/2014/main" id="{73AB4CA2-D419-4315-828A-67C2F24B6465}"/>
              </a:ext>
            </a:extLst>
          </p:cNvPr>
          <p:cNvSpPr>
            <a:spLocks noGrp="1"/>
          </p:cNvSpPr>
          <p:nvPr/>
        </p:nvSpPr>
        <p:spPr>
          <a:xfrm>
            <a:off x="12739688" y="3012281"/>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19" name="object-19">
            <a:extLst>
              <a:ext uri="{FF2B5EF4-FFF2-40B4-BE49-F238E27FC236}">
                <a16:creationId xmlns:a16="http://schemas.microsoft.com/office/drawing/2014/main" id="{77E48876-6C1D-4814-91C9-97A79B95E8A1}"/>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72</a:t>
            </a:r>
          </a:p>
        </p:txBody>
      </p:sp>
      <p:sp>
        <p:nvSpPr>
          <p:cNvPr id="20" name="object-20">
            <a:extLst>
              <a:ext uri="{FF2B5EF4-FFF2-40B4-BE49-F238E27FC236}">
                <a16:creationId xmlns:a16="http://schemas.microsoft.com/office/drawing/2014/main" id="{9CB2E8DD-DED8-4B7C-A816-45DB54B8096B}"/>
              </a:ext>
            </a:extLst>
          </p:cNvPr>
          <p:cNvSpPr>
            <a:spLocks noGrp="1"/>
          </p:cNvSpPr>
          <p:nvPr/>
        </p:nvSpPr>
        <p:spPr>
          <a:xfrm>
            <a:off x="2024063"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21" name="object-21">
            <a:extLst>
              <a:ext uri="{FF2B5EF4-FFF2-40B4-BE49-F238E27FC236}">
                <a16:creationId xmlns:a16="http://schemas.microsoft.com/office/drawing/2014/main" id="{63BF0D72-C23B-426E-A7CC-CE63712A1709}"/>
              </a:ext>
            </a:extLst>
          </p:cNvPr>
          <p:cNvSpPr>
            <a:spLocks noGrp="1"/>
          </p:cNvSpPr>
          <p:nvPr/>
        </p:nvSpPr>
        <p:spPr>
          <a:xfrm>
            <a:off x="3016250"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22" name="object-22">
            <a:extLst>
              <a:ext uri="{FF2B5EF4-FFF2-40B4-BE49-F238E27FC236}">
                <a16:creationId xmlns:a16="http://schemas.microsoft.com/office/drawing/2014/main" id="{BFD61208-60DD-4EB2-B30A-35D4C8005AC0}"/>
              </a:ext>
            </a:extLst>
          </p:cNvPr>
          <p:cNvSpPr>
            <a:spLocks noGrp="1"/>
          </p:cNvSpPr>
          <p:nvPr/>
        </p:nvSpPr>
        <p:spPr>
          <a:xfrm>
            <a:off x="4008437"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23" name="object-23">
            <a:extLst>
              <a:ext uri="{FF2B5EF4-FFF2-40B4-BE49-F238E27FC236}">
                <a16:creationId xmlns:a16="http://schemas.microsoft.com/office/drawing/2014/main" id="{636CA76E-1357-4FDF-92A8-3354DCE4C7F9}"/>
              </a:ext>
            </a:extLst>
          </p:cNvPr>
          <p:cNvSpPr>
            <a:spLocks noGrp="1"/>
          </p:cNvSpPr>
          <p:nvPr/>
        </p:nvSpPr>
        <p:spPr>
          <a:xfrm>
            <a:off x="5000625"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24" name="object-24">
            <a:extLst>
              <a:ext uri="{FF2B5EF4-FFF2-40B4-BE49-F238E27FC236}">
                <a16:creationId xmlns:a16="http://schemas.microsoft.com/office/drawing/2014/main" id="{FF1459AF-5ED7-4D56-BA92-B29E158F4FE2}"/>
              </a:ext>
            </a:extLst>
          </p:cNvPr>
          <p:cNvSpPr>
            <a:spLocks noGrp="1"/>
          </p:cNvSpPr>
          <p:nvPr/>
        </p:nvSpPr>
        <p:spPr>
          <a:xfrm>
            <a:off x="5992813"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25" name="object-25">
            <a:extLst>
              <a:ext uri="{FF2B5EF4-FFF2-40B4-BE49-F238E27FC236}">
                <a16:creationId xmlns:a16="http://schemas.microsoft.com/office/drawing/2014/main" id="{8C993751-31B7-4477-8050-819CAB02CFAB}"/>
              </a:ext>
            </a:extLst>
          </p:cNvPr>
          <p:cNvSpPr>
            <a:spLocks noGrp="1"/>
          </p:cNvSpPr>
          <p:nvPr/>
        </p:nvSpPr>
        <p:spPr>
          <a:xfrm>
            <a:off x="6985000"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26" name="object-26">
            <a:extLst>
              <a:ext uri="{FF2B5EF4-FFF2-40B4-BE49-F238E27FC236}">
                <a16:creationId xmlns:a16="http://schemas.microsoft.com/office/drawing/2014/main" id="{77C3CA15-80B3-44B1-84CF-3F5D786BABAD}"/>
              </a:ext>
            </a:extLst>
          </p:cNvPr>
          <p:cNvSpPr>
            <a:spLocks noGrp="1"/>
          </p:cNvSpPr>
          <p:nvPr/>
        </p:nvSpPr>
        <p:spPr>
          <a:xfrm>
            <a:off x="7977188"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27" name="object-27">
            <a:extLst>
              <a:ext uri="{FF2B5EF4-FFF2-40B4-BE49-F238E27FC236}">
                <a16:creationId xmlns:a16="http://schemas.microsoft.com/office/drawing/2014/main" id="{F8308ECE-174B-408E-B709-31C19F4E60DE}"/>
              </a:ext>
            </a:extLst>
          </p:cNvPr>
          <p:cNvSpPr>
            <a:spLocks noGrp="1"/>
          </p:cNvSpPr>
          <p:nvPr/>
        </p:nvSpPr>
        <p:spPr>
          <a:xfrm>
            <a:off x="8969375"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28" name="object-28">
            <a:extLst>
              <a:ext uri="{FF2B5EF4-FFF2-40B4-BE49-F238E27FC236}">
                <a16:creationId xmlns:a16="http://schemas.microsoft.com/office/drawing/2014/main" id="{B1F4D5F9-B712-4072-89F7-8CA04F73F754}"/>
              </a:ext>
            </a:extLst>
          </p:cNvPr>
          <p:cNvSpPr>
            <a:spLocks noGrp="1"/>
          </p:cNvSpPr>
          <p:nvPr/>
        </p:nvSpPr>
        <p:spPr>
          <a:xfrm>
            <a:off x="9961563"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29" name="object-29">
            <a:extLst>
              <a:ext uri="{FF2B5EF4-FFF2-40B4-BE49-F238E27FC236}">
                <a16:creationId xmlns:a16="http://schemas.microsoft.com/office/drawing/2014/main" id="{C82E0F12-BD69-46D9-A19F-62080D8EEF6D}"/>
              </a:ext>
            </a:extLst>
          </p:cNvPr>
          <p:cNvSpPr>
            <a:spLocks noGrp="1"/>
          </p:cNvSpPr>
          <p:nvPr/>
        </p:nvSpPr>
        <p:spPr>
          <a:xfrm>
            <a:off x="10953750"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30" name="object-30">
            <a:extLst>
              <a:ext uri="{FF2B5EF4-FFF2-40B4-BE49-F238E27FC236}">
                <a16:creationId xmlns:a16="http://schemas.microsoft.com/office/drawing/2014/main" id="{80B489AE-15EF-4DCD-A4AE-01FCBB8EEBAF}"/>
              </a:ext>
            </a:extLst>
          </p:cNvPr>
          <p:cNvSpPr>
            <a:spLocks noGrp="1"/>
          </p:cNvSpPr>
          <p:nvPr/>
        </p:nvSpPr>
        <p:spPr>
          <a:xfrm>
            <a:off x="11072813" y="5131594"/>
            <a:ext cx="754062" cy="47625"/>
          </a:xfrm>
          <a:prstGeom prst="rect">
            <a:avLst/>
          </a:prstGeom>
          <a:solidFill>
            <a:srgbClr val="9A5800"/>
          </a:solidFill>
          <a:ln w="0">
            <a:noFill/>
          </a:ln>
        </p:spPr>
      </p:sp>
      <p:sp>
        <p:nvSpPr>
          <p:cNvPr id="31" name="object-31">
            <a:extLst>
              <a:ext uri="{FF2B5EF4-FFF2-40B4-BE49-F238E27FC236}">
                <a16:creationId xmlns:a16="http://schemas.microsoft.com/office/drawing/2014/main" id="{7458FB76-F184-460C-9131-DD4BC919E13C}"/>
              </a:ext>
            </a:extLst>
          </p:cNvPr>
          <p:cNvSpPr>
            <a:spLocks noGrp="1"/>
          </p:cNvSpPr>
          <p:nvPr/>
        </p:nvSpPr>
        <p:spPr>
          <a:xfrm>
            <a:off x="11945937"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32" name="object-32">
            <a:extLst>
              <a:ext uri="{FF2B5EF4-FFF2-40B4-BE49-F238E27FC236}">
                <a16:creationId xmlns:a16="http://schemas.microsoft.com/office/drawing/2014/main" id="{9BCA59FD-415D-4F56-B1D1-7B8E5C47CC00}"/>
              </a:ext>
            </a:extLst>
          </p:cNvPr>
          <p:cNvSpPr>
            <a:spLocks noGrp="1"/>
          </p:cNvSpPr>
          <p:nvPr/>
        </p:nvSpPr>
        <p:spPr>
          <a:xfrm>
            <a:off x="12938125"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33" name="object-33">
            <a:extLst>
              <a:ext uri="{FF2B5EF4-FFF2-40B4-BE49-F238E27FC236}">
                <a16:creationId xmlns:a16="http://schemas.microsoft.com/office/drawing/2014/main" id="{4DB1CFA2-FF78-4E71-AFBC-3B75C081B549}"/>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HCF = 24</a:t>
            </a:r>
          </a:p>
        </p:txBody>
      </p:sp>
    </p:spTree>
    <p:extLst>
      <p:ext uri="{BB962C8B-B14F-4D97-AF65-F5344CB8AC3E}">
        <p14:creationId xmlns:p14="http://schemas.microsoft.com/office/powerpoint/2010/main" val="851204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8" grpId="0"/>
      <p:bldP spid="20" grpId="0"/>
      <p:bldP spid="21" grpId="0"/>
      <p:bldP spid="22" grpId="0"/>
      <p:bldP spid="23" grpId="0"/>
      <p:bldP spid="24" grpId="0"/>
      <p:bldP spid="25" grpId="0"/>
      <p:bldP spid="26" grpId="0"/>
      <p:bldP spid="27" grpId="0"/>
      <p:bldP spid="28" grpId="0"/>
      <p:bldP spid="29" grpId="0"/>
      <p:bldP spid="31" grpId="0"/>
      <p:bldP spid="32" grpId="0"/>
      <p:bldP spid="3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object-1">
            <a:extLst>
              <a:ext uri="{FF2B5EF4-FFF2-40B4-BE49-F238E27FC236}">
                <a16:creationId xmlns:a16="http://schemas.microsoft.com/office/drawing/2014/main" id="{19AC9CBA-DFF8-4A40-9C56-A146A72EAF2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279D304-6D18-408D-B786-46B3D5FA3D7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highest common factor of 72 and 108.</a:t>
            </a:r>
          </a:p>
        </p:txBody>
      </p:sp>
      <p:sp>
        <p:nvSpPr>
          <p:cNvPr id="3" name="object-3">
            <a:extLst>
              <a:ext uri="{FF2B5EF4-FFF2-40B4-BE49-F238E27FC236}">
                <a16:creationId xmlns:a16="http://schemas.microsoft.com/office/drawing/2014/main" id="{CF8A839C-2712-4738-B036-33317F9F416C}"/>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0DFC0BC-510C-4928-B633-DF2BAB555C7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5" name="object-5">
            <a:extLst>
              <a:ext uri="{FF2B5EF4-FFF2-40B4-BE49-F238E27FC236}">
                <a16:creationId xmlns:a16="http://schemas.microsoft.com/office/drawing/2014/main" id="{30AEF674-1789-40A1-87D7-37595EDA228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D0AD455B-AB89-4D42-95C9-8C1CD8371CE2}"/>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72</a:t>
            </a:r>
          </a:p>
        </p:txBody>
      </p:sp>
      <p:sp>
        <p:nvSpPr>
          <p:cNvPr id="7" name="object-7">
            <a:extLst>
              <a:ext uri="{FF2B5EF4-FFF2-40B4-BE49-F238E27FC236}">
                <a16:creationId xmlns:a16="http://schemas.microsoft.com/office/drawing/2014/main" id="{897820DB-D524-4FEE-8C98-6A8783B9BCAE}"/>
              </a:ext>
            </a:extLst>
          </p:cNvPr>
          <p:cNvSpPr>
            <a:spLocks noGrp="1"/>
          </p:cNvSpPr>
          <p:nvPr/>
        </p:nvSpPr>
        <p:spPr>
          <a:xfrm>
            <a:off x="20240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8" name="object-8">
            <a:extLst>
              <a:ext uri="{FF2B5EF4-FFF2-40B4-BE49-F238E27FC236}">
                <a16:creationId xmlns:a16="http://schemas.microsoft.com/office/drawing/2014/main" id="{B105D8B5-D2A5-4FDC-8CF5-A350D7204499}"/>
              </a:ext>
            </a:extLst>
          </p:cNvPr>
          <p:cNvSpPr>
            <a:spLocks noGrp="1"/>
          </p:cNvSpPr>
          <p:nvPr/>
        </p:nvSpPr>
        <p:spPr>
          <a:xfrm>
            <a:off x="30162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9" name="object-9">
            <a:extLst>
              <a:ext uri="{FF2B5EF4-FFF2-40B4-BE49-F238E27FC236}">
                <a16:creationId xmlns:a16="http://schemas.microsoft.com/office/drawing/2014/main" id="{D722569F-520C-4D64-B7CC-1746B21FB6BA}"/>
              </a:ext>
            </a:extLst>
          </p:cNvPr>
          <p:cNvSpPr>
            <a:spLocks noGrp="1"/>
          </p:cNvSpPr>
          <p:nvPr/>
        </p:nvSpPr>
        <p:spPr>
          <a:xfrm>
            <a:off x="40084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10" name="object-10">
            <a:extLst>
              <a:ext uri="{FF2B5EF4-FFF2-40B4-BE49-F238E27FC236}">
                <a16:creationId xmlns:a16="http://schemas.microsoft.com/office/drawing/2014/main" id="{074A2A19-8C61-4F93-B4AB-C3C3E4768EF2}"/>
              </a:ext>
            </a:extLst>
          </p:cNvPr>
          <p:cNvSpPr>
            <a:spLocks noGrp="1"/>
          </p:cNvSpPr>
          <p:nvPr/>
        </p:nvSpPr>
        <p:spPr>
          <a:xfrm>
            <a:off x="50006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11" name="object-11">
            <a:extLst>
              <a:ext uri="{FF2B5EF4-FFF2-40B4-BE49-F238E27FC236}">
                <a16:creationId xmlns:a16="http://schemas.microsoft.com/office/drawing/2014/main" id="{673F078F-0E14-4696-BAA4-2DBCAB8CCF1D}"/>
              </a:ext>
            </a:extLst>
          </p:cNvPr>
          <p:cNvSpPr>
            <a:spLocks noGrp="1"/>
          </p:cNvSpPr>
          <p:nvPr/>
        </p:nvSpPr>
        <p:spPr>
          <a:xfrm>
            <a:off x="599281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12" name="object-12">
            <a:extLst>
              <a:ext uri="{FF2B5EF4-FFF2-40B4-BE49-F238E27FC236}">
                <a16:creationId xmlns:a16="http://schemas.microsoft.com/office/drawing/2014/main" id="{594D1935-99E1-4DE1-8E7C-6446B1A13B5E}"/>
              </a:ext>
            </a:extLst>
          </p:cNvPr>
          <p:cNvSpPr>
            <a:spLocks noGrp="1"/>
          </p:cNvSpPr>
          <p:nvPr/>
        </p:nvSpPr>
        <p:spPr>
          <a:xfrm>
            <a:off x="698500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13" name="object-13">
            <a:extLst>
              <a:ext uri="{FF2B5EF4-FFF2-40B4-BE49-F238E27FC236}">
                <a16:creationId xmlns:a16="http://schemas.microsoft.com/office/drawing/2014/main" id="{E7AA6A0F-3406-4FED-9BAB-0E73C9FD8E74}"/>
              </a:ext>
            </a:extLst>
          </p:cNvPr>
          <p:cNvSpPr>
            <a:spLocks noGrp="1"/>
          </p:cNvSpPr>
          <p:nvPr/>
        </p:nvSpPr>
        <p:spPr>
          <a:xfrm>
            <a:off x="7977188"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14" name="object-14">
            <a:extLst>
              <a:ext uri="{FF2B5EF4-FFF2-40B4-BE49-F238E27FC236}">
                <a16:creationId xmlns:a16="http://schemas.microsoft.com/office/drawing/2014/main" id="{CE167756-41D8-4A37-A9BB-FDA1DC2437C4}"/>
              </a:ext>
            </a:extLst>
          </p:cNvPr>
          <p:cNvSpPr>
            <a:spLocks noGrp="1"/>
          </p:cNvSpPr>
          <p:nvPr/>
        </p:nvSpPr>
        <p:spPr>
          <a:xfrm>
            <a:off x="896937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15" name="object-15">
            <a:extLst>
              <a:ext uri="{FF2B5EF4-FFF2-40B4-BE49-F238E27FC236}">
                <a16:creationId xmlns:a16="http://schemas.microsoft.com/office/drawing/2014/main" id="{8BED4707-7BD5-459E-9A28-11FEADC7D582}"/>
              </a:ext>
            </a:extLst>
          </p:cNvPr>
          <p:cNvSpPr>
            <a:spLocks noGrp="1"/>
          </p:cNvSpPr>
          <p:nvPr/>
        </p:nvSpPr>
        <p:spPr>
          <a:xfrm>
            <a:off x="99615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16" name="object-16">
            <a:extLst>
              <a:ext uri="{FF2B5EF4-FFF2-40B4-BE49-F238E27FC236}">
                <a16:creationId xmlns:a16="http://schemas.microsoft.com/office/drawing/2014/main" id="{DADFF546-053A-4212-943D-A3091773A65D}"/>
              </a:ext>
            </a:extLst>
          </p:cNvPr>
          <p:cNvSpPr>
            <a:spLocks noGrp="1"/>
          </p:cNvSpPr>
          <p:nvPr/>
        </p:nvSpPr>
        <p:spPr>
          <a:xfrm>
            <a:off x="109537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7" name="object-17">
            <a:extLst>
              <a:ext uri="{FF2B5EF4-FFF2-40B4-BE49-F238E27FC236}">
                <a16:creationId xmlns:a16="http://schemas.microsoft.com/office/drawing/2014/main" id="{69B87E68-1473-49A6-B7CF-49EA90BE1F1A}"/>
              </a:ext>
            </a:extLst>
          </p:cNvPr>
          <p:cNvSpPr>
            <a:spLocks noGrp="1"/>
          </p:cNvSpPr>
          <p:nvPr/>
        </p:nvSpPr>
        <p:spPr>
          <a:xfrm>
            <a:off x="119459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18" name="object-18">
            <a:extLst>
              <a:ext uri="{FF2B5EF4-FFF2-40B4-BE49-F238E27FC236}">
                <a16:creationId xmlns:a16="http://schemas.microsoft.com/office/drawing/2014/main" id="{8398E8B9-19CD-48F7-B76F-4FCE5619BF60}"/>
              </a:ext>
            </a:extLst>
          </p:cNvPr>
          <p:cNvSpPr>
            <a:spLocks noGrp="1"/>
          </p:cNvSpPr>
          <p:nvPr/>
        </p:nvSpPr>
        <p:spPr>
          <a:xfrm>
            <a:off x="12065000" y="3762375"/>
            <a:ext cx="754062" cy="47625"/>
          </a:xfrm>
          <a:prstGeom prst="rect">
            <a:avLst/>
          </a:prstGeom>
          <a:solidFill>
            <a:srgbClr val="9A5800"/>
          </a:solidFill>
          <a:ln w="0">
            <a:noFill/>
          </a:ln>
        </p:spPr>
      </p:sp>
      <p:sp>
        <p:nvSpPr>
          <p:cNvPr id="19" name="object-19">
            <a:extLst>
              <a:ext uri="{FF2B5EF4-FFF2-40B4-BE49-F238E27FC236}">
                <a16:creationId xmlns:a16="http://schemas.microsoft.com/office/drawing/2014/main" id="{C38F45F6-5029-4395-AA75-BB2058AF28E8}"/>
              </a:ext>
            </a:extLst>
          </p:cNvPr>
          <p:cNvSpPr>
            <a:spLocks noGrp="1"/>
          </p:cNvSpPr>
          <p:nvPr/>
        </p:nvSpPr>
        <p:spPr>
          <a:xfrm>
            <a:off x="129381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72</a:t>
            </a:r>
          </a:p>
        </p:txBody>
      </p:sp>
      <p:sp>
        <p:nvSpPr>
          <p:cNvPr id="20" name="object-20">
            <a:extLst>
              <a:ext uri="{FF2B5EF4-FFF2-40B4-BE49-F238E27FC236}">
                <a16:creationId xmlns:a16="http://schemas.microsoft.com/office/drawing/2014/main" id="{61CE4FE8-2FFB-4B70-91CD-22C6C842941D}"/>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108</a:t>
            </a:r>
          </a:p>
        </p:txBody>
      </p:sp>
      <p:sp>
        <p:nvSpPr>
          <p:cNvPr id="21" name="object-21">
            <a:extLst>
              <a:ext uri="{FF2B5EF4-FFF2-40B4-BE49-F238E27FC236}">
                <a16:creationId xmlns:a16="http://schemas.microsoft.com/office/drawing/2014/main" id="{FBF2243A-5539-47A7-B82E-C4012F06C451}"/>
              </a:ext>
            </a:extLst>
          </p:cNvPr>
          <p:cNvSpPr>
            <a:spLocks noGrp="1"/>
          </p:cNvSpPr>
          <p:nvPr/>
        </p:nvSpPr>
        <p:spPr>
          <a:xfrm>
            <a:off x="2024063"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22" name="object-22">
            <a:extLst>
              <a:ext uri="{FF2B5EF4-FFF2-40B4-BE49-F238E27FC236}">
                <a16:creationId xmlns:a16="http://schemas.microsoft.com/office/drawing/2014/main" id="{0EE6B360-3C10-4582-A00A-D78F8A1730F2}"/>
              </a:ext>
            </a:extLst>
          </p:cNvPr>
          <p:cNvSpPr>
            <a:spLocks noGrp="1"/>
          </p:cNvSpPr>
          <p:nvPr/>
        </p:nvSpPr>
        <p:spPr>
          <a:xfrm>
            <a:off x="3016250"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23" name="object-23">
            <a:extLst>
              <a:ext uri="{FF2B5EF4-FFF2-40B4-BE49-F238E27FC236}">
                <a16:creationId xmlns:a16="http://schemas.microsoft.com/office/drawing/2014/main" id="{A306B22D-FEFA-444D-BD86-D4BCD204EEC9}"/>
              </a:ext>
            </a:extLst>
          </p:cNvPr>
          <p:cNvSpPr>
            <a:spLocks noGrp="1"/>
          </p:cNvSpPr>
          <p:nvPr/>
        </p:nvSpPr>
        <p:spPr>
          <a:xfrm>
            <a:off x="4008437"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24" name="object-24">
            <a:extLst>
              <a:ext uri="{FF2B5EF4-FFF2-40B4-BE49-F238E27FC236}">
                <a16:creationId xmlns:a16="http://schemas.microsoft.com/office/drawing/2014/main" id="{78A6A599-9433-4439-99C1-70D61CD7FB1E}"/>
              </a:ext>
            </a:extLst>
          </p:cNvPr>
          <p:cNvSpPr>
            <a:spLocks noGrp="1"/>
          </p:cNvSpPr>
          <p:nvPr/>
        </p:nvSpPr>
        <p:spPr>
          <a:xfrm>
            <a:off x="5000625"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25" name="object-25">
            <a:extLst>
              <a:ext uri="{FF2B5EF4-FFF2-40B4-BE49-F238E27FC236}">
                <a16:creationId xmlns:a16="http://schemas.microsoft.com/office/drawing/2014/main" id="{9C8AA5D9-793C-4269-9CEE-B8DA6F208B55}"/>
              </a:ext>
            </a:extLst>
          </p:cNvPr>
          <p:cNvSpPr>
            <a:spLocks noGrp="1"/>
          </p:cNvSpPr>
          <p:nvPr/>
        </p:nvSpPr>
        <p:spPr>
          <a:xfrm>
            <a:off x="5992813"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26" name="object-26">
            <a:extLst>
              <a:ext uri="{FF2B5EF4-FFF2-40B4-BE49-F238E27FC236}">
                <a16:creationId xmlns:a16="http://schemas.microsoft.com/office/drawing/2014/main" id="{006BB489-383A-4594-A354-3934635C8486}"/>
              </a:ext>
            </a:extLst>
          </p:cNvPr>
          <p:cNvSpPr>
            <a:spLocks noGrp="1"/>
          </p:cNvSpPr>
          <p:nvPr/>
        </p:nvSpPr>
        <p:spPr>
          <a:xfrm>
            <a:off x="6985000"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27" name="object-27">
            <a:extLst>
              <a:ext uri="{FF2B5EF4-FFF2-40B4-BE49-F238E27FC236}">
                <a16:creationId xmlns:a16="http://schemas.microsoft.com/office/drawing/2014/main" id="{B60989B0-382C-4500-ADB6-178AB266D1D4}"/>
              </a:ext>
            </a:extLst>
          </p:cNvPr>
          <p:cNvSpPr>
            <a:spLocks noGrp="1"/>
          </p:cNvSpPr>
          <p:nvPr/>
        </p:nvSpPr>
        <p:spPr>
          <a:xfrm>
            <a:off x="7977188"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28" name="object-28">
            <a:extLst>
              <a:ext uri="{FF2B5EF4-FFF2-40B4-BE49-F238E27FC236}">
                <a16:creationId xmlns:a16="http://schemas.microsoft.com/office/drawing/2014/main" id="{29E567FD-3AC3-44A3-A0A2-DE412BEFDD17}"/>
              </a:ext>
            </a:extLst>
          </p:cNvPr>
          <p:cNvSpPr>
            <a:spLocks noGrp="1"/>
          </p:cNvSpPr>
          <p:nvPr/>
        </p:nvSpPr>
        <p:spPr>
          <a:xfrm>
            <a:off x="8969375"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18</a:t>
            </a:r>
          </a:p>
        </p:txBody>
      </p:sp>
      <p:sp>
        <p:nvSpPr>
          <p:cNvPr id="29" name="object-29">
            <a:extLst>
              <a:ext uri="{FF2B5EF4-FFF2-40B4-BE49-F238E27FC236}">
                <a16:creationId xmlns:a16="http://schemas.microsoft.com/office/drawing/2014/main" id="{AE792362-DE97-4410-8211-09160E3BDE2E}"/>
              </a:ext>
            </a:extLst>
          </p:cNvPr>
          <p:cNvSpPr>
            <a:spLocks noGrp="1"/>
          </p:cNvSpPr>
          <p:nvPr/>
        </p:nvSpPr>
        <p:spPr>
          <a:xfrm>
            <a:off x="9961563"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27</a:t>
            </a:r>
          </a:p>
        </p:txBody>
      </p:sp>
      <p:sp>
        <p:nvSpPr>
          <p:cNvPr id="30" name="object-30">
            <a:extLst>
              <a:ext uri="{FF2B5EF4-FFF2-40B4-BE49-F238E27FC236}">
                <a16:creationId xmlns:a16="http://schemas.microsoft.com/office/drawing/2014/main" id="{09FF983A-D778-4900-9910-EF5601081506}"/>
              </a:ext>
            </a:extLst>
          </p:cNvPr>
          <p:cNvSpPr>
            <a:spLocks noGrp="1"/>
          </p:cNvSpPr>
          <p:nvPr/>
        </p:nvSpPr>
        <p:spPr>
          <a:xfrm>
            <a:off x="10953750"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36</a:t>
            </a:r>
          </a:p>
        </p:txBody>
      </p:sp>
      <p:sp>
        <p:nvSpPr>
          <p:cNvPr id="31" name="object-31">
            <a:extLst>
              <a:ext uri="{FF2B5EF4-FFF2-40B4-BE49-F238E27FC236}">
                <a16:creationId xmlns:a16="http://schemas.microsoft.com/office/drawing/2014/main" id="{9E4BBB82-73EB-41C3-B453-109FBF92E023}"/>
              </a:ext>
            </a:extLst>
          </p:cNvPr>
          <p:cNvSpPr>
            <a:spLocks noGrp="1"/>
          </p:cNvSpPr>
          <p:nvPr/>
        </p:nvSpPr>
        <p:spPr>
          <a:xfrm>
            <a:off x="11072813" y="5131594"/>
            <a:ext cx="754062" cy="47625"/>
          </a:xfrm>
          <a:prstGeom prst="rect">
            <a:avLst/>
          </a:prstGeom>
          <a:solidFill>
            <a:srgbClr val="9A5800"/>
          </a:solidFill>
          <a:ln w="0">
            <a:noFill/>
          </a:ln>
        </p:spPr>
      </p:sp>
      <p:sp>
        <p:nvSpPr>
          <p:cNvPr id="32" name="object-32">
            <a:extLst>
              <a:ext uri="{FF2B5EF4-FFF2-40B4-BE49-F238E27FC236}">
                <a16:creationId xmlns:a16="http://schemas.microsoft.com/office/drawing/2014/main" id="{28A305AF-A9CC-431E-835B-8B32C82430BE}"/>
              </a:ext>
            </a:extLst>
          </p:cNvPr>
          <p:cNvSpPr>
            <a:spLocks noGrp="1"/>
          </p:cNvSpPr>
          <p:nvPr/>
        </p:nvSpPr>
        <p:spPr>
          <a:xfrm>
            <a:off x="11945937"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54</a:t>
            </a:r>
          </a:p>
        </p:txBody>
      </p:sp>
      <p:sp>
        <p:nvSpPr>
          <p:cNvPr id="33" name="object-33">
            <a:extLst>
              <a:ext uri="{FF2B5EF4-FFF2-40B4-BE49-F238E27FC236}">
                <a16:creationId xmlns:a16="http://schemas.microsoft.com/office/drawing/2014/main" id="{496FE370-80FB-4D15-8AAA-E87F31150B51}"/>
              </a:ext>
            </a:extLst>
          </p:cNvPr>
          <p:cNvSpPr>
            <a:spLocks noGrp="1"/>
          </p:cNvSpPr>
          <p:nvPr/>
        </p:nvSpPr>
        <p:spPr>
          <a:xfrm>
            <a:off x="12938125" y="4381500"/>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108</a:t>
            </a:r>
          </a:p>
        </p:txBody>
      </p:sp>
      <p:sp>
        <p:nvSpPr>
          <p:cNvPr id="34" name="object-34">
            <a:extLst>
              <a:ext uri="{FF2B5EF4-FFF2-40B4-BE49-F238E27FC236}">
                <a16:creationId xmlns:a16="http://schemas.microsoft.com/office/drawing/2014/main" id="{43FD5794-114D-4352-A9EF-8965BCD03382}"/>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HCF = 36</a:t>
            </a:r>
          </a:p>
        </p:txBody>
      </p:sp>
    </p:spTree>
    <p:extLst>
      <p:ext uri="{BB962C8B-B14F-4D97-AF65-F5344CB8AC3E}">
        <p14:creationId xmlns:p14="http://schemas.microsoft.com/office/powerpoint/2010/main" val="604870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9" grpId="0"/>
      <p:bldP spid="21" grpId="0"/>
      <p:bldP spid="22" grpId="0"/>
      <p:bldP spid="23" grpId="0"/>
      <p:bldP spid="24" grpId="0"/>
      <p:bldP spid="25" grpId="0"/>
      <p:bldP spid="26" grpId="0"/>
      <p:bldP spid="27" grpId="0"/>
      <p:bldP spid="28" grpId="0"/>
      <p:bldP spid="29" grpId="0"/>
      <p:bldP spid="30" grpId="0"/>
      <p:bldP spid="32" grpId="0"/>
      <p:bldP spid="33" grpId="0"/>
      <p:bldP spid="3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object-1">
            <a:extLst>
              <a:ext uri="{FF2B5EF4-FFF2-40B4-BE49-F238E27FC236}">
                <a16:creationId xmlns:a16="http://schemas.microsoft.com/office/drawing/2014/main" id="{5F5C9803-2512-4115-B2C8-CA1BCC3F85A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2402355-8B9E-414D-A7FF-15338AB6A74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1A81762E-EB0B-4F33-B6BF-83567546E5A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highest common factor of 96 and 144.</a:t>
            </a:r>
          </a:p>
        </p:txBody>
      </p:sp>
      <p:sp>
        <p:nvSpPr>
          <p:cNvPr id="4" name="object-4">
            <a:extLst>
              <a:ext uri="{FF2B5EF4-FFF2-40B4-BE49-F238E27FC236}">
                <a16:creationId xmlns:a16="http://schemas.microsoft.com/office/drawing/2014/main" id="{12401EE9-3FF1-4994-AC0F-B608A86F10B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D57D0B5-02BF-40C0-B4D9-C9A8B7EEB7E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6" name="object-6">
            <a:extLst>
              <a:ext uri="{FF2B5EF4-FFF2-40B4-BE49-F238E27FC236}">
                <a16:creationId xmlns:a16="http://schemas.microsoft.com/office/drawing/2014/main" id="{3E413970-C58E-4961-9933-D60737123A0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5763DDF6-A8A7-410F-8336-6F6CDFCE511A}"/>
              </a:ext>
            </a:extLst>
          </p:cNvPr>
          <p:cNvSpPr>
            <a:spLocks noGrp="1"/>
          </p:cNvSpPr>
          <p:nvPr/>
        </p:nvSpPr>
        <p:spPr>
          <a:xfrm>
            <a:off x="714375" y="3012281"/>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96</a:t>
            </a:r>
          </a:p>
        </p:txBody>
      </p:sp>
      <p:sp>
        <p:nvSpPr>
          <p:cNvPr id="8" name="object-8">
            <a:extLst>
              <a:ext uri="{FF2B5EF4-FFF2-40B4-BE49-F238E27FC236}">
                <a16:creationId xmlns:a16="http://schemas.microsoft.com/office/drawing/2014/main" id="{78D9FE6F-B4D4-4596-B6E1-1D13E9675DE9}"/>
              </a:ext>
            </a:extLst>
          </p:cNvPr>
          <p:cNvSpPr>
            <a:spLocks noGrp="1"/>
          </p:cNvSpPr>
          <p:nvPr/>
        </p:nvSpPr>
        <p:spPr>
          <a:xfrm>
            <a:off x="20240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9" name="object-9">
            <a:extLst>
              <a:ext uri="{FF2B5EF4-FFF2-40B4-BE49-F238E27FC236}">
                <a16:creationId xmlns:a16="http://schemas.microsoft.com/office/drawing/2014/main" id="{2B41746C-A19C-49A6-A7E0-0E3A77BAAAA7}"/>
              </a:ext>
            </a:extLst>
          </p:cNvPr>
          <p:cNvSpPr>
            <a:spLocks noGrp="1"/>
          </p:cNvSpPr>
          <p:nvPr/>
        </p:nvSpPr>
        <p:spPr>
          <a:xfrm>
            <a:off x="30162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10" name="object-10">
            <a:extLst>
              <a:ext uri="{FF2B5EF4-FFF2-40B4-BE49-F238E27FC236}">
                <a16:creationId xmlns:a16="http://schemas.microsoft.com/office/drawing/2014/main" id="{C68CFCB0-D858-4EFF-8505-8CC9F3F504F8}"/>
              </a:ext>
            </a:extLst>
          </p:cNvPr>
          <p:cNvSpPr>
            <a:spLocks noGrp="1"/>
          </p:cNvSpPr>
          <p:nvPr/>
        </p:nvSpPr>
        <p:spPr>
          <a:xfrm>
            <a:off x="40084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11" name="object-11">
            <a:extLst>
              <a:ext uri="{FF2B5EF4-FFF2-40B4-BE49-F238E27FC236}">
                <a16:creationId xmlns:a16="http://schemas.microsoft.com/office/drawing/2014/main" id="{9907A215-E078-4712-B1FF-E958EFB461C2}"/>
              </a:ext>
            </a:extLst>
          </p:cNvPr>
          <p:cNvSpPr>
            <a:spLocks noGrp="1"/>
          </p:cNvSpPr>
          <p:nvPr/>
        </p:nvSpPr>
        <p:spPr>
          <a:xfrm>
            <a:off x="50006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12" name="object-12">
            <a:extLst>
              <a:ext uri="{FF2B5EF4-FFF2-40B4-BE49-F238E27FC236}">
                <a16:creationId xmlns:a16="http://schemas.microsoft.com/office/drawing/2014/main" id="{7499D93B-3524-43C0-8B0E-0951428006A6}"/>
              </a:ext>
            </a:extLst>
          </p:cNvPr>
          <p:cNvSpPr>
            <a:spLocks noGrp="1"/>
          </p:cNvSpPr>
          <p:nvPr/>
        </p:nvSpPr>
        <p:spPr>
          <a:xfrm>
            <a:off x="599281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13" name="object-13">
            <a:extLst>
              <a:ext uri="{FF2B5EF4-FFF2-40B4-BE49-F238E27FC236}">
                <a16:creationId xmlns:a16="http://schemas.microsoft.com/office/drawing/2014/main" id="{2AF5F60C-6E2E-474A-B45E-7CFA8A60F5AE}"/>
              </a:ext>
            </a:extLst>
          </p:cNvPr>
          <p:cNvSpPr>
            <a:spLocks noGrp="1"/>
          </p:cNvSpPr>
          <p:nvPr/>
        </p:nvSpPr>
        <p:spPr>
          <a:xfrm>
            <a:off x="698500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14" name="object-14">
            <a:extLst>
              <a:ext uri="{FF2B5EF4-FFF2-40B4-BE49-F238E27FC236}">
                <a16:creationId xmlns:a16="http://schemas.microsoft.com/office/drawing/2014/main" id="{01159C40-A729-433E-A4EF-10A3725B5F78}"/>
              </a:ext>
            </a:extLst>
          </p:cNvPr>
          <p:cNvSpPr>
            <a:spLocks noGrp="1"/>
          </p:cNvSpPr>
          <p:nvPr/>
        </p:nvSpPr>
        <p:spPr>
          <a:xfrm>
            <a:off x="7977188"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15" name="object-15">
            <a:extLst>
              <a:ext uri="{FF2B5EF4-FFF2-40B4-BE49-F238E27FC236}">
                <a16:creationId xmlns:a16="http://schemas.microsoft.com/office/drawing/2014/main" id="{E22402C1-2515-450D-8CCE-3A520729B768}"/>
              </a:ext>
            </a:extLst>
          </p:cNvPr>
          <p:cNvSpPr>
            <a:spLocks noGrp="1"/>
          </p:cNvSpPr>
          <p:nvPr/>
        </p:nvSpPr>
        <p:spPr>
          <a:xfrm>
            <a:off x="896937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16</a:t>
            </a:r>
          </a:p>
        </p:txBody>
      </p:sp>
      <p:sp>
        <p:nvSpPr>
          <p:cNvPr id="16" name="object-16">
            <a:extLst>
              <a:ext uri="{FF2B5EF4-FFF2-40B4-BE49-F238E27FC236}">
                <a16:creationId xmlns:a16="http://schemas.microsoft.com/office/drawing/2014/main" id="{66174FF1-19FB-43A7-BE1B-386DF5FC9D52}"/>
              </a:ext>
            </a:extLst>
          </p:cNvPr>
          <p:cNvSpPr>
            <a:spLocks noGrp="1"/>
          </p:cNvSpPr>
          <p:nvPr/>
        </p:nvSpPr>
        <p:spPr>
          <a:xfrm>
            <a:off x="9961563"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24</a:t>
            </a:r>
          </a:p>
        </p:txBody>
      </p:sp>
      <p:sp>
        <p:nvSpPr>
          <p:cNvPr id="17" name="object-17">
            <a:extLst>
              <a:ext uri="{FF2B5EF4-FFF2-40B4-BE49-F238E27FC236}">
                <a16:creationId xmlns:a16="http://schemas.microsoft.com/office/drawing/2014/main" id="{45815889-16A7-4CBA-A5A0-8C077862F6C2}"/>
              </a:ext>
            </a:extLst>
          </p:cNvPr>
          <p:cNvSpPr>
            <a:spLocks noGrp="1"/>
          </p:cNvSpPr>
          <p:nvPr/>
        </p:nvSpPr>
        <p:spPr>
          <a:xfrm>
            <a:off x="10953750"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32</a:t>
            </a:r>
          </a:p>
        </p:txBody>
      </p:sp>
      <p:sp>
        <p:nvSpPr>
          <p:cNvPr id="18" name="object-18">
            <a:extLst>
              <a:ext uri="{FF2B5EF4-FFF2-40B4-BE49-F238E27FC236}">
                <a16:creationId xmlns:a16="http://schemas.microsoft.com/office/drawing/2014/main" id="{1762C134-F238-4454-87CE-6F2297F561A3}"/>
              </a:ext>
            </a:extLst>
          </p:cNvPr>
          <p:cNvSpPr>
            <a:spLocks noGrp="1"/>
          </p:cNvSpPr>
          <p:nvPr/>
        </p:nvSpPr>
        <p:spPr>
          <a:xfrm>
            <a:off x="11945937"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19" name="object-19">
            <a:extLst>
              <a:ext uri="{FF2B5EF4-FFF2-40B4-BE49-F238E27FC236}">
                <a16:creationId xmlns:a16="http://schemas.microsoft.com/office/drawing/2014/main" id="{5040D396-5121-46C7-9C70-8DA05DFF75E2}"/>
              </a:ext>
            </a:extLst>
          </p:cNvPr>
          <p:cNvSpPr>
            <a:spLocks noGrp="1"/>
          </p:cNvSpPr>
          <p:nvPr/>
        </p:nvSpPr>
        <p:spPr>
          <a:xfrm>
            <a:off x="12065000" y="3762375"/>
            <a:ext cx="754062" cy="47625"/>
          </a:xfrm>
          <a:prstGeom prst="rect">
            <a:avLst/>
          </a:prstGeom>
          <a:solidFill>
            <a:srgbClr val="9A5800"/>
          </a:solidFill>
          <a:ln w="0">
            <a:noFill/>
          </a:ln>
        </p:spPr>
      </p:sp>
      <p:sp>
        <p:nvSpPr>
          <p:cNvPr id="20" name="object-20">
            <a:extLst>
              <a:ext uri="{FF2B5EF4-FFF2-40B4-BE49-F238E27FC236}">
                <a16:creationId xmlns:a16="http://schemas.microsoft.com/office/drawing/2014/main" id="{C960E266-3AB9-400B-B174-E0EF05D22CB3}"/>
              </a:ext>
            </a:extLst>
          </p:cNvPr>
          <p:cNvSpPr>
            <a:spLocks noGrp="1"/>
          </p:cNvSpPr>
          <p:nvPr/>
        </p:nvSpPr>
        <p:spPr>
          <a:xfrm>
            <a:off x="12938125" y="3012281"/>
            <a:ext cx="992187"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96</a:t>
            </a:r>
          </a:p>
        </p:txBody>
      </p:sp>
      <p:sp>
        <p:nvSpPr>
          <p:cNvPr id="21" name="object-21">
            <a:extLst>
              <a:ext uri="{FF2B5EF4-FFF2-40B4-BE49-F238E27FC236}">
                <a16:creationId xmlns:a16="http://schemas.microsoft.com/office/drawing/2014/main" id="{9F8F950E-A548-43F1-86B0-CABF0DB1F7FF}"/>
              </a:ext>
            </a:extLst>
          </p:cNvPr>
          <p:cNvSpPr>
            <a:spLocks noGrp="1"/>
          </p:cNvSpPr>
          <p:nvPr/>
        </p:nvSpPr>
        <p:spPr>
          <a:xfrm>
            <a:off x="714375" y="4381500"/>
            <a:ext cx="1190625" cy="714375"/>
          </a:xfrm>
          <a:prstGeom prst="rect">
            <a:avLst/>
          </a:prstGeom>
          <a:noFill/>
          <a:ln w="0">
            <a:noFill/>
          </a:ln>
        </p:spPr>
        <p:txBody>
          <a:bodyPr anchor="ctr">
            <a:noAutofit/>
          </a:bodyPr>
          <a:lstStyle/>
          <a:p>
            <a:pPr algn="l">
              <a:defRPr sz="3094" b="1">
                <a:solidFill>
                  <a:srgbClr val="1D4ED8"/>
                </a:solidFill>
                <a:latin typeface="Arial"/>
                <a:ea typeface="Arial"/>
                <a:cs typeface="Arial"/>
              </a:defRPr>
            </a:pPr>
            <a:r>
              <a:rPr sz="3094" b="1">
                <a:solidFill>
                  <a:srgbClr val="1D4ED8"/>
                </a:solidFill>
                <a:latin typeface="Arial"/>
                <a:ea typeface="Arial"/>
                <a:cs typeface="Arial"/>
              </a:rPr>
              <a:t>144</a:t>
            </a:r>
          </a:p>
        </p:txBody>
      </p:sp>
      <p:sp>
        <p:nvSpPr>
          <p:cNvPr id="22" name="object-22">
            <a:extLst>
              <a:ext uri="{FF2B5EF4-FFF2-40B4-BE49-F238E27FC236}">
                <a16:creationId xmlns:a16="http://schemas.microsoft.com/office/drawing/2014/main" id="{77076F84-D94E-4646-B509-5EFC7623DD31}"/>
              </a:ext>
            </a:extLst>
          </p:cNvPr>
          <p:cNvSpPr>
            <a:spLocks noGrp="1"/>
          </p:cNvSpPr>
          <p:nvPr/>
        </p:nvSpPr>
        <p:spPr>
          <a:xfrm>
            <a:off x="2024063"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a:t>
            </a:r>
          </a:p>
        </p:txBody>
      </p:sp>
      <p:sp>
        <p:nvSpPr>
          <p:cNvPr id="23" name="object-23">
            <a:extLst>
              <a:ext uri="{FF2B5EF4-FFF2-40B4-BE49-F238E27FC236}">
                <a16:creationId xmlns:a16="http://schemas.microsoft.com/office/drawing/2014/main" id="{5C4353EC-744E-4462-A087-3D40C8EB3F6E}"/>
              </a:ext>
            </a:extLst>
          </p:cNvPr>
          <p:cNvSpPr>
            <a:spLocks noGrp="1"/>
          </p:cNvSpPr>
          <p:nvPr/>
        </p:nvSpPr>
        <p:spPr>
          <a:xfrm>
            <a:off x="3214688"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2</a:t>
            </a:r>
          </a:p>
        </p:txBody>
      </p:sp>
      <p:sp>
        <p:nvSpPr>
          <p:cNvPr id="24" name="object-24">
            <a:extLst>
              <a:ext uri="{FF2B5EF4-FFF2-40B4-BE49-F238E27FC236}">
                <a16:creationId xmlns:a16="http://schemas.microsoft.com/office/drawing/2014/main" id="{4B58AC5E-3C88-474D-8829-BC2DD42C4B97}"/>
              </a:ext>
            </a:extLst>
          </p:cNvPr>
          <p:cNvSpPr>
            <a:spLocks noGrp="1"/>
          </p:cNvSpPr>
          <p:nvPr/>
        </p:nvSpPr>
        <p:spPr>
          <a:xfrm>
            <a:off x="4405313"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3</a:t>
            </a:r>
          </a:p>
        </p:txBody>
      </p:sp>
      <p:sp>
        <p:nvSpPr>
          <p:cNvPr id="25" name="object-25">
            <a:extLst>
              <a:ext uri="{FF2B5EF4-FFF2-40B4-BE49-F238E27FC236}">
                <a16:creationId xmlns:a16="http://schemas.microsoft.com/office/drawing/2014/main" id="{3696541C-65B4-4F09-8A2C-3924DCEC3A58}"/>
              </a:ext>
            </a:extLst>
          </p:cNvPr>
          <p:cNvSpPr>
            <a:spLocks noGrp="1"/>
          </p:cNvSpPr>
          <p:nvPr/>
        </p:nvSpPr>
        <p:spPr>
          <a:xfrm>
            <a:off x="5595938"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a:t>
            </a:r>
          </a:p>
        </p:txBody>
      </p:sp>
      <p:sp>
        <p:nvSpPr>
          <p:cNvPr id="26" name="object-26">
            <a:extLst>
              <a:ext uri="{FF2B5EF4-FFF2-40B4-BE49-F238E27FC236}">
                <a16:creationId xmlns:a16="http://schemas.microsoft.com/office/drawing/2014/main" id="{B22A8FE3-AE04-4D1A-B4D4-8B864B246D2B}"/>
              </a:ext>
            </a:extLst>
          </p:cNvPr>
          <p:cNvSpPr>
            <a:spLocks noGrp="1"/>
          </p:cNvSpPr>
          <p:nvPr/>
        </p:nvSpPr>
        <p:spPr>
          <a:xfrm>
            <a:off x="6786563"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6</a:t>
            </a:r>
          </a:p>
        </p:txBody>
      </p:sp>
      <p:sp>
        <p:nvSpPr>
          <p:cNvPr id="27" name="object-27">
            <a:extLst>
              <a:ext uri="{FF2B5EF4-FFF2-40B4-BE49-F238E27FC236}">
                <a16:creationId xmlns:a16="http://schemas.microsoft.com/office/drawing/2014/main" id="{5C9D4B96-EA6B-47EF-A95A-FDB7D95E639D}"/>
              </a:ext>
            </a:extLst>
          </p:cNvPr>
          <p:cNvSpPr>
            <a:spLocks noGrp="1"/>
          </p:cNvSpPr>
          <p:nvPr/>
        </p:nvSpPr>
        <p:spPr>
          <a:xfrm>
            <a:off x="7977188"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8</a:t>
            </a:r>
          </a:p>
        </p:txBody>
      </p:sp>
      <p:sp>
        <p:nvSpPr>
          <p:cNvPr id="28" name="object-28">
            <a:extLst>
              <a:ext uri="{FF2B5EF4-FFF2-40B4-BE49-F238E27FC236}">
                <a16:creationId xmlns:a16="http://schemas.microsoft.com/office/drawing/2014/main" id="{DA571F34-1A89-4124-B26D-E0B0036A0F80}"/>
              </a:ext>
            </a:extLst>
          </p:cNvPr>
          <p:cNvSpPr>
            <a:spLocks noGrp="1"/>
          </p:cNvSpPr>
          <p:nvPr/>
        </p:nvSpPr>
        <p:spPr>
          <a:xfrm>
            <a:off x="9167813"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9</a:t>
            </a:r>
          </a:p>
        </p:txBody>
      </p:sp>
      <p:sp>
        <p:nvSpPr>
          <p:cNvPr id="29" name="object-29">
            <a:extLst>
              <a:ext uri="{FF2B5EF4-FFF2-40B4-BE49-F238E27FC236}">
                <a16:creationId xmlns:a16="http://schemas.microsoft.com/office/drawing/2014/main" id="{F94CCDCF-84D9-40C8-AC2A-A3E752697944}"/>
              </a:ext>
            </a:extLst>
          </p:cNvPr>
          <p:cNvSpPr>
            <a:spLocks noGrp="1"/>
          </p:cNvSpPr>
          <p:nvPr/>
        </p:nvSpPr>
        <p:spPr>
          <a:xfrm>
            <a:off x="10358438"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12</a:t>
            </a:r>
          </a:p>
        </p:txBody>
      </p:sp>
      <p:sp>
        <p:nvSpPr>
          <p:cNvPr id="30" name="object-30">
            <a:extLst>
              <a:ext uri="{FF2B5EF4-FFF2-40B4-BE49-F238E27FC236}">
                <a16:creationId xmlns:a16="http://schemas.microsoft.com/office/drawing/2014/main" id="{DE5DAB5B-330D-4C4E-BAB7-1FBAC07C497D}"/>
              </a:ext>
            </a:extLst>
          </p:cNvPr>
          <p:cNvSpPr>
            <a:spLocks noGrp="1"/>
          </p:cNvSpPr>
          <p:nvPr/>
        </p:nvSpPr>
        <p:spPr>
          <a:xfrm>
            <a:off x="11549063"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48</a:t>
            </a:r>
          </a:p>
        </p:txBody>
      </p:sp>
      <p:sp>
        <p:nvSpPr>
          <p:cNvPr id="31" name="object-31">
            <a:extLst>
              <a:ext uri="{FF2B5EF4-FFF2-40B4-BE49-F238E27FC236}">
                <a16:creationId xmlns:a16="http://schemas.microsoft.com/office/drawing/2014/main" id="{4309F99E-9B64-4745-898C-526E8E6A1CCA}"/>
              </a:ext>
            </a:extLst>
          </p:cNvPr>
          <p:cNvSpPr>
            <a:spLocks noGrp="1"/>
          </p:cNvSpPr>
          <p:nvPr/>
        </p:nvSpPr>
        <p:spPr>
          <a:xfrm>
            <a:off x="11668125" y="5131594"/>
            <a:ext cx="952500" cy="47625"/>
          </a:xfrm>
          <a:prstGeom prst="rect">
            <a:avLst/>
          </a:prstGeom>
          <a:solidFill>
            <a:srgbClr val="9A5800"/>
          </a:solidFill>
          <a:ln w="0">
            <a:noFill/>
          </a:ln>
        </p:spPr>
      </p:sp>
      <p:sp>
        <p:nvSpPr>
          <p:cNvPr id="32" name="object-32">
            <a:extLst>
              <a:ext uri="{FF2B5EF4-FFF2-40B4-BE49-F238E27FC236}">
                <a16:creationId xmlns:a16="http://schemas.microsoft.com/office/drawing/2014/main" id="{486D1CC6-B0CC-4841-BDBB-1F16A341CD87}"/>
              </a:ext>
            </a:extLst>
          </p:cNvPr>
          <p:cNvSpPr>
            <a:spLocks noGrp="1"/>
          </p:cNvSpPr>
          <p:nvPr/>
        </p:nvSpPr>
        <p:spPr>
          <a:xfrm>
            <a:off x="12739688" y="4381500"/>
            <a:ext cx="1190625" cy="714375"/>
          </a:xfrm>
          <a:prstGeom prst="rect">
            <a:avLst/>
          </a:prstGeom>
          <a:noFill/>
          <a:ln w="0">
            <a:noFill/>
          </a:ln>
        </p:spPr>
        <p:txBody>
          <a:bodyPr anchor="ctr">
            <a:noAutofit/>
          </a:bodyPr>
          <a:lstStyle/>
          <a:p>
            <a:pPr algn="ctr">
              <a:defRPr sz="3000" b="1">
                <a:solidFill>
                  <a:srgbClr val="172B4D"/>
                </a:solidFill>
                <a:latin typeface="Arial"/>
                <a:ea typeface="Arial"/>
                <a:cs typeface="Arial"/>
              </a:defRPr>
            </a:pPr>
            <a:r>
              <a:rPr sz="3000" b="1">
                <a:solidFill>
                  <a:srgbClr val="172B4D"/>
                </a:solidFill>
                <a:latin typeface="Arial"/>
                <a:ea typeface="Arial"/>
                <a:cs typeface="Arial"/>
              </a:rPr>
              <a:t>144</a:t>
            </a:r>
          </a:p>
        </p:txBody>
      </p:sp>
      <p:sp>
        <p:nvSpPr>
          <p:cNvPr id="33" name="object-33">
            <a:extLst>
              <a:ext uri="{FF2B5EF4-FFF2-40B4-BE49-F238E27FC236}">
                <a16:creationId xmlns:a16="http://schemas.microsoft.com/office/drawing/2014/main" id="{055CF3B5-C2E0-4757-9F0F-E6CD72168CE1}"/>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HCF = 48</a:t>
            </a:r>
          </a:p>
        </p:txBody>
      </p:sp>
    </p:spTree>
    <p:extLst>
      <p:ext uri="{BB962C8B-B14F-4D97-AF65-F5344CB8AC3E}">
        <p14:creationId xmlns:p14="http://schemas.microsoft.com/office/powerpoint/2010/main" val="1748873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7" grpId="0"/>
      <p:bldP spid="18" grpId="0"/>
      <p:bldP spid="20" grpId="0"/>
      <p:bldP spid="22" grpId="0"/>
      <p:bldP spid="23" grpId="0"/>
      <p:bldP spid="24" grpId="0"/>
      <p:bldP spid="25" grpId="0"/>
      <p:bldP spid="26" grpId="0"/>
      <p:bldP spid="27" grpId="0"/>
      <p:bldP spid="28" grpId="0"/>
      <p:bldP spid="29" grpId="0"/>
      <p:bldP spid="30" grpId="0"/>
      <p:bldP spid="32" grpId="0"/>
      <p:bldP spid="3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D845CE38-E29D-4D1D-8E0B-301F2793E2E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CD53A83-8BE0-4859-BCFB-F2F326780B5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CCB079A-903E-429B-A9EE-BA6DF4D4F30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0D6829D9-B1EF-4262-A8B3-0687C5C2FC6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516C08A-A734-42AC-98F3-50E7C7A42F7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6" name="object-6">
            <a:extLst>
              <a:ext uri="{FF2B5EF4-FFF2-40B4-BE49-F238E27FC236}">
                <a16:creationId xmlns:a16="http://schemas.microsoft.com/office/drawing/2014/main" id="{D095F6EC-C285-47AB-913C-765B5A355CE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C03E4EE5-7345-4D72-BEB1-F1065A6584CA}"/>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D27DA50A-181D-40C7-884E-7440C609D8E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the HCF and LCM of 24 and 36.</a:t>
            </a:r>
          </a:p>
        </p:txBody>
      </p:sp>
      <p:sp>
        <p:nvSpPr>
          <p:cNvPr id="9" name="object-9">
            <a:extLst>
              <a:ext uri="{FF2B5EF4-FFF2-40B4-BE49-F238E27FC236}">
                <a16:creationId xmlns:a16="http://schemas.microsoft.com/office/drawing/2014/main" id="{A23CB192-61C5-44FE-ACF1-7FC5F6E02411}"/>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A8E3A59D-E67B-4420-BBAA-9976D9412CC7}"/>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100 - 6 x (8 + 3).</a:t>
            </a:r>
          </a:p>
        </p:txBody>
      </p:sp>
      <p:sp>
        <p:nvSpPr>
          <p:cNvPr id="11" name="object-11">
            <a:extLst>
              <a:ext uri="{FF2B5EF4-FFF2-40B4-BE49-F238E27FC236}">
                <a16:creationId xmlns:a16="http://schemas.microsoft.com/office/drawing/2014/main" id="{D4888849-7733-4191-92FA-7E27E4D4D95A}"/>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1E813A19-0CDC-40D1-B4F1-6263B4B00FE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Is 221 prime?</a:t>
            </a:r>
          </a:p>
        </p:txBody>
      </p:sp>
      <p:sp>
        <p:nvSpPr>
          <p:cNvPr id="13" name="object-13">
            <a:extLst>
              <a:ext uri="{FF2B5EF4-FFF2-40B4-BE49-F238E27FC236}">
                <a16:creationId xmlns:a16="http://schemas.microsoft.com/office/drawing/2014/main" id="{30DDDA9B-BCEB-4596-BA9E-DC13292BCFE1}"/>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217D1CEC-78C8-44B5-8A85-F24B19414FA8}"/>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Find the HCF and LCM of 24 and 36.</a:t>
            </a:r>
          </a:p>
        </p:txBody>
      </p:sp>
      <p:sp>
        <p:nvSpPr>
          <p:cNvPr id="15" name="object-15">
            <a:extLst>
              <a:ext uri="{FF2B5EF4-FFF2-40B4-BE49-F238E27FC236}">
                <a16:creationId xmlns:a16="http://schemas.microsoft.com/office/drawing/2014/main" id="{CD1DE87A-8218-487F-9260-7EF17AF3E0F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177D27E2-CB6C-46D5-9AEA-DE4A3E3BE437}"/>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100 - 6 x (8 + 3).</a:t>
            </a:r>
          </a:p>
        </p:txBody>
      </p:sp>
      <p:sp>
        <p:nvSpPr>
          <p:cNvPr id="17" name="object-17">
            <a:extLst>
              <a:ext uri="{FF2B5EF4-FFF2-40B4-BE49-F238E27FC236}">
                <a16:creationId xmlns:a16="http://schemas.microsoft.com/office/drawing/2014/main" id="{C1F2DB0D-AE08-4E31-8982-25A59FAADD28}"/>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15EF0018-81E5-4616-B00E-34411ED56F06}"/>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Is 221 prime?</a:t>
            </a:r>
          </a:p>
        </p:txBody>
      </p:sp>
      <p:sp>
        <p:nvSpPr>
          <p:cNvPr id="19" name="object-19">
            <a:extLst>
              <a:ext uri="{FF2B5EF4-FFF2-40B4-BE49-F238E27FC236}">
                <a16:creationId xmlns:a16="http://schemas.microsoft.com/office/drawing/2014/main" id="{FFA9BF53-2422-4FD4-AD82-FEA73DD115F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84AB743F-C3D1-49A8-BE00-1FDF6CDE2CA3}"/>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Insert brackets and operations between 8, 6, 4 and 2 to make 40.</a:t>
            </a:r>
          </a:p>
        </p:txBody>
      </p:sp>
      <p:sp>
        <p:nvSpPr>
          <p:cNvPr id="21" name="object-21">
            <a:extLst>
              <a:ext uri="{FF2B5EF4-FFF2-40B4-BE49-F238E27FC236}">
                <a16:creationId xmlns:a16="http://schemas.microsoft.com/office/drawing/2014/main" id="{2E9E97AB-A458-46D6-A84C-628EE6292A3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07FC9381-FF5E-4F89-85CA-F6C462D06C9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assumes brackets always make an expression larger.</a:t>
            </a:r>
          </a:p>
        </p:txBody>
      </p:sp>
      <p:sp>
        <p:nvSpPr>
          <p:cNvPr id="23" name="object-23">
            <a:extLst>
              <a:ext uri="{FF2B5EF4-FFF2-40B4-BE49-F238E27FC236}">
                <a16:creationId xmlns:a16="http://schemas.microsoft.com/office/drawing/2014/main" id="{D7E6F536-5C2F-41DE-ACF0-7FAB1C47CB95}"/>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DEF6667C-0754-47F4-A6E1-E4F6B5BBFFC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512A8E5B-EF16-47B5-B840-61D865B2D8FD}"/>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135168EF-09BF-4B6A-BC55-78E98CA93195}"/>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Is 221 prime?</a:t>
            </a:r>
          </a:p>
        </p:txBody>
      </p:sp>
    </p:spTree>
    <p:extLst>
      <p:ext uri="{BB962C8B-B14F-4D97-AF65-F5344CB8AC3E}">
        <p14:creationId xmlns:p14="http://schemas.microsoft.com/office/powerpoint/2010/main" val="425138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F5012A11-D83F-46BB-A3E6-06456DED059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428134B5-C962-4A48-A7FB-D3795D72590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73742B9A-E4C3-4FB1-8823-CA2E4F9705C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F242ACA-631C-4335-BBBD-76B5BA177AF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factors and order of operations</a:t>
            </a:r>
          </a:p>
        </p:txBody>
      </p:sp>
      <p:sp>
        <p:nvSpPr>
          <p:cNvPr id="5" name="object-5">
            <a:extLst>
              <a:ext uri="{FF2B5EF4-FFF2-40B4-BE49-F238E27FC236}">
                <a16:creationId xmlns:a16="http://schemas.microsoft.com/office/drawing/2014/main" id="{AD3D204A-E9C3-4476-875F-2779D2AFDED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BFA7F61E-3E8F-4E9B-A639-0731FCE50870}"/>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EFDCFFDE-C2DE-4542-B63E-7AADFD7BA3AC}"/>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HCF 12; LCM 72.</a:t>
            </a:r>
          </a:p>
        </p:txBody>
      </p:sp>
      <p:sp>
        <p:nvSpPr>
          <p:cNvPr id="8" name="object-8">
            <a:extLst>
              <a:ext uri="{FF2B5EF4-FFF2-40B4-BE49-F238E27FC236}">
                <a16:creationId xmlns:a16="http://schemas.microsoft.com/office/drawing/2014/main" id="{45546998-5550-477D-B19C-90C338803663}"/>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D1DE1DC8-A445-4312-8A7E-9416ADB32804}"/>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34.</a:t>
            </a:r>
          </a:p>
        </p:txBody>
      </p:sp>
      <p:sp>
        <p:nvSpPr>
          <p:cNvPr id="10" name="object-10">
            <a:extLst>
              <a:ext uri="{FF2B5EF4-FFF2-40B4-BE49-F238E27FC236}">
                <a16:creationId xmlns:a16="http://schemas.microsoft.com/office/drawing/2014/main" id="{17C2329F-45E5-43E4-8E44-2CA767F5334C}"/>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E03345AE-AD66-4D45-A12B-B2CB3602052E}"/>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No, 221 = 13 x 17.</a:t>
            </a:r>
          </a:p>
        </p:txBody>
      </p:sp>
      <p:sp>
        <p:nvSpPr>
          <p:cNvPr id="12" name="object-12">
            <a:extLst>
              <a:ext uri="{FF2B5EF4-FFF2-40B4-BE49-F238E27FC236}">
                <a16:creationId xmlns:a16="http://schemas.microsoft.com/office/drawing/2014/main" id="{D7FE8218-A7D6-4009-8F86-3147E5F34B07}"/>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306072D6-6E03-472E-9B12-F07E39521E8E}"/>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HCF 12; LCM 72.</a:t>
            </a:r>
          </a:p>
        </p:txBody>
      </p:sp>
      <p:sp>
        <p:nvSpPr>
          <p:cNvPr id="14" name="object-14">
            <a:extLst>
              <a:ext uri="{FF2B5EF4-FFF2-40B4-BE49-F238E27FC236}">
                <a16:creationId xmlns:a16="http://schemas.microsoft.com/office/drawing/2014/main" id="{07349CDA-C55E-4E03-8322-50B58B0287FF}"/>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A18D521D-1504-47F3-B4FB-7848DB2CA5E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34. Method or representation may vary.</a:t>
            </a:r>
          </a:p>
        </p:txBody>
      </p:sp>
      <p:sp>
        <p:nvSpPr>
          <p:cNvPr id="16" name="object-16">
            <a:extLst>
              <a:ext uri="{FF2B5EF4-FFF2-40B4-BE49-F238E27FC236}">
                <a16:creationId xmlns:a16="http://schemas.microsoft.com/office/drawing/2014/main" id="{086F9B11-D982-4D5E-BE2B-E0D090EF48A7}"/>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146A6BEE-BD85-4B17-87E3-CDA576369B26}"/>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No, 221 = 13 x 17. A valid check must be shown.</a:t>
            </a:r>
          </a:p>
        </p:txBody>
      </p:sp>
      <p:sp>
        <p:nvSpPr>
          <p:cNvPr id="18" name="object-18">
            <a:extLst>
              <a:ext uri="{FF2B5EF4-FFF2-40B4-BE49-F238E27FC236}">
                <a16:creationId xmlns:a16="http://schemas.microsoft.com/office/drawing/2014/main" id="{E366E3ED-24FE-4FBF-9D26-D1C8F2BA593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AA540F59-E568-4A02-B1D2-2CD9260F472D}"/>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8 x 6 - 4 x 2 = 40. Other correct expressions are acceptable.</a:t>
            </a:r>
          </a:p>
        </p:txBody>
      </p:sp>
      <p:sp>
        <p:nvSpPr>
          <p:cNvPr id="20" name="object-20">
            <a:extLst>
              <a:ext uri="{FF2B5EF4-FFF2-40B4-BE49-F238E27FC236}">
                <a16:creationId xmlns:a16="http://schemas.microsoft.com/office/drawing/2014/main" id="{B08C251E-6EC3-4661-90CD-900534386377}"/>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EC2A774D-BAB8-496A-9A9F-551F7E59DF77}"/>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Brackets change the order. The result may increase, decrease or stay the same.</a:t>
            </a:r>
          </a:p>
        </p:txBody>
      </p:sp>
      <p:sp>
        <p:nvSpPr>
          <p:cNvPr id="22" name="object-22">
            <a:extLst>
              <a:ext uri="{FF2B5EF4-FFF2-40B4-BE49-F238E27FC236}">
                <a16:creationId xmlns:a16="http://schemas.microsoft.com/office/drawing/2014/main" id="{D4B5297D-DDD1-4E93-9B30-465F841A5FC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7E5F8BFB-55AD-412C-A111-23F0494DC3E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5F26EB4E-08F9-49D8-8C4D-5801F77F469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D2B6172A-DC94-4A1B-BAAF-B05FCED8E80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210623797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985</Words>
  <Application>Microsoft Office PowerPoint</Application>
  <DocSecurity>0</DocSecurity>
  <PresentationFormat>Custom</PresentationFormat>
  <Paragraphs>183</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2026-09-14T13:14:20Z</dcterms:created>
  <dcterms:modified xsi:type="dcterms:W3CDTF">2026-09-14T13:15:08Z</dcterms:modified>
</cp:coreProperties>
</file>