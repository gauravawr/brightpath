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34. | Retrieve the relevant fact or method before answering. |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HCF and LCM of 24 and 36. Answer: HCF 12; LCM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Brackets change the order. The result may increase, decrease or stay the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34..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No, 221 = 13 x 17..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8 x 6 - 4 x 2 = 40. Other correct expressions are acceptable.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100 - 6 x (8 + 3). Expected: Is 221 prime? Higher: Insert brackets and operations between 8, 6, 4 and 2 to make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No, 221 = 13 x 17. | Brackets change the order. The result may increase, decrease or stay the same.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B4FFA6E-166E-4306-83ED-64E6C30590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904230-08E8-44A3-8571-C5F8C6177DC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02850D1-3995-4DDB-B922-16E509B3E44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5A6710-C9DC-4B73-9A5D-8F925FE48303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7398E5-DD4E-47F0-A2FD-7E42591FB07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541C80-D7FB-45AE-A429-32F1C0EBCFF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21720FD-0ADF-4A22-8282-B682FA3D871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AAF300-29AF-477E-B15B-2F2A5640BEAA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25B163-0536-4D28-BBB9-DC9209D08C4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947011-569F-45AC-B769-341E9AE6DF8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DFF4E-FD84-493B-B681-841D9243E2CC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C88EA5-5404-4D19-ADCD-14941E0F94A1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37706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82F4984-D9FF-42A5-839B-A53C798571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4CF866-9CE6-49AC-9CD1-2E4BC8A63EA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10A93C-A7D6-4767-B5BD-FC5A6B6AB9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AB666DD-D393-4915-A7A4-DAFD93D4B1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CBFFF2-D967-4751-AB29-0EA4ACFA1E5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69C11D-F1D5-4394-91B9-A42A6095FC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B54BE-D062-4DEF-BC7E-2A47C10270A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A6AB39-5AAF-4B9B-B6CA-3EC724CAD6B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FDE841-4DEA-4771-A184-05177FD95C7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AC7B76-5EA1-4D41-85D9-87397DAA10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1B69D1-65E9-4EA0-9681-4455CD8B80D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51A48EA-472A-434A-BE65-D115A1BB110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D695F4-6E33-4566-9F94-16BCEA423FD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3B051B-B0C9-41F9-BF85-E4E47D6DF0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C08DEA8-53CB-4F10-939C-D5C57C3A69D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D906A93-9FAB-4401-8C02-D1460620F6F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B8E96B-D4C5-49E6-8804-2CEA96F81CB4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6B538C-7BF2-452E-96E1-72B5A1A3F4C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17B233A-82F1-4AD9-A5C5-BBBA17B354E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CFE7E02-EB66-4877-8604-88F5C1F57C3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022260-2F1F-48EC-9294-FE6F18C1F3F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44EBA4-5459-48C5-AF71-338C0CB8543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HCF and LCM of 24 and 36.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A92EE8-20A0-4D6E-9B02-7B948D5762F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99366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CEB6E985-B8B1-4E84-91A2-5E3EE30189F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41B50E-D6A0-4438-AEED-F204609D93F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81F30F-F5A7-4FC1-BE22-7909FC3D9D1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84AA13-E3D2-4DD0-9633-07A01E88E4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C421C2-5E9E-4B04-8D62-C4954E0CE2C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AB474B-B8E0-4008-8176-71C09FDDD9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5B50A0-832D-4D38-8176-B254798E746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24BC3C-76ED-4228-BB85-1E6C1B49F74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68C1EE-6FFC-41C2-A1A0-7317F392E97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AC725D-18CC-4FB4-9404-E6A4EA66CE1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5B96E5-6B3E-45FD-A62C-7A4C61B1C8D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number properties and the order of operations.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746ED5-6DBC-4F51-A05D-185E3C8A59B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210552-4576-46CF-9687-849FB0BF4CF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1CFD60-422E-4499-B425-EEA8695B000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9FDFF8-F590-4DD0-A99B-A150B0F4B4C3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DB1F47-D8FD-48CE-AD16-3975497FFB0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926543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B811229-A22D-4049-BB4E-0312B441A8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14ED080-C62B-4498-9E97-651CB663029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02093A-EFEB-44BB-B08E-1043698C3EB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DF292F-3B1D-469C-A819-B5481FB5C3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932EEC-D8CD-4574-9A45-584EB323E8E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5A0D9D-4D82-47A8-9FDF-6C2DA9A146E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DF47F4-63CC-490C-BF4F-4A78E557679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AA38FD-D0B5-4DC0-950C-7C8EDA4F6A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2C1545-F746-4F87-B408-6C589DBD375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904E93-D1A4-433B-AF24-A59E8FC7069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085587-4D03-437A-B57B-296B97C206D7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and LCM of 24 and 36.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BEF323-482D-4439-936E-3AB030B1DE3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A2097A-C4B6-4CE7-A033-D9795DBE8CF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BB696A-AE59-455B-AA91-63CA68DD99B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91631B-8C3D-46CB-8735-B9A2A11C316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the relevant fact or method before answering.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C56023-D55F-481D-9508-6C93A8E6AF1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9D29F26-2049-4D02-B092-3D2249CA8B4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DE329F-467A-464A-B054-FE7F28A4840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A87CD55-B3E5-45A1-98BA-1450BBE22FEE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a clear calculation or representation and explain the decision.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4778DF-ED9F-47E0-9A84-05AC5B740CE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E4BDFB9-C9CD-43D0-ACBE-79720FC86DD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C0D868-D594-4D8A-9372-169BAD8FE103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6639E2-8B1E-4F80-93BD-2CEC190FF75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result, identify any misconception and record the next step.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39054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D588AB9-24A1-48C1-9728-C35133C902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A90FF8-FA24-4979-A99A-0268F93B40B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05E815-73DB-4E46-958A-B801E2705F5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7B9B082-8E38-4160-8522-723947D772D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86DE7B-7053-475F-8562-047181612DB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526F34-7D4E-4042-989C-4078A78B09B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16D48E-4432-4F3E-A5DC-59C4544A9C0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E39BFF-5ADC-42BB-9C19-6705CEA1DAC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4B0439-2C76-4CAE-895C-BDC543B3F3B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1B93E4-2699-4634-855D-FDC563C9F3C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FF6D58-3F00-408D-BBE0-D8E571CD8022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8750E2-22A9-48EC-8950-900DB91A58A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HCF 12; LCM 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8476E7-66D6-4203-ADAC-ECEF357A94F7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83EB3E-6367-4E28-828F-D4584A28A0B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7122E9-FB59-453C-8AB2-87E4E057C461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831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A117C4A-165C-485E-A843-6C8BDB8092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C6DB82-C52F-4D5D-AD78-0B057CACB82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8A4201-0CFE-490C-8885-C63D3E32B17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5B13E5-A115-42CD-960D-FA17DCE0F74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D4353D-03F0-4AD9-A594-CB4AED56BD9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325E89-A0AB-4537-99F5-3AA9C13E9C6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E1A939-0A37-4290-9219-DDE2866C464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10132A-8DC7-4631-8379-B1EC1F48689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01D26-86FF-4871-85FF-7041C0C787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84E9F-2878-464A-94C6-4C2D4729BD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72E028-0C3A-4623-A6A7-5C46AF3C73A9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5AFB7C-2845-470E-A013-6F0AA616026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CA2D03-23AE-458D-9759-98D7BEBDBCC3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F36E5D-2F5B-4AF6-B2B7-4B47CC988061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3393A7-CF8F-4A91-B36D-DEAD4740D39A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382EDE-8518-4B68-837E-ED4EA71EFD69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34.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86788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B0F4AEC-7B01-45D5-B5EB-372F7C24A5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520B26-D33F-4E7A-B934-219418F3146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082DD6-7251-47DA-9493-2CB1B7EC52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13EF8E-655E-4E42-A236-3054F78914A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2431C7-F673-43DD-A15F-ECDBBA571D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9866AE-74D0-4041-A291-C9D8BD69359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13A48B-D4C6-44DE-9739-30667C39CF3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575B57-E5ED-4E32-A0BF-788F5BF305D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CD5BF5-7C94-426C-866D-E9C87265549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6FC15-ABB1-4ECC-8B02-797C90E6424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0AAF21B-3356-4E99-A78C-806A03F79D47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D5998E-3BF2-4979-9695-F1608F32B96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brackets always make an expression larger.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F134D1-0AD4-4940-A233-8AEA1EEAE727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679F86-61FF-44A2-9779-ACA79EC55282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2085A8-5780-496B-9AC6-5839C3A1D3E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Brackets change the order. The result may increase, decrease or stay the same.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86764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F9E6DC4-D87E-4338-8700-4F3F0C2BDE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EB94B8-4AF3-4B28-851D-1F589D03919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8AEA2C-B4ED-4834-B7A7-0188617A009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82EFC56-5787-4C60-BDA7-3BA307B20B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A1EB51-042B-4818-92AE-0EB7C691F80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DE5CD5-CFAF-4A4A-9E6E-734F2DFE9A5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7A2051-AC5E-4B3D-A4F3-4ABF911CA79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C66E64-0891-4E36-8491-573A93C72D2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16612E-43A4-4552-AD53-F009E0CF34E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C5B01-4033-43DD-80AD-73E89E5EEC1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0B647E0-5D87-440F-88BC-37E2619D835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465463-81CE-45FC-80CC-5216EDC370D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1B6785-717F-422F-91EF-3556009912E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E09358-A3A6-4E95-B4A9-73A653D1F8C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100 - 6 x (8 + 3).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B586AE3-DD6D-4495-B755-8EA6703ED8C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8E45737-5A27-4862-A323-6F9A98347E7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CF0B1C-5352-4982-8B52-DD015927202C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B08010-BDEA-46C9-BA23-21C8E6AB79F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8A32CC5-7553-4EC4-BBFC-D6945BD67C8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A027E9D-B813-4F7C-BB58-E61A670DA6B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8AFA013-7CF2-413F-8D53-BC3375D8EE8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D814B70-D62F-4B9D-A120-0340ECA7572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5C8A1C-626D-4C61-BB4E-1E3EBD0DCA8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11820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96E68F-6AA0-482C-A86B-CBA3F9B1BB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50AF43-A56B-4A1A-AD61-27515B0D1D4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589C3A-258D-4DA7-89E2-C51D6B410C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5C3A4B-CA1C-4003-BEEB-F5F0BB4A45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766764-6F6E-46B6-83B9-4761A78BC3F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A2A07D-4DCC-42C5-8714-E2B93AA9F0B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926790-808F-4D87-BD38-C5A160F0279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CB182-E164-4BAF-9796-8FA957EE11D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307092-DBF9-432B-BBB1-F6CAE110C54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9986AA-8950-4C1D-9B35-5245643042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A42C30B-62B3-49FA-A292-6C10F76EE9D1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270FFDF-2078-49BB-B7F2-D6634671A91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10052E-007D-4689-AD9F-9471BB50CB3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1F4784-6001-490C-BF16-45974248385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5C2CC83-24F8-47A8-BA42-303D25CB4ED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CE1BFDE-DD70-470C-85FB-D40A00F4B25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C647875-910B-4C6D-A67E-349CB55EFAF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2BB108D-F64F-4F9F-9E6B-016BE0F1F63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C4F67F-9B11-48BA-BA44-DCF9661629B4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7D0A0A-702F-4B71-A6DF-ACD938714E0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854E69-46E0-4333-B602-C710D708311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B1ECD3C-57B6-48A8-BDA1-B673B1F1BC83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848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DE1E01B-2A83-4BC4-9DBF-DFAD5A605A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E4FD00-2BB0-41A7-A499-A91E5DE0F84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9C1C33-B2FA-4626-92F5-0D7D300F3D9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95BC14A-B14C-4EF3-BD1A-1A4129A2AE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A39464-2953-40D8-8342-3FEB164DB3E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59C737-8DFA-4FAF-9AEA-D1FBEDAF8D0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C41E98-38E1-4F2C-8FAE-63DB0226873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DCF5CC-4EF0-4EA5-AA54-6A567CC0036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D62BF1-5350-40B6-87C9-296F2CACBA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6E5730-F88B-4C7B-8578-26C8C001B89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571E32-069F-4384-925C-81592DDF4481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brackets and operations between 8, 6, 4 and 2 to make 40.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FCA0FB-18D5-4217-92EE-9DBA31C273E7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5778BE-B511-4888-949D-A3F69EAF20E6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BEAD81-6532-4C30-8663-9917F8466DE8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 x 6 - 4 x 2 = 40. Other correct expressions are acceptable.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0187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C9A9A3D-A2F8-464C-B532-D54119E464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685094-78E9-4C2E-A3A1-F0D8409A3BA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7E8619-FF6F-4BA9-8F60-0B5D33402FD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C980A-868E-4FD4-86EA-D4FDF856A76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402CAB-0074-4811-94FB-A8F64B8626E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DF0273-DA22-4AC9-8F3F-B9F21525B22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388266-56D8-426E-8509-F25ECB7B5D3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CF6496-77F7-4EBF-9AB0-9221BFBA8F5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BC8A5A-B393-4F5F-87D9-B6B9C94714C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74645D-2170-4ED3-809E-F3A48CED14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11C060-01D9-4308-A55E-DEC51CFBC708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3C11A71-2499-4E85-AADD-C66AF139D1B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2B2BB9-0ACC-4185-BC24-4E37388CCEF0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7D4C46-3C55-4130-BD84-D110F770376B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6540D2-98D5-4195-B8BE-4ABC4BE83CA1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A78E5D-C6C9-4DE4-AF84-A52EC376D8E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2A30472-8A92-4D3E-BC61-D9E0E0652B50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884F2B-ED5B-41F3-88CE-8C8AE4898D22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57229-A3D5-40FE-BAD4-775B8E21AC47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504F01-4D71-49DE-92EC-D2A6CB92B450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039940-2823-431F-8CE8-8631EE148620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99BA42-359A-45AA-951A-2F7C5FD9EC7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C12D0DD-BBFA-4EF4-AA6E-D6BCBDB53D57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4CB640-C698-407F-BEE5-0406399FB85A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9B24BA2-7650-4128-AB03-C3872C38AD30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4A0136-DC0F-4B95-B808-FA5DDDE2E06C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35205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FCB262C-9F67-4CCB-886A-2C287612D5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046F6E-E342-4E09-9C84-96EC04BC1E0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10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F42E86-9AB2-4C31-A3B9-65B48476A5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9719B65-E60A-4149-843B-94FC85FE705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265466-4471-4CA2-BF78-CC25FE48456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D4E573-FB26-4803-AD52-0964DA74B29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A72D0F-0BE3-4992-8C75-FD6BEFD7C4C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31E809-1D78-4628-B21D-7AFBC474E8A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6AAABE-5500-499E-B8BB-DECDE3083B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C3FA32-9B54-40B9-B3A5-DCD41A4480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factors and order of operations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E1798FD-FD74-4BC7-A6B6-A2C45EF4D5A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24614C-40BE-4F07-941E-CA03651B1EE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A54CE1-C0B2-48FC-9F5C-2E624B3D9D1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F807C7-673D-4C60-A9DB-22CE834DAAC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Is 221 prime?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9A8D0ED-9C30-4054-AFE4-5B152EE3E92C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09AD645-1B62-473F-8970-D0A6D01371D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1C9764-B6FE-41E2-9A9D-A2F9E35BB881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49CB259-F0DB-41B6-9E25-132F0CA72A2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brackets always make an expression larger.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DAD650B-EF54-4928-B600-8DFAB276570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20578D8-6352-4E75-AA0B-8D957B56F9B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449BE4-523C-4F5C-997C-4F56AC1BB1F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AD01ED6-1D21-495F-91F1-F0E8C55370A9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5B03ED-7757-46B4-A0CC-0817561A913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0849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1374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2026-09-08T23:35:55Z</dcterms:created>
  <dcterms:modified xsi:type="dcterms:W3CDTF">2026-09-08T23:36:35Z</dcterms:modified>
</cp:coreProperties>
</file>