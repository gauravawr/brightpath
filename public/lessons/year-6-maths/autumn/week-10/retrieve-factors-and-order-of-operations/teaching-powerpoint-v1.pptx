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34. | Retrieve the relevant fact or method before answering. |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HCF and LCM of 24 and 36. Answer: HCF 12; LCM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No, 221 = 13 x 17..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8 x 6 - 4 x 2 = 40. Other correct expressions are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No, 221 = 13 x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No, 221 = 13 x 17. | Brackets change the order. The result may increase, decrease or stay the same.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283C958-C34F-4322-B774-0D11321545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51DE8B-468C-4FC5-BFDA-E0A8D71D802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591386-78F7-45C7-B73C-83894F90B96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2C634C-3942-4CFF-A955-6B2ECD4CCE9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9EC616-9708-42F3-86D0-2CD1B63D1BC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381BF60-F71E-4DAA-95EB-9A78107080F0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886AF2-7B72-4CE1-805D-7BC0AA774A4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9125D1-7860-492D-ADF5-96FECA1EFE3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A156D-715C-4E8B-8149-04B0C601747B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D60B0B-E1D3-4A41-8256-909AA4808DE4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0F0634-0F32-483D-9C1F-4C7917B6829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44033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DE6A044-02BF-4F69-A714-6CC26EE6D3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B36008-8569-406B-8CC6-4422044A53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922719-5412-4495-9A3D-AE8EF4AD9A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1B8730-8E6E-491A-910F-EDFA78676C8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ADD5E-ACCE-4607-9545-549821E4338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4CFFB1-9762-4B41-9820-3994300B376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DEA4E1-B45E-48AC-8159-DDD5ED72D9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B59545-60CE-4328-8651-A618E1DF7C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DB54C9-7E02-495F-8553-0C81ED6C466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0A5C663-BB23-4AC5-9E8D-74A12E110C1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0EB0F3A-A80F-4217-90D5-A4ED67B24D3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D8CB26-DC55-4A4A-9065-4CAE2E5E6BF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B1D357-596E-4C47-B3BE-105877F291F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7F7E39-6091-456B-8B13-9B5F15E06BE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89CF0C-5E51-4072-A1B3-F1C019079CF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D8404B-481A-4AE3-B638-BD1D0A637F2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F74E02-0C3F-40A1-9D0D-4C6168FC501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98AECD-514B-4E65-B36A-851FD56062C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8269868-5C14-4DAA-ADEE-F2D04AA81A1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323B9B-B673-4502-896C-6D2D622CE25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43CA9DF-6E3D-4BD8-A1F6-D17423B2E93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HCF and LCM of 24 and 36.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560CAD-CA12-4B4E-887B-313E03991BD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6339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20F3D5A-0DF0-41E5-9ACC-D906E919F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B81578-7B44-4526-853B-3625A2CE29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719183-9E52-4A7A-9E7A-7C7A097436C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7F9E4-E696-4274-B488-5074C94A1E7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B3C8F0-32F4-444F-B95A-0A772E5B5BF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82BE8E-EA8A-4890-8EC4-6C035D39B73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0CB63D-4BD3-4E4F-82A4-22CD25AA3C4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2E3EC-8E71-480A-BA09-2F423EDB200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93D432-5CE9-449B-86F7-892A6CA031C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63B2FA-5B85-49BB-905E-FE89A7F2646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FCF4EC-2880-4DE8-B388-A877F3944ADF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87E3EA-3575-4042-B3C6-83C0DC0D95A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E1238B-91B4-49E4-80CB-EBA71781194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448C7B-4441-458D-A111-69CE57FFECA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ECC705-F215-4228-8B98-31BE33272485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465639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5CB9DE6-5DCF-4C03-84FA-5894D6F8A9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6A8091-5A95-4E62-AA9B-D4D0CDCD074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E345DD2-8AA0-408E-BE57-88EF37A0D0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96C260-6BE3-4E84-983C-424B1A86F3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45CC1-A7FE-4A57-9829-14E3AC7058A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1E9E1F-BE7A-45C3-9A15-F17F84A395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9EFC70-9777-4D84-B535-5B117F4943F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F25F92-B98B-437C-A649-153C47F901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F5E3D3-413B-4F3A-9182-67F16DDBD7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859550-14C7-4767-A570-F6C2F6BF44FB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and LCM of 24 and 36.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66BA33-1161-4407-8008-CFAB6805D5C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ED6FF0-A856-4984-ACAD-D7DB751C369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92A5CC-CA95-4C2D-A65D-E72F716898F0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5D7097-D409-444B-9903-572FC0A8F68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8ED4CA-DF7C-42AD-85B4-20E39B73B3A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881FB86-5B2E-432C-B51B-59ED1309812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79D12F-0DFD-42F3-AC25-079FBEEBC54E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0F094B-B3FD-49D9-8B2A-026B1E1A032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B4CA0C-F745-434F-932D-2FB1010C014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707B199-55EF-423C-8DE6-D5A049D82D6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0741FA-2CA7-4461-9678-2E193D6C10C1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6AE0B8-8049-46F3-8A1E-42F4E1629E3C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075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BAF16BE-365C-453F-8FE8-BAE09C4E1D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12B2C7-4C50-4E15-A0EF-4DB8FC38E3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D3AEE37-4AA3-4CA0-81C5-A2102F80F1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D779CA-0E39-4C8A-9E58-38F0A72DB9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AE0A66-432C-499A-89B5-E7B8C221D26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DC0FD7-295D-4687-A064-FA9A508879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3E4485-29C0-4ACE-AE4E-73BA92EE24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3E7102-97AC-4C72-8474-B035CA0D63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1C5CE-BC7D-415E-B8D1-9113631E87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9B63E1-9176-411B-8D8C-71659EC922B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0E526D-BAF8-4685-8167-66595CC57CC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HCF 12; LCM 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D55051-6483-46AA-8C10-F9110EFFC54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09AE81-C30E-435F-8B12-D5D50FAEC331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CD2BA7-F5F1-488E-A161-C832FC802026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0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6664B72-889D-4164-A3E6-BB150029E6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4330FF-311F-46CA-ADCA-8C0AB8DEF6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EB5DFF3-34E4-4A17-BD0D-4399EE16A1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66E551-5F61-4D99-909F-3848A7740E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070FC5-5137-4CC8-9928-EAE7B64CE55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54945-2A4F-43B0-9F11-6D4C62D6D93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6B2EE8-4719-4BBA-A75E-B905CD28EB9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463737-B5A6-4FA9-B420-B9B26B0421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3A91F2-6A9C-4C79-A21F-3139708381E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8A64E0-A914-4844-A772-7D55FF0C83CA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9690D9-B5F2-40C0-93F0-197BB91CA6B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644A77-171C-4906-A854-C15007F8D608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35C516-A743-4DF7-85FA-F6DA90C7FE5C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971634-B38E-49AF-BE20-63818107160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402E91-53AF-430B-BF04-DE9EFE168713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9997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C89A61-03A5-4D9E-B739-940EBC72F5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E04566-55E6-46FE-A4AE-5F0A4EA22C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7261AC3-B6C8-4C95-9474-CFE7BFF6CF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5FA8CC-8041-436F-89A7-8723D96652F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E6FFF7-1185-419F-90B2-7049ECEE69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D83048-A833-4AF3-9EE4-A9A8A5D840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C0A66-DB1B-4CE6-9E58-36E81FC5DDB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27327F-AC06-4633-8135-5BAE7772A4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CFCF42-E6AD-4633-9E1A-0EC9113DEF7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90B7A3B-B5B0-4409-B53C-84B3A7B35023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E68636-A93E-481F-B59B-E142EBACCBD9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brackets always make an expression larger.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9B1C29-16F8-488F-8219-7CA68524AE3C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96470F-8720-4EAD-AA8D-CB56D527039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623F88-79F1-4CFF-BB7B-0415691704FD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change the order. The result may increase, decrease or stay the same.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8291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3202FB4-76EC-436B-BC3D-1F336A6159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0FC5A8-3BB1-4624-A259-12E9275920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A469560-667D-47A0-A6D8-A027F998A4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82DE98-8B65-43C3-9E10-BC12FEB871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9A1A7F-78BB-43B4-9DFE-9421C45FF9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BA45F4-912D-4E49-8FBD-9EB8E24F4D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FB4D64-D5F7-475B-98E4-EEDB64A655D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BACBE8-B676-423F-BBE9-EA3F9CAF24A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D89D69-0518-450E-8842-72FB01C8BAE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D14D42-6F08-4397-98E3-3CEE8C923E9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998A24-B18E-421E-804B-58042A6FE7E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328FE2-148D-4A30-BD8E-9CADD6171FF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CB2F39-55B5-4CE0-8C82-75D70F5E3AB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2E3FD1-F866-4EE6-B378-5FA70E41348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AFD51FC-2F09-4BC1-87F3-2FC97A4E268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950E87-4867-4934-9E53-220DC01D33D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7EC2C8-1968-4954-81C6-1B8CCF5A4BE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1AB930D-91D3-453D-B2D0-2033D1A3D09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4101A34-5CD4-4645-B91C-D81F253F678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7608E8-AC07-463C-A083-F44287DE130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53F984-A467-4463-815D-E171B198D01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84EE65-06D2-4BDB-9525-17A49BF0E0B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37297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DC21EE0-43B3-4B1F-A8A2-D1BDF2FDEB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2F85B6-1A3B-4688-9680-AC392F2555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2E07F8-E7B3-40C9-B431-9C8F2AFE78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DFB782-7612-49A9-BC2F-5FDBAE6861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776817-CEAA-4D40-BBAA-976C737C853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D3E3D4-2FBC-4432-96F6-423AE8F9CC5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D6DCED-747C-4EAF-917E-222EC6123C8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FF84A6-FD09-44BB-B1C0-3E3BEAB14D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2B3D44-ADC7-483E-B848-787BEE6ABF7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C2B2F29-BE8D-4D9D-80D6-FC56C5DE6DC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FEED48-DED6-4B65-8095-1E49E051A19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2CDFCE-4E63-4F87-A40A-2E055D61FE1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551E1D-C693-4EE1-9146-A332D8036C2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1E2219-BB13-4E72-95AC-63F06E0DF92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543A206-2163-40AA-964D-6571CA52323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B05D0F-E736-4F2A-9F1A-2B2913751F7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8651AC-41D9-4873-99CE-6D0D74C86B8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7AE8C08-9E1A-4F16-BF3E-40291386E0A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AF4D253-57EA-4F96-9191-BAAD678C1C9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889E7B-0549-468B-BA18-CE0E258E408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625B55-A888-44AD-A8AE-045097270DE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250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D1D5FAE-A076-49E9-9C85-38E380B39A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CA672B-67E1-4656-8935-B5D4EFFBA4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425346-31F6-487D-B661-CDC853351F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7B8B88-98EB-434F-BB13-BF63302E2DB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C2FFF7-17DF-4BA0-AAED-B6782D0857A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3CA0BC-7A78-4522-98EA-ABABCCF462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FBAB54-7A02-4B6D-BEA4-1CBD961920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26A898-9AEE-4F1F-B756-EF8BC4E79FA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7B25C0-2CD2-4145-B946-65E9D81753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E98E50-E72A-4EC7-BC11-A6116C243A1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and operations between 8, 6, 4 and 2 to make 40.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8C378C-5427-4AE6-925F-F4797E5EF9FA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1C2576-A016-4323-958B-C023B83F064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725A9A-387E-4AEC-824B-434E8D62F17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 x 6 - 4 x 2 = 40. Other correct expressions are acceptable.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536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0C9CC57-AAD2-4EE5-A35B-DB6E6C61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BF6E42-7673-43A1-9BEF-7C805F5AE1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2374B3-0691-4810-A445-974611860A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D4A2A1-3B2A-4D3C-8EB9-6549C0FECF7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8176BE-2251-4842-A4EA-E337B73838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FEF46B-70B6-49E6-AA2B-040F63929C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209870-DF24-4958-917D-B93D4771F72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5EAA33-A978-4A70-95EC-9863679F5F6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231A74-29D1-4392-81E3-657668E6FAE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C56F02-7C6F-4E5B-AD4A-1EA94A5C17F9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B6E609-5299-41C4-81F0-A295C332BA46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4F58F5-DEBE-4CFC-8233-3CFA1C8C19C6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9EB1F2-7EDC-44A8-B61E-A4F074C0AB4B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9C8CEE-B8F2-48D6-82B6-9DDEF3042823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E237884-3EB3-44FE-AC39-3720A9734535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7DFB33-87EC-41CB-BBD4-104D92131F56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No, 221 = 13 x 17.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95A61A-15AF-4A8D-9D02-EDF692CDB831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AEFC50-9D50-489E-B910-3A9C8D7C04F6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40124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9B32FB-D629-45CA-9A37-4F4D1734AC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7F4F37-5F52-41E1-B383-E47F41946F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09F5284-87F3-4F45-8FCE-6A29C6A0CA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3F5A40-D8CC-4925-B1F4-DA5B8970976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02BB0E-6C39-4BEE-A43E-5FEB8FBBBA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0D8A3B-D381-4FC8-B2A1-F46A5BA1EEB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D2B801-4BF4-4CF3-B6E6-771891646D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171760-7A81-47AF-9CA7-A8A6447004F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E75FB9-153F-4B8F-9682-F042D4206FA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A53579-9C8A-49C3-A561-FF1AEFA34ED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6C4EF7A-0928-4C3C-8739-AAAEC0F04AA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6263CE-FDCD-4265-BA03-0C6FD429BBD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ACE4E8-0AEF-4B97-8ED0-552F920E1B8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4FF562-7C40-4D4E-B5C9-610FAD93C19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D5AC203-8D64-48FD-B1E6-B3AE980DCB5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A2A45B-57CA-48F4-8EA4-B9F1A090E78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0A0684-C255-410B-B565-E0166C1C769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brackets always make an expression larger.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2572C53-4977-4291-9114-CD3AB4F612B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AF283A-6506-4FAF-9B64-4797127D78F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508F85-71B0-42C7-9C25-980125A76EE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9B3CDEE-85CD-4D68-8F67-F2B4A95CCEE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D504F5-519D-48CD-9F74-A491F2507EF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55782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1196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2026-09-09T10:57:43Z</dcterms:created>
  <dcterms:modified xsi:type="dcterms:W3CDTF">2026-09-09T11:00:42Z</dcterms:modified>
</cp:coreProperties>
</file>