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70cfffddc5b498c" /><Relationship Type="http://schemas.openxmlformats.org/officeDocument/2006/relationships/extended-properties" Target="/docProps/app.xml" Id="R9db6b4c7b3104449" /><Relationship Type="http://schemas.openxmlformats.org/officeDocument/2006/relationships/officeDocument" Target="/ppt/presentation.xml" Id="Rd524879c398e4c3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2cf6e51936b48bf"/>
  </p:sldMasterIdLst>
  <p:notesMasterIdLst>
    <p:notesMasterId xmlns:r="http://schemas.openxmlformats.org/officeDocument/2006/relationships" r:id="R5e7d2d7ef9fd470d"/>
  </p:notesMasterIdLst>
  <p:sldIdLst>
    <p:sldId xmlns:r="http://schemas.openxmlformats.org/officeDocument/2006/relationships" id="256" r:id="R9984c6e5fc844951"/>
    <p:sldId xmlns:r="http://schemas.openxmlformats.org/officeDocument/2006/relationships" id="257" r:id="R0ff4309ae26d447a"/>
    <p:sldId xmlns:r="http://schemas.openxmlformats.org/officeDocument/2006/relationships" id="258" r:id="Re7e9087fdd79411c"/>
    <p:sldId xmlns:r="http://schemas.openxmlformats.org/officeDocument/2006/relationships" id="259" r:id="R455ff09e762f4ace"/>
    <p:sldId xmlns:r="http://schemas.openxmlformats.org/officeDocument/2006/relationships" id="260" r:id="Rb955be6fc7604b86"/>
    <p:sldId xmlns:r="http://schemas.openxmlformats.org/officeDocument/2006/relationships" id="261" r:id="R799aad5b086e4f7a"/>
    <p:sldId xmlns:r="http://schemas.openxmlformats.org/officeDocument/2006/relationships" id="262" r:id="R74162045592847da"/>
    <p:sldId xmlns:r="http://schemas.openxmlformats.org/officeDocument/2006/relationships" id="263" r:id="R0547e36580304a59"/>
    <p:sldId xmlns:r="http://schemas.openxmlformats.org/officeDocument/2006/relationships" id="264" r:id="R454224be6ceb4035"/>
    <p:sldId xmlns:r="http://schemas.openxmlformats.org/officeDocument/2006/relationships" id="265" r:id="R08ad5addc8c74bae"/>
    <p:sldId xmlns:r="http://schemas.openxmlformats.org/officeDocument/2006/relationships" id="266" r:id="R3e8f8fcfa6194897"/>
    <p:sldId xmlns:r="http://schemas.openxmlformats.org/officeDocument/2006/relationships" id="267" r:id="Rfc2feb94e204498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5525ea67404e78" /><Relationship Type="http://schemas.openxmlformats.org/officeDocument/2006/relationships/slideMaster" Target="/ppt/slideMasters/slideMaster1.xml" Id="R12cf6e51936b48bf" /><Relationship Type="http://schemas.openxmlformats.org/officeDocument/2006/relationships/notesMaster" Target="/ppt/notesMasters/notesMaster1.xml" Id="R5e7d2d7ef9fd470d" /><Relationship Type="http://schemas.openxmlformats.org/officeDocument/2006/relationships/presProps" Target="/ppt/presProps.xml" Id="R84927fe409d84aa9" /><Relationship Type="http://schemas.openxmlformats.org/officeDocument/2006/relationships/tableStyles" Target="/ppt/tableStyles.xml" Id="R83d66fd7f78641f1" /><Relationship Type="http://schemas.openxmlformats.org/officeDocument/2006/relationships/slide" Target="/ppt/slides/slide1.xml" Id="R9984c6e5fc844951" /><Relationship Type="http://schemas.openxmlformats.org/officeDocument/2006/relationships/slide" Target="/ppt/slides/slide2.xml" Id="R0ff4309ae26d447a" /><Relationship Type="http://schemas.openxmlformats.org/officeDocument/2006/relationships/slide" Target="/ppt/slides/slide3.xml" Id="Re7e9087fdd79411c" /><Relationship Type="http://schemas.openxmlformats.org/officeDocument/2006/relationships/slide" Target="/ppt/slides/slide4.xml" Id="R455ff09e762f4ace" /><Relationship Type="http://schemas.openxmlformats.org/officeDocument/2006/relationships/slide" Target="/ppt/slides/slide5.xml" Id="Rb955be6fc7604b86" /><Relationship Type="http://schemas.openxmlformats.org/officeDocument/2006/relationships/slide" Target="/ppt/slides/slide6.xml" Id="R799aad5b086e4f7a" /><Relationship Type="http://schemas.openxmlformats.org/officeDocument/2006/relationships/slide" Target="/ppt/slides/slide7.xml" Id="R74162045592847da" /><Relationship Type="http://schemas.openxmlformats.org/officeDocument/2006/relationships/slide" Target="/ppt/slides/slide8.xml" Id="R0547e36580304a59" /><Relationship Type="http://schemas.openxmlformats.org/officeDocument/2006/relationships/slide" Target="/ppt/slides/slide9.xml" Id="R454224be6ceb4035" /><Relationship Type="http://schemas.openxmlformats.org/officeDocument/2006/relationships/slide" Target="/ppt/slides/slide10.xml" Id="R08ad5addc8c74bae" /><Relationship Type="http://schemas.openxmlformats.org/officeDocument/2006/relationships/slide" Target="/ppt/slides/slide11.xml" Id="R3e8f8fcfa6194897" /><Relationship Type="http://schemas.openxmlformats.org/officeDocument/2006/relationships/slide" Target="/ppt/slides/slide12.xml" Id="Rfc2feb94e20449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a6bafacf4a1442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9fbcbc149d42dc" /><Relationship Type="http://schemas.openxmlformats.org/officeDocument/2006/relationships/notesMaster" Target="/ppt/notesMasters/notesMaster1.xml" Id="R1b1ddd61fa7244c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e307bdbd4094499" /><Relationship Type="http://schemas.openxmlformats.org/officeDocument/2006/relationships/notesMaster" Target="/ppt/notesMasters/notesMaster1.xml" Id="R2b0135721e7c42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902d52404194230" /><Relationship Type="http://schemas.openxmlformats.org/officeDocument/2006/relationships/notesMaster" Target="/ppt/notesMasters/notesMaster1.xml" Id="Ra40e7856e5fc40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f7aa52394f34f20" /><Relationship Type="http://schemas.openxmlformats.org/officeDocument/2006/relationships/notesMaster" Target="/ppt/notesMasters/notesMaster1.xml" Id="Rd0a60399df504bc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2f3b909eade4a74" /><Relationship Type="http://schemas.openxmlformats.org/officeDocument/2006/relationships/notesMaster" Target="/ppt/notesMasters/notesMaster1.xml" Id="R944cb0dd88a442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80a50860481432d" /><Relationship Type="http://schemas.openxmlformats.org/officeDocument/2006/relationships/notesMaster" Target="/ppt/notesMasters/notesMaster1.xml" Id="R0988dedb4b154d9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8bce457985445bd" /><Relationship Type="http://schemas.openxmlformats.org/officeDocument/2006/relationships/notesMaster" Target="/ppt/notesMasters/notesMaster1.xml" Id="R032a43eb643c498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af90161098144f4" /><Relationship Type="http://schemas.openxmlformats.org/officeDocument/2006/relationships/notesMaster" Target="/ppt/notesMasters/notesMaster1.xml" Id="R91d7d19618f84d9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e4bb9777e574cd5" /><Relationship Type="http://schemas.openxmlformats.org/officeDocument/2006/relationships/notesMaster" Target="/ppt/notesMasters/notesMaster1.xml" Id="R587d2cc10bf04e8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6e1439311854d60" /><Relationship Type="http://schemas.openxmlformats.org/officeDocument/2006/relationships/notesMaster" Target="/ppt/notesMasters/notesMaster1.xml" Id="Rad9d58189f06409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730e3bcea844041" /><Relationship Type="http://schemas.openxmlformats.org/officeDocument/2006/relationships/notesMaster" Target="/ppt/notesMasters/notesMaster1.xml" Id="R8b440146932a4b7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f0b591e8195469e" /><Relationship Type="http://schemas.openxmlformats.org/officeDocument/2006/relationships/notesMaster" Target="/ppt/notesMasters/notesMaster1.xml" Id="Rba74f0ea52fe48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assessment questions, number lines, multiplication grid, reflection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34. | Retrieve the relevant fact or method before answering. | Brackets change the order. The result may increase, decrease or stay the same.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retrieve, explain, justify, method,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HCF 12; LCM 72.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Brackets change the order. The result may increase, decrease or stay the same.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34..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No, 221 = 13 x 17..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8 x 6 - 4 x 2 = 40. Other correct expressions are acceptable.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No, 221 = 13 x 17.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No, 221 = 13 x 17. | Brackets change the order. The result may increase, decrease or stay the same.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ea0d44f754486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972fbc037544de5" /><Relationship Type="http://schemas.openxmlformats.org/officeDocument/2006/relationships/slideLayout" Target="/ppt/slideLayouts/slideLayout1.xml" Id="Rfeb4483ff66d441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eb4483ff66d441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4e31fb156443ee" /><Relationship Type="http://schemas.openxmlformats.org/officeDocument/2006/relationships/notesSlide" Target="/ppt/notesSlides/notesSlide1.xml" Id="R910c6c0edc4148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47ba4575ac4f11" /><Relationship Type="http://schemas.openxmlformats.org/officeDocument/2006/relationships/notesSlide" Target="/ppt/notesSlides/notesSlide2.xml" Id="Rad9207dfa8924d6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04e0d97b3f48ed" /><Relationship Type="http://schemas.openxmlformats.org/officeDocument/2006/relationships/notesSlide" Target="/ppt/notesSlides/notesSlide3.xml" Id="R092c05f3b8b84f5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505fa70dbe4202" /><Relationship Type="http://schemas.openxmlformats.org/officeDocument/2006/relationships/notesSlide" Target="/ppt/notesSlides/notesSlide4.xml" Id="Ra9f2fedf20ac414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b3862049524cea" /><Relationship Type="http://schemas.openxmlformats.org/officeDocument/2006/relationships/notesSlide" Target="/ppt/notesSlides/notesSlide5.xml" Id="Rc79d5b158e774b4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fa9b7a7b8d48bb" /><Relationship Type="http://schemas.openxmlformats.org/officeDocument/2006/relationships/notesSlide" Target="/ppt/notesSlides/notesSlide6.xml" Id="R389e22abebf9408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d0d86c69044911" /><Relationship Type="http://schemas.openxmlformats.org/officeDocument/2006/relationships/image" Target="/ppt/media/image.png" Id="R39a1ce4d0b3848b3" /><Relationship Type="http://schemas.openxmlformats.org/officeDocument/2006/relationships/notesSlide" Target="/ppt/notesSlides/notesSlide7.xml" Id="Rc4e56c32fdd94da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6ef2ef5d974cf4" /><Relationship Type="http://schemas.openxmlformats.org/officeDocument/2006/relationships/notesSlide" Target="/ppt/notesSlides/notesSlide8.xml" Id="R45f61fec698d46f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e3872d88854664" /><Relationship Type="http://schemas.openxmlformats.org/officeDocument/2006/relationships/notesSlide" Target="/ppt/notesSlides/notesSlide9.xml" Id="R4f1a62dffe10405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1256eed66b459e" /><Relationship Type="http://schemas.openxmlformats.org/officeDocument/2006/relationships/notesSlide" Target="/ppt/notesSlides/notesSlide10.xml" Id="R606d053dc26f487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1aa8ee70ea4f8c" /><Relationship Type="http://schemas.openxmlformats.org/officeDocument/2006/relationships/notesSlide" Target="/ppt/notesSlides/notesSlide11.xml" Id="R21c6d79e83834c0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3ce8247dee49ed" /><Relationship Type="http://schemas.openxmlformats.org/officeDocument/2006/relationships/notesSlide" Target="/ppt/notesSlides/notesSlide12.xml" Id="Rb6604961e89242e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901A2B-8361-4504-9184-AEE4900E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FB2BE3-A933-46D6-8C86-F665FA2F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23D194-AFA2-4FF4-B14C-E0332FB1E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6A947D-38C3-4D40-B404-0C13EA2D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EC05AF-2B50-4335-BC8D-453FE44DE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554513-C939-4E59-A74F-AECBF92C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D129B5-0419-4282-9228-D5C6BB57F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F5CCEF-E1DF-404E-B114-167A3C82D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number properties and the order of operations.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5AC206-5196-4072-B73E-0E853B6D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DBD9DB-3A5D-45E3-B1AB-3273A2C52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D062A0-3312-4696-B7C6-EBBD125AD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8860653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F62DB5-1B58-46A9-BCB6-5B567BF70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B2D51E-DC16-4DD3-A08A-AA99E6BBB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0D2AF3-B8CE-46C9-9319-73A567CF1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C5B7CE-AAD3-4A81-B98D-9D74FEE96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B1312F-6387-45D4-A0AD-2DBB99F3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557AC8-ED5D-45FC-BEF4-CE755CB4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C65AAB-6503-4315-9486-CDC8BDC09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3222B4-D9F6-4DD5-AD2A-E4E802071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E6F665-2932-4358-8635-1159E2DCA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05AE3A-00BC-4C44-94C5-6210F9D2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690D46-B0C8-4A7B-8335-439C5D50B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6873BF-647E-41E9-A7D4-A79EAABA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50E34A-E85F-4FBE-8253-BD823A918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Autumn learning about place value, rounding, calculation, number properties and problem solving.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026C7A-6597-402D-81A6-F2FD8BC5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FCBD02-320F-4DDB-920A-D2F6D31F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2AD7E9-19F2-4A68-A7F4-EE1A6E19F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CF86E3-B4D0-4BEA-B348-9B116C3FA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100 - 6 x (8 + 3).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8A5162-1F4F-42D1-B591-1E47CD1B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C40128-6EAD-40A2-99B3-C28052E22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067F0B-BD3A-46D6-8D69-8FFC1EC0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648581-1068-4F53-9394-507ECCE52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HCF and LCM of 24 and 36.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1004AC-1F87-48D5-8B2A-A0A01523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54820749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916A17-67A0-43F8-B4BF-5104B9A6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E68F3-DDDD-4D5B-BB53-BF85E974F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DDB94D-3C7D-41BE-AD35-A326D91A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8A8370-3EC8-48A9-820D-55A484D1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E7F6E0-B801-4C69-823F-358EFF07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9B8276-C769-4CD9-8FD1-60A537EFE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CA271F-C7E9-4011-A005-0B2DF6701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199413-02CB-432A-930C-F6CAB5FE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395D4B-FD46-43E2-8CBA-7B83C41D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5F3DCB-2F6B-4FFD-BF6F-0D9438ACB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number properties and the order of operations.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CA4D43-C121-43E1-91CA-F698119F8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D0A43B-507E-495E-B380-43273C39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 or method before answering.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7473C4-7E60-43F1-BA7C-0805EA82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clear calculation or representation and explain the decision.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B8E12F-63B5-45DA-98EA-2E5E5435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result, identify any misconception and record the next step.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82ED5B-1F84-4270-A8AF-83265FCE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explain  |  justify  |  method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19438953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4D0DBF-600B-45A6-9D71-71B9F4D49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7A11D7-DC6A-4BAF-9A0D-6C019F5D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C79E0B-778B-42E9-A55A-96A3EBBEF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2DB49B-0254-403C-A6D4-47837EF0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F1C1AD-DFCA-4083-9E61-66C08FBF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6DFAD8-D84D-43DA-9609-B28574BC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3B967F-3BD0-4C36-9DF0-59F1BFB0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84B3B5-E09A-4D67-9501-9685A649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1E9BE3-2DA4-4093-94DD-EBB706AD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37189E-1CD2-40F0-8FF4-41AFB9AF9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and LCM of 24 and 36.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F05EE7-8147-4BEC-8798-E0D35E9B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A263DB-6842-42DA-9A00-679A97D64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5009B5-70BF-477E-B51C-9684ECF1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Retrieve the relevant fact or method before answering.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2C0E94-6983-4BBA-8F20-45ED3BEA9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8715A1-4451-4C4A-BBFB-A6D7CCA0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2050B4-3C54-4BB1-AE21-43960B236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Show a clear calculation or representation and explain the decision.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1832B6-5558-455A-AF2B-34807014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55015F-9D15-4195-B7D4-17512A90F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9C3ADA-D161-44D6-B29A-BF1FE23CF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HCF 12; LCM 72.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B18CA7-7A39-4C7B-9021-04650C16F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A16EBF-942E-482D-9C59-D2350811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2AB356-5C36-4EA5-AEA2-9BBE885EB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result, identify any misconception and record the next step.</a:t>
            </a:r>
          </a:p>
        </p:txBody>
      </p:sp>
    </p:spTree>
    <p:extLst>
      <p:ext uri="{BB962C8B-B14F-4D97-AF65-F5344CB8AC3E}">
        <p14:creationId xmlns:p14="http://schemas.microsoft.com/office/powerpoint/2010/main" val="9287059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540B47-4392-4619-B4DE-4D9161236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678E16-386F-4CC7-9D34-7E51207E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838A76-B767-4E06-806E-50361A213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D888FA-5F46-447C-B792-022A50BAD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509EF6-AB5C-4C5E-91E6-23DA0E8D9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2D8533-0312-412B-8DD7-AEDEE372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85AD18-3AD6-4083-B8E6-908B9E8C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B7A8A5-58F3-47E4-A58A-4FEE0DB47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82905B-E945-4674-BB30-1CB41FE1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45BB62-535F-423F-9626-360B8C544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15D47E-0962-4D2B-A56F-4C2BDE1A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HCF 12; LCM 72.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B11A38-1DC5-419C-85C9-38E4BB4FE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3E1153-B1AE-4A93-A1F1-2A4803E6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result, identify any misconception and record the next step.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88D3F6-93DB-4A93-9447-FD10CBA1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5355442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5CB06F-746A-45D3-B86F-DBB5D36B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8671FC-E1DE-45FB-B19E-A9CDF18BE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D17455-C729-4D58-82A4-2AE5D2EB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4C5AD-2BC5-4859-8BFE-87113109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576F1E-D386-4CCB-A4B0-514D49DA7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398E3C-2DD8-403D-B87F-39235F7C4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291291-552E-44B4-9574-B6901967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D12704-C8DD-475F-8285-55D1F84C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D91E09-0770-4509-825D-A244C8471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FE3C27-5C12-4D6D-878C-F8C35C947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100 - 6 x (8 + 3).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B4635F-3DE5-4A9F-B14D-D03B48643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4A043F-DDF6-404C-82FE-0986C7EE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AAA036-E70D-4E56-8D8D-C094FEBD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FD1A09-0A4C-4740-BA8D-A78FA61A5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863CE6-5508-4CD3-8C38-743EA5E2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34.</a:t>
            </a:r>
          </a:p>
        </p:txBody>
      </p:sp>
    </p:spTree>
    <p:extLst>
      <p:ext uri="{BB962C8B-B14F-4D97-AF65-F5344CB8AC3E}">
        <p14:creationId xmlns:p14="http://schemas.microsoft.com/office/powerpoint/2010/main" val="192797739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EB0FF2-C0F9-4290-B969-2C8E1C74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454F01-68A1-4DF5-83E7-4308FD8DD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0ACB0C-C749-4AB6-88C1-3D6B54AF8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65404C-340A-4227-B729-A66062B2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1BF89D-5A1E-4658-B1C9-ABEE8F341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901F62-940B-4E3E-9A3C-75E21236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F7BF61-D46C-4BC9-ABEE-04C5E99A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DAAEAD-EB97-46D4-BF7D-623402976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9A4D3F-2B83-4E67-AB97-1D880AFB5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a1ce4d0b3848b3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295836-496D-4468-89DA-4451092B3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01A6E4-6151-442D-8109-BE29A7D21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assumes brackets always make an expression larger.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F75DA0-8B0E-4285-9250-2643CF08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0309D2-56F7-41A7-AD99-DC713C87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88950F-115C-40C6-B116-19DCD06B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Brackets change the order. The result may increase, decrease or stay the same.</a:t>
            </a:r>
          </a:p>
        </p:txBody>
      </p:sp>
    </p:spTree>
    <p:extLst>
      <p:ext uri="{BB962C8B-B14F-4D97-AF65-F5344CB8AC3E}">
        <p14:creationId xmlns:p14="http://schemas.microsoft.com/office/powerpoint/2010/main" val="8016097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D6EDF9-D611-44CA-BDAC-42B6F1F6E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1D0096-CAD5-4BF2-9F5F-61979368B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4A5152-4468-45F6-9B05-BDCB62F5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15A9B8-11C1-4B3C-AAD5-12E2FBAA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50556-AF36-4AB5-8B68-581F7865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607B1D-7B24-46B3-9F2F-A90DFCEF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DE0942-967D-4D13-82F4-968565C8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FCC1D9-8096-4352-9373-7BDC8344B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CEC467-C671-4492-987E-9956484F3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922AFB-D407-4164-B306-3C56427DB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711C63-C29D-4BC1-B837-C3192321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436A8A-772F-4E76-A4F3-A20745CD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6377CE-1AE5-435F-A0E5-B3EA28A8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100 - 6 x (8 + 3).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C820E1-9B7F-4729-B9FD-B4AF9DC2B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8EE81A-D0E0-4E3D-9B59-0E0B8125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E38D56-8E67-4F4C-903C-146BF75A4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C70E77-6D16-4F5C-B828-20AD1ABE6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2EFE9C-B5B1-4CDF-B1BB-0B3AE0222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FF0396-B3BF-4682-8A2D-086C442FD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E2BCF1-C602-4F46-8E87-2FE1C65B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F8E07B-DF20-4418-9080-583F02B8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4A4510-5D0D-418C-8FC4-74CD7D5B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9194671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C851AC-343D-48D7-8ABF-B93977A55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38DA9D-24B8-425E-80D5-B1C64E78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DCF154-8356-4B3A-B218-7189B6DAB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B41408-CF83-4762-B217-6390D4ED6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6D240B-1D1F-4E70-8B18-9292C47A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6D3728-0618-4055-8591-5DD33EF7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875A52-71CC-49B3-94FE-BEB6E933D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03B9E7-318A-44D5-BDD3-8DA2A91D5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B4192F-3FDF-4DE5-B500-C296366AA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367718-BCD5-40C8-8992-B8F094A0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F3BBCC-381F-434A-B5D3-240EB58A4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FA9C02-0C68-4132-A95A-7E8CD1F2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95D766-37D3-4591-9458-436B8EEE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221 prime?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7F3139-1CDC-47AE-AE91-EA2C0B3B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0B98BE-3745-4798-9E25-99591E574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E3152E-9E7A-42A7-B4F5-167B29B27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19E343-29C8-49CB-BBC6-3B62CACF1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47D5C8-E806-41B1-BA67-133C6623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B58309-F0F1-40A3-946E-969C3579A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CF4A-DB76-40B5-B3C6-ABA82C1ED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A53685-97DB-4659-9CC0-FDAACF26F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5202196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043D67-2311-40EC-B55B-7F2F38FDA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390244-F0B2-4094-9AFB-C060E3804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3B670B-66F2-472E-8741-5F134DF8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562320-6E94-4A6A-B4B3-D090F961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554487-F1E7-42CF-9DE0-EC79B52C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EBA0EE-4C29-40E0-81A7-73B1963DA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C7DBC-9307-4AEC-A627-F531C783B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5DE87C-DC57-42B4-A4FB-1842F1ADA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DF84F0-E365-445F-B2E0-78FEABE7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7C0B49-FC09-4185-AAED-530C0BF5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brackets and operations between 8, 6, 4 and 2 to make 40.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75A873-F813-4450-BF55-AF990439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2AD590-9B3E-4FEB-B237-9AF11ACA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F89919-8E0B-439A-AD3E-6397E8567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8 x 6 - 4 x 2 = 40. Other correct expressions are acceptable.</a:t>
            </a:r>
          </a:p>
        </p:txBody>
      </p:sp>
    </p:spTree>
    <p:extLst>
      <p:ext uri="{BB962C8B-B14F-4D97-AF65-F5344CB8AC3E}">
        <p14:creationId xmlns:p14="http://schemas.microsoft.com/office/powerpoint/2010/main" val="17021307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0C4A74-39E9-47A3-84D9-FE91C15E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FD5246-46B7-4799-8ED9-9169CAB02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EFA91C-601A-4A2E-8C1E-6315094A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B2B798-CAA3-49C3-B7BC-F1C1FB2FF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4AE031-6E97-41AA-A8F6-DD8365AF1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119CF0-86EA-4FFC-9074-D270E149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CCCC5F-0E78-4D78-B960-92AF26C6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F66887-3519-4CE3-AFAB-01632D00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70C15F-BADB-4585-A574-203A3D2CB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292AAE-8924-4919-ADDB-14F728AAE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51103A-FC58-46E6-9CE1-AEF13BAB0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8197DD-7D4C-427A-892B-D80EE5B7C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221 prime?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1F53F1-D695-4C34-BC27-E51C8CA8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1CFF57-724F-45BE-AF19-8DEB8E92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AA9D0E-2D87-4760-9807-35085C8BC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9CDC9E-933C-4F8C-8DB0-580AA5086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No, 221 = 13 x 17.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AF40A2-994F-4303-ABAB-59105FC0B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41BF73-1330-4DED-BF47-62CC04EAA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4930597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A617B1-15C7-4791-A4C6-9F530B735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6A6FE-F4B0-4028-B7AE-0B7C400DB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86F83A-9050-4149-BA91-6E8D1A9B0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E17272-6BB8-4C3A-BBB9-BAA82B11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A5018E-E08A-49D1-9859-B15CAEFE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61B171-A6F5-47D5-95F5-A2782A1C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17DC00-75BE-4275-AAC6-D7A48162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F33827-C3B5-4E1A-B581-A4AA9E65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C39A1D-FFFE-4853-8D5D-B448C07A3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5ED9C3-7582-4A27-9220-0A59EC6E8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489A67-7270-4B72-A77E-6CD8AFF9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134673-99D8-4258-8CE9-FC0450893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62BB22-369D-4F0D-9502-23681DDFB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221 prime?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95B26D-0FC4-4F39-99F2-9524E4F1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B59ED7-784D-4507-AA54-C124A923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B8EAF2-585B-4CD6-B0AE-3F0FC119A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8DCBD0-181C-4750-884D-307FD7D2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assumes brackets always make an expression larger.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BB7DF9-292B-48EA-9B0B-71A6587D0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F74DC3-B419-4461-A7E7-046872003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452BEF-523D-4A85-8AEB-C531633A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974400-3CD0-4CEB-9FEA-A75429C2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31F31E-E8CE-4268-8A52-D38C9B914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9532911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2026-09-09T20:45:58.8120000Z</dcterms:created>
  <dcterms:modified xsi:type="dcterms:W3CDTF">2026-09-09T20:45:58.8120000Z</dcterms:modified>
</coreProperties>
</file>