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Mini whiteboards, assessment questions, number lines, multiplication grid, reflection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45. | Retrieve the relevant fact or method before answering. | Mark each rounding place separately and reconsider the deciding digit each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retrieve, explain, justify, method, misconception, next step.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Order 6,908,210, 6,890,201 and 6,980,120, then round each to the nearest 100,000. Answer: Order: 6,890,201; 6,908,210; 6,980,120. Rounded: 6,900,000; 6,900,000; 7,000,000.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Mark each rounding place separately and reconsider the deciding digit each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45..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3,550,000 to 3,649,999..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Answers vary, for example 5,360,000.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Find the interval from -18 to 27. Expected: Give the range of whole numbers that round to 3,600,000 to the nearest 100,000. Higher: Create a seven-digit number that rounds down to 5,000,000 to the nearest million and up to 5,400,000 to the nearest 100,000.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3,550,000 to 3,649,999. | Mark each rounding place separately and reconsider the deciding digit each time.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E3CD4562-7B89-4F21-AB9D-6C6205FBB54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387E83F-B432-48C1-8440-0B0BC7B8C070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EE772F2-A867-4ADD-8920-47D194A0DADF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0958D28-FED0-45DA-A0D5-FC23E27E10DF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B74409-C1F1-4478-A684-0010F71A7BFA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10  |  Day 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25EFD4-B813-4F01-BD43-857186FEA58A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13E075C-8402-4787-B692-BE666D0366D2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E521DAD-C15A-496C-9C8A-62CA0C80AB3E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1DF07B-6085-4C9A-ACF6-973217F1948A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and apply place-value and rounding knowledge.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31057D7-6F5F-4033-9331-CBC16C0AA383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0562708-A2BF-4F35-9258-698E4EA51161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06AC8A3-BDF8-46D1-AC1F-0129F7C2F759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0273786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04CB096-8C57-4C98-AEBE-6E2A97E96C9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9D3D122-93E7-4C74-80D5-67C6943F7EF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BD11C90-0B64-4E87-8FE2-2BA03535526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7F0F173-A57B-420F-B8F6-64CE02A43B3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089761-C665-43E0-B2E2-749C8379EE1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C2214D-7FD7-40FD-8915-DAD8A829251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E3A725-2340-4E12-A7B2-BF187B646C6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C2A8D5-E067-4288-873B-1DCCD0F0EDB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BE8296-E1F1-496F-8341-7D781F17DFB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29928B-5E7A-4571-BFC9-F1CBC63F30F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A2B1B1B-5396-43E5-B41A-CA5C203CC7A1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C56FDA5-9FA1-4800-9D38-19533B93A62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5689463-4111-445B-A4DC-9C421553224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9119A3-DC4F-4C29-8840-40EA537DDF5F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Autumn learning about place value, rounding, calculation, number properties and problem solving.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58DB768-91EF-478E-927D-1D29A00B3A28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7BD55FD-B172-45AE-ABAB-8F946715902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B9430F5-9D93-44EF-9465-8B1EEAFBF36A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58A58A9-F8F3-4EA5-85C4-2D248507D1AE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interval from -18 to 27.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F825D80-F9D2-46EE-978C-578ADAFCDBA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9FCC53E-41BC-4D78-B92E-B6F4BAED291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6F8F10-23CF-4A24-AB60-CF0A674DB54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D8551F0-1D7D-4576-97F3-8D18284F2CB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Order 6,908,210, 6,890,201 and 6,980,120, then round each to the nearest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E688DBA-80C1-4259-A298-5A556D174DEE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628221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CB10DAD-2C0E-43A1-87C5-B2F5CBFF416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812305E-5293-4009-BCD9-492ACDBEC61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33B98F-128D-4A09-BC7B-19301252884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7224B7-A951-4298-8119-DD4336E8415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1E8C82-EB74-4A2E-AC6B-01773C5AF3C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30D960-8449-47C2-AD4F-CEC970E42AD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4C8F808-A60A-41FD-8A7F-C92F6F7EE08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40F95FC-2D8B-47C2-961F-0A874E562F8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BFB358-1052-44C1-81CA-66979B29DC4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B57A82-E30C-4BF4-89CF-0928AE7E6B5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DD823E-3040-47A6-AA18-23E609D267BD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and apply place-value and rounding knowledge.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559256F-493F-4B94-8A63-8E706336C8BF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F27FC24-D4AD-4BF4-82A0-0A905FB1D267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Retrieve the relevant fact or method before answering.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1BACB2-73A4-4475-BB4D-6FBD06BEEDDF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clear calculation or representation and explain the decision.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4707CA0-CC9A-4DD1-9C75-6238B1FF05E9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result, identify any misconception and record the next step.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77842B-FA4D-45AA-B0B1-27E49B94F98E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explain  |  justify  |  method  |  misconception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306782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7806F54-8C1E-478F-BCC3-42AC5ED5380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DFF95A-12A9-4BED-BF7D-2021F1797413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0F8D18-4E96-4351-BBBD-15E698F9A41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0938C5F-7106-44D7-BB1B-D2A4AC0620D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068D04-D655-4FD1-B970-ED1DF2BC672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490F7B-5A74-493A-AFDE-3537D4740B6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603B95-CC3F-4BF5-AF7C-254682B3E67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071D3D-2853-4892-9CDF-8BC31426A6F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38DF347-80B9-4F44-917D-1F68C570F42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2DA4F7-2772-45BA-B46C-B0D4B4DBCF4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2B9B6E-E7A4-47B0-8AF5-9DAA74B38661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6,908,210, 6,890,201 and 6,980,120, then round each to the nearest 100,000.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E7F1D11-984F-42D4-985D-431E2477092E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79B09FE-B995-458A-82D9-CB20B558CBF0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F0B8AA0-3CB1-4C7B-9183-3F23BC28EF06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C3DC7B8-547E-49FC-BD82-D5C55EB68242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the relevant fact or method before answering.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187922-184D-4E60-9D16-9A60E4D7B9D2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FADAA5D-A4F4-43A3-BE43-3128F862E710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282693-B44C-4BA1-A277-304ECEF28CF4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FF2ACF9-DC6B-456C-A436-3B61463F7451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a clear calculation or representation and explain the decision.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BAD07C5-0C95-4173-BE0E-94BD15D892CF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D86E884-7F5D-4EC8-AB20-42787191D013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2914E9D-5F4C-4C89-ADDB-AE1E922C3434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EB5759C-959A-41B0-9E88-D4AEE3591650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result, identify any misconception and record the next step.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72964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587B7AA-9482-457A-9BC8-CE38114E1F2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A9C7403-C277-4BAB-9310-0EBC4ACBDE0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A106F1F-AD8D-4954-9E56-21747A786AC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3D34A8D-CC42-460C-82D9-382481A472F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E161FFB-DA98-4535-A6AC-F88ADD60366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EB0161-9343-4826-994E-DADC04497D1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EA4008-4C67-4F83-B65F-5D030626AB6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24E0B32-AACE-4EB5-B956-8B181C1E3F0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734EC2-5F43-43F7-B4B5-AB9FB336C56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663D2DE-E3EB-4689-A0F7-B81464979C1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075B107-5ABE-4E19-A187-0A450EE85F09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02A3EA-5FFF-40F5-98D8-E75FBDF758D2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Order: 6,890,201; 6,908,210; 6,980,120. Rounded: 6,900,000; 6,900,000; 7,000,000.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6D11B3-B408-4E07-88C1-02E72947897D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51AEE08-AEED-42B7-8E34-370BAF40F0A0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result, identify any misconception and record the next step.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6A9C79D-A374-4D93-89F6-51BC9B27A671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5916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2920C58-D907-4898-A930-6BB8609D7C2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D97FEE-D116-43D3-82C1-35FF8D95A0B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D32DCE-49B4-41D7-A7E6-5DBDE2C9323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3C01B57-7046-473E-B834-EB8D18E6382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8DB9F9-E531-4F65-9D6F-4F883BA2A81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E5F72BD-5345-442B-BF33-DF5A1FCC33A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A4D1B5-9997-484F-A872-FD425C8A7D9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05E76C-77FC-4DD8-81FE-8685317D84D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01195A-235F-41FF-83C3-7DCAE918FDB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EF0DAF-5059-4431-A238-E13BC4DE6E3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A1FB5F-6646-45DA-8E4D-F0B46D362962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interval from -18 to 27.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E92203D-7A83-49B2-8E52-209AD21CA59A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366C7B-EB1F-4F83-92F7-65062BE7A3F8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0ED19B-8505-4E0D-A3F9-BC519E4E0BC7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9A7AAB8-F508-4032-B017-0D6117515A2A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43ED31-6A66-4B53-9D49-E2AD309A4AE3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45.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78492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1A0AC43-463F-4B43-959A-C9C29F8C07F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FCA001E-1691-4091-85DB-5347B589516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FA93779-DEC6-4396-BCE3-44720BF238C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2755FFA-32EA-4481-9151-52442055272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23DE4F-1D18-4A98-9B52-C65A9BF6376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869D3C-121F-4F59-B5CA-28E1BDFC479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078B47-E1B4-43B8-96FA-FB50F1B6ACF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D4F4F8-5015-494D-95B7-48C2DFD41E4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93B87E-D9E9-4C97-9F83-9909D868DC0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87324AC-648E-4719-871C-78D6D0F018D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83B3207-4093-4BDB-AC1D-181D8CCAE349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64BA361-4FA7-48F5-B71E-06C2A04323EC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applies one rounding rule to every requested place.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DFE719-00EA-4102-B72B-2C4CB2599422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332933E-8BDD-49AF-9F2D-54BD7E08CED7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DFD9A42-00D9-4593-B01A-5F814BFABF92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Mark each rounding place separately and reconsider the deciding digit each time.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96923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49229E8E-B6F9-4D26-9E74-817E4D17738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A8A1AD-41BC-4BFA-A2DC-621B4A9DD62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00417C-56C4-44B5-A1BC-523BCA24C6D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185469D-8B11-4A63-B54F-182562E489A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C3672F-FAD0-44CB-AD4B-B7A8BC62F99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A3C09A-1CE0-4386-9AAB-1BB0E1BC6F7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6EBD79-243F-4C86-B90E-6D1DC398EF9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4692C4-BC8B-4F54-B20A-2154A443A70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70D385-8B45-46C1-BB5A-667222BBCC6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B83F20-3513-40B1-85D8-D840F3DF41D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EADFBAB-18FE-4B01-808F-2E1201F6D9B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576EB95-387A-4CE5-B9B0-A7EF8A6A4C6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38DFB60-EAEC-4078-B723-5468B380EDE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8C8140A-C7E1-4471-A2B4-BA819640713F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interval from -18 to 27.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B479201-4CFB-499B-8C2F-FFD4B1A9785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B4DBEE5-2400-4679-8B4C-282CD4A84F2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BC24C9C-6A9D-420D-A574-9650E00CD395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5E3ED33-7D81-4C8B-9269-70F56CD5FF46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475D3A3-86F7-4AAC-A695-A9F948511C5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EDB5FA6-70F8-4A99-A570-493FC2B001E2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186A116-A150-45F3-8D50-DA8AF8F2815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D1D6715-31E8-4DCB-8EF3-E1837A674D7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45.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AC0419-FBF5-49FF-B6FF-68E1A6E8C0AF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177811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8A49BF1E-A854-4213-A478-F6B80563847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5A7150E-8C2B-46C1-9A21-0E1FA697738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0D5E5F-FD6F-4005-B4A5-129771BB93B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D7CB1CB-7AA9-4E7F-A564-DD8EA49CF59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8ABB042-9947-4889-A5F3-5290E86DCBC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326FEB-DAC7-4D39-BB5E-14A98B2343E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6ECAAF-8B1F-4A2B-94B3-726BCBEC626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869082-3B75-4C56-90CA-3C6E7333263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C908251-F334-43AC-A96B-9992E0FECAE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D3AAD3-4F92-408B-904B-334DB0571DC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A72752D-3BC5-4467-A8AE-7EDE86B5591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C1D69C-1652-459F-B10C-CD8C8848FD9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06AC2F-6DB1-4A14-BF7F-238626A5833D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20DFEF0-82D3-4748-9123-CC07568D05A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Give the range of whole numbers that round to 3,600,000 to the nearest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CB33F65-28DC-4F5B-973D-28CB9B61AC6B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F8FBEA8-32BB-4C15-8622-F9A2F58EDB3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5AA0399-EFC8-4783-83EE-1AFDB0994DE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2B5B109-5209-43EA-99FC-53563BCF3CA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D2DFF09-B4DF-4FDD-BFA3-D4903AA7B16B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7158A25-B44C-4AB4-8C79-F0255CC0B68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967040E-1DD5-4991-9B2C-DD26145B678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B142F6C-C967-4E99-880C-03B8DCB9CA8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0066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E8F898B-7953-4B72-8EE8-5823CA3B833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087F39-D616-4943-90F8-3E29D705691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34EC8B-CD68-4CAE-A120-3BCF61E8D1A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D7D4FB6-D3D8-4329-9FAF-AB1D5506D07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0ED729-0A13-433E-B129-1E6F8C25A11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B7C5AD-F780-4D8D-98B9-AA4FF2152C7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3F318B-57A0-4AE9-A6AE-8CCFC33FAB4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3586B8-693C-4372-915D-70A5C3863E3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94872A-B0F2-4A9E-827A-E005700C27D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8A5F1A-207C-45BA-822A-BA33AE59E05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0206F35-D158-4BDA-8B85-4C7A9D32E1D1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a seven-digit number that rounds down to 5,000,000 to the nearest million and up to 5,400,000 to the nearest 100,000.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255E50-D76D-4203-9D55-901FE64CA190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1D6578-89A1-4222-8581-2AFC2CA45F61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FABA08-FCC5-4934-A202-F71EF2AFD747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vary, for example 5,360,000.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332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08140DED-F43C-4B0D-B1E5-5FBA3993FC1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AA7AA4-3EF7-48BE-8B94-6072F74520DB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3019890-3FF9-4CFF-8404-AE7D596EAD0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6B24051-098C-4ABA-8869-FAF68150E29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F51ABC-49A4-4CA6-A613-F210616BACD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91DF9B-822B-42E8-942A-0CDE34009C7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9D122E-A9E6-45CD-BB99-59063868270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92934A-435E-4DD7-B2A1-A36DF5CDF63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82D83E0-9772-444E-828F-7A0ABB542AD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553FC-D2C1-466F-8B24-A9AB7F0321E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C184B6-6E76-4D72-8F33-D03472B8CC84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6F3A95D-D0D3-4511-BF2E-994C7708FF38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656E49-7A8E-4FED-AADA-4C77E60B855F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AE6281-F219-49FF-AB2A-55C725D800CD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352A5A1-B152-4252-8F34-0BE540153E30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DF5CF0F-9643-4F7B-A913-F3304CCE5C35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8858269-3561-4F0A-B6FF-B6D1C72CF4F9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C08DA2-BF76-4074-AB7B-1EE3A872C913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5267DFC-DDAA-47C1-B6F3-5B02B24969C2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05D8564-799F-4DBB-BC42-60FAA011CE50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E07BFC5-F217-4B83-9BD8-EF8D9EBE5DF9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02D6A7A-7FC4-4322-AE8D-1C8F852E8C9D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473DC85-6EEA-4671-8EAD-6D07A0DA8F22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569B046-7CDB-4FBC-9877-3C63CDC7499C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E542A42-8A2D-4839-A1CB-F5E8CF93A79D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1BEC717-DF1A-45AA-A1B0-4BA1B416CCF6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9957191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82BEA01-B32F-446E-AE89-82952A12A0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0ADC8B-B3CE-42C3-9F3B-1A497E28585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B50FC3-DC4D-431F-9F90-140D64F9E2A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DA94FF4-39CD-42A7-A210-F10017DFC44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D4F51B-C6A7-46BD-9625-83EE62E168A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729C381-F03D-4F20-9341-A7B6D601D66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720C2A-4589-4712-BFB7-0FBE0440406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41D810-D3D6-4E50-A473-7774B934436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BBC50E-FB83-47C8-AE37-C39409BCE45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F1302B-70CA-4099-AA8D-B1574381C14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place value and rounding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4A481FA-4C7D-41DD-A803-F453725FE1B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86466F5-6E69-4246-A05F-D2223D7D95A1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D1245B4-2361-4977-944C-72323AABCE22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BF9305F-BC61-4AEE-B267-4091F352B91A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Give the range of whole numbers that round to 3,600,000 to the nearest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1F00D21-1770-4608-9D75-4D82B615DBB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8D844ED-7615-4ABC-B86C-FAC18E826D1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1E7BC48-15D3-4F99-BC32-76DBA78A903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F97097-A872-4A39-BEED-732AB8E6987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applies one rounding rule to every requested place.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6D9078E-1F16-4284-A92F-5C3BE7CA0DE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2146C6F-CDDC-4BB0-A2C6-CDA8CB3E030E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2404EF-59CB-43D4-868A-D5BE4B480D90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A47112F-1ECC-4AD6-86AF-92E8E65B5395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FF53D7F-26DE-45A3-B21F-C597B0F4C9D1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80795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1400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2026-09-08T22:38:55Z</dcterms:created>
  <dcterms:modified xsi:type="dcterms:W3CDTF">2026-09-08T22:40:44Z</dcterms:modified>
</cp:coreProperties>
</file>