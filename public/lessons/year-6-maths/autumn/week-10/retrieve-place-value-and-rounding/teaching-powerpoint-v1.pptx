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9dae2cbab4864" /><Relationship Type="http://schemas.openxmlformats.org/officeDocument/2006/relationships/extended-properties" Target="/docProps/app.xml" Id="Rb51a0206d7c9460a" /><Relationship Type="http://schemas.openxmlformats.org/officeDocument/2006/relationships/officeDocument" Target="/ppt/presentation.xml" Id="R675f540aae41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76ba602ac44be"/>
  </p:sldMasterIdLst>
  <p:notesMasterIdLst>
    <p:notesMasterId xmlns:r="http://schemas.openxmlformats.org/officeDocument/2006/relationships" r:id="Rde525dcef9034175"/>
  </p:notesMasterIdLst>
  <p:sldIdLst>
    <p:sldId xmlns:r="http://schemas.openxmlformats.org/officeDocument/2006/relationships" id="256" r:id="R411834cdaf9144e9"/>
    <p:sldId xmlns:r="http://schemas.openxmlformats.org/officeDocument/2006/relationships" id="257" r:id="Rf699b4f894c34f6f"/>
    <p:sldId xmlns:r="http://schemas.openxmlformats.org/officeDocument/2006/relationships" id="258" r:id="Rbf76ba9be0244c84"/>
    <p:sldId xmlns:r="http://schemas.openxmlformats.org/officeDocument/2006/relationships" id="259" r:id="R00778438af90413f"/>
    <p:sldId xmlns:r="http://schemas.openxmlformats.org/officeDocument/2006/relationships" id="260" r:id="R0cd80c2e00b04142"/>
    <p:sldId xmlns:r="http://schemas.openxmlformats.org/officeDocument/2006/relationships" id="261" r:id="R152f5c0605d7479a"/>
    <p:sldId xmlns:r="http://schemas.openxmlformats.org/officeDocument/2006/relationships" id="262" r:id="R3b1951e2426a4855"/>
    <p:sldId xmlns:r="http://schemas.openxmlformats.org/officeDocument/2006/relationships" id="263" r:id="R7ad9ae2712e5414a"/>
    <p:sldId xmlns:r="http://schemas.openxmlformats.org/officeDocument/2006/relationships" id="264" r:id="R300aa3cc83404b24"/>
    <p:sldId xmlns:r="http://schemas.openxmlformats.org/officeDocument/2006/relationships" id="265" r:id="R5b3a1c42d9424648"/>
    <p:sldId xmlns:r="http://schemas.openxmlformats.org/officeDocument/2006/relationships" id="266" r:id="Rf8237b1d178d4f5d"/>
    <p:sldId xmlns:r="http://schemas.openxmlformats.org/officeDocument/2006/relationships" id="267" r:id="R6bbcf9282a07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bf05124ddd4bff" /><Relationship Type="http://schemas.openxmlformats.org/officeDocument/2006/relationships/slideMaster" Target="/ppt/slideMasters/slideMaster1.xml" Id="Ra5276ba602ac44be" /><Relationship Type="http://schemas.openxmlformats.org/officeDocument/2006/relationships/notesMaster" Target="/ppt/notesMasters/notesMaster1.xml" Id="Rde525dcef9034175" /><Relationship Type="http://schemas.openxmlformats.org/officeDocument/2006/relationships/presProps" Target="/ppt/presProps.xml" Id="R92085b8691ee47f1" /><Relationship Type="http://schemas.openxmlformats.org/officeDocument/2006/relationships/tableStyles" Target="/ppt/tableStyles.xml" Id="Rc3c30690aac84135" /><Relationship Type="http://schemas.openxmlformats.org/officeDocument/2006/relationships/slide" Target="/ppt/slides/slide1.xml" Id="R411834cdaf9144e9" /><Relationship Type="http://schemas.openxmlformats.org/officeDocument/2006/relationships/slide" Target="/ppt/slides/slide2.xml" Id="Rf699b4f894c34f6f" /><Relationship Type="http://schemas.openxmlformats.org/officeDocument/2006/relationships/slide" Target="/ppt/slides/slide3.xml" Id="Rbf76ba9be0244c84" /><Relationship Type="http://schemas.openxmlformats.org/officeDocument/2006/relationships/slide" Target="/ppt/slides/slide4.xml" Id="R00778438af90413f" /><Relationship Type="http://schemas.openxmlformats.org/officeDocument/2006/relationships/slide" Target="/ppt/slides/slide5.xml" Id="R0cd80c2e00b04142" /><Relationship Type="http://schemas.openxmlformats.org/officeDocument/2006/relationships/slide" Target="/ppt/slides/slide6.xml" Id="R152f5c0605d7479a" /><Relationship Type="http://schemas.openxmlformats.org/officeDocument/2006/relationships/slide" Target="/ppt/slides/slide7.xml" Id="R3b1951e2426a4855" /><Relationship Type="http://schemas.openxmlformats.org/officeDocument/2006/relationships/slide" Target="/ppt/slides/slide8.xml" Id="R7ad9ae2712e5414a" /><Relationship Type="http://schemas.openxmlformats.org/officeDocument/2006/relationships/slide" Target="/ppt/slides/slide9.xml" Id="R300aa3cc83404b24" /><Relationship Type="http://schemas.openxmlformats.org/officeDocument/2006/relationships/slide" Target="/ppt/slides/slide10.xml" Id="R5b3a1c42d9424648" /><Relationship Type="http://schemas.openxmlformats.org/officeDocument/2006/relationships/slide" Target="/ppt/slides/slide11.xml" Id="Rf8237b1d178d4f5d" /><Relationship Type="http://schemas.openxmlformats.org/officeDocument/2006/relationships/slide" Target="/ppt/slides/slide12.xml" Id="R6bbcf9282a07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14e52146b445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7ad7c23f44cfa" /><Relationship Type="http://schemas.openxmlformats.org/officeDocument/2006/relationships/notesMaster" Target="/ppt/notesMasters/notesMaster1.xml" Id="R696b4dc5a4884a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5cf19fae72450a" /><Relationship Type="http://schemas.openxmlformats.org/officeDocument/2006/relationships/notesMaster" Target="/ppt/notesMasters/notesMaster1.xml" Id="R2898e7555249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edb07e3a484fe4" /><Relationship Type="http://schemas.openxmlformats.org/officeDocument/2006/relationships/notesMaster" Target="/ppt/notesMasters/notesMaster1.xml" Id="R28d038efaee1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9ed2cc90541af" /><Relationship Type="http://schemas.openxmlformats.org/officeDocument/2006/relationships/notesMaster" Target="/ppt/notesMasters/notesMaster1.xml" Id="Rbde8ba7e4898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3ccd1d8374e15" /><Relationship Type="http://schemas.openxmlformats.org/officeDocument/2006/relationships/notesMaster" Target="/ppt/notesMasters/notesMaster1.xml" Id="R5b76bec5e00446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d112f6fd1e42bf" /><Relationship Type="http://schemas.openxmlformats.org/officeDocument/2006/relationships/notesMaster" Target="/ppt/notesMasters/notesMaster1.xml" Id="Rf1d2620048b84a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ca62d02f64a95" /><Relationship Type="http://schemas.openxmlformats.org/officeDocument/2006/relationships/notesMaster" Target="/ppt/notesMasters/notesMaster1.xml" Id="Raf0d3d31658b4b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980062188a487d" /><Relationship Type="http://schemas.openxmlformats.org/officeDocument/2006/relationships/notesMaster" Target="/ppt/notesMasters/notesMaster1.xml" Id="Rca432eeb750143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932f95cf4943ae" /><Relationship Type="http://schemas.openxmlformats.org/officeDocument/2006/relationships/notesMaster" Target="/ppt/notesMasters/notesMaster1.xml" Id="Rb9948feaa2694c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246374c2bb42b3" /><Relationship Type="http://schemas.openxmlformats.org/officeDocument/2006/relationships/notesMaster" Target="/ppt/notesMasters/notesMaster1.xml" Id="R1c9491a1ea8d4a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9c3d188e564c55" /><Relationship Type="http://schemas.openxmlformats.org/officeDocument/2006/relationships/notesMaster" Target="/ppt/notesMasters/notesMaster1.xml" Id="R8bc7d02ac4fa49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6f37982f264f3a" /><Relationship Type="http://schemas.openxmlformats.org/officeDocument/2006/relationships/notesMaster" Target="/ppt/notesMasters/notesMaster1.xml" Id="R80f6e6d979e1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number lines, multiplication grid, reflection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45. | Retrieve the relevant fact or method before answering. | Mark each rounding place separately and reconsider the deciding digit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explain, justify, method, misconception,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Order: 6,890,201; 6,908,210; 6,980,120. Rounded: 6,900,000; 6,900,000; 7,000,000.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Mark each rounding place separately and reconsider the deciding digit each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3,550,000 to 3,649,999..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vary, for example 5,360,000.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3,550,000 to 3,649,999.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3,550,000 to 3,649,999. | Mark each rounding place separately and reconsider the deciding digit each time.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d36a29422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6ee12276a44f8" /><Relationship Type="http://schemas.openxmlformats.org/officeDocument/2006/relationships/slideLayout" Target="/ppt/slideLayouts/slideLayout1.xml" Id="R35b70527c11540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70527c11540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8e5302d314ecd" /><Relationship Type="http://schemas.openxmlformats.org/officeDocument/2006/relationships/notesSlide" Target="/ppt/notesSlides/notesSlide1.xml" Id="Rad80dc78bcb7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3e8e4a56d4f3e" /><Relationship Type="http://schemas.openxmlformats.org/officeDocument/2006/relationships/notesSlide" Target="/ppt/notesSlides/notesSlide2.xml" Id="Rbbdddcde3776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a689504ca4df5" /><Relationship Type="http://schemas.openxmlformats.org/officeDocument/2006/relationships/notesSlide" Target="/ppt/notesSlides/notesSlide3.xml" Id="R34bc4b63c867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bc4ffbcd40ce" /><Relationship Type="http://schemas.openxmlformats.org/officeDocument/2006/relationships/notesSlide" Target="/ppt/notesSlides/notesSlide4.xml" Id="Re0937147b0c84f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08c049c6b4b67" /><Relationship Type="http://schemas.openxmlformats.org/officeDocument/2006/relationships/notesSlide" Target="/ppt/notesSlides/notesSlide5.xml" Id="Rb5ef71de5dc7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2574a30a947a6" /><Relationship Type="http://schemas.openxmlformats.org/officeDocument/2006/relationships/notesSlide" Target="/ppt/notesSlides/notesSlide6.xml" Id="R4f9b652aa0904f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ab9fb0d5c467b" /><Relationship Type="http://schemas.openxmlformats.org/officeDocument/2006/relationships/image" Target="/ppt/media/image.png" Id="Rf5c01f339aa740b4" /><Relationship Type="http://schemas.openxmlformats.org/officeDocument/2006/relationships/notesSlide" Target="/ppt/notesSlides/notesSlide7.xml" Id="R13464c1d1b0643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3b929a4424292" /><Relationship Type="http://schemas.openxmlformats.org/officeDocument/2006/relationships/notesSlide" Target="/ppt/notesSlides/notesSlide8.xml" Id="Rf637e018356846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a2d55eee6449b" /><Relationship Type="http://schemas.openxmlformats.org/officeDocument/2006/relationships/notesSlide" Target="/ppt/notesSlides/notesSlide9.xml" Id="R7504ebd655fa46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b50f63eee4abe" /><Relationship Type="http://schemas.openxmlformats.org/officeDocument/2006/relationships/notesSlide" Target="/ppt/notesSlides/notesSlide10.xml" Id="Rb51750ceb4c04f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0a7016637499e" /><Relationship Type="http://schemas.openxmlformats.org/officeDocument/2006/relationships/notesSlide" Target="/ppt/notesSlides/notesSlide11.xml" Id="R5865ae598b5a4e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52f99df3e4fe7" /><Relationship Type="http://schemas.openxmlformats.org/officeDocument/2006/relationships/notesSlide" Target="/ppt/notesSlides/notesSlide12.xml" Id="Rac525badbcdd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BBB35-25B5-4D7A-9915-4C7780D2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A245B-F5A2-43A3-8FF7-AEE793C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AAA27-2D31-4383-B066-926873C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4878A-FCC0-41D5-AE72-A4082DBE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0C8E1-3255-460C-AC38-0F1A673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6C40E-4EEA-470F-8788-9E6F460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CA226-A5CF-47B2-9121-94AF401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2B77D-9A48-4B62-9EA4-3129F5B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place-value and rounding knowledge.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182C8-AEF3-4992-A70D-D07EA35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43BA8-2961-4C18-8EC2-32BBB7FE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9943B-4ED6-472B-96D2-637FF191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58003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D49EE-17A2-401C-BBFA-5283D9AC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233AB-8C38-4B7B-B884-FDADADC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D0EA0-B2DD-470F-AAAC-32BAD385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4D7B-D666-4EE9-B6DF-7E49FA4C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566EC-FA90-4DF0-A61B-F5CB49DC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13856-D25A-496C-9BD7-3819FABB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CF499-56F1-432B-ACA0-33244DF9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F97C9-D3EC-489D-BDFA-7192B44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D9CCF-DBED-4C08-9B96-4B98968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EEEFC-27F6-4C1E-8974-0A445F0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F3A2B-9556-4C9E-A1DB-1105373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88792-0966-48F7-B311-2DBD0F2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2F755-AAE5-4ED3-B2EE-C0CAE78E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Autumn learning about place value, rounding, calculation, number properties and problem solving.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66E87-C997-478A-A326-9110031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5DFC-6DAF-45A2-8476-629671F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6ADD6-4372-4726-BDAF-28AAEBD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01F4C-1D69-4F53-B107-D80829E4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interval from -18 to 27.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76695-507C-4D30-9D62-B818E64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2F9A-C4C4-47D3-8276-BDA917FF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8E7F6-86E7-4507-BF9E-9835F91A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6A7C8-8BEF-4ABC-BB32-2AC3436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Order 6,908,210, 6,890,201 and 6,980,120, then round each to the nearest 100,000.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EE27E-113F-4418-B5BF-A1A3448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9770340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452F1-3F90-4B8D-8CC0-97FB2CCA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1255-9C43-4315-AFA8-4B07F0A4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0EB9B-D7ED-48B2-88D2-6577C52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1AF2-F1C1-4AA0-9DF9-FB8F049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4AAE4-FC82-4A90-9DB6-D343C9B2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8D4A-B420-44D4-95F2-3E51C75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CBD0E-B732-49B9-9E46-CFEBF4B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5D69B-0541-48ED-9C72-6CA0012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06516-4FDB-4191-874C-334DD69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EC709-AA8F-4398-A935-AFEAAAD9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place-value and rounding knowledge.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73F01-257A-4ABC-9284-69EE9D1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D7E5C-461F-4D6A-926B-65820CC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 or method before answering.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BFA82-5E43-4599-86F2-4B9DDA4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clear calculation or representation and explain the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E5C3F-F611-4416-9A74-FE9792D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result, identify any misconception and record the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354B9-D836-49BB-BE6B-A31FF4A0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explain  |  justify  |  method  |  misconception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4195454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2D003-6F1D-4415-B674-7B86C614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2677D-350B-41C8-A0B3-A2E62DE9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33316-77F6-4588-9FA1-58313AA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F45FF-BD1B-4CB1-A035-D67E8B8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63E92-3351-4B09-ABE6-8A378589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26821-29A4-4F87-AE3D-D24641BC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F2978-8371-492B-8174-F36E06F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19148-1676-45B9-8D37-B1E7EBF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3AF12-7361-4EDE-A3F0-8850B21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D7E13-DD8B-482E-BC8D-40EEB58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6,908,210, 6,890,201 and 6,980,120, then round each to the nearest 100,000.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2D41-6D23-433E-A1C7-1B65132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247CA-3A98-4F35-8886-BDB4646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202A7-AC37-4EEF-A8B3-79A5D1A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digits from the greatest 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3C125-CBAE-4964-A62A-7220A66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62C61-7254-470A-817A-1425B919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146AA-5173-431D-A13E-F6612CA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6,890,201 &lt; 6,908,210 &lt; 6,980,120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256CF-B391-4DE2-9A13-01BA92B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5CBA8-3040-45EB-9706-A6312A77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6C3DA-2737-4EE8-A6AC-8B3C75B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Round each to the nearest 100,000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0E74C-50E6-4C26-B61D-BB2A8A5D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C6FB4-A3F8-4BB4-9131-07F4BC11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E2C19-FE5A-480D-9573-A3D9B14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6,900,000     6,900,000     7,000,000</a:t>
            </a:r>
          </a:p>
        </p:txBody>
      </p:sp>
    </p:spTree>
    <p:extLst>
      <p:ext uri="{BB962C8B-B14F-4D97-AF65-F5344CB8AC3E}">
        <p14:creationId xmlns:p14="http://schemas.microsoft.com/office/powerpoint/2010/main" val="14688474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BDB3B-25D2-43CB-BBF0-B98A925D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3D642-8B2C-45FC-B27E-918B28F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45F2C-F4BD-48FB-B611-D7DD199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8CD55-F4BD-4AFA-8108-83D0518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1DBF4-6C11-4650-9025-1EA66624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FCB2-C82A-40BA-AF04-8C575341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28822-8679-4CA1-B106-CA2EDD1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1E28D-D004-4399-84E3-87DF7394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471AA-5FCC-495C-A752-B9364A2C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31E10-211D-41F5-8A63-35BDAA0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8D517-ED24-42A5-BF96-1FDEDB4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Order: 6,890,201; 6,908,210; 6,980,120. Rounded: 6,900,000; 6,900,000; 7,000,000.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D3FB4-4847-47D5-8B58-16C961D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73EE6-3DFD-42AE-8B27-C747A8C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result, identify any misconception and record the next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66F7F-C634-485B-B556-3C8B8AE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004377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8D134-A492-4177-9CE4-11F555A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DFA64-1ED6-4FFE-B07F-021B4C35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4DE0C-3329-4D07-B027-42836B5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2006-2E45-4E84-9C98-9039F06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A50D6-37FF-4E39-A2EA-42057A46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DB3DE-88CF-4BA1-9996-39F81B5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AD4B8-4B04-457A-80FE-A3267D84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1DC9E-20C0-4660-9E3C-B01DB3D8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79FAA-D254-4DE9-92A8-273FF043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F692F-CE39-4746-9408-91D39C7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interval from -18 to 27.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75D4F-08B4-4A73-9BBE-1A76B383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3CDD4-CCDE-4237-898D-CCB1AAB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B0A3C-1179-4BDE-9001-855C1F2F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DD68F-5B35-4AED-A2C0-E74BD639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991F4-F905-4EE2-9B56-98CD487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45.</a:t>
            </a:r>
          </a:p>
        </p:txBody>
      </p:sp>
    </p:spTree>
    <p:extLst>
      <p:ext uri="{BB962C8B-B14F-4D97-AF65-F5344CB8AC3E}">
        <p14:creationId xmlns:p14="http://schemas.microsoft.com/office/powerpoint/2010/main" val="1520529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0CBBE-9CBA-4FA0-A85C-884C0A3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8205A-1C1F-4897-A5F4-2785A0D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DD2FF-30BD-4E27-9518-3C1C09D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082D1-18E7-4B49-BD5E-680EA01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C7B73-57E7-48BA-950D-CA727422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13464-8159-4617-888F-AF69B3F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D239A-EB2D-4942-AEA9-9CBC9CF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51E7A-C791-4EF7-9E1A-5571AFDC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BB5A5-A6F6-426A-B7A7-799EC4E8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01f339aa740b4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09E1-480D-4FF9-A432-BC1D27AA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512AF-9BDE-4100-AF20-A0BB0B0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applies one rounding rule to every requested place.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84719-2C4E-483B-A667-A9D1F9E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03746-E241-4029-B394-81DC392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7B82D-FCA7-406D-9763-2C267B9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Mark each rounding place separately and reconsider the deciding digit each time.</a:t>
            </a:r>
          </a:p>
        </p:txBody>
      </p:sp>
    </p:spTree>
    <p:extLst>
      <p:ext uri="{BB962C8B-B14F-4D97-AF65-F5344CB8AC3E}">
        <p14:creationId xmlns:p14="http://schemas.microsoft.com/office/powerpoint/2010/main" val="17624057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3B7BC-4905-443E-A223-0C9910C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EDD1D-0DB2-4FC6-A97F-4A14540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4C0CC-971E-472F-9953-B2FF2AD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35C1D-FA36-4526-8D55-85BA7D99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90126-5124-4D26-8E8F-4843CD82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4D434-DAF9-41E7-9392-B61E27C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C4418-8F81-45AF-9CB1-2F81D86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97542-B2DA-49AA-BEA3-4329757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449D5-4D6C-4EE6-9AC5-0249D7D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9442E-9827-4E0E-AE91-4C90B7A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25831-6E0D-434B-AFF8-23BCE6F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86FC1-74CB-46E5-9236-33FCC481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3E731-5090-4287-B5E8-26FC679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interval from -18 to 27.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99192-DF57-4CAF-B18E-800DDB3D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BE98A-4C7A-4D4A-9D1E-F1827D3F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AEB1F-A0D3-4F49-A5C6-5CE2541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9047C-FA6B-42F7-BE71-22C9AA1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7CBCA-22C5-4AC5-BF5F-08DCA9F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D28AC-D2D8-4732-B487-F964D17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037E7-2F95-411D-A386-348F752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48763-7C77-45E2-BF9E-AC894C16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5514D-11B9-4D5A-AF84-338CCD74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124181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165AF-15D9-4285-8F22-5AF0A1E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8EB4F-5DBF-45F0-9B7C-EC546FEA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B918B-864A-406C-8E90-F48022D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EFDAF-5C16-4D0E-903F-C58B6A9F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3D507-BDF9-44C4-9FA8-F5291BEE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FEC1D-2487-4E99-9BA4-F8A2618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B009C-8CAE-404F-A88E-382081E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C19B9-5CA9-42E0-9A93-5A0DE6CB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495FD-02A1-4841-BAD1-5AD0AB8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8960D-E4F2-4FC6-BD99-F3FAC79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94E0B-1422-4E3E-A3C8-53B51CCF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00C14-039B-4699-A5D7-BA96499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70F8-3B1D-4608-A573-E7F93FC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the range of whole numbers that round to 3,600,000 to the nearest 100,000.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A18D0-C76D-478A-9B9F-93455E6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A1CAE-4275-4D01-BF8A-E27D1F3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FE4F3-F881-47C0-9D5A-3B664C3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1EAEE-E289-4404-B50B-135C1E8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7DDEE-C2C8-41F3-985C-5727EF0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FE26F-947D-4668-A5CB-174BEB33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A713F-9138-45C8-94F1-958FF50B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F89D9-EF7D-4DA2-A815-0A7AFF43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03768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36746-9EFA-4E33-905B-782E13B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2DC7C-F9DC-4A26-BF88-4B1712B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E6C6-AFDD-4FCE-9E1A-8F214D1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28AA-B4DC-40FD-B4CA-EBC84D9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2380E-C438-4A90-BA9C-5EE9932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55F79-E176-40C0-BC7C-53D03EAD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65DE-A73A-4CA0-A48F-5438B8C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36147-83CB-406C-B0D2-16076AD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C506C-967E-44AA-A141-199574D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AD81-F9D0-428C-971A-70E3414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a seven-digit number that rounds down to 5,000,000 to the nearest million and up to 5,400,000 to the nearest 100,000.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BBBA0-9830-4DA8-8C7F-CFC12E70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C3560-B4E9-41B9-A685-EC6EDC8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66125-4F77-476F-81F9-CD335DA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vary, for example 5,360,000.</a:t>
            </a:r>
          </a:p>
        </p:txBody>
      </p:sp>
    </p:spTree>
    <p:extLst>
      <p:ext uri="{BB962C8B-B14F-4D97-AF65-F5344CB8AC3E}">
        <p14:creationId xmlns:p14="http://schemas.microsoft.com/office/powerpoint/2010/main" val="8886754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E1823-685D-4E1B-9E51-184EB1E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02C24-EC40-4240-8652-FD5756A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ED95-E868-4145-9A1C-1FAE8F49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2C4B-ABE7-462C-924B-30EE775D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4A289-A195-470D-8DBF-B3DC2CC8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AAC0D-89FD-4D7A-9B0C-FCDB74FD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1DBF-EEE6-43CD-8EF1-E32E26A3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8B707-EA33-447B-BDFC-A9C7254B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1FE22-F6A7-43D3-8525-738107D1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A12F4-DB7F-4DE2-8D77-8E1E8E2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498EA-A5C0-43D0-AC2B-EA04C98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16AA5-EB44-4D8C-9F7B-99B9C5AA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the range of whole numbers that round to 3,600,000 to the nearest 100,000.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C0529-EEE2-4FA5-89E1-EEB8EBA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6642A-E147-4B79-B478-4BA9CC3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3A640-E855-4904-83B6-B5E2591A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0F790-2897-4273-8C71-C7DDCA0C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3,550,000 to 3,649,999.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AAE5B-1D10-4114-A236-368436B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60678-C8D7-49DD-B357-0E74F557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361645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1AE75-780E-4109-86EC-815D874D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A6784-63D6-4924-9042-5FEDE60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03DDC-C2D3-4E3C-B3AB-DCE0D3CE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CEA5-B41F-45FA-B375-9B87CF7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FB1-9769-46D4-AC20-90B99243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FBC53-21B7-4C68-A1CA-D6F15DDE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A57E0-1F67-46B4-A848-924DDBC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7B317-B5A3-4299-A81A-9BCE0C49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7BBAD-8AD7-4D9C-88D7-71D8A24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place value and 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08EC-79F2-4D33-9541-DB6A35A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5DCAF-DE9D-4C4A-826E-99B89667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A4224-9145-4474-9A38-7AEF2E8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5C85-A2FD-438E-8C72-00A45D0D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the range of whole numbers that round to 3,600,000 to the nearest 100,000.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620A7-0866-42D4-A29A-306E3AE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8BDAC-6CA8-4B37-A441-8BB8450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3DABE-B52C-4DB8-96B2-A705E00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8B654-63BE-4198-AFA8-0E5C368B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applies one rounding rule to every requested place.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A2172-60BD-4A3C-9796-5EAD2D6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2AA18-A344-4FD4-B655-0C1AC497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AE23B-FAE2-4715-A88C-CDB2956B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31421-D109-4762-9091-4683373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D8466-A009-48D2-AF9C-86BA6B3A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3046101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2026-09-09T22:14:38.1430000Z</dcterms:created>
  <dcterms:modified xsi:type="dcterms:W3CDTF">2026-09-09T22:14:38.1430000Z</dcterms:modified>
</coreProperties>
</file>