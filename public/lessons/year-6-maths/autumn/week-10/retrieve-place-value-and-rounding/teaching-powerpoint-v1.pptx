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Mini whiteboards, assessment questions, number lines, multiplication grid, reflection sheet.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45. | Retrieve the relevant fact or method before answering. | Mark each rounding place separately and reconsider the deciding digit each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retrieve, explain, justify, method, misconception, next step.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Order 6,908,210, 6,890,201 and 6,980,120, then round each to the nearest 100,000. Answer: Order: 6,890,201; 6,908,210; 6,980,120. Rounded: 6,900,000; 6,900,000; 7,000,000.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Mark each rounding place separately and reconsider the deciding digit each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45..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3,550,000 to 3,649,999..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Answers vary, for example 5,360,000.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only the core independent-practice example. Give pupils time to solve and check before revealing the answer at the side. Answer: 3,550,000 to 3,649,999.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3,550,000 to 3,649,999. | Mark each rounding place separately and reconsider the deciding digit each time.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6D509655-3D85-4ED5-B0EA-3E185D899FB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968281E-BB02-4C6D-B32D-E41B958610CC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41CF5F0-84D3-4F06-B61C-5601C5D9A381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CAE93F7-BF3C-4D95-8A9E-C2DA78481BE2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9548CB9-53B2-4A7C-B227-41ADAF16E8C2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Retrieve place value and rounding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A1AE5A4-8143-4F73-AB13-928D18279F02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7D9D944-707D-485E-84C2-5E49AE0B1933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FB94BB0-66E4-4A1E-B32F-7C9494632D4D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retrieve and apply place-value and rounding knowledge.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57B52BF-5007-48C9-B693-AD181FF7F39C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F73BBD4-1BCB-4A9B-95E9-DDBB6908BE30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Mini whiteboards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8A4B15F-75BB-43E3-94E5-90E1D1C406C3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3137082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7D3097E3-A73F-495D-86AE-F118AE86B78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29B7572-64B3-4C71-8E13-572D56EAD7F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4D2283-5FC9-4E75-85AB-F9AE88E5FB2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67F5CC7-F3A0-4997-89AA-EBBA021E526B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33D9095-B3CF-4C9E-B8DC-59024C9892DC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DBCD943-2254-4244-9F57-872C6FF27C13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0BA8F29-0AE5-46F9-B149-19454BCF4E3C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5E2B853-4F25-4911-8F78-ABAC75E05CEA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4FED68E-59E6-487C-A19A-0682317C887B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place value and rounding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C4FBC42-A490-4C86-BB85-7E6892552CDB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6B0FD05-9FB2-4DF4-9958-E32B30665DAE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2A2D0B9-8DCB-4341-92B1-0E7E018CFE03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3EF7FB2-2C0E-4D97-A8C7-E840FED155B0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Autumn learning about place value, rounding, calculation, number properties and problem solving.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FCDE469-B120-40B4-9F37-B3592CAC0C26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A0597689-54B9-4466-AE8D-AC4B8C98EE5A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6B26C8A-84CE-4756-94CD-9080E382ABF0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99DFD81-CBC1-45C5-A3F4-F0D40973A83E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interval from -18 to 27.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198D19A7-706B-4D4F-9DC7-87C5BDCA11FE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D93B444-67F4-495F-A59C-80535D321889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2C34EF0-88AE-4795-804C-72D3C30AAEB3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9702631-01B4-41C4-B666-948EA4DDF80D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Order 6,908,210, 6,890,201 and 6,980,120, then round each to the nearest 100,000.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A7FA8EF-312D-4549-8376-BBF3366853E7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001145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DB9CCB10-92CA-4638-BB59-37A4EA9CB74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5AF27E1-B79B-4B11-AED1-3E077D9CFBA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017593B-C71F-435B-92BB-AE7E67A2B3D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1F11D2C-1DCD-4526-9E5E-7CA4872DA579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F012C69-0AF6-4645-AA56-9CF862252FD8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5546189-5CAB-4A7B-B76F-260CF2EA7357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E851688-4A25-46A5-9DCA-65A589876AA4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107703B-2BC5-4AA4-8C2B-7182434A6141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55A5B29-7250-4B4C-8716-6849FDE7B1FE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place value and rounding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713BDE6-E9BE-46EB-B808-EF57650A50C2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retrieve and apply place-value and rounding knowledge.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A3923E0-B7F3-48CB-9398-0434F9C919E1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E88313D-E839-4FA4-9B59-9A90296E0FE5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Retrieve the relevant fact or method before answering.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03127C0-3D50-44CC-AFC9-C36A6546B0ED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Show a clear calculation or representation and explain the decision.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F7F46AA-DAF9-4EF3-962B-61D2C441A36A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result, identify any misconception and record the next step.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8B0AEED-369D-4B44-8699-F7D35C4797A9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retrieve  |  explain  |  justify  |  method  |  misconception  |  next step</a:t>
            </a:r>
          </a:p>
        </p:txBody>
      </p:sp>
    </p:spTree>
    <p:extLst>
      <p:ext uri="{BB962C8B-B14F-4D97-AF65-F5344CB8AC3E}">
        <p14:creationId xmlns:p14="http://schemas.microsoft.com/office/powerpoint/2010/main" val="904118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2D05C898-3C06-49E9-9F29-A13E96F5828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7565B99-1C87-4CD0-B66A-5AD04458FE8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107764F-111B-42E5-893C-EF65FC35AB2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2A8FBA2-257D-4B16-9B50-08B333DF2754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E9535F5-ED2B-4480-8397-E933506134F5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E5D22D8-29DD-4BD4-8D18-46D186C765B1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D2E1E6D-BDFB-46EA-8F55-B459C9DAA0B6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3066790-37C1-4A0F-BAA1-FD5C575FB85D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8708162-D982-4975-ADE3-6D4148785C5E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place value and rounding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852074D-7ADB-4C92-A67E-A0407124EEE4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Order 6,908,210, 6,890,201 and 6,980,120, then round each to the nearest 100,000.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11BAE19-E857-49C6-BA6C-E56B745F7F23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B657AAB9-0C6C-4C89-9DF7-A27F523789DD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683587E-55A1-4515-8A57-769EFACBE957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4E32679-6273-48F4-A6F4-5AC8DA6707AE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Retrieve the relevant fact or method before answering.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4E8B825-50B4-4B7B-857F-8FD61B5983BB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2F79708C-A0D1-41DF-988A-4256F44562A9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6D69B99-18BC-42FF-A6C0-B19F8B1CBAE5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9BC4A06-6E97-4E1A-897C-32315513233B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a clear calculation or representation and explain the decision.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3E5E6FC-C89D-48C9-9F12-E666416B3885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489E661D-BAB3-44AE-A518-456024870DDE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4E294DE-4F13-45F6-9D11-DA911BDB74E4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2CB4EB1-CC51-4698-BE01-8B1859CA25CD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Check the result, identify any misconception and record the next step.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517769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0051C224-F3DF-4709-9C86-A01B6C7F852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8D4E712-5918-431F-8DCE-E81433CADCA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79F50B4-CB75-4E33-BF2C-27BA0B5AB17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582208F-9922-445A-9174-67A940672BCE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EE83529-5142-48EA-88B8-7A8FD06D7FC7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F544B43-5707-436B-9862-E60CAE9B96AA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B9AC01B-2954-4782-94D2-D925A2DE6DF1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1DB25FC-C5E9-4EF5-B86F-D41DD122F7E1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522DBA5-2A04-4F77-8C3A-CC0FE4345D8A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place value and rounding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728A9EE-295B-443D-8897-A93371FF1C60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A582250-E347-4C92-A56C-9AD9BB5BEA2F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Order: 6,890,201; 6,908,210; 6,980,120. Rounded: 6,900,000; 6,900,000; 7,000,000.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E8C0D13-AFEA-40DD-BC33-B73F8C336239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059CFC2-36BE-44BD-A286-A42E092A0E05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result, identify any misconception and record the next step.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1C76077-95AD-42F8-A7E5-C69661122DD5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30078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09CB82AC-E790-46BB-A1A9-66878927488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6DF1A83-F3CF-4FE1-AB8D-41F303B7F6E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5E33375-8838-49ED-9865-BD584D46F62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CAFD828-6393-4E0F-8B6F-C6F7E9E51C49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BECAB2C-44B6-4C1E-8C05-4E300B6C1DFB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4D99920-7D93-43FC-8769-3BF69CE7236A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199459D-B81F-4A73-955B-76B0506333A4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7F3FA6D-0463-4E75-9053-3BA149112BFA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7C9A48B-8DFD-4126-9355-2C07A40AE930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place value and rounding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172DDEE-62BB-4C69-8864-CB1818FE8F37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interval from -18 to 27.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56D3565-A48D-4D04-84AB-4F253486C6B5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426A099-41A1-41D2-99C1-20BC538D2EC9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5E334E-D1FD-426E-A0AC-21F1E23834EC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274AD49-F9F7-4089-B57A-F57CF76AC236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78792BC-0082-4802-BED3-A40052A8F356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GB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45.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76780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99520708-AA78-4D82-A568-A97A33075CC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69FBE9C-35EA-46B1-812B-14B4DAC1E50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0FA2428-D95C-4059-A052-987F095B631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03D5ED0-DB5F-4E74-94CA-CF4D017CFC97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B604337-FD21-406E-9E68-DC17DCFE3B15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49BA86D-9022-4026-9F14-B555A598D034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0115CD6-7423-4F4B-8D18-64C8B83B609C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3459A44-58EF-48FF-836D-160C6B2A86D0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EB128EA-2490-418B-8535-830B88199F9B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place value and rounding</a:t>
            </a: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313C65E4-3A5A-47B3-B51D-CE7FCCB66CA2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0695408-084B-44D3-92FF-3D92A1B1C9FB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applies one rounding rule to every requested place.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73F01F8-2E95-40B2-9B0E-3897B45195AA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6F69D53-748D-45B9-BA44-C3E490B16A68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B8BED22-1B1E-4BDA-AD01-06FE2FAF18F1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Mark each rounding place separately and reconsider the deciding digit each time.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91081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52B09CAC-019C-4A27-80FA-89C13075E03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82BD1BA-F458-4145-B287-300CFE652B7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CCAE6C9-3C15-4343-9893-1416C0AB981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3896C7A-F294-4B0D-B325-0FFACAFA437D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749169A-0D02-4B02-A5B4-132AC17F9D4C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6AC17CA-B413-4D39-83C6-7E6C6905DF6D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4845AC-0BE9-4265-86CF-0C8BC076A212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25B8365-350D-4397-8F93-CE500897B424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80ACB27-ABB2-4B53-9FA6-4D77D39ED1B3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place value and rounding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8649C47-6161-4E83-A61F-5271EEE2C66B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BB5EEBC-B10C-48E3-997D-2BAF5F2C22DB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EAAFE1C-CBD6-40FA-B9F7-916DD8822BF0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9FD3EF3-151E-4B58-8979-7F76BDC5E23C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interval from -18 to 27.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C65FC36-E881-46F9-83E5-497FFB19A9F3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407D1AC1-E7DE-433A-99C4-13A1F5292B91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CD74A8B-D08B-441A-A37A-E2DCA48A9B77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D4BA79F-B9B4-4665-A218-961A5C50E8C0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BA6D72BF-561A-4A98-8A03-FFB44B1E8562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648682F6-20BF-463B-A402-B3292C3268F2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BCFD0D1-9E94-4B2B-A698-26D2922E8D49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14C62A8-B854-4F1F-AF08-B43C973D0E80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45.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E5CEEBA-5EC6-47E5-8F20-9B3DB8A1D436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96186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546DB2C5-4CA6-42C9-A55F-73575A08833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38DF56A-2940-4F90-9DAD-E5A37B56E6C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8884D3E-45A9-42AB-B0D3-FD2E06BC619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AF57D89-0152-4EDC-9AE4-A062E7173987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F291814-8D23-40D7-8800-4D0F287DB185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806B8AE-DB57-413E-8962-C1684529E035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C7D2FFF-3FB5-4F0B-BDCD-6720BFE3BE8C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0FFD5D1-E764-4D8A-9CAA-9E836F8C51B9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69EF267-A577-4113-AEAC-32CA2C2F4D92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place value and rounding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C2D1496-BA2D-4D54-B7FB-11523B258D9F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E8873E0-34B0-4593-AC1B-49395FC4E6FF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964003A-CD99-408A-A1D0-C0BF094706FC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92E23BF-630C-4E72-8139-B114482B49B5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Give the range of whole numbers that round to 3,600,000 to the nearest 100,000.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E3586052-F45C-4B95-8989-DCEBA8023127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05D94EB-73FC-4D3C-9A8B-AACDD9F8770E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493D3CB-B4D6-45F7-BD11-1AE6B3B3DFD0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820749A-BA2D-465E-A1A0-EF71160DE09F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1570C883-0528-4A9C-8526-F0270C84ACBE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3A0AADB-E701-45C1-B3AD-25E5F54EA0FA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997605F-5205-43E9-B29C-C6C7BB985E38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2B101A7-099B-4E3B-B273-81E8590973BA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0758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D890BCE9-B568-401B-9D70-19D96C44E1B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F6BA9AD-6EE7-40FE-92C4-C17AD1D17B5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C366248-C456-4373-A33B-767D52C7E63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4AA53AF-4D5C-4E86-B43F-CFCF1C983EC4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0305DC8-E389-482E-A0C7-36CE6875B091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8CC6067-777B-471F-898C-B77FA03E9486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A998CA6-FBDA-474F-804A-9AA4FCE4A351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AD71FEC-25A4-4EBF-B89F-CB157DB38C1F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9D344E9-6DA5-4EF8-93EC-1D44C8BC4F47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place value and rounding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14C0883-AB20-4FA4-98D3-5DFCF5457B5D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Create a seven-digit number that rounds down to 5,000,000 to the nearest million and up to 5,400,000 to the nearest 100,000.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DCEF3C7-672D-48DD-83A1-8BC92E77D6C8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EED9267-CE39-481F-9971-56332E4E1F5B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7C1A31F-4794-45A8-B0CA-F51746726B84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Answers vary, for example 5,360,000.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19265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1317DFE3-11E4-492B-B10E-9BD5AC93D22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2E307D5-E703-49A0-83D8-DBF1E93EE75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9F6174B-A15E-4632-AA13-4C2C74F2B40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4B9C82D-CF75-46AC-B35A-EC383065C5CA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4796267-BA46-42FA-9F8B-B300CB798403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29A303F-8B97-4FD7-9B4F-D609F066DD7F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EF91616-09C7-404E-A5A5-F277B1E8B412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6EBD983-E866-4852-9A8E-F45950766014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71297D4-D407-4153-BD41-85AE93EA39EB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place value and rounding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851260C-6E90-4AE7-8E1D-6CF4B079483B}"/>
              </a:ext>
            </a:extLst>
          </p:cNvPr>
          <p:cNvSpPr>
            <a:spLocks noGrp="1"/>
          </p:cNvSpPr>
          <p:nvPr/>
        </p:nvSpPr>
        <p:spPr>
          <a:xfrm>
            <a:off x="781050" y="1476375"/>
            <a:ext cx="6667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3B80E67-441A-43CA-BD14-EBAB232E815F}"/>
              </a:ext>
            </a:extLst>
          </p:cNvPr>
          <p:cNvSpPr>
            <a:spLocks noGrp="1"/>
          </p:cNvSpPr>
          <p:nvPr/>
        </p:nvSpPr>
        <p:spPr>
          <a:xfrm>
            <a:off x="781050" y="2047875"/>
            <a:ext cx="6858000" cy="28575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4288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B3F706F-F8D8-4CF2-88A2-16C40B9B0EB6}"/>
              </a:ext>
            </a:extLst>
          </p:cNvPr>
          <p:cNvSpPr>
            <a:spLocks noGrp="1"/>
          </p:cNvSpPr>
          <p:nvPr/>
        </p:nvSpPr>
        <p:spPr>
          <a:xfrm>
            <a:off x="1143000" y="2400300"/>
            <a:ext cx="6115050" cy="1428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Give the range of whole numbers that round to 3,600,000 to the nearest 100,000.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903AB19-C4BC-4118-9B84-8C6E7920F154}"/>
              </a:ext>
            </a:extLst>
          </p:cNvPr>
          <p:cNvSpPr>
            <a:spLocks noGrp="1"/>
          </p:cNvSpPr>
          <p:nvPr/>
        </p:nvSpPr>
        <p:spPr>
          <a:xfrm>
            <a:off x="1285875" y="4095750"/>
            <a:ext cx="5810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0C09332-28A2-423A-BE1B-A5577EEED020}"/>
              </a:ext>
            </a:extLst>
          </p:cNvPr>
          <p:cNvSpPr>
            <a:spLocks noGrp="1"/>
          </p:cNvSpPr>
          <p:nvPr/>
        </p:nvSpPr>
        <p:spPr>
          <a:xfrm>
            <a:off x="8210550" y="1666875"/>
            <a:ext cx="2619375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9FD2CFF-B0D3-4802-BDC8-8E3B2324ADBD}"/>
              </a:ext>
            </a:extLst>
          </p:cNvPr>
          <p:cNvSpPr>
            <a:spLocks noGrp="1"/>
          </p:cNvSpPr>
          <p:nvPr/>
        </p:nvSpPr>
        <p:spPr>
          <a:xfrm>
            <a:off x="8001000" y="2190750"/>
            <a:ext cx="3048000" cy="2714625"/>
          </a:xfrm>
          <a:prstGeom prst="roundRect">
            <a:avLst>
              <a:gd name="adj" fmla="val 2807"/>
            </a:avLst>
          </a:prstGeom>
          <a:solidFill>
            <a:srgbClr val="E7F1F1"/>
          </a:solidFill>
          <a:ln w="14288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9B01117-483E-4EA9-ADA7-20C459837796}"/>
              </a:ext>
            </a:extLst>
          </p:cNvPr>
          <p:cNvSpPr>
            <a:spLocks noGrp="1"/>
          </p:cNvSpPr>
          <p:nvPr/>
        </p:nvSpPr>
        <p:spPr>
          <a:xfrm>
            <a:off x="8334375" y="2619375"/>
            <a:ext cx="23812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366"/>
          </a:bodyPr>
          <a:lstStyle/>
          <a:p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GB"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3,550,000 to 3,649,999.</a:t>
            </a:r>
            <a:endParaRPr sz="25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8C0F6A8-F8B2-4CBD-9392-13F272D717AF}"/>
              </a:ext>
            </a:extLst>
          </p:cNvPr>
          <p:cNvSpPr>
            <a:spLocks noGrp="1"/>
          </p:cNvSpPr>
          <p:nvPr/>
        </p:nvSpPr>
        <p:spPr>
          <a:xfrm>
            <a:off x="8334375" y="4000500"/>
            <a:ext cx="238125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9825"/>
          </a:bodyPr>
          <a:lstStyle/>
          <a:p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GB"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  <a:endParaRPr sz="142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4F92181-8740-4149-BC75-B467F595AB02}"/>
              </a:ext>
            </a:extLst>
          </p:cNvPr>
          <p:cNvSpPr>
            <a:spLocks noGrp="1"/>
          </p:cNvSpPr>
          <p:nvPr/>
        </p:nvSpPr>
        <p:spPr>
          <a:xfrm>
            <a:off x="2190750" y="5334000"/>
            <a:ext cx="7810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1825135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91806B8F-BF6A-4B6A-A068-9B9BE42A69B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F11B4F2-AC6D-48D5-A570-AA5C7D36732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0166C9E-A5C8-4B22-AFCF-20F5D074762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E475528-77A6-4D5B-8E5D-097D2F519821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05D804E-4974-4008-A8D2-412230092B4E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03536E4-FFE2-4F64-A224-265E4C8DDCA4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21BC718-DFC5-4A08-A076-C031DE1729A5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D1A523C-F838-42B2-BB80-36D64BCE8C5A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F32B032-25D5-4E14-8312-6FE3807B7984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place value and rounding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B2F91A9-7FB0-476A-B7E7-F56E159195A2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B2C72E19-4823-402C-A0F2-3147C84FA15C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3D9F496-CB38-49B3-A297-E54DC2EDA37C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9937DA1-C2D3-4492-9AC8-2C23D44BCFB1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Give the range of whole numbers that round to 3,600,000 to the nearest 100,000.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F6DB839-D3B7-4DA9-92D4-3B19BD0B0507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5F905D98-959F-44D3-997D-8728584CDE20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0C7C4BA-4FF1-438D-8C1A-594AEE55D820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DB14E22-579F-43EE-B43E-CD5AA9DB10DC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applies one rounding rule to every requested place.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548A47F1-83E7-44C8-B360-7F3CAF2BE98D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11DFAD2-420D-4C74-96EF-48D1E6B50516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9B99C97-8ACC-4EEA-BF38-9085A2398D9C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E8A9099-084C-4E38-89BF-99D4C9C8B5B9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E5E88C8-4168-4DAA-8ECE-37936FEE9933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4853363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1209</Words>
  <Application>Microsoft Office PowerPoint</Application>
  <DocSecurity>0</DocSecurity>
  <PresentationFormat>Widescreen</PresentationFormat>
  <Paragraphs>153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2026-09-09T10:57:37Z</dcterms:created>
  <dcterms:modified xsi:type="dcterms:W3CDTF">2026-09-09T11:00:07Z</dcterms:modified>
</cp:coreProperties>
</file>