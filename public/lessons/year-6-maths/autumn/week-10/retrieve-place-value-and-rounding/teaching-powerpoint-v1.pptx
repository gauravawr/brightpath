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1fd0842a03e4bb8" /><Relationship Type="http://schemas.openxmlformats.org/officeDocument/2006/relationships/extended-properties" Target="/docProps/app.xml" Id="Rc2370022ff594c91" /><Relationship Type="http://schemas.openxmlformats.org/officeDocument/2006/relationships/officeDocument" Target="/ppt/presentation.xml" Id="R7314d584dc9b450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c74e3b0cd3440cd"/>
  </p:sldMasterIdLst>
  <p:notesMasterIdLst>
    <p:notesMasterId xmlns:r="http://schemas.openxmlformats.org/officeDocument/2006/relationships" r:id="Rb7e15b349d8a4b4d"/>
  </p:notesMasterIdLst>
  <p:sldIdLst>
    <p:sldId xmlns:r="http://schemas.openxmlformats.org/officeDocument/2006/relationships" id="256" r:id="R59921852efde4cf9"/>
    <p:sldId xmlns:r="http://schemas.openxmlformats.org/officeDocument/2006/relationships" id="257" r:id="Ra6875ea3551147f1"/>
    <p:sldId xmlns:r="http://schemas.openxmlformats.org/officeDocument/2006/relationships" id="258" r:id="R3c059cdf4da74e15"/>
    <p:sldId xmlns:r="http://schemas.openxmlformats.org/officeDocument/2006/relationships" id="259" r:id="Rb7346d7f45b44514"/>
    <p:sldId xmlns:r="http://schemas.openxmlformats.org/officeDocument/2006/relationships" id="260" r:id="R9ba373c9959245f5"/>
    <p:sldId xmlns:r="http://schemas.openxmlformats.org/officeDocument/2006/relationships" id="261" r:id="R1586057b464349ce"/>
    <p:sldId xmlns:r="http://schemas.openxmlformats.org/officeDocument/2006/relationships" id="262" r:id="R29e7828f45224e1f"/>
    <p:sldId xmlns:r="http://schemas.openxmlformats.org/officeDocument/2006/relationships" id="263" r:id="R4207f8e219c54601"/>
    <p:sldId xmlns:r="http://schemas.openxmlformats.org/officeDocument/2006/relationships" id="264" r:id="Rddc8d4f6d6a44b4e"/>
    <p:sldId xmlns:r="http://schemas.openxmlformats.org/officeDocument/2006/relationships" id="265" r:id="Rc5cde3b173ed4e6a"/>
    <p:sldId xmlns:r="http://schemas.openxmlformats.org/officeDocument/2006/relationships" id="266" r:id="R6d981dd92b684c39"/>
    <p:sldId xmlns:r="http://schemas.openxmlformats.org/officeDocument/2006/relationships" id="267" r:id="Rb44b3214333448a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79f5ed2ee904b77" /><Relationship Type="http://schemas.openxmlformats.org/officeDocument/2006/relationships/slideMaster" Target="/ppt/slideMasters/slideMaster1.xml" Id="R3c74e3b0cd3440cd" /><Relationship Type="http://schemas.openxmlformats.org/officeDocument/2006/relationships/notesMaster" Target="/ppt/notesMasters/notesMaster1.xml" Id="Rb7e15b349d8a4b4d" /><Relationship Type="http://schemas.openxmlformats.org/officeDocument/2006/relationships/presProps" Target="/ppt/presProps.xml" Id="Re865fca268c54b81" /><Relationship Type="http://schemas.openxmlformats.org/officeDocument/2006/relationships/tableStyles" Target="/ppt/tableStyles.xml" Id="R60fee004ca564195" /><Relationship Type="http://schemas.openxmlformats.org/officeDocument/2006/relationships/slide" Target="/ppt/slides/slide1.xml" Id="R59921852efde4cf9" /><Relationship Type="http://schemas.openxmlformats.org/officeDocument/2006/relationships/slide" Target="/ppt/slides/slide2.xml" Id="Ra6875ea3551147f1" /><Relationship Type="http://schemas.openxmlformats.org/officeDocument/2006/relationships/slide" Target="/ppt/slides/slide3.xml" Id="R3c059cdf4da74e15" /><Relationship Type="http://schemas.openxmlformats.org/officeDocument/2006/relationships/slide" Target="/ppt/slides/slide4.xml" Id="Rb7346d7f45b44514" /><Relationship Type="http://schemas.openxmlformats.org/officeDocument/2006/relationships/slide" Target="/ppt/slides/slide5.xml" Id="R9ba373c9959245f5" /><Relationship Type="http://schemas.openxmlformats.org/officeDocument/2006/relationships/slide" Target="/ppt/slides/slide6.xml" Id="R1586057b464349ce" /><Relationship Type="http://schemas.openxmlformats.org/officeDocument/2006/relationships/slide" Target="/ppt/slides/slide7.xml" Id="R29e7828f45224e1f" /><Relationship Type="http://schemas.openxmlformats.org/officeDocument/2006/relationships/slide" Target="/ppt/slides/slide8.xml" Id="R4207f8e219c54601" /><Relationship Type="http://schemas.openxmlformats.org/officeDocument/2006/relationships/slide" Target="/ppt/slides/slide9.xml" Id="Rddc8d4f6d6a44b4e" /><Relationship Type="http://schemas.openxmlformats.org/officeDocument/2006/relationships/slide" Target="/ppt/slides/slide10.xml" Id="Rc5cde3b173ed4e6a" /><Relationship Type="http://schemas.openxmlformats.org/officeDocument/2006/relationships/slide" Target="/ppt/slides/slide11.xml" Id="R6d981dd92b684c39" /><Relationship Type="http://schemas.openxmlformats.org/officeDocument/2006/relationships/slide" Target="/ppt/slides/slide12.xml" Id="Rb44b3214333448a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314a83f914746d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68b8d2cf52f4ddc" /><Relationship Type="http://schemas.openxmlformats.org/officeDocument/2006/relationships/notesMaster" Target="/ppt/notesMasters/notesMaster1.xml" Id="R853e4381870443d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ef8940832974341" /><Relationship Type="http://schemas.openxmlformats.org/officeDocument/2006/relationships/notesMaster" Target="/ppt/notesMasters/notesMaster1.xml" Id="Refcc0f78c89c40f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5caad840c79402f" /><Relationship Type="http://schemas.openxmlformats.org/officeDocument/2006/relationships/notesMaster" Target="/ppt/notesMasters/notesMaster1.xml" Id="Rd1e4bf655e3743d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8cd820abccd4e96" /><Relationship Type="http://schemas.openxmlformats.org/officeDocument/2006/relationships/notesMaster" Target="/ppt/notesMasters/notesMaster1.xml" Id="R387bf09863154df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8b41163e91f481a" /><Relationship Type="http://schemas.openxmlformats.org/officeDocument/2006/relationships/notesMaster" Target="/ppt/notesMasters/notesMaster1.xml" Id="R05a7f64b9be24e2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e0bca3708fa4be2" /><Relationship Type="http://schemas.openxmlformats.org/officeDocument/2006/relationships/notesMaster" Target="/ppt/notesMasters/notesMaster1.xml" Id="Racc9fe88066a446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7ddf3d3cbf44799" /><Relationship Type="http://schemas.openxmlformats.org/officeDocument/2006/relationships/notesMaster" Target="/ppt/notesMasters/notesMaster1.xml" Id="Red2fba05f533420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3288eeb58744ece" /><Relationship Type="http://schemas.openxmlformats.org/officeDocument/2006/relationships/notesMaster" Target="/ppt/notesMasters/notesMaster1.xml" Id="R204f2963d24141d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b3d06bdaab6400b" /><Relationship Type="http://schemas.openxmlformats.org/officeDocument/2006/relationships/notesMaster" Target="/ppt/notesMasters/notesMaster1.xml" Id="Rb1f08b57c6684a3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def67279b7947db" /><Relationship Type="http://schemas.openxmlformats.org/officeDocument/2006/relationships/notesMaster" Target="/ppt/notesMasters/notesMaster1.xml" Id="Rdafa14a491874d0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b35b54e5ad4425a" /><Relationship Type="http://schemas.openxmlformats.org/officeDocument/2006/relationships/notesMaster" Target="/ppt/notesMasters/notesMaster1.xml" Id="R0476befce02c469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227c93804034248" /><Relationship Type="http://schemas.openxmlformats.org/officeDocument/2006/relationships/notesMaster" Target="/ppt/notesMasters/notesMaster1.xml" Id="Rc5ea0e700aa44f5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Mini whiteboards, assessment questions, number lines, multiplication grid, reflection sheet.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45. | Retrieve the relevant fact or method before answering. | Mark each rounding place separately and reconsider the deciding digit each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retrieve, explain, justify, method, misconception, next step.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Order: 6,890,201; 6,908,210; 6,980,120. Rounded: 6,900,000; 6,900,000; 7,000,000.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45.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Mark each rounding place separately and reconsider the deciding digit each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45..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3,550,000 to 3,649,999..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Answers vary, for example 5,360,000.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3,550,000 to 3,649,999.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3,550,000 to 3,649,999. | Mark each rounding place separately and reconsider the deciding digit each time.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b30820eb6d4dc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86abd50e65d4d66" /><Relationship Type="http://schemas.openxmlformats.org/officeDocument/2006/relationships/slideLayout" Target="/ppt/slideLayouts/slideLayout1.xml" Id="R02fd9b88213e4b8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2fd9b88213e4b8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69738393934af8" /><Relationship Type="http://schemas.openxmlformats.org/officeDocument/2006/relationships/notesSlide" Target="/ppt/notesSlides/notesSlide1.xml" Id="Rdb7c5a215de3463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5cf6fcc1a24fd0" /><Relationship Type="http://schemas.openxmlformats.org/officeDocument/2006/relationships/notesSlide" Target="/ppt/notesSlides/notesSlide2.xml" Id="R0b49efab8e794f7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f4c0987c5a48c5" /><Relationship Type="http://schemas.openxmlformats.org/officeDocument/2006/relationships/notesSlide" Target="/ppt/notesSlides/notesSlide3.xml" Id="R80d40e2fa09a4a2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6c3f69e55744b1" /><Relationship Type="http://schemas.openxmlformats.org/officeDocument/2006/relationships/notesSlide" Target="/ppt/notesSlides/notesSlide4.xml" Id="R9b6909d50704454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b20eb7716e4803" /><Relationship Type="http://schemas.openxmlformats.org/officeDocument/2006/relationships/notesSlide" Target="/ppt/notesSlides/notesSlide5.xml" Id="R6302c31ebc83412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dd3bcbc05c4684" /><Relationship Type="http://schemas.openxmlformats.org/officeDocument/2006/relationships/notesSlide" Target="/ppt/notesSlides/notesSlide6.xml" Id="R829999a744da44c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a3100d54d34194" /><Relationship Type="http://schemas.openxmlformats.org/officeDocument/2006/relationships/image" Target="/ppt/media/image.png" Id="R21a2f672e7fb42be" /><Relationship Type="http://schemas.openxmlformats.org/officeDocument/2006/relationships/notesSlide" Target="/ppt/notesSlides/notesSlide7.xml" Id="Rfcdf9f051c31417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bcea9e80a54d12" /><Relationship Type="http://schemas.openxmlformats.org/officeDocument/2006/relationships/notesSlide" Target="/ppt/notesSlides/notesSlide8.xml" Id="R820ea76c9e49419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81117605484a95" /><Relationship Type="http://schemas.openxmlformats.org/officeDocument/2006/relationships/notesSlide" Target="/ppt/notesSlides/notesSlide9.xml" Id="R690d723b921141f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5a2e55a95e43b9" /><Relationship Type="http://schemas.openxmlformats.org/officeDocument/2006/relationships/notesSlide" Target="/ppt/notesSlides/notesSlide10.xml" Id="Reacd74fe0f13472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2e40c046c24f2f" /><Relationship Type="http://schemas.openxmlformats.org/officeDocument/2006/relationships/notesSlide" Target="/ppt/notesSlides/notesSlide11.xml" Id="Ra61a0cff90704ae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100f7e868846d6" /><Relationship Type="http://schemas.openxmlformats.org/officeDocument/2006/relationships/notesSlide" Target="/ppt/notesSlides/notesSlide12.xml" Id="Rc3ef9bb5a49344b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CCDA14-20FD-4402-AAE5-3459B38FC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BB4F8C-27EC-4CCE-BE90-501C008C5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D0D13F-52CF-497B-8E77-C76EE675D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8E1C9D-C9C6-4F50-96BB-94AA36B54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F33FF9-583A-4AF7-AE3D-5EF9D63B1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Retrieve place value and rounding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37CBB6-DD40-43D0-A6B7-2334DEDEC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41BCCB-C5D1-49CE-ABFD-1747C55B3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2AE66C-400C-42FF-9AF9-C8BDFB6E1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retrieve and apply place-value and rounding knowledge.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BEE996-927F-46F2-A7D2-9BB6F03AA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182831-25FF-4C90-8336-7870DF2A8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Mini whiteboards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50E9E2-61EF-4D81-888F-229EE3A0F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44501739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983A5F6-EAF4-4A92-BC18-FD968B847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B13522-0A30-44AB-860B-905598A0B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48A583-2040-45CA-BFB6-E979D2B30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65C160-4665-4AF7-B8A4-890C2D63B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9A2ADD-0EAB-4639-9259-65F1B647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9E515F-8DED-43E8-ADCB-E4BCF610C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C41B6D-F01A-4914-B0FB-96B39434F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620CCF-B85C-42A4-B8A4-96668E2F1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BF3B02-F000-4F3D-88D6-096EC3550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place value and rounding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406B46-2CCF-43F0-8C64-90F7CE858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0CE673-CD9E-4B4E-BB89-353A0E772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DD8ECC-6052-47E0-BDE8-282BE6D13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357DB9-7F1F-4ACA-B6F0-AEEE1ED49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Autumn learning about place value, rounding, calculation, number properties and problem solving.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86F514-1CEB-4940-8FCA-90A1F2708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FD2CD9-D3FC-474F-9E25-DD8399554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867F27-C10E-48EF-98B4-D89514FBD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BF177B-9B39-43A0-92C2-18AEFB338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interval from -18 to 27.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F9B055-C6E6-4B59-B4AD-9AA8DBF8B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83A2904-8661-45B3-BBB9-BE353DC75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2A0564-2593-42AA-BFBE-8D779F8AF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8289D1F-663B-4E2D-8AF5-059B64793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Order 6,908,210, 6,890,201 and 6,980,120, then round each to the nearest 100,000.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3CDD872-62FE-47FC-BA0E-DE5C1AB32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42437029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3D45B3-BEDF-448B-BE47-4B6FC8AA9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A5F30D-6801-4CEC-91D4-BB9B7CD6B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D61248-38B1-454E-829F-0BDC73344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90BD80-E8F1-4622-A661-D6A565A53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84112B-9D9E-4E07-985D-ED2042606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DA6BEE-B8B3-4E1E-8F24-5383B1B3F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5A5E8F-B9BE-4990-87F1-854740608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3EEB69-0960-4DB9-959A-FEFD97C7B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21D959-DB81-4C1A-99D8-C75E775D8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place value and rounding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6F4941-5F31-4DD4-9979-0FC4C8848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retrieve and apply place-value and rounding knowledge.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28AE1E-B5F9-40CC-B783-71BEEF5AF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AE28FF-B9D4-476E-9947-0398BF1BB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Retrieve the relevant fact or method before answering.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004DBF-F22E-4ECC-9081-861B36A96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Show a clear calculation or representation and explain the decision.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B9C1C8-73D5-4840-9C33-FC4077C97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result, identify any misconception and record the next step.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9F5474-D0DF-4410-A753-517B62730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retrieve  |  explain  |  justify  |  method  |  misconception  |  next step</a:t>
            </a:r>
          </a:p>
        </p:txBody>
      </p:sp>
    </p:spTree>
    <p:extLst>
      <p:ext uri="{BB962C8B-B14F-4D97-AF65-F5344CB8AC3E}">
        <p14:creationId xmlns:p14="http://schemas.microsoft.com/office/powerpoint/2010/main" val="80381320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E362557-60CA-4B01-9BB8-36556BC14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F27CF0-E5E4-4D03-B0DA-C49CB4BC7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28F218-9DF9-4466-A248-92C840B94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589817-766F-4396-AC94-3B17B503A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450143-E0CD-454B-B1A8-3284A65BD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F2DC14-1804-48F5-8739-0F0F98ADF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E403DB-57B7-4723-AD93-EE99DBF0B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219DD3-D468-43FB-8602-ECAD80018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8611BF-9874-4796-A81B-F62F207C2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place value and rounding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475122-7FCE-4C78-BFA2-13C33A665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Order 6,908,210, 6,890,201 and 6,980,120, then round each to the nearest 100,000.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7FF091-81CA-48A8-823E-C432C4215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224BD9-A9B2-4488-847F-EC9753F63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644BEC-0207-4D6A-AAA6-BF49BDB39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Retrieve the relevant fact or method before answering.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E36A01-2443-4BB1-A30D-99415EEBF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2508B9-31FF-4756-A8F4-FF90FC43C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E8F2FE-0501-4F01-BFA6-AA6422A75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Show a clear calculation or representation and explain the decision.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DAEE65-1E4F-4E88-9E8A-F778E4602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635E709-038F-4511-97DF-C9D8A5260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211ECD-4C89-4AA0-A661-8EE299148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Order: 6,890,201; 6,908,210; 6,980,120. Rounded: 6,900,000; 6,900,000; 7,000,000.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952CE4B-EDC5-41F9-8597-D32C0880A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B907C0-97B2-4134-9C0E-48214EE9A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5224E8-419C-4119-9F29-BB8F015B0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Check the result, identify any misconception and record the next step.</a:t>
            </a:r>
          </a:p>
        </p:txBody>
      </p:sp>
    </p:spTree>
    <p:extLst>
      <p:ext uri="{BB962C8B-B14F-4D97-AF65-F5344CB8AC3E}">
        <p14:creationId xmlns:p14="http://schemas.microsoft.com/office/powerpoint/2010/main" val="36259170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AE3A15-F238-4385-B23C-2007DB4F1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C3C81B-4726-4E8D-84E2-779B02BC9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DD2184-E464-49FA-8378-2080D74C1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BA70DB-E715-4239-923B-5EC05B70F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8A64A8-4FA7-4737-A7D2-7F3849918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33893B-8FE1-426C-8DF7-09E6BC159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6A1FE6-3C27-4056-A394-3E9ACFCCE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9C4727-EDC8-457E-AE34-6D1C61307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9B5B14-3D36-4B16-8D87-F876C8374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place value and rounding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EF962D-A93C-481B-A520-D9F0E11CA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5F1216-DF20-4AF2-BA9A-DA0D7ACFE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Order: 6,890,201; 6,908,210; 6,980,120. Rounded: 6,900,000; 6,900,000; 7,000,000.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EF5824-C2A0-4777-B3AD-828DBEC43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0AD9D9-870C-45AD-B112-B5EDBA82B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result, identify any misconception and record the next step.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D44D99-9D49-4959-ACE8-99DF6636F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68130230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A773BE-05D3-4833-AC58-2148205EB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547E5E-20F9-4AAF-90B0-B0323E638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8ED81E-2296-4AA1-BA84-B102214B0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EC0B8A-BD51-4271-86B0-87E9795C1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E3D2AE-D5D8-4C37-A53F-02186A524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6E6A9B-71E2-4081-BAE9-4E724BFF5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B265E4-8C39-4A33-951B-D2166165E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8FC6DE-FAD2-47D8-B310-1D82F6ACC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EA8023-0FA2-4453-8638-53585FA73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place value and rounding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21416B-C02E-47D4-BF53-C6AA9E48F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interval from -18 to 27.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010792-53D5-43A0-973A-1F571F79F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3D7489-1A47-4C73-B4F1-0AEAF352F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9BE6F3-4282-411A-A7A3-C68CB7EF3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928D9C-82C9-46ED-B8AD-A2C889ED2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011C02-3D94-4B28-8E4F-0495AAB07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45.</a:t>
            </a:r>
          </a:p>
        </p:txBody>
      </p:sp>
    </p:spTree>
    <p:extLst>
      <p:ext uri="{BB962C8B-B14F-4D97-AF65-F5344CB8AC3E}">
        <p14:creationId xmlns:p14="http://schemas.microsoft.com/office/powerpoint/2010/main" val="123964797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E6F8FD-7CA5-4FB0-8E46-E499FF2C7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DF7AC4-F6E9-4065-A095-B1ED41DA9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03FD8F-4C28-4874-B126-AEC6C6604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14C38A-C86B-445C-AC65-FBE1C1933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20E756-E2F2-4EF8-BA7B-43C031F7D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54601C-13C8-40D1-98F0-DA503ADA4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C39EF0-DC49-4ED8-91D9-4033FA045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7EC258-C647-4489-93A3-C9735F1F1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E496FC-5340-4C84-A0E7-F2D7CE9C6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place value and rounding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a2f672e7fb42be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578D1A-8AED-42A0-A575-AF927FC1E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37AAD5-7DA8-47DF-BF40-E8742034B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applies one rounding rule to every requested place.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9C40A1-9243-4AC4-90FE-D3F5E493C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35AC46-AFF9-4C0C-80F8-C90AA683A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D99287-9F57-43B6-8FDB-AD2A73A00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Mark each rounding place separately and reconsider the deciding digit each time.</a:t>
            </a:r>
          </a:p>
        </p:txBody>
      </p:sp>
    </p:spTree>
    <p:extLst>
      <p:ext uri="{BB962C8B-B14F-4D97-AF65-F5344CB8AC3E}">
        <p14:creationId xmlns:p14="http://schemas.microsoft.com/office/powerpoint/2010/main" val="200266269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8B0D0BB-8EC0-4928-A530-804063179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ACAC76-AA36-40FA-A398-5C0F1969F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B8341E-B02B-4DE1-BD36-B9F276DD9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8DAAC4-FF66-4214-836F-E4178B04B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8AE71F-EFF2-4814-89D0-25E409015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32C2E3-7779-4C36-80A0-E23814C0F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0F234D-360F-4573-910A-B2832EAB4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7FC720-410F-4B14-BFC9-A69D0AB6B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EDFBD7-8616-4EE8-91DC-77B4D6116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place value and rounding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D01E37-CACF-4471-AEDC-ABF683831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B4157A-15DB-4305-8A96-C71FD3EC2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ABBC8F-FEE6-4945-822B-0C711A10E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EA30AE-3266-4171-8AA4-8F4FC7B3B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interval from -18 to 27.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841966-2F03-4F31-BE60-620E63A09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05F2C8-3444-4E88-A444-CAAE76802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E44B9F-2ACD-4A19-8686-2430532EC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F7C524-E8BC-48A1-B430-1F38905C8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03CE35-C46D-4B11-B9ED-D9B345C74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68A898-AEB4-4F05-A49D-E67DBCD09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9424F34-B8D0-4773-A2A4-7E0062DF2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8CFF9C-A51C-49A9-93E2-873DF62ED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45.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DBDDBA4-D744-4BC8-ADA3-A71370742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35158562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5F8D2C-5BA4-4C93-B0F9-C09CCA05A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906CCC-C94F-42D4-AA94-CC6B6B080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04FB1F-FD58-4713-832E-785B1ACC0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ECBE8A-3EAC-4B3E-80C2-4F735BE57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3484CB-3B49-4A5B-87E2-251A4E808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44B2C0-07A8-4169-9240-E1527129E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D84856-75C5-4B56-96AC-906235EB4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9A123A-D878-4B77-A029-8F6FC6A87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27F2DD-4F0E-4388-B3AD-EBA479557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place value and rounding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C1FCE1-BA8C-4F0C-B1C6-F5EC4FF97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F10A80-122D-4D78-9735-777CA29BF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4D5D21-9C53-46E1-B50E-144BE0EC8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95D09B-54CD-477E-91E6-921B18B74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Give the range of whole numbers that round to 3,600,000 to the nearest 100,000.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2CBCA6-05CE-4BFB-BC9A-8D5B7139F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895AFD-E36C-4D45-ABD9-645F86E1A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2C9049-8B78-4FA8-ABED-6A2A70CF4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0422AB-1472-4984-B4A3-15B64CC8E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17561D-C423-44D8-98CB-93A101523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119F2B4-8DF2-4827-B3F3-632B1CA17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36DB40-0586-40DB-B936-8186EF41C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7BB32D-509C-47AC-8A2C-04293C18E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02039571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F28E81-1AEF-48B9-BE56-839FC4773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5ABDC4-E57C-4752-A1F8-08E3F353D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05F87A-10E6-42F1-ADF0-BD07FB32E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36C092-2468-4122-874F-8D6816B1E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80AA83-B0EF-4115-AC52-0A9A10BE6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62B348-5A74-448C-BC6D-575DD6BBF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90F825-7CE9-4FE4-A1C6-2618A4DC1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EE66E1-4A7B-4933-A4F3-D4C284727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2093F3-E56C-41BF-A1C0-0CB710108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place value and rounding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0C8F6B-27A3-4D28-B2B8-83B295A9F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Create a seven-digit number that rounds down to 5,000,000 to the nearest million and up to 5,400,000 to the nearest 100,000.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A675FB-798C-44C4-8F26-B79768EA0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887716-C3F2-42FC-81B5-53F4E0CE7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1658AF-8AEF-4C08-9B4C-89E2A4DD3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Answers vary, for example 5,360,000.</a:t>
            </a:r>
          </a:p>
        </p:txBody>
      </p:sp>
    </p:spTree>
    <p:extLst>
      <p:ext uri="{BB962C8B-B14F-4D97-AF65-F5344CB8AC3E}">
        <p14:creationId xmlns:p14="http://schemas.microsoft.com/office/powerpoint/2010/main" val="209722692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398745-6F3B-41F6-8D57-7CE4AE5B1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DB9B08-BF07-4B51-9DCE-FE7CAA1EE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29F65B-8684-4F63-A933-4FFDE84CD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59039A-0B89-4741-84F8-9B6083B05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6B640E-7C40-4CCA-ACE2-F24EE7A12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387E33-5444-4402-A671-1EF917429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AEBD80-7546-4625-9047-65145857E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AB762F-28E9-4DD4-A2D9-B01887CD7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F55C34-38B6-4673-B382-55B9B7C66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place value and rounding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91E795-AF7C-46AF-B40A-E4C808584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7C4C32-2672-4AD6-8655-EE433E2DE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C78B7B-16DD-4356-B8CA-B93F80521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Give the range of whole numbers that round to 3,600,000 to the nearest 100,000.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9733AB-ED4C-461D-829E-CF130FE9F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081753-1C17-4B29-87B9-89940DDD0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5FCBF3-AB33-4332-9C1C-25F723693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5F730F-030D-497D-BDDF-D67977C72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366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3,550,000 to 3,649,999.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36CF97-78DC-403B-96EC-FE6432A6E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5B5694-AD34-45F0-9467-F2BDCB4C9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28119363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96A5502-2862-4D15-9F97-A3CDF7B69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5FE2E7-883D-4F2B-BDB5-635CEF213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B9623F-34B1-44B0-88EF-7900B3485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E9B0B0-6386-4D16-972C-AA05EA405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46C95B-F9B4-459A-8AFB-03A7A5750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380DA9-65D4-4198-B2EA-ADFBB688C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E9F495-EE10-4E84-98F8-BEFD706EC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A37E5F-323E-44CC-BE77-C5BFFEA39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6667D7-2B00-4735-8604-5554E718C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place value and rounding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894C01-0501-4B1B-BD12-EB0B0E361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0F5DA3-5A4D-4AC3-978B-EAABD0D4B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746BE2-FA67-4456-920E-654E1D5C3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A3C781-D6FD-443B-8DA3-4DD8A9ECD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Give the range of whole numbers that round to 3,600,000 to the nearest 100,000.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146947-5409-44CD-A4D9-8FAD9AF7D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6B8871-EE10-4EE5-885E-7A1E8765B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6751CE-C994-4F18-9B24-74EA8210F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D18616-CB40-40C3-A6D2-E4A4B71B2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applies one rounding rule to every requested place.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6A8A205-7732-49AB-B58C-D2E022A43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1CC5A0-E094-4C8C-9275-3243A4FF6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3CA301-B27F-4815-8443-3B376254C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351B52-D422-479C-AA85-A21C5C4C1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C6C561D-81A4-4B20-A887-EF665620D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86824627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2026-09-09T20:45:55.7980000Z</dcterms:created>
  <dcterms:modified xsi:type="dcterms:W3CDTF">2026-09-09T20:45:55.7980000Z</dcterms:modified>
</coreProperties>
</file>