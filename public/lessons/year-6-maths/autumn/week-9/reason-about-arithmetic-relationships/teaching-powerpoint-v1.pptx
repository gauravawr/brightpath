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cccdb1883d45d7" /><Relationship Type="http://schemas.openxmlformats.org/officeDocument/2006/relationships/extended-properties" Target="/docProps/app.xml" Id="R07df5cfb16c34983" /><Relationship Type="http://schemas.openxmlformats.org/officeDocument/2006/relationships/officeDocument" Target="/ppt/presentation.xml" Id="Re4b89a7a513842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ce4a5855a443b0"/>
  </p:sldMasterIdLst>
  <p:notesMasterIdLst>
    <p:notesMasterId xmlns:r="http://schemas.openxmlformats.org/officeDocument/2006/relationships" r:id="Re8bd4f2057f54f08"/>
  </p:notesMasterIdLst>
  <p:sldIdLst>
    <p:sldId xmlns:r="http://schemas.openxmlformats.org/officeDocument/2006/relationships" id="256" r:id="Rbe552c5b55e64075"/>
    <p:sldId xmlns:r="http://schemas.openxmlformats.org/officeDocument/2006/relationships" id="257" r:id="R75cf477733c24829"/>
    <p:sldId xmlns:r="http://schemas.openxmlformats.org/officeDocument/2006/relationships" id="258" r:id="Rb91081c3af8b4c6f"/>
    <p:sldId xmlns:r="http://schemas.openxmlformats.org/officeDocument/2006/relationships" id="259" r:id="Rcbd72669cce64570"/>
    <p:sldId xmlns:r="http://schemas.openxmlformats.org/officeDocument/2006/relationships" id="260" r:id="R8cc9ed129d2042d2"/>
    <p:sldId xmlns:r="http://schemas.openxmlformats.org/officeDocument/2006/relationships" id="261" r:id="R02b60b83ddd44074"/>
    <p:sldId xmlns:r="http://schemas.openxmlformats.org/officeDocument/2006/relationships" id="262" r:id="R8f3dcd25da254768"/>
    <p:sldId xmlns:r="http://schemas.openxmlformats.org/officeDocument/2006/relationships" id="263" r:id="Rb98b7860a8fa49ef"/>
    <p:sldId xmlns:r="http://schemas.openxmlformats.org/officeDocument/2006/relationships" id="264" r:id="R75529d137ba44b77"/>
    <p:sldId xmlns:r="http://schemas.openxmlformats.org/officeDocument/2006/relationships" id="265" r:id="Rd519da11e7bc4893"/>
    <p:sldId xmlns:r="http://schemas.openxmlformats.org/officeDocument/2006/relationships" id="266" r:id="R2d3c268f10c74a58"/>
    <p:sldId xmlns:r="http://schemas.openxmlformats.org/officeDocument/2006/relationships" id="267" r:id="Rf6c98505d6f447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3e3891f2b44998" /><Relationship Type="http://schemas.openxmlformats.org/officeDocument/2006/relationships/slideMaster" Target="/ppt/slideMasters/slideMaster1.xml" Id="R55ce4a5855a443b0" /><Relationship Type="http://schemas.openxmlformats.org/officeDocument/2006/relationships/notesMaster" Target="/ppt/notesMasters/notesMaster1.xml" Id="Re8bd4f2057f54f08" /><Relationship Type="http://schemas.openxmlformats.org/officeDocument/2006/relationships/presProps" Target="/ppt/presProps.xml" Id="Rc63e7e4ce7c54e67" /><Relationship Type="http://schemas.openxmlformats.org/officeDocument/2006/relationships/tableStyles" Target="/ppt/tableStyles.xml" Id="R300f35569bcc4d9d" /><Relationship Type="http://schemas.openxmlformats.org/officeDocument/2006/relationships/slide" Target="/ppt/slides/slide1.xml" Id="Rbe552c5b55e64075" /><Relationship Type="http://schemas.openxmlformats.org/officeDocument/2006/relationships/slide" Target="/ppt/slides/slide2.xml" Id="R75cf477733c24829" /><Relationship Type="http://schemas.openxmlformats.org/officeDocument/2006/relationships/slide" Target="/ppt/slides/slide3.xml" Id="Rb91081c3af8b4c6f" /><Relationship Type="http://schemas.openxmlformats.org/officeDocument/2006/relationships/slide" Target="/ppt/slides/slide4.xml" Id="Rcbd72669cce64570" /><Relationship Type="http://schemas.openxmlformats.org/officeDocument/2006/relationships/slide" Target="/ppt/slides/slide5.xml" Id="R8cc9ed129d2042d2" /><Relationship Type="http://schemas.openxmlformats.org/officeDocument/2006/relationships/slide" Target="/ppt/slides/slide6.xml" Id="R02b60b83ddd44074" /><Relationship Type="http://schemas.openxmlformats.org/officeDocument/2006/relationships/slide" Target="/ppt/slides/slide7.xml" Id="R8f3dcd25da254768" /><Relationship Type="http://schemas.openxmlformats.org/officeDocument/2006/relationships/slide" Target="/ppt/slides/slide8.xml" Id="Rb98b7860a8fa49ef" /><Relationship Type="http://schemas.openxmlformats.org/officeDocument/2006/relationships/slide" Target="/ppt/slides/slide9.xml" Id="R75529d137ba44b77" /><Relationship Type="http://schemas.openxmlformats.org/officeDocument/2006/relationships/slide" Target="/ppt/slides/slide10.xml" Id="Rd519da11e7bc4893" /><Relationship Type="http://schemas.openxmlformats.org/officeDocument/2006/relationships/slide" Target="/ppt/slides/slide11.xml" Id="R2d3c268f10c74a58" /><Relationship Type="http://schemas.openxmlformats.org/officeDocument/2006/relationships/slide" Target="/ppt/slides/slide12.xml" Id="Rf6c98505d6f447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95cb9226874c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7e0ddc6b744185" /><Relationship Type="http://schemas.openxmlformats.org/officeDocument/2006/relationships/notesMaster" Target="/ppt/notesMasters/notesMaster1.xml" Id="Rc06ecb47ea2941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a5232a695349e1" /><Relationship Type="http://schemas.openxmlformats.org/officeDocument/2006/relationships/notesMaster" Target="/ppt/notesMasters/notesMaster1.xml" Id="R771f9d491f0144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3ec98f9152446e" /><Relationship Type="http://schemas.openxmlformats.org/officeDocument/2006/relationships/notesMaster" Target="/ppt/notesMasters/notesMaster1.xml" Id="R2d90d4f0c2fb45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53fe20e6454614" /><Relationship Type="http://schemas.openxmlformats.org/officeDocument/2006/relationships/notesMaster" Target="/ppt/notesMasters/notesMaster1.xml" Id="R8f62125e27d848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fd327691d94f10" /><Relationship Type="http://schemas.openxmlformats.org/officeDocument/2006/relationships/notesMaster" Target="/ppt/notesMasters/notesMaster1.xml" Id="R2b923c21edc540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a403004d904df2" /><Relationship Type="http://schemas.openxmlformats.org/officeDocument/2006/relationships/notesMaster" Target="/ppt/notesMasters/notesMaster1.xml" Id="R29418b859a3146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2c9522a09f445c" /><Relationship Type="http://schemas.openxmlformats.org/officeDocument/2006/relationships/notesMaster" Target="/ppt/notesMasters/notesMaster1.xml" Id="Rb2a26f5a739d41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1f6ebc5e0b41bb" /><Relationship Type="http://schemas.openxmlformats.org/officeDocument/2006/relationships/notesMaster" Target="/ppt/notesMasters/notesMaster1.xml" Id="Rb2a188cd0c544e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ab05a796794bef" /><Relationship Type="http://schemas.openxmlformats.org/officeDocument/2006/relationships/notesMaster" Target="/ppt/notesMasters/notesMaster1.xml" Id="R32ccd5ba466e43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f84c6c2b34545aa" /><Relationship Type="http://schemas.openxmlformats.org/officeDocument/2006/relationships/notesMaster" Target="/ppt/notesMasters/notesMaster1.xml" Id="Rcf3d18d2696b41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04de9e45b64fb4" /><Relationship Type="http://schemas.openxmlformats.org/officeDocument/2006/relationships/notesMaster" Target="/ppt/notesMasters/notesMaster1.xml" Id="R084a39d6cf7744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53e79d12abd41aa" /><Relationship Type="http://schemas.openxmlformats.org/officeDocument/2006/relationships/notesMaster" Target="/ppt/notesMasters/notesMaster1.xml" Id="R556963d3a46d4d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600. | Identify the number type and choose an efficient method. | Changing a factor by a power of ten changes the product by the same scale unless another factor compensates.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13.5.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Changing a factor by a power of ten changes the product by the same scale unless another factor compensates.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5/6 of 420 = 350; 0.82 of 420 = 344.4, so 5/6 is greater..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62,208 / 27 = 2,304 and 230.4 x 27 = 6,220.8.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5/6 of 420 = 350; 0.82 of 420 = 344.4, so 5/6 is greater.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5/6 of 420 = 350; 0.82 of 420 = 344.4, so 5/6 is greater. | Changing a factor by a power of ten changes the product by the same scale unless another factor compensates.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e489df4d9c46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4c8bdc169a4d31" /><Relationship Type="http://schemas.openxmlformats.org/officeDocument/2006/relationships/slideLayout" Target="/ppt/slideLayouts/slideLayout1.xml" Id="R6074a75b06f746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74a75b06f746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7e443e59d4ca5" /><Relationship Type="http://schemas.openxmlformats.org/officeDocument/2006/relationships/notesSlide" Target="/ppt/notesSlides/notesSlide1.xml" Id="R12c282a9dde345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8a69a48564b13" /><Relationship Type="http://schemas.openxmlformats.org/officeDocument/2006/relationships/notesSlide" Target="/ppt/notesSlides/notesSlide2.xml" Id="Rab0884fdd52749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4a2f9fedb4311" /><Relationship Type="http://schemas.openxmlformats.org/officeDocument/2006/relationships/notesSlide" Target="/ppt/notesSlides/notesSlide3.xml" Id="R64887361529f40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a274194ea41e2" /><Relationship Type="http://schemas.openxmlformats.org/officeDocument/2006/relationships/notesSlide" Target="/ppt/notesSlides/notesSlide4.xml" Id="R47b9506c5e2a41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1cd53eefc490f" /><Relationship Type="http://schemas.openxmlformats.org/officeDocument/2006/relationships/notesSlide" Target="/ppt/notesSlides/notesSlide5.xml" Id="R182eb8d4c8c94b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4178289e1476a" /><Relationship Type="http://schemas.openxmlformats.org/officeDocument/2006/relationships/notesSlide" Target="/ppt/notesSlides/notesSlide6.xml" Id="R233e4cbdd4f14d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0739fe2ae48ea" /><Relationship Type="http://schemas.openxmlformats.org/officeDocument/2006/relationships/image" Target="/ppt/media/image.png" Id="Rb2b3478efe7245f4" /><Relationship Type="http://schemas.openxmlformats.org/officeDocument/2006/relationships/notesSlide" Target="/ppt/notesSlides/notesSlide7.xml" Id="Ra1712370a01441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55f70c7a87480b" /><Relationship Type="http://schemas.openxmlformats.org/officeDocument/2006/relationships/notesSlide" Target="/ppt/notesSlides/notesSlide8.xml" Id="Rdd78d95a4f934d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f0c526519439e" /><Relationship Type="http://schemas.openxmlformats.org/officeDocument/2006/relationships/notesSlide" Target="/ppt/notesSlides/notesSlide9.xml" Id="R09b5da6ad92845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145cd1f404b5f" /><Relationship Type="http://schemas.openxmlformats.org/officeDocument/2006/relationships/notesSlide" Target="/ppt/notesSlides/notesSlide10.xml" Id="Rb28515ce2b734c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73e8a85264ae6" /><Relationship Type="http://schemas.openxmlformats.org/officeDocument/2006/relationships/notesSlide" Target="/ppt/notesSlides/notesSlide11.xml" Id="Rfc467f80b2d748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aed5c8bce48e3" /><Relationship Type="http://schemas.openxmlformats.org/officeDocument/2006/relationships/notesSlide" Target="/ppt/notesSlides/notesSlide12.xml" Id="R9f0ad69ff3be4f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DBEBF-72ED-4F5B-B20E-D7E4FC89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49D9E-949C-4C07-9F2A-4C8A63EE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265F9C-0F46-46DC-8574-B8134F75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74727-42B3-4BD9-AE03-8FD8CA24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5512C-42F6-4D3D-AA71-D1B108D4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E90F1-2D87-43CA-8876-637F29B9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8B3527-1A76-40C9-A77E-59493F2D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8FBD0D-04AA-4FFA-A3D4-973FACA2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number relationships to solve arithmetic problems.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CCBD6-ABCF-4679-8BB4-6C5A518E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23D9AE-354A-4EAF-B298-1987405C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CE1358-3A3B-45EE-85C5-769574A7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204877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96CC96-67A9-4A93-BFCF-407842BE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9FE7DA-FFC1-4051-A812-D68AA0E3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4F587-B13C-4247-8AFD-AE16C876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3DFC8-63AB-477E-9823-F80728FF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1EC3C-3710-4CC4-AAC2-60E569D8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A139E-328E-434F-BFD9-1A39B187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BEFE44-873E-4269-B658-E3D5AA87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F65050-9A2C-4E9E-A4AF-DE5B485E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98F7FE-6D9B-4167-A54A-2400904A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24F384-DDB7-4467-AC56-BF6B1923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7937A-BDD8-47D6-818A-53BA44E5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9C2BCE-0DE2-4048-80DD-6ABE5EFA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DB1FF6-0B89-47CB-A2BB-7CD06A9B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888D80-9F04-4242-B1BC-6C506B50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8174B7-504C-44A4-9AB5-82D89F25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6D8BD5-DBC9-4AAB-9195-B74D850A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A6AF4E-B05E-4D87-A8FA-CFA0D36B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AC55FC-E6D3-4832-A9C9-3F5910E3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D02C4-0C10-4BED-9692-1BFF15A1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236DA4-9236-408E-800C-226F3104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EB3C4D-2E4A-4BB2-B050-A86943D8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If 4,725 / 35 = 135, find 4,725 / 350.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A83364-00A3-4106-BF7B-CF7F39A6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740626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0DDA75-B48C-4895-A822-7445AB28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B9C95C-76E0-4A5D-B900-DC5687AB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47923-D08B-475C-830E-9F9B9171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B7E28-0E14-4A3B-928A-B7E80702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DD597-239F-4238-9DA5-D2E776C8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DF04D-753A-4DFC-A869-2BE3C042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A60C0-CA78-40E2-BDD8-FF762779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B151C-7F42-44D0-86E5-D0342F6D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C6DBF-B988-4945-94D9-302A9F7D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D0E2A-DF4B-47FA-B9FC-EA788397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number relationships to solve arithmetic problems.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3433CC-B473-449C-99F4-CFD3F4E2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C3822-B44F-4E91-B2A6-EB4E9FB5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1ED83-7C56-4DDD-AEDC-6C8895F3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899F7B-960F-4A6F-ABB6-3C9FDF47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4BCA29-9A2A-4D43-8382-68C71B7F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4874795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004C48-6C37-45EC-B0E2-FC9C7E61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B41C4-E346-4976-9A68-2FE3FA53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DF4FC-91D1-49C5-89FC-3C6B91BA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1C6DC3-F9F4-4879-AA9A-F7ADF8E4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B95DC-C085-4180-842C-8D9D3093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DE01A-AF29-4DC0-938C-3388C574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74710A-D7FA-4112-BAD7-43E95F25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8BDBB-4225-4132-965A-97D7F555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AE8745-C1DD-4EF6-B2F1-CE8723D3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67301B-B82C-4A8B-BE7D-90A23E6E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4,725 / 35 = 135, find 4,725 / 350.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FA08B-BAFE-4BB6-BD8C-682B4808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75E752-C8AE-463F-924E-16476872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ABE323-813B-45EC-853E-FDBC8FE5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number type and choose an efficient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08FB58-CF25-483E-AEC1-4661CE58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AD2C6-F5F7-40A7-955A-72D2750C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8DE74-1BBA-4E52-81EB-343B7445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Keep place values or denominators aligned and record each stage.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69A279-348F-4C68-88C1-68618FF0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DBE4D-F303-4679-B361-DA31A397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D21D94-A1E4-49C7-95F9-69F69744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13.5.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BE7F58-3FDB-4211-A8DE-F302D077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E02E4B-C91D-464A-BDFE-5BACAE3F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97BA55-5B2B-4BE2-BE41-9D599F87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where needed and check the result for size and reasonableness.</a:t>
            </a:r>
          </a:p>
        </p:txBody>
      </p:sp>
    </p:spTree>
    <p:extLst>
      <p:ext uri="{BB962C8B-B14F-4D97-AF65-F5344CB8AC3E}">
        <p14:creationId xmlns:p14="http://schemas.microsoft.com/office/powerpoint/2010/main" val="6083756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85D647-B356-4B59-883D-22EA2A8F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348E8-EFDD-404B-A57E-F13D2BB4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CEA795-6D3B-4B6B-8CCE-4FDD5352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E2265-D2E6-4F2F-BED7-547D4730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D36F3-78DD-4D89-9365-3EF1BF07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B50827-1C72-44A6-B62A-210A3160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A67767-FE93-4395-A272-EC2B236F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28BFBA-8DEF-493E-8F4F-E50C7BD1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88B284-C90A-48EF-9BBC-F44BE2D0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55184-5623-4994-AC7C-15D28A96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E3F83-EE5B-4CC7-8A86-9F216CA8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13.5.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E6CA3-7549-419E-AA51-0C7FD86D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AF48CC-1187-42FD-B5E2-1E2D1894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AE0D4-7CB6-4F17-9CDE-A9C6DFD2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245961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A896E5-CC7C-4B43-A8A4-0E11394C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AE59B-34D0-4468-B7AD-FED9D510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609EB3-9D61-42F7-8DA7-0521783E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F88FCD-615F-412D-AC89-02AEBFA0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81043-67FB-47DF-AFAF-00413181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BB70A-AD3B-46E5-8911-7F044D81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896739-8638-4DBC-A85A-C72FA0E1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8D6AF9-BA1C-4B84-A45A-991FF81E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7A8C03-397E-46A2-96D4-E33202CA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CF83F-92F8-43E9-B39E-03B9199C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B0C08-B8B6-463E-8EFF-6264838E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1DB0A5-B6C8-4A86-955B-87723495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92ED88-B461-415A-85F3-ECA0BC66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A17838-BC07-4210-B51E-1035457A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4222C-05BF-4ABE-98A7-17B6C5BC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600.</a:t>
            </a:r>
          </a:p>
        </p:txBody>
      </p:sp>
    </p:spTree>
    <p:extLst>
      <p:ext uri="{BB962C8B-B14F-4D97-AF65-F5344CB8AC3E}">
        <p14:creationId xmlns:p14="http://schemas.microsoft.com/office/powerpoint/2010/main" val="12009327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E9DE8E-BCE3-489B-B42A-C62E20B5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13CCEF-1EA1-4265-AD53-CD5031C0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26EAA-D2B1-469F-8D4F-B8E8EAB2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B99B11-1189-4C1F-8198-089EB1DB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D1CD3-DA41-4413-AF94-2A77AB05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69085-0EC7-45C2-9C47-5306DB76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FC323-872A-45A7-B1CA-F9E3AEAE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0A37D-D138-45AF-A030-C531B2C1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DCE3D-1E59-4ADD-9858-A3710E15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3478efe7245f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46482-B00C-433B-86BF-2799D7E2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9CF69-90B0-4F59-9918-E914D7D8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factor by ten but expects the product to stay unchanged.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66846C-4A6D-4C2B-AC13-7622D769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0289F-B0DB-440E-A26E-B02914F1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BCD22-9502-4A9F-8A63-F841ABC7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Changing a factor by a power of ten changes the product by the same scale unless another factor compensates.</a:t>
            </a:r>
          </a:p>
        </p:txBody>
      </p:sp>
    </p:spTree>
    <p:extLst>
      <p:ext uri="{BB962C8B-B14F-4D97-AF65-F5344CB8AC3E}">
        <p14:creationId xmlns:p14="http://schemas.microsoft.com/office/powerpoint/2010/main" val="16802854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D864A-90D4-4EC4-96D2-C77469D2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F9459-C32F-4FC6-8BD1-D586DCDA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5EBA0C-84BF-4729-8CCA-9876EBC8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03D96-6F6C-4DDD-9187-6DA2B5D0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0A5C6-C9A5-4C5A-8951-D4335189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D6D37-AE01-4A2E-978E-64B487FA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FC4E1-EFDF-45EB-AF2B-3BCAE960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A3D02-2105-4C77-B4A5-05FB8789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3C041-A0BF-464F-BC4D-D72D6162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29BBF0-5230-41A5-9DE3-58B0486D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A2BA5C-ABCF-411A-A2E0-DA856D19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9286C-73C3-4E86-A686-7B34E2B9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892D7C-29E8-4E00-8759-BB6E6AB1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388AE-88CA-49EC-BBF2-228AE4C1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2B8A7-BB70-4163-8A39-0355CB1D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FBCB91-EEE4-4327-AD7A-3D843594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8BED5A-27D0-41B1-B2C7-F6F9180B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60F98F-AB15-4B3D-BBC8-11006F2F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E0D4D-22F6-44BC-9FAB-5970306C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9E43AE-D4BC-42F1-95A6-1FD9C393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535DCD-7FED-4C9D-9FA1-C517572D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822EFA-3BA0-4533-80C5-C3871F4D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997714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D5EBD9-E7F0-4E56-942A-0E5384C1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3D334-CE75-47EF-8BBF-A58958C8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8D53F-1318-4758-BA87-62B7B768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7269C0-BA61-4DA0-9C31-054D1E62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DDAB0-4F96-4898-936A-37E53ED8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46F8C-CC7E-4222-A933-52698563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C5B2F-CE76-4CC9-A6AD-244245D8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5C63B-CA68-4E7D-AC6D-92F6D7B5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97D9BC-475E-4DB5-A317-A9CF1903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F564E-2521-48EB-80B6-8397FBAD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413589-7333-4D4E-9D16-615DF309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0DD05-BF9D-4737-A924-05A8C4EF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1AC568-5CC7-42D1-8EF7-94F2E32B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89CCA-C73E-4002-8E5C-E7FA9536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34D978-443B-41A2-B0C8-315D98EE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35004C-B07E-4938-AAB7-BF11281C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280589-0756-4750-9D90-DCB21324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D8C3A0-462C-4143-92EF-306473F8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62428C-4DF9-488E-8ECA-75B1F645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D2E71B-C483-4296-B815-F5465552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796DD0-0EC0-4ECE-AA3E-8D750AEE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440830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FA2F46-0797-45EC-9749-0B25F722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4D5AA-76FF-47DA-A5B1-C39787AA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08D3E4-EE62-4F4F-8ADF-335B631E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1B852B-98CC-4E17-B6C4-E9749191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4B647-D9DE-4C43-BE5E-B60356D4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CD3E92-359E-4DDB-858A-65EC0912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3351A-8FA2-4100-8035-F052DC32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9E32E-D91B-4850-9941-9F3570AB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3DCBD-7796-4BBA-A48B-C876ADA7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CBAE70-B915-4FEB-BE46-AB48D227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chain of three related facts from 2,304 x 27 = 62,208.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D5D0ED-C2DA-4673-9448-B1AC625F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E5175-C50F-4DA2-993D-01AAEADD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70FA5D-5FCD-4B40-9AAC-67CC5800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62,208 / 27 = 2,304 and 230.4 x 27 = 6,220.8.</a:t>
            </a:r>
          </a:p>
        </p:txBody>
      </p:sp>
    </p:spTree>
    <p:extLst>
      <p:ext uri="{BB962C8B-B14F-4D97-AF65-F5344CB8AC3E}">
        <p14:creationId xmlns:p14="http://schemas.microsoft.com/office/powerpoint/2010/main" val="17226870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A478BE-841B-4282-A917-7E8741FC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CE347-9C2C-4179-B872-41F3844C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E479E-A689-4C3C-BE29-75438E55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E1B04-4E53-48B4-9914-F650516D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3F036-C480-41FA-A5EB-060C16A7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E62DE8-AE03-4E5E-B507-CE9FE282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0D0F1-6044-4384-9EC9-2B461621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51A8D-6EDC-46EE-97F7-A66AF12F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A73F4-3187-48E6-8332-73CEC50F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1F87F-3BD7-4146-9734-C926B1A2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FFF9A-1A02-42F5-A65C-978707AA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3608C3-07D7-4993-9772-EA9CCB36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E4D8E7-8C39-40AD-B6E7-316AA552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FEFAC0-1518-4FD0-B815-6C3C3BE0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B7D3C5-9CA9-4057-BDC3-3A676DDC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2696C-49F7-4FE6-A048-1C910550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77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5/6 of 420 = 350; 0.82 of 420 = 344.4, so 5/6 is greater.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81DEA2-11DF-4C65-805D-CB27B92D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5AB63-5B9B-4E4B-8B0B-DCE94725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084307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A43DD9-7B3F-4CC5-8978-A9AA2223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C3A78-50A9-4301-8C8B-192EF026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86666-B3C2-4631-AC78-840A01CC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3B7A4-2F97-45D8-8C0A-338675EC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7E2D2-184A-4335-829E-333EDCAD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E5F58-12ED-4A0A-BBDB-4E28B62E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66839-2F65-459A-8ED1-B74D1549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98CA5D-20A6-4109-9709-28551727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BC7DBD-055B-435A-9C8B-46767EC9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FA385C-18B0-4819-866A-82A4030E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86999F-97B1-4F70-852D-15D98414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189DB3-11A7-48D6-84B1-C8528007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32E962-58FE-4B65-A477-9233E029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D8CAF-9FCE-4030-BF48-FFA4BC22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CB20F4-734B-49A0-9731-D76A327B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17DA1-6744-4BA4-B2C9-A67669D2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11D14D-E09C-4E50-A928-2DFD3AD1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factor by ten but expects the product to stay unchanged.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F828B0-D471-412A-BE5B-7AED4F4E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A669E3-FC78-4A70-B0AA-C3609CC6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E70F29-F0AA-4609-86FE-0B48972A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14C620-F738-4CDA-BC02-9433784D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8DDA4D-2443-4628-85B4-BBB1322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949824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2026-09-09T20:45:53.6720000Z</dcterms:created>
  <dcterms:modified xsi:type="dcterms:W3CDTF">2026-09-09T20:45:53.6720000Z</dcterms:modified>
</coreProperties>
</file>