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Place-value chart, fraction strips, multiplication grid, squared paper, mini whiteboards.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600. | Identify the number type and choose an efficient method. | Changing a factor by a power of ten changes the product by the same scale unless another factor compensates.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fluency, efficient, decimal, fraction, equivalent, simplify, check.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If 4,725 / 35 = 135, find 4,725 / 350. Answer: 13.5.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600.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Changing a factor by a power of ten changes the product by the same scale unless another factor compensates.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600..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5/6 of 420 = 350; 0.82 of 420 = 344.4, so 5/6 is greater..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Answers vary, for example 62,208 / 27 = 2,304 and 230.4 x 27 = 6,220.8.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only the core independent-practice example. Give pupils time to solve and check before revealing the answer at the side. Answer: 5/6 of 420 = 350; 0.82 of 420 = 344.4, so 5/6 is greater.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5/6 of 420 = 350; 0.82 of 420 = 344.4, so 5/6 is greater. | Changing a factor by a power of ten changes the product by the same scale unless another factor compensates.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C9DEFCE8-B85F-4916-AF06-A7C9FB61C6F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28B16A6-C933-45B6-B1DD-D9AB9AD7EB90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4355FF2-5EE2-4E3B-806F-2301E4FA5370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74CD602-BD17-49E0-94B1-58B55EE4CD90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1A76987-7B25-4861-9F2C-F321C5D437E6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 about arithmetic relationships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A94589A-6ABB-45F7-86E3-C760BC9BC1E1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500BE16-2F3B-4CAA-9720-B56258B59D80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679C8FB-187C-4BD1-BF4B-88BA64C87B60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use number relationships to solve arithmetic problems.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81EE6A1-B4E4-4F54-98FF-313C60503A1C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0E5C00D-29E9-4B42-8308-CFA31A20DEC4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Place-value chart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227F6B9-7CE9-4852-A7D7-8163253BF42A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342022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F07D5CFD-1B5A-4022-BB1B-B148BFA2C1E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612B69E-C687-4EA2-ACE3-50C536EE8C9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1777282-7350-43D9-8110-37BEB5A5FC6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C24B502-1961-4C82-91E2-D89093AD6170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3C9A548-F113-4985-9794-06CF500E119A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A592A8D-56C2-4205-9914-7A63B84CADAA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B41D16-7D30-4C8A-B242-9422AFB1D0AB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1B80A5D-A04C-420D-86B4-F4D3EBFF7659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86E98FF-D5A2-4558-B6D3-A1CD89447CD2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arithmetic relationships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B994C07-29A3-426C-8AB3-CC0892670156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5FC63612-6082-4621-88B3-FC83553753D8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59CA9B9-7F97-47EC-A459-91C45DC5F292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5854DCD-6CA1-4B73-A528-EA979333F3F3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Use formal methods with whole numbers and prior learning about decimals and fractions.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4E1207E-11DB-473B-8B7D-34D878DEBF65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E1702853-558C-4641-BAB3-2D1F2C8E2C13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0F364E2-BF1D-4442-AEE9-64795B3FC78C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3AFEB0E-15B4-4149-B4AB-D2E9C6A5A4E2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If 48 x 125 = 6,000, find 4.8 x 125.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1A2B89C0-8B58-4386-8045-2C6CC9C54A51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ADD7DABE-377B-44AB-BCD3-2A585B417411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F3AE153-505E-4A33-9F57-D2E39CEFDF75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2EA0510-D84D-4DD1-8ED3-B1445F390B50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If 4,725 / 35 = 135, find 4,725 / 350.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82F00B2-7112-4665-B151-F7145588703F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0767708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53C250A1-AB5C-4C71-AA40-9AF86B5109E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1A2A3E5-487F-4FA8-BE6E-BCE9DBC9BBE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976E4DB-DF80-4585-B042-B7D18860CBC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6FBFF50-674B-423C-94A1-9742FE84A352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30E498-5168-4261-9287-2825CA56D3BE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F37421D-A1F7-46BF-A962-093DFB12D206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86142A0-B8C5-4718-BF78-EAA54E767563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81A3E07-6399-4B55-AF70-732A4B4F472C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7C659E2-54FD-43CA-81E7-316A4E9D479A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arithmetic relationships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6482D78-F0DC-43B2-8D60-D60056D722D8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use number relationships to solve arithmetic problems.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7A519FB-B688-4B4B-A548-93E65896C06F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2489E8-170C-4FF4-9A85-3AE3D6D45D21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the number type and choose an efficient method.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47E4189-210E-4944-99E6-5E5443B5E4F0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Keep place values or denominators aligned and record each stage.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AE70DBC-3897-49EA-A2B0-959C2069CFC4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Simplify where needed and check the result for size and reasonableness.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D7C46BB-F697-4FFD-89D1-0E2D0E0B5640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fluency  |  efficient  |  decimal  |  fraction  |  equivalent  |  simplify  |  check</a:t>
            </a:r>
          </a:p>
        </p:txBody>
      </p:sp>
    </p:spTree>
    <p:extLst>
      <p:ext uri="{BB962C8B-B14F-4D97-AF65-F5344CB8AC3E}">
        <p14:creationId xmlns:p14="http://schemas.microsoft.com/office/powerpoint/2010/main" val="468594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A1E9663C-B57A-4C97-9698-D1997EFAAA8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7A3B60-6967-4E82-9043-1A0BD2C5D84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FCD92D8-8F41-4EEE-A758-8D4E02C23D8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80120ED-2990-487D-B774-ED9FBCDF9322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C56E1A-7B04-4325-9A81-98EE045D4641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E172783-FB5F-4D1B-AE56-617E93CA15A3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BFB68E1-1E9F-4043-A06D-4F0E65289E1F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61DF87F-BBCC-470A-BEBD-A478863DE69C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126E98-5E0F-4424-AF1D-AA4311833447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arithmetic relationships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77B7D87-F3FE-4644-9939-F55634B4999E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If 4,725 / 35 = 135, find 4,725 / 350.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62145D2-A9DF-42BB-997E-F0266E102D59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4EA631DB-E5DA-453E-BEE5-5AA3D399C4E4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62092A0-3EF2-448C-AA4C-BE8E9394BD51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D36361F-4C8E-418B-8C2E-B8C1CF627B52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number type and choose an efficient method.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53AE777-5912-4F8B-867D-6F82DD067273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C234D9D8-1ABB-4878-9C73-5E6D0B5A7022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CD071A7-9388-4214-8FA4-1AE354932134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6F29D37-AE90-49C9-B88B-1C3E114CDBCC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Keep place values or denominators aligned and record each stage.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9E4CF23-8EDD-45C2-ABD4-95FDFDDBDF0F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2B106599-EE0E-41FC-B604-E1D3ADD529A0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9FF3D3E-FB0F-4EA4-86D9-DB1C17549645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46096BC-29B3-4DED-90EB-B884D7DDFC08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Simplify where needed and check the result for size and reasonableness.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58041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9E701542-139B-4BB3-8599-0DAF243D088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17B9E8B-7691-46DC-828E-E60711B066F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8E98CC7-DB4F-4FB1-A3CA-74D868F5B6F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94BBD7F-AF3F-4395-A959-2F94216B632F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2489CD3-38AA-4DF9-959E-426953E96738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9FA6EA8-C4AB-49A1-8B8B-DBAE11228C36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441A6A1-A9ED-4837-A0FD-05F5767C2EE3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54E7890-39EE-45ED-8658-C83337F07D43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AEC0394-8C98-457E-A700-D18CF21F735B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arithmetic relationships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5865034-8858-4EE3-AE1E-904110FD4E82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95ADE2B-69AE-4C76-9CD8-EA8D2C600532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13.5.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F0739E6-CA7A-4201-8971-C76C82674F07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3FE5631-B99A-48FB-AEA9-6E69B42BDAFE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Simplify where needed and check the result for size and reasonableness.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5896385-66C0-4B46-84E9-CF2182EB5201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452415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FD3986DC-15A5-4A85-B3C4-51BF21807AD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E9ED04A-AA00-4A26-BA09-656BD9DF1DA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57887FF-592A-43FB-B5A8-1AF866DA987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F58FD99-C08A-4E2E-8E5E-544C47636381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983C59A-9CDA-483A-8628-9E7E8BA97B01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D765E95-975D-4162-A163-D6DEFE1EE5EB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8CF078D-7CC6-4BC9-95F5-42431ABDE532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AF6ABC7-267C-44B6-A1A6-18ADD8B4AF29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CDCF67C-926E-41DC-A042-41B336B55F24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arithmetic relationships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241FBB-37D8-40FE-96B6-E1D2A5B1DEAB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If 48 x 125 = 6,000, find 4.8 x 125.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C625360-4F04-43BB-9A62-51E9BA91A417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0F35A96-D254-42F5-A680-7C3C3498FDC8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72A05BA-7B49-4C29-BF4B-206951E7D36D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BD69735-1533-4C00-B190-12126A344ECB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649A610-2699-49E4-9972-A5AB9E186B3A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GB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600.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097060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4DBC1ABB-1772-4AA4-A9F9-31A5D1242D7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A61BE94-7533-478E-BF8E-DC7C5E46435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7902CFC-02C3-4965-B592-356E7753DAA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B415FDC-1ABE-4F07-9706-F236E312EFB2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645A254-BF18-483D-95BA-0C07B164C336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D38FB56-B27F-4F8E-9119-25716F795B15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D2E25AB-8BA8-4147-95DD-60BA9E01C8FD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8F37BB0-0804-4BE7-A064-AD5B04FE5A68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5140677-CC13-4242-ACBE-C9333C93D75C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arithmetic relationships</a:t>
            </a: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C1BA7006-2703-413E-A318-2AB7373C8489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5A6C254-37D3-4DA5-A28F-53ED3DE85117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changes one factor by ten but expects the product to stay unchanged.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9BC25D4-C33A-41FB-92E0-F6107A663FFE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F7D6554-FFC1-48AE-B39F-9F27802EA457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188870D-1C73-4342-8C21-8107BADAE504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Changing a factor by a power of ten changes the product by the same scale unless another factor compensates.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44727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6937AECD-F399-4C06-80E2-018082579DC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139F0C7-4A68-45B3-B2CD-646AA2D074E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5687C62-C4C7-47C2-A542-D6F4CC6FC54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517B137-D0C6-4119-97EA-4C4F136902D5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CAE96F6-600F-4D81-8E77-9429CF59F681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BADD71A-0F8E-406A-96E4-9C3372B51B51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02D9A9-1FEC-436B-9E56-9D2EADAE3C14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24B6E16-D4CB-469B-BB13-C42FE8E656F5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FDA5A38-049E-4946-825C-81C2B2AD496A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arithmetic relationships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B3B8286-AA53-4F25-8F4D-039EBFE05579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BB8BA9B7-DC74-4E2B-8175-B0E8CC54F67B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19CC146-CAB7-4404-A2A0-15E15C396D18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9DBD020-B384-481F-9F4A-0D7FCC60EE9F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If 48 x 125 = 6,000, find 4.8 x 125.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D4BBA28-39E9-4D4A-BD90-159D605322A2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950A4446-D011-4910-AC51-0AF2AD882B8C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18928B8-06AC-4730-AC8F-B4BF8ECE463A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1FF425F-3C68-4D0D-A0E1-B0482E83A769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53765AA8-EF3A-42D2-8476-F109A4D4BC2F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B42218B-1F4E-494C-BBA3-3F1A27515ABA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D36D070-1A81-48D1-998E-37905383FE42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54919FA-59D8-4E54-9A5A-AFCD0CA1EED4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600.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0C5F717-E89C-410B-9680-C31D7CCBB79E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4723472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BC2DA679-2A55-4DB5-9FDD-A5868A41B0A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CB2D602-F127-4F1C-8392-A05015AB010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299534B-C5EE-4246-A8CE-5B9D58DDB1B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FE1569C-A59E-46FE-BCE7-B25809CB0FF2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2E41E28-593F-478E-8D43-AF42E690CC92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00D5444-5928-4C2A-976D-BBE79B5554AD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8F290F1-9177-43F6-A02F-7B0DD49947EE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B874BBE-5E18-4074-A417-BA7760211239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4A35553-4495-493A-BD15-7016C8DFEE9A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arithmetic relationships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58599C5-7C7D-483F-B781-155ED0DAC705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B628F78-5E28-4739-AAC1-FA2840A14D4E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7355EFB-8B41-4A9B-9D4A-260587DD9A02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272FA62-F262-4A12-92C8-C560639D2F66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is greater: 5/6 of 420 or 0.82 of 420?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1DF27D4-2CBB-4C8B-A9BB-077CE29D4DD1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56D6436-87F2-413C-8796-E6C27E1DF724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A55CF1C-9728-4E8A-98AC-1C8865165630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1787D09-5571-47AD-9BD3-08BC8B1F861E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3E24C0E0-EC83-43F7-A121-B611EEE7F03D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6DB0E96-E8C6-4378-B1E0-ADC9FF459451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2B8471A-F391-45A5-AB1B-9A5234F4880C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1C4A73B-3983-40F5-A7BD-6B6D55E43B37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32553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AD2434AE-0F70-40CC-B8DB-6961F381441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81B1F3A-1C97-45A2-A405-4940EC1E129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74F2F6A-2F1F-473E-B1A4-07776DFA41E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9D4674D-E62C-4D88-9F06-3DEDE79308ED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69DAA65-D403-4E27-989B-3E39E0A7A91C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B0B124E-25FC-4AC5-AADC-AE9C1DAC1703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0E51859-5263-4236-993D-1F0F22EE5E75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83F68CE-B4EB-4CC3-A243-B0C5881329A6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8F03839-25BC-4653-A695-34A63FDD9224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arithmetic relationships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0B83612-1E21-42D4-83E0-56BE7018EA41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Create a chain of three related facts from 2,304 x 27 = 62,208.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CDF1204-F27D-4570-BA95-9C81608CC591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2838A8B-80DB-4F89-9A4F-0D107175D46D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D78C99E-5997-43FB-BBC5-140F408D169A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242"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Answers vary, for example 62,208 / 27 = 2,304 and 230.4 x 27 = 6,220.8.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27368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78E6F07-E9D8-4708-8C80-605E5B239AA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0DEF232-EE79-40C0-BBDA-6BADAF4CE4C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97401AB-FEFF-40C6-9DB8-B753F0A5D48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983783-C43D-407C-99DF-46617B919F9D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9A4F84-0FEB-4FE3-86B3-3F1FB1D0708C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11FA391-032E-43D3-AC2C-5D21A77E3B54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9F94C46-5A56-41CF-A913-A5B2958EAEE9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701CE7A-6F2B-43A8-96BB-8501B6CBEF77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6865834-4296-498E-A7C7-A4F33088E1F5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arithmetic relationships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568FBC3-4529-4980-A53F-90E3FD2F53CA}"/>
              </a:ext>
            </a:extLst>
          </p:cNvPr>
          <p:cNvSpPr>
            <a:spLocks noGrp="1"/>
          </p:cNvSpPr>
          <p:nvPr/>
        </p:nvSpPr>
        <p:spPr>
          <a:xfrm>
            <a:off x="781050" y="1476375"/>
            <a:ext cx="6667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61B9BE64-B957-48E2-828F-A767C96F5007}"/>
              </a:ext>
            </a:extLst>
          </p:cNvPr>
          <p:cNvSpPr>
            <a:spLocks noGrp="1"/>
          </p:cNvSpPr>
          <p:nvPr/>
        </p:nvSpPr>
        <p:spPr>
          <a:xfrm>
            <a:off x="781050" y="2047875"/>
            <a:ext cx="6858000" cy="28575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4288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4F12BD3-8EAF-4DA6-A5E6-DA15EFDA665C}"/>
              </a:ext>
            </a:extLst>
          </p:cNvPr>
          <p:cNvSpPr>
            <a:spLocks noGrp="1"/>
          </p:cNvSpPr>
          <p:nvPr/>
        </p:nvSpPr>
        <p:spPr>
          <a:xfrm>
            <a:off x="1143000" y="2400300"/>
            <a:ext cx="6115050" cy="1428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is greater: 5/6 of 420 or 0.82 of 420?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860B462-1E9B-486E-BF44-A5507AA7E95F}"/>
              </a:ext>
            </a:extLst>
          </p:cNvPr>
          <p:cNvSpPr>
            <a:spLocks noGrp="1"/>
          </p:cNvSpPr>
          <p:nvPr/>
        </p:nvSpPr>
        <p:spPr>
          <a:xfrm>
            <a:off x="1285875" y="4095750"/>
            <a:ext cx="5810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CA61577-F5A8-4C17-A951-75E6F2B43CDC}"/>
              </a:ext>
            </a:extLst>
          </p:cNvPr>
          <p:cNvSpPr>
            <a:spLocks noGrp="1"/>
          </p:cNvSpPr>
          <p:nvPr/>
        </p:nvSpPr>
        <p:spPr>
          <a:xfrm>
            <a:off x="8210550" y="1666875"/>
            <a:ext cx="2619375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C8D5621-5680-48BE-A5B4-043B8720E601}"/>
              </a:ext>
            </a:extLst>
          </p:cNvPr>
          <p:cNvSpPr>
            <a:spLocks noGrp="1"/>
          </p:cNvSpPr>
          <p:nvPr/>
        </p:nvSpPr>
        <p:spPr>
          <a:xfrm>
            <a:off x="8001000" y="2190750"/>
            <a:ext cx="3048000" cy="2714625"/>
          </a:xfrm>
          <a:prstGeom prst="roundRect">
            <a:avLst>
              <a:gd name="adj" fmla="val 2807"/>
            </a:avLst>
          </a:prstGeom>
          <a:solidFill>
            <a:srgbClr val="E7F1F1"/>
          </a:solidFill>
          <a:ln w="14288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71CD31C-4D42-4BFB-B013-0F4B0C587BDC}"/>
              </a:ext>
            </a:extLst>
          </p:cNvPr>
          <p:cNvSpPr>
            <a:spLocks noGrp="1"/>
          </p:cNvSpPr>
          <p:nvPr/>
        </p:nvSpPr>
        <p:spPr>
          <a:xfrm>
            <a:off x="8334375" y="2619375"/>
            <a:ext cx="23812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3774"/>
          </a:bodyPr>
          <a:lstStyle/>
          <a:p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5/6 of 420 = 350; 0.82 of 420 = 344.4, so 5/6 is greater.</a:t>
            </a:r>
            <a:endParaRPr sz="25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EBB4CA0-0E57-4599-938A-551436DD096C}"/>
              </a:ext>
            </a:extLst>
          </p:cNvPr>
          <p:cNvSpPr>
            <a:spLocks noGrp="1"/>
          </p:cNvSpPr>
          <p:nvPr/>
        </p:nvSpPr>
        <p:spPr>
          <a:xfrm>
            <a:off x="8334375" y="4000500"/>
            <a:ext cx="238125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9825"/>
          </a:bodyPr>
          <a:lstStyle/>
          <a:p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GB"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  <a:endParaRPr sz="142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1417CC6-59F7-4E74-8CCB-5E0CD1C96CBD}"/>
              </a:ext>
            </a:extLst>
          </p:cNvPr>
          <p:cNvSpPr>
            <a:spLocks noGrp="1"/>
          </p:cNvSpPr>
          <p:nvPr/>
        </p:nvSpPr>
        <p:spPr>
          <a:xfrm>
            <a:off x="2190750" y="5334000"/>
            <a:ext cx="7810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6600696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F256A6C9-BCB9-4A1F-92D4-FB55E1CC235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F9C106D-11CF-4D4D-B868-749094FF43D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C32E421-8FFA-418D-BDFB-894F9EB2A61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3E9F031-6CB0-4873-813F-5B0AA8FE601A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7903E3B-74F8-469C-B0A6-CA790C4C38C2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D6861A-6F87-4FB9-B140-1F8C3F65823E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69EFF-332A-4CC7-AA1F-C829BAE8092D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D870314-5377-4DD9-9FF9-58B1CAE7F89F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DB058E9-611C-43BE-8C1C-531EDF8CB990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arithmetic relationships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76EA96D-7896-49AA-9D5A-6514681DA57D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3A4FED3-76DE-4861-8BDF-78195FE4E9AD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5CDF59E-C287-4282-B3F5-5AA91AEE04B3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58DF7BE-CC02-47BE-AB50-82DC48E98E00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is greater: 5/6 of 420 or 0.82 of 420?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204F3A8-0428-4C1B-9489-2CD2E5913D05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A4E62C64-D172-4222-8F28-68AAC38A2B44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D56B82D-66B2-485E-A1D8-608C622B148B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EA0AB9C-EF5F-4033-8F12-0CD174BD71A7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changes one factor by ten but expects the product to stay unchanged.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56131745-A670-410B-9B82-3BC34110C92A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07864F2-315A-4D33-B777-D459B662A67A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4F64459-D95D-45C8-A6B6-D4DA26D88DED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9117682-763F-4D42-B82D-323A183F8AAA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88D41DC-1055-4368-93D8-A5D2D3ABB7A0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5086684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1260</Words>
  <Application>Microsoft Office PowerPoint</Application>
  <DocSecurity>0</DocSecurity>
  <PresentationFormat>Widescreen</PresentationFormat>
  <Paragraphs>153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2026-09-09T10:57:32Z</dcterms:created>
  <dcterms:modified xsi:type="dcterms:W3CDTF">2026-09-09T11:10:23Z</dcterms:modified>
</cp:coreProperties>
</file>