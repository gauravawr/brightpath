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600. | Identify the number type and choose an efficient method. | Changing a factor by a power of ten changes the product by the same scale unless another factor compensates.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If 4,725 / 35 = 135, find 4,725 / 350. Answer: 13.5.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600.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Changing a factor by a power of ten changes the product by the same scale unless another factor compensates.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600..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5/6 of 420 = 350; 0.82 of 420 = 344.4, so 5/6 is greater..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62,208 / 27 = 2,304 and 230.4 x 27 = 6,220.8.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If 48 x 125 = 6,000, find 4.8 x 125. Expected: Which is greater: 5/6 of 420 or 0.82 of 420? Higher: Create a chain of three related facts from 2,304 x 27 = 62,208.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5/6 of 420 = 350; 0.82 of 420 = 344.4, so 5/6 is greater. | Changing a factor by a power of ten changes the product by the same scale unless another factor compensates.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F565829-3010-40C7-B90C-6292745F16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6137FA-CA6B-4A8A-A8C2-C9D3B1A7166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00BDFBF-ECB8-4420-B870-28D28740E5B6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F99290-7990-4CB5-AEBD-26997E212A85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54D15F-E97A-4743-9747-58F4F17F795E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9  |  Day 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D3040AA-A008-4683-8A3F-AE8EEB79E830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BED651-57C8-43DC-A72B-6B81BB14301C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1D427-0EB6-48AB-AE7C-6CC8C011A938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DB9A94-EB5C-4660-A76A-1F38EF7C1E08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number relationships to solve arithmetic problems.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CF4202-068A-41B3-AE1F-8355A526930E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E7E22C-359C-499D-82E7-EAE4BCAD57B8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38E169-4BF0-4DC7-9501-81FD4900B75C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09061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0693A31-80F8-4EEE-83F0-099C2E7D28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6C71ED-6C4B-422D-8CD9-22B6C9FCB5B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7A6736-6742-40F8-9441-927B2D24BF5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7D38CFB-1A82-48BB-8D55-D11B8A8F01F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175997-CAEF-4A3A-B6AF-5421234E6FA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98322E-EA7A-4981-B7A8-CEED1B68EB2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8629E5-1748-428A-8EC9-E1F1234CB63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55AAAB-EB02-4F6A-A201-067CD809AFC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887ED4-EAC8-46BE-8CA0-962C65C9C5D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B2383E-9ACF-4A8A-AD92-C19FDCD286F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96E3A5B-8141-4ADB-9610-AF038AA1E6F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CF28D4B-F7D5-4AB8-AE3A-0184E3F39B3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47B638-E0C8-477C-843E-6AE668BB6AA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976046-232F-47C5-9933-072DF3766E9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A796505-FBB3-4A3E-8B44-0983B764DBF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94EAE7F-8862-4707-AFCE-BC50D01DBB5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578C9D-EB30-4A96-A99A-2A23FD8AEAE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B082BD7-B8B5-4A92-B46B-E45E99FB1CD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If 48 x 125 = 6,000, find 4.8 x 125.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D7320FB-2391-46DF-B29A-86BC2F40670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F661009-A7EA-4EB9-BE31-F89DF5F648D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290944A-84FF-4A22-93A9-CBC44764EF5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270413-4AA3-4F81-B223-2C84A762ECB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If 4,725 / 35 = 135, find 4,725 / 350.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10C423E-3190-4F3A-A3C7-B090C154A78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92771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A5D2E8A-C2F8-40E7-A9DE-29E6064C7D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060BBF-6FEB-4327-8B7F-6EC5CCDF230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A02EB2-4EA8-4DB8-BEF0-5C76D29A4BE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995CB1D-D329-4003-B23D-A0B30F2AE1A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364980-428E-47F1-A3DC-3D9C73C9023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59CB25-0C2F-4215-A8F1-E935F5CF847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685301E-D079-49E6-895E-124F5503D0A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B1C810-C59C-4845-8EEB-A44D535781B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96F032-24CE-4CFB-85BE-2D8F755DDCB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F9EB5E-F108-46CE-939E-39B93924237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BE4135-E8C5-4E4D-A1FC-95F6496DAF17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number relationships to solve arithmetic problems.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8411EF-C097-45CD-A7D6-18804919FCD9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DB6D3E-83DE-495D-9DA5-E6D7DA69848B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3A31F7-A5E5-414E-A14D-D8EBC11E45BB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9FCBCD-C7D6-4C4D-A15E-F60DB303A034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5EC248D-1E36-44EA-B66A-912C8A31F654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89329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C4CC07E-C8C5-4A44-940C-A3FD243A06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3322E4-BB42-421F-8529-1313FF2DFCB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901E06-14CF-4C77-9A74-CF00912D741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2F3E9FD-00BD-4C80-8AFB-26625404E19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5ECF52-618A-40FE-8B73-EBC95993E31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BE34EB-DB80-4388-AAE8-1851BC73C57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72B1CA-A333-48A9-A83E-CA28457A1F8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8B083F-A867-4214-8C08-52173F64E41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47952A-7B42-4664-B831-083FEF27967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FD1340-56EE-47E1-A033-D32DB78C57A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E311AB-DFCA-4004-98E7-4794561FEDEE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If 4,725 / 35 = 135, find 4,725 / 350.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C43123-670E-430D-BB65-0257259DD73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8DDFC7F-4C36-4985-AD1B-CEAAD4403EBF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A6CE46-608F-4138-92CD-C9FE83E7CA74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803B1A-93F9-4063-9CF4-385C162DB9A4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number type and choose an efficient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409179-2C3E-4498-AE24-B3D0C25CF75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4DA1098-CBE3-4DD0-B204-A0EFF50FCEA5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EA6CEA0-D58D-4BD6-8DF0-FE9A3D8AE453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C9EAF1-FD4C-4686-9FB3-E6E0F1E0B35C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Keep place values or denominators aligned and record each stage.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00A2B87-CC08-4F5F-A2F8-E4ED0D6AF7DE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135C795-9097-4922-8F5F-A070DBBFFF0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65AD0C0-19E2-404D-83A8-933E34E964BE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0F8F43F-C460-4EFB-B4A7-9457DA8CB44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where needed and check the result for size and reasonableness.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4704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87E9611-834A-49CD-BB21-B67A3ACF79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740647-DB34-47C5-9493-E3918EFD857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0C4FC4-DDFE-4BF6-BCB8-12ADDA405F0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A7AB60E-9FF5-4791-9285-72FF62369F8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E2F202-F92D-429A-90EB-1FC1A803B91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4D44-8C52-476F-A1B9-E73DE0E14B5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67A17C-9710-49A8-B82F-713C85B9254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F0E5B9-F171-493D-AD1C-C1C1AA36E82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49391A-887D-45D1-AF42-67131A23CFC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FC7FB8-5CF5-4D0B-88BE-0E05B4305B5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2775F6-3E73-477C-823D-0F97CE47874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9F710C-3B0A-4AB1-9A80-750B7BE942A1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13.5.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FBB898-EFD3-4C69-92AA-53E81EB3E844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D600FB-DBA1-449B-9852-9611CFE3481E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5A47D2-0728-4A02-B449-9E83D29E38B4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157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FB08515-B31C-4024-A028-D5D8DE65D1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729A3C-386C-42E4-985B-76345988F57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106EDF-1CE2-47A5-9B1F-D7B870FF2B3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EB450CF-B4EB-4A49-A918-6E0EBB115F9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D63B37-CEBD-4777-A44F-C748F9A41AF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51AAAE-7336-49F3-8BF9-51F14ECF6D0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05A6DC-8926-4D0C-89AC-918FF077128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7B8886-FF27-42A8-A2E2-E90ABDD0F41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C953A0-61B3-4058-B6E7-08801301D4C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2871A9-9D1A-41DB-A77C-8154715FBCC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2DB0EF-70F0-4365-AB48-FA9DD335D59F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If 48 x 125 = 6,000, find 4.8 x 125.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E6A40D-D60B-437F-8B3C-2C67DA73865F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D82959-BB47-4287-A8DB-776B7248E959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C60BE6-629A-4D8A-82EF-487B9EE3C4DF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56CE11-1DEB-4331-8EE4-1AABEE0AB4E0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642D86-9C8F-4714-96F0-BB5C0592B2D1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600.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9528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4BEEF72-F017-4B12-A71D-508446379D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EC6718-BC67-4879-93D1-488B49251C5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B2738A-8DC2-42F0-A74A-C85E8EFF4D2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4B2F85-BFE4-40EC-9395-F5B0451C40C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E6097A-FCE5-47E2-B483-F52E9EFE37D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6D64BE-7B76-478D-B873-47C9DFFD31C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AA1952-C777-404C-9A8C-2C702F3E713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D869FC-226D-4511-93C0-9D9F0720520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5887D9-4EDD-4922-A514-92DE980778D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B76536-54F3-4945-BF90-613379F6340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7A8CE63-9204-4DA8-BFD1-BF29D3925CEF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7EB428-6B73-4CC4-B438-96E9589E43ED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one factor by ten but expects the product to stay unchanged.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D70DC7-CF3C-4CF6-9A48-35A65A1535E1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F5B48-8E8A-4729-812B-EC7E6C8217E6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42857C-411E-4DB0-82A6-59F46F63E6F2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Changing a factor by a power of ten changes the product by the same scale unless another factor compensates.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752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AF58628-827A-46B0-B2D2-AFF2EC0CA8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421275-3194-4AF8-BCAA-5A3AB051B06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D3E2A0-6EB0-4D99-91D8-50EB712C2ED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EB5EE1-60DD-4730-A311-8F37F7D98A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B3CF0B-E309-47C9-BE15-F898A80343A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0DEE30-FDB4-44B7-9E42-449454D8C35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1364BE-A703-4AD7-9BCB-63ADCEE4CBC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1639A5-CCE4-4A56-8379-B446A07E942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9B0511-A18C-4D3C-A312-34682460421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6099BC-B363-4300-85F8-CD5EA51B02E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6AC028B-E474-4320-804C-D3069D41929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F758330-6C75-4F61-B07B-1D4E71483B5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1967-09C2-47EA-AF9B-0233E6555A4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C4B9D52-3087-4FDA-B587-AA3F2D040E5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If 48 x 125 = 6,000, find 4.8 x 125.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228A229-3807-4319-AD2F-65F3F6AEA26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D098763-AFD6-4472-8E97-6BF98315E8F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A81249-1106-4ABF-9414-060BDA28561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2571C3D-3697-4A54-B421-F7EDD437523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3742B76-569E-47C0-B8A0-B5AD6F32145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14E7B8-0B83-4819-BD85-C6B90F8FBDB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842B77F-2E39-4C5D-B613-D871CE5FD15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9263CF4-9D49-43F8-B8AC-BE1F20DBE26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600.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E97092E-D06D-4164-A82F-6A3696A066B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68573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48BBCF0-D350-4A85-AB4B-C0F1112724D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5D14B2-2F42-4ABD-8615-F227B53D1DE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8D02C6-E827-44CD-AB9F-DDBC9E5584C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9F66775-D543-42E3-B938-9948A6F2474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375CDC-AF38-45FC-B387-7E0AC418B1B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F2BC53-4908-4436-9132-0395A151276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DCC125-C234-4225-AF63-AF9929AC86D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309E90-DA6F-4A71-B9D8-149B922221E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17504C-416F-42F3-BD3E-B93A93083AC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40DF9D-1D87-4F9E-A114-352B14A1B47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0116694-32A6-4D4C-907D-0EDAAD8608C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DE271CF-AC67-4812-9C0F-2D01F6C6FD6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D89A5C-2603-4E64-9790-796E62CF463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0CA33F-D88F-42E6-BE85-B7E7CD9CE88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5/6 of 420 or 0.82 of 420?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C57014-DD4E-4949-A5CD-64BFE7CA6AF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3C493F2-280C-4AA6-B413-EDCA8FE1A94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672AD3-C7C5-4888-8586-1879909229A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8D56148-5FFA-4B23-BBC9-62FB23DCFC5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3ACD82-2892-411E-9B66-70BABB01A76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E7AFF54-200C-4F08-BBC3-AA0999C867A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1C1C22-3EA2-4E67-84A8-F29C9EE1723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D9EE58-D752-4AD6-B899-6A777994436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98443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969C876-7F88-4A79-B69D-82D0A9C223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7EDA600-E761-43B4-967F-683C6A0D0D9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E7B07-1A30-4561-8EE9-F12396E1064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021140B-96B7-4D89-9E04-B8ED4DE9A78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BA907A-287E-494A-AC3D-FFC18BA04A3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648693-1A67-485F-9678-3637F92076C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C498-6B59-4AA5-837B-0341F7F8A37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419CC2-24A7-4B57-8A71-E8AE2EBDD78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796234-1A3B-44B3-9A2A-32F86581279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B63D48-74DB-4B26-951F-B7A574CC5F0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4F86BE-7E3F-41F9-8DB6-69FDE78B8381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chain of three related facts from 2,304 x 27 = 62,208.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E01F1E-72DB-470A-8617-3D1AEAE501F2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2FFCCA-16AB-41A9-9FB4-5F27C97B20D3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F67C07-8AD3-4C29-B438-960D043C0B25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62,208 / 27 = 2,304 and 230.4 x 27 = 6,220.8.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13036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EADCBE9-B7C1-4A70-93B2-E91140C5C8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1AFBED-7487-40CF-AD9C-D29B791B7DE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1C1511-1FCE-4109-B794-A5891AC405E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DF5BD75-B861-4DEE-85D4-0B3D99ECD30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09C554-FB9C-4306-9B02-653BCA1CA08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DD6F5B-98AC-4EDE-BC79-E9FCC708FAC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0643C1-A7DE-4179-A423-3E9A339DFC4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57E181-FE0F-414A-9E54-89EF1695EAC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BC36E0-F669-4EBB-90C8-FD8A4B94561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52C82FA-E227-4CA5-9DC5-C6FC9806580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5C4011-CF55-4839-BC4D-771E7C6280A9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20C5A9D-BE96-4433-907C-D8E44069276A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74ECC3-2E66-48E4-A2F4-5E18543D3A10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74DAA3-BF47-4266-BF1F-9B158AEB3B6E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3D22BBA-5B36-4401-BB2F-CA853049E7B1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755E2E-C262-4E6F-8E7A-575B201756D9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5833EBF-BE1F-4A9C-9FFE-54F6931BE731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DD6458-BE77-459F-BC87-7EE2C269D274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984DAA-9A84-4BD3-BF47-8E4EFD0AE5AC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1C9EA5-1F98-4E8B-951C-8E74D2EF212B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DF35FA5-136F-485A-B9AA-105EBE368917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DDCA2C7-02DF-4EDE-9DB4-C8F38308408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C289EC-61B6-49BC-95A7-5E5C54628C93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0B95B7-DE7D-473F-BDD3-AC2DCAF9F4DB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A7269F-9C04-4916-943B-BE39C4675D22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216306C-D50D-44BB-8012-DB734B736582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707583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DB1B4C2-992A-48EA-9352-D9BDFCE7D6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E339E91-EEC8-4C9D-A634-51C31D2824C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9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166B82-00A7-4C00-B0E4-6651766DF0F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85E0E83-9766-4E84-9FC3-18B41FD2AC6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78FD6F-B469-4192-B672-16E5D7359FB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D89A17-EB3C-49B2-8599-E3D40A2AE8B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AB9155-A308-4774-BFD1-8DF8D6B992B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119DB8-1F99-4F86-B2F2-D433ADAA716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C0E973-7003-48BF-A738-66B3A229C96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A2B9773-602B-4A42-B494-03444402036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arithmetic relationships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6178D8B-4BC5-4D36-BD7C-86C59E22436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B4E590D-1737-4592-B010-5A60572236D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FB235E-DC99-4D3A-91B9-2D0EC4C4727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9A67C6-4972-451B-92AB-5D40C2219FC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5/6 of 420 or 0.82 of 420?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E9FD115-5A97-4399-BA24-82BCC67AA9F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7C58C6C-03BC-42CB-87AB-1034AA97AA7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A9A6DCE-67D0-4C25-A426-F00F2B24C9A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F43531E-3D3C-4B2F-824D-F1E098B4C25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one factor by ten but expects the product to stay unchanged.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44194F2-FA7D-4D68-AE62-A8B76A812D1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1F28CA4-F0F4-4B33-942E-F875728F5C3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36835C3-358F-425F-ABEF-8985CD2F951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16C24DE-ACB9-4150-B417-A9E30E857FB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9C9258E-7101-472A-AD44-647D951C1A0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27074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1420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2026-09-08T22:38:49Z</dcterms:created>
  <dcterms:modified xsi:type="dcterms:W3CDTF">2026-09-08T22:50:18Z</dcterms:modified>
</cp:coreProperties>
</file>