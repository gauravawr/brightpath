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b5d959bd94152" /><Relationship Type="http://schemas.openxmlformats.org/officeDocument/2006/relationships/extended-properties" Target="/docProps/app.xml" Id="Re8a23ae7ac994516" /><Relationship Type="http://schemas.openxmlformats.org/officeDocument/2006/relationships/officeDocument" Target="/ppt/presentation.xml" Id="R9c4c8603f896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107568b87415d"/>
  </p:sldMasterIdLst>
  <p:notesMasterIdLst>
    <p:notesMasterId xmlns:r="http://schemas.openxmlformats.org/officeDocument/2006/relationships" r:id="R26d7ca557d194f98"/>
  </p:notesMasterIdLst>
  <p:sldIdLst>
    <p:sldId xmlns:r="http://schemas.openxmlformats.org/officeDocument/2006/relationships" id="256" r:id="R5cc40521b4614911"/>
    <p:sldId xmlns:r="http://schemas.openxmlformats.org/officeDocument/2006/relationships" id="257" r:id="Ra6f019b00d634561"/>
    <p:sldId xmlns:r="http://schemas.openxmlformats.org/officeDocument/2006/relationships" id="258" r:id="Re040e855c3d54a63"/>
    <p:sldId xmlns:r="http://schemas.openxmlformats.org/officeDocument/2006/relationships" id="259" r:id="R7db3c387780d42ac"/>
    <p:sldId xmlns:r="http://schemas.openxmlformats.org/officeDocument/2006/relationships" id="260" r:id="R0da0f99df1d546c7"/>
    <p:sldId xmlns:r="http://schemas.openxmlformats.org/officeDocument/2006/relationships" id="261" r:id="Re93f1db56ea8405c"/>
    <p:sldId xmlns:r="http://schemas.openxmlformats.org/officeDocument/2006/relationships" id="262" r:id="R6bf97b8145ed42f7"/>
    <p:sldId xmlns:r="http://schemas.openxmlformats.org/officeDocument/2006/relationships" id="263" r:id="Rd2e065ae7ee04c88"/>
    <p:sldId xmlns:r="http://schemas.openxmlformats.org/officeDocument/2006/relationships" id="264" r:id="R3a3fe4a0b2a2435b"/>
    <p:sldId xmlns:r="http://schemas.openxmlformats.org/officeDocument/2006/relationships" id="265" r:id="R6952b6be9b264976"/>
    <p:sldId xmlns:r="http://schemas.openxmlformats.org/officeDocument/2006/relationships" id="266" r:id="R2bd91e4ea76144a4"/>
    <p:sldId xmlns:r="http://schemas.openxmlformats.org/officeDocument/2006/relationships" id="267" r:id="R478580cfeb0b4a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9fe4d796b49d0" /><Relationship Type="http://schemas.openxmlformats.org/officeDocument/2006/relationships/slideMaster" Target="/ppt/slideMasters/slideMaster1.xml" Id="Rb45107568b87415d" /><Relationship Type="http://schemas.openxmlformats.org/officeDocument/2006/relationships/notesMaster" Target="/ppt/notesMasters/notesMaster1.xml" Id="R26d7ca557d194f98" /><Relationship Type="http://schemas.openxmlformats.org/officeDocument/2006/relationships/presProps" Target="/ppt/presProps.xml" Id="Ra2022e38e95848dc" /><Relationship Type="http://schemas.openxmlformats.org/officeDocument/2006/relationships/tableStyles" Target="/ppt/tableStyles.xml" Id="R7263292d1dfb412e" /><Relationship Type="http://schemas.openxmlformats.org/officeDocument/2006/relationships/slide" Target="/ppt/slides/slide1.xml" Id="R5cc40521b4614911" /><Relationship Type="http://schemas.openxmlformats.org/officeDocument/2006/relationships/slide" Target="/ppt/slides/slide2.xml" Id="Ra6f019b00d634561" /><Relationship Type="http://schemas.openxmlformats.org/officeDocument/2006/relationships/slide" Target="/ppt/slides/slide3.xml" Id="Re040e855c3d54a63" /><Relationship Type="http://schemas.openxmlformats.org/officeDocument/2006/relationships/slide" Target="/ppt/slides/slide4.xml" Id="R7db3c387780d42ac" /><Relationship Type="http://schemas.openxmlformats.org/officeDocument/2006/relationships/slide" Target="/ppt/slides/slide5.xml" Id="R0da0f99df1d546c7" /><Relationship Type="http://schemas.openxmlformats.org/officeDocument/2006/relationships/slide" Target="/ppt/slides/slide6.xml" Id="Re93f1db56ea8405c" /><Relationship Type="http://schemas.openxmlformats.org/officeDocument/2006/relationships/slide" Target="/ppt/slides/slide7.xml" Id="R6bf97b8145ed42f7" /><Relationship Type="http://schemas.openxmlformats.org/officeDocument/2006/relationships/slide" Target="/ppt/slides/slide8.xml" Id="Rd2e065ae7ee04c88" /><Relationship Type="http://schemas.openxmlformats.org/officeDocument/2006/relationships/slide" Target="/ppt/slides/slide9.xml" Id="R3a3fe4a0b2a2435b" /><Relationship Type="http://schemas.openxmlformats.org/officeDocument/2006/relationships/slide" Target="/ppt/slides/slide10.xml" Id="R6952b6be9b264976" /><Relationship Type="http://schemas.openxmlformats.org/officeDocument/2006/relationships/slide" Target="/ppt/slides/slide11.xml" Id="R2bd91e4ea76144a4" /><Relationship Type="http://schemas.openxmlformats.org/officeDocument/2006/relationships/slide" Target="/ppt/slides/slide12.xml" Id="R478580cfeb0b4a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016efc0e1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05a6b135a40a1" /><Relationship Type="http://schemas.openxmlformats.org/officeDocument/2006/relationships/notesMaster" Target="/ppt/notesMasters/notesMaster1.xml" Id="Ra277a424d9564f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0d76c650d4448d" /><Relationship Type="http://schemas.openxmlformats.org/officeDocument/2006/relationships/notesMaster" Target="/ppt/notesMasters/notesMaster1.xml" Id="Rd7dd6fa26e6042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f96244232473b" /><Relationship Type="http://schemas.openxmlformats.org/officeDocument/2006/relationships/notesMaster" Target="/ppt/notesMasters/notesMaster1.xml" Id="Re92c533d687947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c824d8f3504f17" /><Relationship Type="http://schemas.openxmlformats.org/officeDocument/2006/relationships/notesMaster" Target="/ppt/notesMasters/notesMaster1.xml" Id="R7656f04900f943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4be8164714893" /><Relationship Type="http://schemas.openxmlformats.org/officeDocument/2006/relationships/notesMaster" Target="/ppt/notesMasters/notesMaster1.xml" Id="R45f9daf5f22046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4c3d7823743dd" /><Relationship Type="http://schemas.openxmlformats.org/officeDocument/2006/relationships/notesMaster" Target="/ppt/notesMasters/notesMaster1.xml" Id="R7488b4cdf7a8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69761e6f64083" /><Relationship Type="http://schemas.openxmlformats.org/officeDocument/2006/relationships/notesMaster" Target="/ppt/notesMasters/notesMaster1.xml" Id="R9072a33e24fa48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17ea0d14284f91" /><Relationship Type="http://schemas.openxmlformats.org/officeDocument/2006/relationships/notesMaster" Target="/ppt/notesMasters/notesMaster1.xml" Id="R38643c207ad041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e159e5aeea409d" /><Relationship Type="http://schemas.openxmlformats.org/officeDocument/2006/relationships/notesMaster" Target="/ppt/notesMasters/notesMaster1.xml" Id="R96452f9bcdad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d3f965bd664f60" /><Relationship Type="http://schemas.openxmlformats.org/officeDocument/2006/relationships/notesMaster" Target="/ppt/notesMasters/notesMaster1.xml" Id="R56affef1a7d94e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ec761af5524c4b" /><Relationship Type="http://schemas.openxmlformats.org/officeDocument/2006/relationships/notesMaster" Target="/ppt/notesMasters/notesMaster1.xml" Id="Ra0dc2a74ac6643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5715f1715b460a" /><Relationship Type="http://schemas.openxmlformats.org/officeDocument/2006/relationships/notesMaster" Target="/ppt/notesMasters/notesMaster1.xml" Id="Rdacab06e0ed4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Place-value chart, fraction strips,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600. | Identify the number type and choose an efficient method. | Changing a factor by a power of ten changes the product by the same scale unless another factor compensates.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fluency, efficient, decimal, fraction, equivalent, simplify, check.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13.5.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600.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Changing a factor by a power of ten changes the product by the same scale unless another factor compensates.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600..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5/6 of 420 = 350; 0.82 of 420 = 344.4, so 5/6 is greater..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vary, for example 62,208 / 27 = 2,304 and 230.4 x 27 = 6,220.8.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5/6 of 420 = 350; 0.82 of 420 = 344.4, so 5/6 is greater.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5/6 of 420 = 350; 0.82 of 420 = 344.4, so 5/6 is greater. | Changing a factor by a power of ten changes the product by the same scale unless another factor compensates.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2e3b548f44d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c30e89c2c14d44" /><Relationship Type="http://schemas.openxmlformats.org/officeDocument/2006/relationships/slideLayout" Target="/ppt/slideLayouts/slideLayout1.xml" Id="Rd3704bc24aa64b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04bc24aa64b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875aa493b4d7f" /><Relationship Type="http://schemas.openxmlformats.org/officeDocument/2006/relationships/notesSlide" Target="/ppt/notesSlides/notesSlide1.xml" Id="R891ece3f27b6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36d9a77744413" /><Relationship Type="http://schemas.openxmlformats.org/officeDocument/2006/relationships/notesSlide" Target="/ppt/notesSlides/notesSlide2.xml" Id="R6000759bcde0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d74acb63444f7" /><Relationship Type="http://schemas.openxmlformats.org/officeDocument/2006/relationships/notesSlide" Target="/ppt/notesSlides/notesSlide3.xml" Id="R350cc1451b1a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a2fc283c4738" /><Relationship Type="http://schemas.openxmlformats.org/officeDocument/2006/relationships/notesSlide" Target="/ppt/notesSlides/notesSlide4.xml" Id="R3a0bcb21db9742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7d70c3f84bd2" /><Relationship Type="http://schemas.openxmlformats.org/officeDocument/2006/relationships/notesSlide" Target="/ppt/notesSlides/notesSlide5.xml" Id="R807eafc28a8e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f92acbc84b89" /><Relationship Type="http://schemas.openxmlformats.org/officeDocument/2006/relationships/notesSlide" Target="/ppt/notesSlides/notesSlide6.xml" Id="Radb2a5284680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842e58bc74fb9" /><Relationship Type="http://schemas.openxmlformats.org/officeDocument/2006/relationships/image" Target="/ppt/media/image.png" Id="Rbcdd49a73ebd4d3f" /><Relationship Type="http://schemas.openxmlformats.org/officeDocument/2006/relationships/notesSlide" Target="/ppt/notesSlides/notesSlide7.xml" Id="R79f040785f2d4b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27a67f2b34027" /><Relationship Type="http://schemas.openxmlformats.org/officeDocument/2006/relationships/notesSlide" Target="/ppt/notesSlides/notesSlide8.xml" Id="Re69b497b457a46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f630d93e4441" /><Relationship Type="http://schemas.openxmlformats.org/officeDocument/2006/relationships/notesSlide" Target="/ppt/notesSlides/notesSlide9.xml" Id="Rf82f738644cd40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c605c2f4a4ee8" /><Relationship Type="http://schemas.openxmlformats.org/officeDocument/2006/relationships/notesSlide" Target="/ppt/notesSlides/notesSlide10.xml" Id="R85c29ef7b8164e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c655770df40f6" /><Relationship Type="http://schemas.openxmlformats.org/officeDocument/2006/relationships/notesSlide" Target="/ppt/notesSlides/notesSlide11.xml" Id="Rb3489a1af34644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cabba44454192" /><Relationship Type="http://schemas.openxmlformats.org/officeDocument/2006/relationships/notesSlide" Target="/ppt/notesSlides/notesSlide12.xml" Id="Rba444c3edb5145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DEC1D-F789-4DBB-89E0-B056A18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BF3B3-112E-494D-A086-BB4F7D42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6B7AD-2DFB-4A53-A462-9D511AA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84CEA-EC94-4BD3-8CB8-DC62794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3E007-0AA8-4CA2-9326-0887FF5F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B5498-8658-410C-9CBB-99EA51D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862BC-5C28-49EE-8669-B60B808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54CC9-7982-4E2A-B74B-E94BD7B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number relationships to solve arithmetic problems.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CB1B0-2B7E-40E2-A95D-F3CD515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69198-117B-467F-9DBE-0AA78C9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F3D3B-EAF9-4CE3-BD0C-90B0A98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16133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B3083-D4A3-4824-80FD-EE30A689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05B90-DC8D-412A-ACF4-307F4CE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65539-0B39-4DCA-B2A7-0F3E82A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5866C-58FB-4069-AD8B-E53CFE5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E1E79-CF90-4770-8567-9EB3F896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623AE-177C-4DF7-90B4-0FA43A8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20C58-9738-4362-8884-282A1A5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5E452-BD11-433D-85F6-1B336B8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DEF5F-A069-441E-812E-D08D84B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D1B2D-0702-44A5-908C-FB7F331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CB894-B647-4AFA-A4C4-C89232BA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39579-AC4F-4A27-885E-EE6EF43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6208C-E882-49D6-B055-549E585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formal methods with whole numbers and prior learning about decimals and fractions.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64656-107B-4DDD-8224-504F597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44EE5-19C0-4168-B91F-E7A2E86C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A8321-CFC7-4F77-9DDF-5EE94A2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3261D-6FA2-4606-9259-4815249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If 48 x 125 = 6,000, find 4.8 x 125.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6CC9B-3E27-4EFC-B56F-B8355DD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CCE96-82CA-43F1-A2AE-82AF4EB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E8D53-65F2-4899-BF0D-B2CFC04D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A7D6E-5B4E-4D48-9B6E-EBDD5E26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If 4,725 / 35 = 135, find 4,725 / 350.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F20B8-A1A2-471E-B746-C27723B7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516076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F3DDE-6046-485B-95E8-9A0CE94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B20EC-0608-4C7E-BDF5-886512B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88822-6337-49E5-9516-0F98E2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2B99E-9F47-48C5-BA62-4227624B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8808D-EED6-4D26-943F-CDC438A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0919-936B-4E59-89DF-D0D6B7C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582E9-36DE-488D-8EB2-37489BC4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E9A1A-E232-4DA6-989F-C871111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78BAB-5BF6-4490-BD83-90A0273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A943E-4C2F-4659-A5C5-ECE792F0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number relationships to solve arithmetic problems.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83B66-DB49-40F2-8BCF-2961A0DC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588D4-91B1-4CE3-BE4D-22E5F4B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number type and choose an efficient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4CBA7-BA5E-4054-903A-615425FD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Keep place values or denominators aligned and record each stage.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95CA5-BC2B-4681-B3D3-842E8833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where needed and check the result for size and reasonableness.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066EF-EC46-42BE-8C6C-6F43536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fluency  |  efficient  |  decimal  |  fraction  |  equivalent  |  simplify  |  check</a:t>
            </a:r>
          </a:p>
        </p:txBody>
      </p:sp>
    </p:spTree>
    <p:extLst>
      <p:ext uri="{BB962C8B-B14F-4D97-AF65-F5344CB8AC3E}">
        <p14:creationId xmlns:p14="http://schemas.microsoft.com/office/powerpoint/2010/main" val="12956508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313A9-12CD-4390-A825-7D2FADA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48836-C594-4A99-8E2C-0A7F172C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20AC9-C857-48A6-816B-E6D6127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FF34E-717A-405C-AAC2-0B4FD2C2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21718-411C-402A-B48D-5900BDC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A5724-8AFE-49D2-AD81-6E80BFD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56582-5079-470B-B76F-3F7A931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25A5E-3250-4B3A-B6DC-0121334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5F67D-E4E9-4E3B-9DAF-CDA14624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06C2D-D772-46B6-AA58-AF9E0F84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If 4,725 / 35 = 135, find 4,725 / 350.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1F365-4F55-4485-8DE2-7108E6A8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7866B-022E-47BA-9108-07FD2FE5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E8149-BBFF-433D-988A-B4C08CD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4,725 ÷ 35 = 135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1DA6B-BEFE-4C04-B271-0A549BF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853B2-6CBF-474B-8223-E7F0A5D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5C2F3-E487-4AAA-8174-D750B21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Divisor becomes 10 times larger: 35 → 350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ABADF-9D1E-408B-ABC9-2950F28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A7019-E0E6-442F-BC6C-95CE167F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C7DF4-6FDB-423D-9A9A-4F01269E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Quotient becomes 10 times smaller: 135 → 13.5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587EE-7482-403E-A208-332BABB6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10DA3-16A4-47FF-AF78-F78628CD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53A98-21CC-49FF-8B50-79950B21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4,725 ÷ 350 = 13.5</a:t>
            </a:r>
          </a:p>
        </p:txBody>
      </p:sp>
    </p:spTree>
    <p:extLst>
      <p:ext uri="{BB962C8B-B14F-4D97-AF65-F5344CB8AC3E}">
        <p14:creationId xmlns:p14="http://schemas.microsoft.com/office/powerpoint/2010/main" val="8977291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F2D31-E5F5-44A3-85FF-93CE499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CF63-34EE-4A5D-BC72-85E87BFB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F6C4D-14A7-4221-8182-F015E1A2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67259-9888-4284-98BB-689BD40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7C75A-083D-42CB-9431-F0B70CB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DE422-E6D8-478A-976E-343982B8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E1C6C-2415-4924-88FF-4FB3B31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17660-E006-47D4-9A51-EAC45A1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34CA3-C54D-48F7-9B4C-9F267D78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43D79-E8B2-455F-BE94-DF7A3D4A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A85FC-9F8F-4E7F-B846-03BEF72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13.5.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612EF-59AD-4678-A816-D4A2E30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0F9E0-F385-42B6-8830-AA1FD3D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where needed and check the result for size and reasonableness.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15AC9-254C-4547-B73B-0B78AFC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8872609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0ADDC-49D0-426B-BD52-EDD3F5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3E196-5144-4E7D-B273-0DB22D8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ABD8-E608-4B1C-A067-EC5FC79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5436C-76D4-4409-8536-149ED99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7513F-3086-42FF-B328-58D88F4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79D6F-7B17-4015-826C-1ED1494F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B3845-DB59-4A96-B149-AA1761CD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E5804-98A2-451D-8A81-6FAAB7E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1640-7AA0-4001-8BFC-F2B71AA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AF08-16BD-415B-8C01-AA23245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If 48 x 125 = 6,000, find 4.8 x 125.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18CE0-B800-450C-B073-DA46875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DE49C-683A-450A-9041-DFC268E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98888-3303-4FCA-823E-CA6B5F60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E6896-C6EA-47BD-9002-4AB5E24E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E8E40-7C78-4122-8C64-0D3080B0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600.</a:t>
            </a:r>
          </a:p>
        </p:txBody>
      </p:sp>
    </p:spTree>
    <p:extLst>
      <p:ext uri="{BB962C8B-B14F-4D97-AF65-F5344CB8AC3E}">
        <p14:creationId xmlns:p14="http://schemas.microsoft.com/office/powerpoint/2010/main" val="69695509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44D4B-47A3-4797-BCE1-EFE5590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C98F6-FC6B-4D89-BCF3-E5A4FDD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4B11A-15A7-4324-AA79-4EDFC88A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00084-16AF-4768-B8B5-B412CC2B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711A-25A5-4A44-BEF6-A1436EF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846BF-C6B0-4AE6-9EE8-FA825F1B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81874-416D-487B-BC22-861BE3F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9D9A2-5949-46E6-B01E-A485729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1E29F-170A-41EE-B50B-A0530B49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d49a73ebd4d3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C4CFE-2D17-4C0A-AB3B-1C8AB2F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C2DA6-5049-4942-B3CE-B3CBAA2D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one factor by ten but expects the product to stay unchanged.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4E92C-CA67-4DAC-BE29-0FE1014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482-8A38-4FBF-96A0-471C5201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33C03-6619-4746-B479-A869701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Changing a factor by a power of ten changes the product by the same scale unless another factor compensates.</a:t>
            </a:r>
          </a:p>
        </p:txBody>
      </p:sp>
    </p:spTree>
    <p:extLst>
      <p:ext uri="{BB962C8B-B14F-4D97-AF65-F5344CB8AC3E}">
        <p14:creationId xmlns:p14="http://schemas.microsoft.com/office/powerpoint/2010/main" val="11425001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AEC94-A6FD-46EC-9C24-31258B3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7CEA7-181C-4124-BF5C-B325AAE7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C58D-07BB-4411-AE47-ED059B97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E08B0-9496-43AF-B727-5FB7C047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A54E4-77A9-45DB-83C1-359AF80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5CCDE-B48F-465A-B0C3-1D4D9DF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43ED-6EF0-4127-BD73-B51AA5E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079E7-8BB6-434B-B269-DAF199D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3EBD2-A404-4B4E-9059-69CE38B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F40F-4FF8-4B4A-A065-CF2A00E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B9D76-966B-41F2-AC1F-B210809D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6B89E-A2AD-4AAB-8D5B-EF2922A1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FD5E1-9CD8-405A-83E3-82360C4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If 48 x 125 = 6,000, find 4.8 x 125.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45BF1-AED7-45DB-A3C7-307CD713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676A1-5728-47EB-B0A1-136432C3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7ABE2-C25B-49C2-88FC-BFEE809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671AB-5DCD-4672-8B0C-12D4B8E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63CDE-61E8-434D-B910-2DF5937F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A3FB4-64C3-463B-9B37-67E21F6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EEC61-5E89-412B-ACFA-2BE1053D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97A09-7298-4732-9288-FB931E3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600.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0031B-532F-4864-95C5-38757B1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365325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489CB-1F63-4C47-9DB1-A07097E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57FD9-120F-45A3-807F-0515313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7A979-8950-4D1E-97A1-3A40841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2769D-5D2C-46D3-80E1-005F289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50CDF-D470-42D3-9C53-1F89962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7480-A7A6-4AFE-9B92-FAA8E6E2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76877-1411-407C-847B-C606AA0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1ACD6-5B9A-4FE5-8170-5D3C8A4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F6404-F964-4754-A4B5-FBCB4C07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944A4-A0BE-4ECA-928C-C70C27B8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5F982-942D-495B-AAC6-F35645E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9966-CD81-4E37-936E-BDC6C6C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B4FEE-F136-422C-B21B-31D65239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5/6 of 420 or 0.82 of 420?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A0EBF-882E-4661-B2F2-6778459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BABEE-F275-416F-8856-288CA2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C73F-F452-47CF-96F2-C35761F8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8C03D-5D19-442B-BEB7-2CB3982F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E4BC4-727C-4D9A-BF98-F85CA870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60911-3B76-4E04-934B-EB9F040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9F441-7755-4A6A-8D4E-32DC4C19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E352A-3BDD-4790-BC20-5C37CE7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471456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D7F72-E414-4AE7-B463-4E7B25AC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962D-FA9C-45FC-AE8C-75E374D8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DC920-AA4A-4D29-9867-6250D5C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29B03-1FFF-4B1E-AC5D-C256894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A4DBD-F8E8-4A8C-9ADC-7757080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2F500-97EC-46A2-B7B4-DF3FC0A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C6056-0111-44E2-AB51-10C68DC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0220C-1E70-45B7-A155-982600FE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E54D-2A74-4BC8-842F-21123217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AF048-66B3-43D2-BD24-CDFB585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a chain of three related facts from 2,304 x 27 = 62,208.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17954-A2D1-4629-B6B8-0B88FCC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48F54-B5F3-48CF-BACB-C66141E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DC8F8-39B1-4765-A29C-B2C43A6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vary, for example 62,208 / 27 = 2,304 and 230.4 x 27 = 6,220.8.</a:t>
            </a:r>
          </a:p>
        </p:txBody>
      </p:sp>
    </p:spTree>
    <p:extLst>
      <p:ext uri="{BB962C8B-B14F-4D97-AF65-F5344CB8AC3E}">
        <p14:creationId xmlns:p14="http://schemas.microsoft.com/office/powerpoint/2010/main" val="1542192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EC207-61DD-4ADF-BF49-38F49D47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B45E7-3241-4B73-BD48-E816A99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6B399-9B4B-459A-ABEC-682B4AD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8AB56-E27D-4B75-B2EC-F6C802C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29EB0-FE21-4C55-9EF6-0C0B49C5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A3C44-9E84-461B-AD99-AD50493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7FC54-79D0-4A5C-A159-38BF5B2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C1078-04D4-4FF9-B0A7-BC3FC875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CB8A2-88AD-4B83-9FFE-5B1A702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10C46-E3B1-4063-BEC9-D6345B20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895A6-6923-4E94-AE46-B412BA8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AE656-7E99-492E-9E52-BCD1B82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5/6 of 420 or 0.82 of 420?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5863F-1B47-4363-9C61-BBDFAD41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6359B-C616-4EB0-B168-F41DBCC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D1CF6-359B-4721-852B-3ABCB6B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73B28-8FE1-4FDC-B0FE-75D05C9A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7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5/6 of 420 = 350; 0.82 of 420 = 344.4, so 5/6 is greater.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B90CC-E0EF-4623-AC45-2F062E5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953CE-0326-4CBB-BEE2-13EA9EF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6122599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5ED8-E299-4286-A362-6190DB1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8A705-763A-4ECE-94C0-971DD7E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CB43E-9E67-4E20-B2DB-6CF930B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3D495-8805-4BCA-AFA5-D7E653A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C6832-4B35-4915-A0B7-DDC58E8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71069-C715-449D-B94E-86DA99BE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4E03D-1F28-4772-8C15-4F9B713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36FEA-5FBC-4D54-8D9C-49F3342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A683F-8BC9-4453-A3F2-9BBC1626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arithmetic relationships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06031-0A10-42B2-A7F2-DEE2A44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993DE-8E70-417F-BD54-2671462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CD45F-0D0C-4F00-AB46-E472BB7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D282-F562-45AE-A070-15B9D43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greater: 5/6 of 420 or 0.82 of 420?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BB471-5B3A-41EE-8643-9EBB2F54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882A8-A59B-4391-AAFA-FCE89DB5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FCAE6-5D8C-4020-823C-80CBD0CB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5EB33-2A7D-45F5-908A-FD09A693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one factor by ten but expects the product to stay unchanged.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0B040-82FF-4E6B-ABE8-82A0F34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BED68-3D1A-4624-8B47-0EAF7E3C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AFC63-F351-41ED-8247-256BBAB0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68CFC-6523-4887-9CAE-3649F7A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3FCB0-D367-46A2-8D9A-29310AB5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4481401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2026-09-09T22:14:36.7950000Z</dcterms:created>
  <dcterms:modified xsi:type="dcterms:W3CDTF">2026-09-09T22:14:36.7950000Z</dcterms:modified>
</coreProperties>
</file>