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Reason about arithmetic relationships.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Reason about arithmetic relationships.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281CE8DF-31C2-46EC-8012-118291D9298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4D6A952-C879-40B0-81E0-3B23F4E38070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D3EEDB4-5974-4952-AE2E-142A3BFCCB0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6446BE0-8693-42E6-A3D8-54C27B16208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A6B95A7-3093-4CF3-9A17-9CCC1B7F251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EDF8B79-8E52-42BC-80FF-30E29CAD895D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</p:spTree>
    <p:extLst>
      <p:ext uri="{BB962C8B-B14F-4D97-AF65-F5344CB8AC3E}">
        <p14:creationId xmlns:p14="http://schemas.microsoft.com/office/powerpoint/2010/main" val="819076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BCC74CB9-6C5C-4383-9763-6DB8A717AEC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A348FF5-78FD-4804-AE36-B786E067D85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4725 ÷ 35 = 135, find 4725 ÷ 350.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0B6D8ED-74B0-45C9-8300-55F20838447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75D1153-9E7C-42AE-8233-B052E3D5C3C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190D3B3-4D72-4B4B-99A8-9C0FB25EEB9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5CCBAAD-710E-4DDB-9BFC-E439D4D0C30E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35 × 10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B4ED845-0562-4C16-BEEC-EF9AAA338D8E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99FE159-43C1-422C-8139-4B8714612C4B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135 ÷ 10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216C3FB-BF6F-4EA0-AEEA-452EB755A4D5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13.5</a:t>
            </a:r>
          </a:p>
        </p:txBody>
      </p:sp>
    </p:spTree>
    <p:extLst>
      <p:ext uri="{BB962C8B-B14F-4D97-AF65-F5344CB8AC3E}">
        <p14:creationId xmlns:p14="http://schemas.microsoft.com/office/powerpoint/2010/main" val="108840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C5729B03-316D-4A53-991E-AAA3F884C71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0332498-5949-4771-84DE-A3572A8A733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29E4E17-FE8B-4F56-B1D8-37C80E4F912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5075 ÷ 35 = 145, find 5075 ÷ 350.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2F1B651-BF82-45C4-A47B-871DFBFD695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628F3F7-003A-415E-99EF-E464F13BC9B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E4714DF-6C4B-466E-92B3-D96C709DF1B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828E6CD-76E6-46BB-8717-A1CBCFFA9613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35 × 10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9241D92-8107-4F58-A092-E267483184CA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D4983F1-48F9-4AC7-B5A1-6277579C3893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145 ÷ 10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99853C5-8D42-4759-AEB3-9A9028A6736F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14.5</a:t>
            </a:r>
          </a:p>
        </p:txBody>
      </p:sp>
    </p:spTree>
    <p:extLst>
      <p:ext uri="{BB962C8B-B14F-4D97-AF65-F5344CB8AC3E}">
        <p14:creationId xmlns:p14="http://schemas.microsoft.com/office/powerpoint/2010/main" val="92439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-1">
            <a:extLst>
              <a:ext uri="{FF2B5EF4-FFF2-40B4-BE49-F238E27FC236}">
                <a16:creationId xmlns:a16="http://schemas.microsoft.com/office/drawing/2014/main" id="{0202257C-8554-4657-86D7-81DA4ED610A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CFCB88F-06CD-4EC8-A2BB-1C3703A0EEA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5425 ÷ 35 = 155, find 5425 ÷ 350.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C0FE0D1-CC08-4B2F-B2DB-EF6E5AEA6C2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B33716F-67AB-4321-BC28-AEEAD29CB86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91A0A67-A948-4A51-86CE-EAB51C8E0C9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1E4460E-2B3A-4E71-93E4-E00508C9AF64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35 × 10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3C330DE-89C1-4010-A334-1AAF2E7874B1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B7D88C0-76FC-4875-AB57-F11D60830EFC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155 ÷ 10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AE9CBAF-E5C7-48B2-A431-84724C67BFD7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15.5</a:t>
            </a:r>
          </a:p>
        </p:txBody>
      </p:sp>
    </p:spTree>
    <p:extLst>
      <p:ext uri="{BB962C8B-B14F-4D97-AF65-F5344CB8AC3E}">
        <p14:creationId xmlns:p14="http://schemas.microsoft.com/office/powerpoint/2010/main" val="171247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-1">
            <a:extLst>
              <a:ext uri="{FF2B5EF4-FFF2-40B4-BE49-F238E27FC236}">
                <a16:creationId xmlns:a16="http://schemas.microsoft.com/office/drawing/2014/main" id="{F39ACE75-5EF1-487B-8D76-F6C032588B0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35BC071-5F35-439C-A1A0-E957D4A81CF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28BF83B-44C9-496F-B1D0-831DCC0799B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If 5775 ÷ 35 = 165, find 5775 ÷ 350.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E7ACA76-FC86-4BC5-B96A-CD384DE92F0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89BD71B-C58E-471C-9DCF-CF0B52EE58F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049BA94-9F3E-4E24-91C3-8F662E15D9E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8E50A0D-7AAE-4B6C-9024-85436F543E41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35 × 10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3E46399-FA6A-4539-A20A-C48CC0761505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350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3333DA2-F873-41F2-9DD4-7753712BA0C3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165 ÷ 10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A02D914-2349-4584-813C-94C9598F380E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16.5</a:t>
            </a:r>
          </a:p>
        </p:txBody>
      </p:sp>
    </p:spTree>
    <p:extLst>
      <p:ext uri="{BB962C8B-B14F-4D97-AF65-F5344CB8AC3E}">
        <p14:creationId xmlns:p14="http://schemas.microsoft.com/office/powerpoint/2010/main" val="36349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6EA4E384-D34E-4D93-9D40-31FD141ECB0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3AE8AB2-1132-4F03-BB7B-24A10FA4218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867DC9F-91F6-4D88-A276-5442604DDAE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B00853D-7A12-417F-877F-AB4BC93EBD4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23DEBF1-A8A3-49CF-80F7-DE6C5A05700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A33532D-E132-4B30-94EC-8AE41D94F3A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5F6723C-C8C3-4C31-9393-6FC4A763DD52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2933B3C-B151-4B37-A973-5910D5904BF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If 4,725 / 35 = 135, find 4,725 / 350.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FF4C09B-63DF-4137-8C58-D5CD5C7AC07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930F4F9-5E1C-480E-BA3B-DD5F048FDA2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EFFF4EC-9DE9-4691-831D-97F3B58E92F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25650D2-45A8-4638-9BCF-C63467FD5A00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043CD6B-0C46-48AE-BF9F-91661E2E4BDC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A5C7D99-6FD9-45E4-BFAF-F6CAC41E9349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If 4,725 / 35 = 135, find 4,725 / 350.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9265691-8AA2-45A1-BBFE-E43E9D406916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26F5945-05E4-4833-ABD8-44544CB0800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If 48 x 125 = 6,000, find 4.8 x 125.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6E1CF68-AED2-46A6-A7B2-E97CB4A752B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553CAC3-5CB4-494F-85AB-5DA317A6821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Which is greater: 5/6 of 420 or 0.82 of 420?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ABADC77-2BD1-4523-B894-521415275622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30D0CC5-BDFE-416A-88CC-76A75A5C0B9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Create a chain of three related facts from 2,304 x 27 = 62,208.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95AF4E8-DCC1-4483-89F3-3FC3D6C4DAF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54E4470-98DB-4DE1-BEAF-67791D13CBC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changes one factor by ten but expects the product to stay unchanged.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7944928-5B8D-46E8-A203-20281657EF5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89C2A55-3793-4451-8ACD-E4FF98BD991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1747688-5790-466A-A9D1-0BD8A54D0F02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55FEC07-0796-4D80-9028-16EC6F11065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Which is greater: 5/6 of 420 or 0.82 of 420?</a:t>
            </a:r>
          </a:p>
        </p:txBody>
      </p:sp>
    </p:spTree>
    <p:extLst>
      <p:ext uri="{BB962C8B-B14F-4D97-AF65-F5344CB8AC3E}">
        <p14:creationId xmlns:p14="http://schemas.microsoft.com/office/powerpoint/2010/main" val="1011692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FEC52172-D42C-43AE-8F74-5A9ECA221A7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10D5337-4EA1-4F5F-AD9E-0670FB16467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335BDBD-9628-472B-8FC0-591D168BF8F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5E49366-6826-43A2-8A5E-6A8A5699D5F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Reason about arithmetic relationships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457A208-8416-468F-A999-7724F9E296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8FAB902-843B-4B1D-9CCC-D93CFD1612E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32471A0-F0CA-463F-AE00-3F13477AAF8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13.5.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C6C3C8C-D41D-427A-A53D-2E45E13CCF4B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743D3D0-C4DF-4CEC-BCF0-2DAD643BED5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E5B261E-5A09-4A08-A414-2214FBABE01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CB7AA60-C356-4F59-A3FF-D69B8772098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5/6 of 420 = 350; 0.82 of 420 = 344.4, so 5/6 is greater.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A7A51AE-4646-490B-9008-8F240EAB7AA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6D7F4DB-C3E4-4899-B2D3-8C689B1205A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13.5.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B54020-805E-4D52-A258-170F84DF5811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894A36B-4FAE-4948-9BDF-58980F82603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600.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DD64E9B-5329-413B-90E6-6E03E12D11E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C96C3AD-7F8B-488C-9F4E-EB6A4C292350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5/6 of 420 = 350; 0.82 of 420 = 344.4, so 5/6 is greater.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33C5DF0-F0B4-4393-889F-8BF7215AB452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0FCC1F2-CED1-4EB2-825C-02A28D9A15B2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vary, for example 62,208 / 27 = 2,304 and 230.4 x 27 = 6,220.8.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83FAD61-2BDD-4A11-B4F0-17072D7D95C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D2486BF-442F-4CF1-978C-3D2BF0CB8A48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Changing a factor by a power of ten changes the product by the same scale unless another factor compensates.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B0F0237-AD48-4081-9BF1-7EEBC1CEFE8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26A17EB-42CB-4D85-904A-0EF14034E46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DC01BD7-AAD5-4069-AD4F-EDC4BD3AC29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F963520-DCDE-4E60-932D-AE9064530AB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55931572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985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2026-09-14T13:14:20Z</dcterms:created>
  <dcterms:modified xsi:type="dcterms:W3CDTF">2026-09-14T13:18:57Z</dcterms:modified>
</cp:coreProperties>
</file>