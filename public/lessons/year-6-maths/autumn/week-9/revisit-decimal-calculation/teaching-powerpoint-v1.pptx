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90269b9ea74b3c" /><Relationship Type="http://schemas.openxmlformats.org/officeDocument/2006/relationships/extended-properties" Target="/docProps/app.xml" Id="R776d218022bd4384" /><Relationship Type="http://schemas.openxmlformats.org/officeDocument/2006/relationships/officeDocument" Target="/ppt/presentation.xml" Id="Rf581ced8205b45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897f56682f47b9"/>
  </p:sldMasterIdLst>
  <p:notesMasterIdLst>
    <p:notesMasterId xmlns:r="http://schemas.openxmlformats.org/officeDocument/2006/relationships" r:id="R6b513499fd3944b1"/>
  </p:notesMasterIdLst>
  <p:sldIdLst>
    <p:sldId xmlns:r="http://schemas.openxmlformats.org/officeDocument/2006/relationships" id="256" r:id="Rc378ee761b964be4"/>
    <p:sldId xmlns:r="http://schemas.openxmlformats.org/officeDocument/2006/relationships" id="257" r:id="R6750730b929347c2"/>
    <p:sldId xmlns:r="http://schemas.openxmlformats.org/officeDocument/2006/relationships" id="258" r:id="R79bc5a45fb3945d1"/>
    <p:sldId xmlns:r="http://schemas.openxmlformats.org/officeDocument/2006/relationships" id="259" r:id="R2c74c2ec014a4d33"/>
    <p:sldId xmlns:r="http://schemas.openxmlformats.org/officeDocument/2006/relationships" id="260" r:id="R24a6055abd884ec1"/>
    <p:sldId xmlns:r="http://schemas.openxmlformats.org/officeDocument/2006/relationships" id="261" r:id="R49b1f6c1d22f4e98"/>
    <p:sldId xmlns:r="http://schemas.openxmlformats.org/officeDocument/2006/relationships" id="262" r:id="R516b2df89ac04663"/>
    <p:sldId xmlns:r="http://schemas.openxmlformats.org/officeDocument/2006/relationships" id="263" r:id="R81fb9335e205438b"/>
    <p:sldId xmlns:r="http://schemas.openxmlformats.org/officeDocument/2006/relationships" id="264" r:id="Ra70b0e3dc3a94c4e"/>
    <p:sldId xmlns:r="http://schemas.openxmlformats.org/officeDocument/2006/relationships" id="265" r:id="Ra630af7040e04d4a"/>
    <p:sldId xmlns:r="http://schemas.openxmlformats.org/officeDocument/2006/relationships" id="266" r:id="R1f989da4c8ea43cd"/>
    <p:sldId xmlns:r="http://schemas.openxmlformats.org/officeDocument/2006/relationships" id="267" r:id="R5d618a65d6354b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3c542358534563" /><Relationship Type="http://schemas.openxmlformats.org/officeDocument/2006/relationships/slideMaster" Target="/ppt/slideMasters/slideMaster1.xml" Id="R3b897f56682f47b9" /><Relationship Type="http://schemas.openxmlformats.org/officeDocument/2006/relationships/notesMaster" Target="/ppt/notesMasters/notesMaster1.xml" Id="R6b513499fd3944b1" /><Relationship Type="http://schemas.openxmlformats.org/officeDocument/2006/relationships/presProps" Target="/ppt/presProps.xml" Id="Red27ebacd87543d8" /><Relationship Type="http://schemas.openxmlformats.org/officeDocument/2006/relationships/tableStyles" Target="/ppt/tableStyles.xml" Id="Rb26e0efba4aa4c83" /><Relationship Type="http://schemas.openxmlformats.org/officeDocument/2006/relationships/slide" Target="/ppt/slides/slide1.xml" Id="Rc378ee761b964be4" /><Relationship Type="http://schemas.openxmlformats.org/officeDocument/2006/relationships/slide" Target="/ppt/slides/slide2.xml" Id="R6750730b929347c2" /><Relationship Type="http://schemas.openxmlformats.org/officeDocument/2006/relationships/slide" Target="/ppt/slides/slide3.xml" Id="R79bc5a45fb3945d1" /><Relationship Type="http://schemas.openxmlformats.org/officeDocument/2006/relationships/slide" Target="/ppt/slides/slide4.xml" Id="R2c74c2ec014a4d33" /><Relationship Type="http://schemas.openxmlformats.org/officeDocument/2006/relationships/slide" Target="/ppt/slides/slide5.xml" Id="R24a6055abd884ec1" /><Relationship Type="http://schemas.openxmlformats.org/officeDocument/2006/relationships/slide" Target="/ppt/slides/slide6.xml" Id="R49b1f6c1d22f4e98" /><Relationship Type="http://schemas.openxmlformats.org/officeDocument/2006/relationships/slide" Target="/ppt/slides/slide7.xml" Id="R516b2df89ac04663" /><Relationship Type="http://schemas.openxmlformats.org/officeDocument/2006/relationships/slide" Target="/ppt/slides/slide8.xml" Id="R81fb9335e205438b" /><Relationship Type="http://schemas.openxmlformats.org/officeDocument/2006/relationships/slide" Target="/ppt/slides/slide9.xml" Id="Ra70b0e3dc3a94c4e" /><Relationship Type="http://schemas.openxmlformats.org/officeDocument/2006/relationships/slide" Target="/ppt/slides/slide10.xml" Id="Ra630af7040e04d4a" /><Relationship Type="http://schemas.openxmlformats.org/officeDocument/2006/relationships/slide" Target="/ppt/slides/slide11.xml" Id="R1f989da4c8ea43cd" /><Relationship Type="http://schemas.openxmlformats.org/officeDocument/2006/relationships/slide" Target="/ppt/slides/slide12.xml" Id="R5d618a65d6354b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9163dffc2640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8b4afc63ab486e" /><Relationship Type="http://schemas.openxmlformats.org/officeDocument/2006/relationships/notesMaster" Target="/ppt/notesMasters/notesMaster1.xml" Id="R18e573e869a24e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a4cadd709f41c7" /><Relationship Type="http://schemas.openxmlformats.org/officeDocument/2006/relationships/notesMaster" Target="/ppt/notesMasters/notesMaster1.xml" Id="Rbd182068b5b14e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9003a82fac4114" /><Relationship Type="http://schemas.openxmlformats.org/officeDocument/2006/relationships/notesMaster" Target="/ppt/notesMasters/notesMaster1.xml" Id="R2bf7c9ebfd2245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59eb1259264917" /><Relationship Type="http://schemas.openxmlformats.org/officeDocument/2006/relationships/notesMaster" Target="/ppt/notesMasters/notesMaster1.xml" Id="R97c1a050c38148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c5ae47e35a4951" /><Relationship Type="http://schemas.openxmlformats.org/officeDocument/2006/relationships/notesMaster" Target="/ppt/notesMasters/notesMaster1.xml" Id="R077815b51d2844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8835e38c9e46fd" /><Relationship Type="http://schemas.openxmlformats.org/officeDocument/2006/relationships/notesMaster" Target="/ppt/notesMasters/notesMaster1.xml" Id="R5eb47c59579143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88ca69cc034bf6" /><Relationship Type="http://schemas.openxmlformats.org/officeDocument/2006/relationships/notesMaster" Target="/ppt/notesMasters/notesMaster1.xml" Id="R464eae1dd1df43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685f5ede834484" /><Relationship Type="http://schemas.openxmlformats.org/officeDocument/2006/relationships/notesMaster" Target="/ppt/notesMasters/notesMaster1.xml" Id="Rdc7019d478ee40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7f3d48b2a3454f" /><Relationship Type="http://schemas.openxmlformats.org/officeDocument/2006/relationships/notesMaster" Target="/ppt/notesMasters/notesMaster1.xml" Id="Rf1411505ec0041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db0db3a99f435a" /><Relationship Type="http://schemas.openxmlformats.org/officeDocument/2006/relationships/notesMaster" Target="/ppt/notesMasters/notesMaster1.xml" Id="Re33db8481e0045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893ac5989347c4" /><Relationship Type="http://schemas.openxmlformats.org/officeDocument/2006/relationships/notesMaster" Target="/ppt/notesMasters/notesMaster1.xml" Id="R740554d985e647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a008111de845e3" /><Relationship Type="http://schemas.openxmlformats.org/officeDocument/2006/relationships/notesMaster" Target="/ppt/notesMasters/notesMaster1.xml" Id="R36f57d9e27bc46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32.515. | Identify the number type and choose an efficient method. | Align decimal points so ones, tenths, hundredths and thousandths stay in their columns.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43.656.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32.515.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Align decimal points so ones, tenths, hundredths and thousandths stay in their columns.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32.515..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44.8..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44.8.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44.8. | Align decimal points so ones, tenths, hundredths and thousandths stay in their columns.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e584f3004d4a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9f4a8665ed43f7" /><Relationship Type="http://schemas.openxmlformats.org/officeDocument/2006/relationships/slideLayout" Target="/ppt/slideLayouts/slideLayout1.xml" Id="R2b0d00a46f0841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0d00a46f0841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7c35380c64a72" /><Relationship Type="http://schemas.openxmlformats.org/officeDocument/2006/relationships/notesSlide" Target="/ppt/notesSlides/notesSlide1.xml" Id="Ra3df5334a6114d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fb40bf05f4c17" /><Relationship Type="http://schemas.openxmlformats.org/officeDocument/2006/relationships/notesSlide" Target="/ppt/notesSlides/notesSlide2.xml" Id="Re6dd79e58f5347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8c8788b98437c" /><Relationship Type="http://schemas.openxmlformats.org/officeDocument/2006/relationships/notesSlide" Target="/ppt/notesSlides/notesSlide3.xml" Id="R84d5ab278bd44e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e65408fca9462e" /><Relationship Type="http://schemas.openxmlformats.org/officeDocument/2006/relationships/notesSlide" Target="/ppt/notesSlides/notesSlide4.xml" Id="Rf6b2ae5cca5d44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f89c39c9cd44dc" /><Relationship Type="http://schemas.openxmlformats.org/officeDocument/2006/relationships/notesSlide" Target="/ppt/notesSlides/notesSlide5.xml" Id="Red231deceed548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8615c0aa9f46ff" /><Relationship Type="http://schemas.openxmlformats.org/officeDocument/2006/relationships/notesSlide" Target="/ppt/notesSlides/notesSlide6.xml" Id="R15f63733fd7a48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1ccab15a54971" /><Relationship Type="http://schemas.openxmlformats.org/officeDocument/2006/relationships/image" Target="/ppt/media/image.png" Id="R62807d801d5143a3" /><Relationship Type="http://schemas.openxmlformats.org/officeDocument/2006/relationships/notesSlide" Target="/ppt/notesSlides/notesSlide7.xml" Id="Rfb01c929b4154b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50d1ab69ec4b97" /><Relationship Type="http://schemas.openxmlformats.org/officeDocument/2006/relationships/notesSlide" Target="/ppt/notesSlides/notesSlide8.xml" Id="R9fbeabdf71f74a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ca12c7a624885" /><Relationship Type="http://schemas.openxmlformats.org/officeDocument/2006/relationships/notesSlide" Target="/ppt/notesSlides/notesSlide9.xml" Id="Rf913682bf1c443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c812bab054589" /><Relationship Type="http://schemas.openxmlformats.org/officeDocument/2006/relationships/notesSlide" Target="/ppt/notesSlides/notesSlide10.xml" Id="R7726b84c2d7440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019e73c274925" /><Relationship Type="http://schemas.openxmlformats.org/officeDocument/2006/relationships/notesSlide" Target="/ppt/notesSlides/notesSlide11.xml" Id="R78d06259442e415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594aaa7c54be6" /><Relationship Type="http://schemas.openxmlformats.org/officeDocument/2006/relationships/notesSlide" Target="/ppt/notesSlides/notesSlide12.xml" Id="R29beaa34ddaa4f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80EBC-3021-45FF-BF75-8168F446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8600-40C8-4E2B-9D34-39FABF50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1EFD2B-E975-4A97-B075-0CD64B24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9C861-F6C3-421E-9DF0-AB28E410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296B5-0AA0-4997-9D85-9F47A22B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EC1C7D-BBC9-412C-BCEA-AD928F7C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AD53D-E207-47BF-A76E-12ED53DC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8EE2CB-A66B-4CBE-B15A-BD960AEC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add, subtract, multiply and divide decimals accurately.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25C66-8B08-4A1E-9A0D-3FB1BBE0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DDB3FB-D78A-4452-8328-460BD784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8ACB9-C23E-499E-8B5F-4EC3E7DF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07389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40680B-0FF3-4F2A-AA33-8500C394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492DE-8442-43B0-948E-3FE3D0B4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0A9097-4ACB-48D4-998F-725025C8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7B74DB-9737-4027-8DB0-4039AD13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81570E-E040-405E-924B-3F82FA8A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41FCC-7E99-462C-B103-86F00D7A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7796C-A338-442B-A4EC-59B5DCF0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67C73-F657-4B6F-968D-06CDAD6D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0983AF-03C6-4A78-8E87-7C49808D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485ED2-7816-4422-9BDC-984605C1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F53C0C-42AC-418B-A972-7D8F68B8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AF5487-F680-4D64-891B-DD872B49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1294CB-7642-4DE8-B9CF-913055B9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6A4B6-9FE8-4662-98F6-D1E0FFE3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B56CFE-13D9-430D-9345-D5EC8556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26376D-BFEA-4DC1-9D90-5548E33C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48A833-5F66-477B-A000-9F8EC112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0F4BA1-F18F-43E4-9813-FD6CC705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5CF3C4-E777-4611-8150-D80B6D2D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50BEA7-0EDA-4A46-ABC0-09CBBA38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30CD3F-BA18-400C-8358-42B010B9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34.75 + 8.906.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CD60BF-30B2-4247-BBBD-40A581E2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166594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16C6AE-C8DA-48B9-8DBD-35022315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0DB92-37ED-480F-9C8D-B6347778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E3F01-E4AF-468B-98F1-3F52F146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07C6B-6AA5-4F1B-917F-B421DB6A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0A54E-4760-4859-AD15-CC66FA19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97B13-9908-4F4B-ACBD-B7316D26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62869-153D-4CAD-98AE-76108C83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56ADA-60F4-44EE-A80A-DB60DEA5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305BF-E017-4086-B693-361B8194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379BC-DADB-47C8-B4A7-0DEA006A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add, subtract, multiply and divide decimals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20983-C34F-4E99-8732-DFFBA472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2AE93-BCEA-4F9A-8F59-39C9D682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C0E21D-2EDE-4849-BC2B-2434D851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85FEC-33C1-4978-9420-733458BF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F93CB5-F535-4070-AE52-64645498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6222148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41D73A-DF7A-41C7-A4D8-A5BF9F8B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C6DEE-D7FD-4AA2-856B-211828F2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D7711-5FD2-47DC-8877-A3ED7E6F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4CD04-6D70-4E66-BA5F-5B66563F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C248AC-248F-4A29-B49A-A4C9584D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E862F-3066-49DE-BE85-59A0AA1A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C2864-C026-41C9-B0FC-A206195D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96B5E-4931-4DE2-B39B-67E04615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800E6-F0D2-407F-BD11-6BA8B573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79D59E-47A3-41B1-8E0C-AE4F9C5C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EE73E-064C-4489-9C15-A2287C68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0D2EB0-64B5-499D-8B20-9A764E4C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17DFC5-27DD-489E-B84B-3E532630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34.750 + 8.906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DCC39C-27CA-45F8-A905-87FD25F3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C58699-F682-4702-A6F4-BF141EDB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FB76B8-6416-4A05-A4FB-7B513C87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Align decimal points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5B2D8B-209A-433B-847A-DC66D528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A5D3F3-66D5-4BA1-A57B-17D258F8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EAC433-627E-4CA3-8F83-D8AB574B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34.750 + 8.906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478C01-2C62-4093-A540-9DCD0601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6AF206-8100-4853-AC23-F3C6D38E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AFC908-513D-4733-B092-716E4D69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43.656</a:t>
            </a:r>
          </a:p>
        </p:txBody>
      </p:sp>
    </p:spTree>
    <p:extLst>
      <p:ext uri="{BB962C8B-B14F-4D97-AF65-F5344CB8AC3E}">
        <p14:creationId xmlns:p14="http://schemas.microsoft.com/office/powerpoint/2010/main" val="19449512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3BFF14-3C3D-4BB5-BA4C-9611C156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EE3D7-0F0F-4293-A127-04BBB4FF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88F2F-6B9D-4202-B6B4-96A802E2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BB0EF0-5055-4FC0-826C-C7AEDE2F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7037E7-ED3F-419C-B2C7-A74DFD43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6EB96-02C3-4F1D-ACAB-F90FF492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0BA9F-1514-4816-B254-C9182E57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871A38-2049-4578-8FBC-8A96E87B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29318-E2B9-4303-856B-B92210F3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DA4984-FD98-4090-87F5-3563C656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EC8227-D0AB-4215-B4D2-C7B29543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43.656.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62A62-EB66-4279-9B96-7C5CC0D7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7EDE7A-2B57-4A45-9F6D-2F41BD8D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8C9C6-7453-408C-9D89-7C479067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745521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C67C5-E8DF-4FE2-8B16-9EEC24C3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BA1719-A7BF-4B88-B7F6-D45EC853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28D82-2462-4EFC-8EC2-0D7F6B82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C1DFC-559C-4FC9-93BA-3818013A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C2869-E4F0-4378-99E2-30A2716E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E29A0-EF78-4FAB-95B1-DE2EE827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059BC-EE17-4664-B29D-FDC49CF7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F2CD24-608C-4F5A-91DD-E96061B9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F7D07-E0D2-43E2-A38A-B57556A0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40035-1F34-4D20-8D81-B1B8A1E1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43D02B-AF6C-4678-AAFC-17256222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A4816-D72A-4BBD-A0EC-FAED5BD3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C691E-541E-4A77-988A-7706A1A0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B192BC-1B69-4C88-86B8-13E00939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2D1968-EF45-4FDE-96AE-52EDC8A7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32.515.</a:t>
            </a:r>
          </a:p>
        </p:txBody>
      </p:sp>
    </p:spTree>
    <p:extLst>
      <p:ext uri="{BB962C8B-B14F-4D97-AF65-F5344CB8AC3E}">
        <p14:creationId xmlns:p14="http://schemas.microsoft.com/office/powerpoint/2010/main" val="20377665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50769-F373-43A8-A4A1-F6BC64FA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AB2180-8AD0-4C3F-AEE5-C3E19AB6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6819A1-5071-4EDB-BEBB-05E8A57A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98D0A-A5C2-4788-95E8-9B596E2C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896170-9BFE-4062-89F6-A80A6293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C0BCC-7395-4C62-84C4-68CCBF6F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DAE07-0093-44BB-850F-F233A539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2F67AC-F394-4603-B780-E6379B19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60DF9-14FA-402A-A3C8-76E20200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807d801d5143a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70C500-90BC-4A5A-8D1A-9B83D5D3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5F6B21-8F55-460F-A25D-31AB9014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rather than the decimal points.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C483EA-1D4A-43FF-A2EC-D72663B7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E4ACE-F6E3-4EAD-8868-B97DC02A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00DBE2-D301-45A2-BEDC-EE4CDE85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decimal points so ones, tenths, hundredths and thousandths stay in their columns.</a:t>
            </a:r>
          </a:p>
        </p:txBody>
      </p:sp>
    </p:spTree>
    <p:extLst>
      <p:ext uri="{BB962C8B-B14F-4D97-AF65-F5344CB8AC3E}">
        <p14:creationId xmlns:p14="http://schemas.microsoft.com/office/powerpoint/2010/main" val="10512972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39735F-918F-4215-BC1A-7955AAC6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DB8E5-7114-4FB0-A6F7-6420967E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E18E41-CEF8-461A-86E4-0CFCC940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9DE05-A01A-461A-B9D5-0126AEC5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DCE10-EEC9-4BAA-A4A8-7E3D2ADE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B727A-0B59-494D-B140-1D1ED2EC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1338C-48B5-41FE-A7CA-CCF92CEF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78CFF0-1E4D-4D1B-86E9-7120CC38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B4DF5-26FD-44AD-8AE0-2A07C2B1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A0C584-17F4-41BD-9C20-1F46D4D8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19945D-635F-40CD-839C-4E3EAA6B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6BADF5-258F-46E0-92BB-F9A4DFED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DE9CF-8833-4919-BD70-6DE6148B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3DFDE2-4BFB-431B-810F-C6C180D3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082A63-FD81-4F01-8C5D-0D46C934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A03622-667B-4180-BE8A-9FFB00E1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684418-404D-4287-94B8-D2CA0C93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0761F1-2398-48DE-84FA-6134E5E1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E1692F-2055-4D2B-87EC-C3DC596B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5E129F-35B1-4E3E-9EC0-73E64C22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64ADB0-F42C-4681-9E0C-B5F1C8C6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32.515.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8D5F0D-045B-4791-8C0B-10751775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903796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987E20-0237-452A-A1DF-3F6B7DB5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31B580-372E-483F-9A3F-4194DF91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19E4D-A828-46CA-9F08-0A0FB7DC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2C103-374E-4665-8F10-9556A180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B0A88-30E9-490D-8508-A3E5E4BE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8D3A4-14F2-4740-91D2-AB67524D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B442B0-4EAC-4020-BD90-006A5B40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08458-15DF-45D5-ADB3-BB9E8773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2FD4C-87B0-464B-86C8-22B7696D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9990C6-E960-4A2F-8E2A-0EF38AA9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ED814-5C1B-4109-A019-271F01E5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65DE48-3B95-4625-B3D8-E9410AFC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3239A7-4853-4A94-A34B-BB1969BD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BEAA32-963A-478A-8250-EADA1A02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F77C41-C326-40FE-8341-50702BB2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C176EB-6398-4F34-9875-EBDB95AB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81799A-26D0-4E99-BE6A-222631FE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3636F-F0D9-4CCB-8FFC-6E433C1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144866-DA4E-45BA-A132-21F890FE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2CFB9-1D0B-4E8A-A005-639EF1BF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234937-E1A0-4543-9935-6545CB8E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209460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AE1D2-C4F2-4AE8-B744-462A06A4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73E90-1C5F-460E-9A24-13EA419C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41543-EF1B-4ABE-A00F-EC489272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CA0F7-5063-4A41-B4CB-B8ED03A0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5BB71-442B-422C-A65F-3CDA74E5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95349B-1A94-4CD6-BF1A-BC6CECDD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40B725-0516-466C-8886-C65E116F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A50A33-1104-4136-917B-F0BD91A5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24920-ACE9-4BFE-B793-1ACA6229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6D303F-9C31-4CE0-B86A-C0F35189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divided by 8 is 3.75. What is the number?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BB921C-0D2C-463E-A670-714249E3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BD441-C9A7-4447-B93F-7E8D489A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4E632A-019C-449D-BF50-9A212F0E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30.</a:t>
            </a:r>
          </a:p>
        </p:txBody>
      </p:sp>
    </p:spTree>
    <p:extLst>
      <p:ext uri="{BB962C8B-B14F-4D97-AF65-F5344CB8AC3E}">
        <p14:creationId xmlns:p14="http://schemas.microsoft.com/office/powerpoint/2010/main" val="19103265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E9786B-5198-4665-92F5-A427FDC0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5A6F9-343B-400E-B5AB-8A939286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7D050A-3F29-44D1-8248-D5864C1A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C0CF0-6175-496C-8FC4-DFEFDC03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23891-4C01-4DD1-B26E-2240D20E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490F1-B48B-424E-BA1F-EB2A22F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9B40B6-9282-4A15-8147-763D4601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6DC4BF-571E-4D18-9FFA-AC19BB2E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078C19-A939-4172-856B-DECF0BB8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B31E6-215C-41E6-8049-60A0DC0E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A46D28-786D-46A7-896D-50FA42C2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CEF518-5FAC-4913-9B29-0D7DD691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1D5B6D-85D7-4385-AE71-22D334D4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31D65-4121-4573-BFC0-57A96F9B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ABF3F-5444-4C6B-BE3A-2B7E5C60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3A5E18-090B-47C6-A497-76327751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44.8.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DBB77-2811-406E-8E87-BC519F3D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FD16FC-6BD8-4BE1-8BAF-9183835B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347379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34959B-1F34-4590-939A-27D811B9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A4EA9-8028-4283-97EF-A1025C19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A408E-0C0D-4A36-B2E3-24000B6C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73CC8-87B5-4F81-B1AB-16F2B833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16B11C-F371-479E-A857-5458B220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BD7ACB-5C11-44C1-9F08-0FAECF03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35B6D-655D-4846-81BA-537D41C4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B4E4DE-B328-4190-AC3F-FF00391B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558A3E-D8CD-434F-A2AB-0FF2D5A6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05293-0027-4A68-A37F-E5433857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6EF713-DC54-4245-A0E2-5367B81D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0FCC3C-D8F2-441D-A471-6F2754B4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C43339-1C1B-4520-902D-2DE79509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CBFAA8-7656-4E72-ACBD-2D17D842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2305E-1711-4058-9576-005FD99D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97582-C3B6-4AF1-A517-8DA4E5F8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97BD83-DD1F-493D-BD9A-34BE2DCA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rather than the decimal 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245E41-4E78-44A5-9A86-87D6B1F0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6A335-12B1-4F91-9F15-CE09A4CA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3D854-22CF-49A3-A9D3-7D42B2AC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4C71D-D7CD-431C-A009-2D3895FB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F4A732-4C78-497A-9C36-55D81C5C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867270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2026-09-09T22:14:33.0250000Z</dcterms:created>
  <dcterms:modified xsi:type="dcterms:W3CDTF">2026-09-09T22:14:33.0250000Z</dcterms:modified>
</coreProperties>
</file>