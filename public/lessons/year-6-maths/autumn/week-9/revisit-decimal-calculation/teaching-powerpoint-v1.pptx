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32.515. | Identify the number type and choose an efficient method. |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34.75 + 8.906. Answer: 43.656.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32.515.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32.515..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44.8..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44.8.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44.8. | Align decimal points so ones, tenths, hundredths and thousandths stay in their columns.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5CBB330-F48D-41C5-8458-536474446C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49513F-C348-4540-B8F5-87F0DBF2B9B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A5E4B8-98CE-4D0D-BCB4-CEAD04CBC4EC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5D01BA-8B91-42F1-9FE0-59962C18644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726F60-D9B9-4A18-96AE-7CF21514B32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DC9D93-6D55-46B3-9A43-513F6D2C884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3C7789-5987-4339-AB87-8288A315395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4AA4E6-3E3A-4802-8C25-2F1E1737918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48E522-00F2-42DD-9A1D-48F6D70BF78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F09DE0-CE05-4443-B35B-143F948A92E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BB001-1297-4E89-B733-8CCBDB902DE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11143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AF5C6CB-D27A-4598-8685-D829BB2A7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DD2AA4-39D7-48F1-B14C-DE4AF1FA62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4E6AFA-F916-4989-AD66-C947C99E70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86CEB8-8A63-410A-955C-45A752BB1E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64CA38-CC97-438F-A7F5-5EACB8053E5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0D7AB-63D6-41B9-A818-E799CECA12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FFF6D9-18A4-4FB5-BBC8-4088BF326E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7876E-C392-4750-A364-D595116B4E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C7A56C-3970-4A09-8DC2-03868DD8FDE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07F4DB-2936-43B9-8356-78A9230165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2744CFF-FB4A-4239-A0ED-584A44482A8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0A8E36-34F4-440F-8259-A5FA9993B4E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877BF8-DC17-4675-ABD7-4A3DCC3198B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3FFB09-A0C0-4E98-A9D6-89FEBF56E1A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F6144CA-F3F6-4CA6-AD43-458985FC0B5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093561-8CEE-4756-B4F0-F80F2E26BEC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6475B2-719A-4089-B264-43935C0EFB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B9AEEE8-7245-4063-94FD-2A8A392CAB2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542F4BD-BCD9-4C68-8FB8-C7AD6D12B1B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C6E891-66B6-4899-9987-86B3F2652A1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3C766E7-576C-47AE-A5F6-48DABFF3ECD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34.75 + 8.906.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EC7130-D3B7-4EF4-81C0-61C5B251C27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9995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590FA16-DC96-4B08-8F38-4299FE5853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484D6E-3243-4F77-B63F-D23D420F95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2BB2F2A-17C6-44DF-96A6-8525AF8C90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E7BB2B-407A-4EB0-854E-CE5034D336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225633-2DDB-4829-8162-9AD5130D69B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77B482-9D33-454C-9E25-C0D01D9BD2F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BF2D41-467D-4828-B610-AA0ED57E9D4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CDCDD6-21F9-4BEB-9A57-25C74E1C96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DD14AE-F390-4655-8B46-ED7B02D35B6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F5301B-97B0-49D8-9687-16BBF0B5168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DB411C-3CB4-400B-AE61-1423828F82C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06237C-95F6-4011-AE37-A2C3B5CDEB0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A70AB7-5D19-45BA-8ED6-4A1AB8BED70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04CE05-4F3B-46C5-B639-9E9A6D4B096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E9B5C7-2E35-44B3-A3F5-DAE925F9670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743550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9FC9717-C12A-4F40-9C0C-E63F1D5B2B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1474C9-BB8C-4A8F-978C-08853EA319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EC3746-D267-4A3E-890F-EF67DCEBC9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4ACB2A-208C-4942-8E3A-BD345800D68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799061-E825-41A6-9000-21CE4CAEC4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51E02-2338-49BA-AE9F-AB92CA6CAA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30FF02-E6F1-4117-86FF-259C81E944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5EAC9B-5968-4DBA-86E2-970CF45C434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E56A0-77BA-418F-BD32-50C8ABD857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C4306F-F88F-42D7-9B60-2A0F593BD73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A20F74-3199-476E-A501-9FA93016CF2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64E83CB-2EFA-4393-85E4-62BFEC51E76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FE9F8A-5B42-4344-A43C-4BA56C90ED9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239FBF-4EE3-4561-8B24-30E70FD52DF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41D7C-6037-47D9-9038-826318509C0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EB13EB-802F-4B69-8839-32D8028B732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C61C2B-6AFE-4DC8-B7E7-44B941B739B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E715F6F-CAD8-4030-A6F4-B2EF75023A6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F8776A-4FFC-414D-9D13-C448B921E3C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4DC7907-F180-472A-91B0-CB694250B0E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485485-6BCD-47A1-B29F-64AC87701CE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4F163A-8707-4123-9DAB-84FDE07CC37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37311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1AACC86-E830-463E-98EB-16D84DF860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D02529-459B-4F46-900C-CD37613B85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4D077E-C349-4D1F-AC2C-E47F446ED7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E1C4D9-55B4-4FA1-B17E-F8923CC5BB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717389-7D3D-4BE6-AFD2-17B9883F409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8FC7E3-987F-46AC-B6D2-5EAF7411A1A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66FAA-15AE-4A0A-B4D3-AD2A66F0674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1959BC-82A8-425D-899E-3AC50374A61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1B9A66-856E-4D0B-ABCA-1FD57EE75D5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BA908-19B9-4147-BE14-D5B8DEA7B92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D751DD-8B0D-4BAA-BA57-0E1588EBF71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43.656.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FCEC62-F830-450F-9695-B6494C066A5A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33608F-57F1-41F4-A063-308FA3B73A5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EBA09C-AB7F-4439-BA05-6553A6C84D7B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47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F508566-A4C6-4C4E-A2AB-AE830CD339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40CF72-1312-48EA-B690-F4D5689065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8BB1F5-44D0-43AD-91FC-242E6D7BD9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EFED9D-2A78-4723-AE03-3054F7736D3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3D9C40-A78D-4CDD-9FB3-82ED0BF55B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4DFC70-23CF-4677-86AB-EAF7B79812B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73F71D-4D0B-45FC-9DBA-05235CF7EFF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6FA55-A5EB-4D48-A45D-BB9B08A4F2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B82A5D-C9F5-4708-98BB-E45AEB30BBD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D9E7FA-B919-4D80-8B72-86CEAF76595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4E8D0A-6EE6-4568-892D-DEBFC448FDC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97885-15C7-45B5-9983-9D11195A838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0BD6B3-70FB-4466-A687-15958C24651B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AA5E6E-2337-47C8-AFDC-7BC66AAE2D34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2C8F63-AFD3-411E-AEF9-D489C57C6302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32.515.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97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01B4E2-B18E-4148-924A-0080B0037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02BCE1-8685-4EFE-97C4-FFC1C61C90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BACE74-D2DD-43AE-942F-42D5B84EF5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B5D3C6-6F6F-427E-B030-AD37830EF57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C8012D-D9E7-4741-B0DF-0ABC3370203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928E20-8D60-4CEA-BC01-5E46D15736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17FCF7-1CC6-482C-A3B1-FFF1706B5E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930919-ABA3-4D87-A7F2-BAA9177499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A588A-58B8-49F5-B0F8-3A78C1D365A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B3918B-970B-43FA-9C80-DBE53AB5E12F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991E80-354A-4793-B3E3-174CBB1F5F93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rather than the decimal points.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BE7515-4BC5-495A-8143-2AD843C50C7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713AED-E825-43E8-BA23-1E75427045F9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9FD0BB-1172-446F-BBE2-F981382B78B4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decimal points so ones, tenths, hundredths and thousandths stay in their columns.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19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FC7EA8C-88E6-4957-801F-EA640FF272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E1231E-880D-4DD6-950C-9592DE8120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FBB825-845E-4FBB-B501-5456F19E79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E43CEB-6192-4042-BA30-D4A208FD15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F5FBFA-1406-4174-8B09-0667C2516EF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6F71A2-451D-4576-8425-0A48B9F37D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92BD4F-4D66-4614-9FC6-FEAE59CF8A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401031-E95F-4865-8C19-42CA7F5E9B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ACCF9A-FF68-4D92-8A16-64F1AA7334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468FBD-50CA-40C4-868E-1D27717A52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40BC3BD-86C9-4B43-9A5C-7B693F1FB4C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148F8C-08DE-43D3-9C91-2C10B949AED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B05BD3-9460-480C-91B0-21CD4E282F0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5FD5A-2F63-4F87-83E3-A20DC7878C5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CBB9144-BEEA-4FE0-A053-EF496CFB4CD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7673DA-5D72-415F-AACD-F7A009CCA89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D6FA12-2CC1-474C-A552-3BD63BFE72F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C6827E3-7AA2-4886-9F3F-A8C2122A4E4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4D9F3DB-66AB-4581-896C-6B56AEC8B8A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168CE5-4465-418A-99B7-ED96DE257A3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5BCA27-4FD8-40C4-8D12-81B2D3A05D2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32.515.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4283DE-7884-4E19-AF7F-B03C1CF3D55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20496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42D43B5-805C-4C7B-9734-44B8D10EEB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F823B-0B84-4973-BF7A-DCF9D080C2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6722DE-2FCF-4E7C-A1FB-4832ABBD2A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A41ADE-52B8-47A2-9932-1B5CD3243FE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FE040D-D1EF-415B-B7BD-96D43949C4A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19D79D-F001-43D6-98C7-D98D18DBE6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541661-7F1B-4A71-98D9-858101975B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37F0AC-59F5-42FB-92A4-F0E4B8D202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CAB85C-82AA-4D12-8B2C-3DF795F09BB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67B7EE-B0B2-455B-9992-67FD67F2BCC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4F85431-9536-465F-8836-E74AB069980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B6F7AD-97CF-41B6-979F-B6CE747FB4C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411F12-AE72-4E98-B68B-7E2413A8254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7A98227-7CAF-417B-917F-354ABF7A4E3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1575B6A-B129-4B7E-AA78-DFF08868FA8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B32FDE-6B6F-49E7-AF03-EAA0C7BEE90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733F42-324E-4650-BAEB-CC1E5DCA655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8E87AE-4B68-4336-A4F1-B021BBA026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F85DA58-8A61-4AE1-B342-018BB755ED1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28010C-29BD-46A7-8D1D-4656D701BE2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A5AD22-F442-42E2-91C9-BDAC914C94E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191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0714B0B-12FD-42BE-9BCE-DE4B44DA1D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B63645-25F1-40E8-A6FE-F8114FEF80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2D869D8-F998-4D44-A486-65EA1F1592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EC1F3A-7E08-43EF-941C-B2B5047E6E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41CC8-3CA6-42AC-96C2-B13FA825672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39EC4C-DE53-4C1A-BEFC-16814145B1C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69C96-5EE5-45D3-9A22-9815AB6898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C458AA-90E4-4152-88ED-C6D6B827FF8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6499B-B146-4B7B-ADFB-B4CFE6E03F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856AB8-21FA-4E94-82FE-DF54CEE2764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divided by 8 is 3.75. What is the number?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738F2C-0335-477C-9090-4B69DDE71AB9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4A7129-136A-4058-BA7B-39BC3EF78C4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A21E21-BF73-45AA-BDE5-1FB9DB75427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7152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AEB90E8-0B33-4867-AF91-7F1080D299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5B3E7D-9CC9-4FF2-83E0-6B476585DD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109681E-274F-43B4-9433-183A607E1F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A8FE27-8C09-46E9-90A3-85C229DFAC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B8CD0B-E1CF-4C52-8534-14E7790395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8088D-3E76-4319-8411-9549DAE845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54519-ED22-41E5-9F24-01DE23612F5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D616B8-2AC6-413E-ACAE-C7EDE75196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5D92FD-0004-43D7-9690-CAFF9901150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284C24-41C1-4E9F-BCBB-DFA9A0734C16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DC5A764-CD1A-48C3-A86F-0B9449C0146C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3C32C9-DA65-40EC-979B-0539B8422509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36B758-C01A-4891-B4F6-DBF231A11A53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B34963-85D5-4969-991B-405062C7B0DE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4F8B5B3-606E-44AD-8EA5-E42784142D07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085B91-67ED-4246-84C4-3A76E37D577C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44.8.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EC30AD-200D-4B00-9FA4-00EC178F3BE7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517E6A-49B1-42D6-BA52-51D5AA839E0E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78391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BAEF77A-D5AF-4522-BCA6-75EED7E0BD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D9F3F2-2551-47BE-BF97-B6AFB6617AE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9E2D43-03B2-4B6E-8EE5-253ACB4CAF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6BFD00-5897-4550-914E-CE26A9637B6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AB8154-3553-4631-A85E-7A8096FB8E2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B4BC03-90FB-45FC-9F97-8D5E9F44D14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3D60F4-F05D-45A9-858D-3FDE8F24BC4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F9EE47-4A99-42BC-BFB3-9A9221F418B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63CAC6-DA27-453A-B19C-44FFE7ADB84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76DBBB-105D-4379-9103-2D90414A4F7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32F186B-8299-4CCC-9755-A0ABEE745F2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223328-2A92-4939-9D80-DC5ED68D6CE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4A5D9-E574-4269-B518-683336950C1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65BC60-4737-42FA-8135-C7464EB2975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26EE75-9F19-448D-8083-2C1793B71AA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EE82A7-BC85-47FC-BF18-3AAD5686F4A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F27792-271C-477A-A581-33CA5112116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rather than the decimal points.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77EF94-711F-4054-8566-890FE2C9CD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B1C725A-4579-4E8F-88C9-385771170F4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2FE25E-9CD8-4941-A0EE-E252EC6E9CF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37B308-69BF-4755-AB92-6B0110669ED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D3388E-4EFD-4B64-92B1-8C4AC284B7E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74487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1078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2026-09-09T10:57:23Z</dcterms:created>
  <dcterms:modified xsi:type="dcterms:W3CDTF">2026-09-09T11:09:26Z</dcterms:modified>
</cp:coreProperties>
</file>