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b4443b8f244159" /><Relationship Type="http://schemas.openxmlformats.org/officeDocument/2006/relationships/extended-properties" Target="/docProps/app.xml" Id="Raec10b75716541cd" /><Relationship Type="http://schemas.openxmlformats.org/officeDocument/2006/relationships/officeDocument" Target="/ppt/presentation.xml" Id="R001c31730e0b4d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73d19f0b6a42ce"/>
  </p:sldMasterIdLst>
  <p:notesMasterIdLst>
    <p:notesMasterId xmlns:r="http://schemas.openxmlformats.org/officeDocument/2006/relationships" r:id="R85c03f65ab704e20"/>
  </p:notesMasterIdLst>
  <p:sldIdLst>
    <p:sldId xmlns:r="http://schemas.openxmlformats.org/officeDocument/2006/relationships" id="256" r:id="R0210d26c69e640c2"/>
    <p:sldId xmlns:r="http://schemas.openxmlformats.org/officeDocument/2006/relationships" id="257" r:id="R48cbf1456f1e4c11"/>
    <p:sldId xmlns:r="http://schemas.openxmlformats.org/officeDocument/2006/relationships" id="258" r:id="R3f783e3d28bf4ee5"/>
    <p:sldId xmlns:r="http://schemas.openxmlformats.org/officeDocument/2006/relationships" id="259" r:id="R953b9349a07a4adc"/>
    <p:sldId xmlns:r="http://schemas.openxmlformats.org/officeDocument/2006/relationships" id="260" r:id="R3aae71b7dbba4b0f"/>
    <p:sldId xmlns:r="http://schemas.openxmlformats.org/officeDocument/2006/relationships" id="261" r:id="R777ead420c7043d3"/>
    <p:sldId xmlns:r="http://schemas.openxmlformats.org/officeDocument/2006/relationships" id="262" r:id="Rd6ec3e77b5cc4474"/>
    <p:sldId xmlns:r="http://schemas.openxmlformats.org/officeDocument/2006/relationships" id="263" r:id="R21ff8a22f8b74bf5"/>
    <p:sldId xmlns:r="http://schemas.openxmlformats.org/officeDocument/2006/relationships" id="264" r:id="R2fad24d75cc544c9"/>
    <p:sldId xmlns:r="http://schemas.openxmlformats.org/officeDocument/2006/relationships" id="265" r:id="R66fccdea137a469c"/>
    <p:sldId xmlns:r="http://schemas.openxmlformats.org/officeDocument/2006/relationships" id="266" r:id="R7ab3188f0ef945b0"/>
    <p:sldId xmlns:r="http://schemas.openxmlformats.org/officeDocument/2006/relationships" id="267" r:id="R6053465cf4e448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2c8946ebe9469f" /><Relationship Type="http://schemas.openxmlformats.org/officeDocument/2006/relationships/slideMaster" Target="/ppt/slideMasters/slideMaster1.xml" Id="R0a73d19f0b6a42ce" /><Relationship Type="http://schemas.openxmlformats.org/officeDocument/2006/relationships/notesMaster" Target="/ppt/notesMasters/notesMaster1.xml" Id="R85c03f65ab704e20" /><Relationship Type="http://schemas.openxmlformats.org/officeDocument/2006/relationships/presProps" Target="/ppt/presProps.xml" Id="R6dc3ae02839a4a11" /><Relationship Type="http://schemas.openxmlformats.org/officeDocument/2006/relationships/tableStyles" Target="/ppt/tableStyles.xml" Id="R1f610b9c65fe4ab8" /><Relationship Type="http://schemas.openxmlformats.org/officeDocument/2006/relationships/slide" Target="/ppt/slides/slide1.xml" Id="R0210d26c69e640c2" /><Relationship Type="http://schemas.openxmlformats.org/officeDocument/2006/relationships/slide" Target="/ppt/slides/slide2.xml" Id="R48cbf1456f1e4c11" /><Relationship Type="http://schemas.openxmlformats.org/officeDocument/2006/relationships/slide" Target="/ppt/slides/slide3.xml" Id="R3f783e3d28bf4ee5" /><Relationship Type="http://schemas.openxmlformats.org/officeDocument/2006/relationships/slide" Target="/ppt/slides/slide4.xml" Id="R953b9349a07a4adc" /><Relationship Type="http://schemas.openxmlformats.org/officeDocument/2006/relationships/slide" Target="/ppt/slides/slide5.xml" Id="R3aae71b7dbba4b0f" /><Relationship Type="http://schemas.openxmlformats.org/officeDocument/2006/relationships/slide" Target="/ppt/slides/slide6.xml" Id="R777ead420c7043d3" /><Relationship Type="http://schemas.openxmlformats.org/officeDocument/2006/relationships/slide" Target="/ppt/slides/slide7.xml" Id="Rd6ec3e77b5cc4474" /><Relationship Type="http://schemas.openxmlformats.org/officeDocument/2006/relationships/slide" Target="/ppt/slides/slide8.xml" Id="R21ff8a22f8b74bf5" /><Relationship Type="http://schemas.openxmlformats.org/officeDocument/2006/relationships/slide" Target="/ppt/slides/slide9.xml" Id="R2fad24d75cc544c9" /><Relationship Type="http://schemas.openxmlformats.org/officeDocument/2006/relationships/slide" Target="/ppt/slides/slide10.xml" Id="R66fccdea137a469c" /><Relationship Type="http://schemas.openxmlformats.org/officeDocument/2006/relationships/slide" Target="/ppt/slides/slide11.xml" Id="R7ab3188f0ef945b0" /><Relationship Type="http://schemas.openxmlformats.org/officeDocument/2006/relationships/slide" Target="/ppt/slides/slide12.xml" Id="R6053465cf4e448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eda4d2f6e846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1a89909f3742ca" /><Relationship Type="http://schemas.openxmlformats.org/officeDocument/2006/relationships/notesMaster" Target="/ppt/notesMasters/notesMaster1.xml" Id="Rda63de796de34b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b7d2e64b9c45ce" /><Relationship Type="http://schemas.openxmlformats.org/officeDocument/2006/relationships/notesMaster" Target="/ppt/notesMasters/notesMaster1.xml" Id="R2ca1118dafe947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0da378561b428c" /><Relationship Type="http://schemas.openxmlformats.org/officeDocument/2006/relationships/notesMaster" Target="/ppt/notesMasters/notesMaster1.xml" Id="R238366c4b87f49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6f59f39f4643f6" /><Relationship Type="http://schemas.openxmlformats.org/officeDocument/2006/relationships/notesMaster" Target="/ppt/notesMasters/notesMaster1.xml" Id="R2a23e598ddbc4f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9be8ff89a147bf" /><Relationship Type="http://schemas.openxmlformats.org/officeDocument/2006/relationships/notesMaster" Target="/ppt/notesMasters/notesMaster1.xml" Id="R825b71a12a874f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cfbb9131084a8c" /><Relationship Type="http://schemas.openxmlformats.org/officeDocument/2006/relationships/notesMaster" Target="/ppt/notesMasters/notesMaster1.xml" Id="Ra680b545f08c41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dda93592ed4c4f" /><Relationship Type="http://schemas.openxmlformats.org/officeDocument/2006/relationships/notesMaster" Target="/ppt/notesMasters/notesMaster1.xml" Id="R5d9bd516d5b84a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ef94b746a94b99" /><Relationship Type="http://schemas.openxmlformats.org/officeDocument/2006/relationships/notesMaster" Target="/ppt/notesMasters/notesMaster1.xml" Id="R45c8cda2d88041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005336b7a4494c" /><Relationship Type="http://schemas.openxmlformats.org/officeDocument/2006/relationships/notesMaster" Target="/ppt/notesMasters/notesMaster1.xml" Id="R81a534bcdd964d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d97c39535d4aa9" /><Relationship Type="http://schemas.openxmlformats.org/officeDocument/2006/relationships/notesMaster" Target="/ppt/notesMasters/notesMaster1.xml" Id="R5e4daf85a0a044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726b3635854829" /><Relationship Type="http://schemas.openxmlformats.org/officeDocument/2006/relationships/notesMaster" Target="/ppt/notesMasters/notesMaster1.xml" Id="Rd3c04cbca862402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7337435c3534c16" /><Relationship Type="http://schemas.openxmlformats.org/officeDocument/2006/relationships/notesMaster" Target="/ppt/notesMasters/notesMaster1.xml" Id="Ra577700ff76747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32.515. | Identify the number type and choose an efficient method. | Align decimal points so ones, tenths, hundredths and thousandths stay in their columns.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43.656.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32.515.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Align decimal points so ones, tenths, hundredths and thousandths stay in their columns.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32.515..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44.8..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44.8.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44.8. | Align decimal points so ones, tenths, hundredths and thousandths stay in their columns.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650636831344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1056f92f2f4573" /><Relationship Type="http://schemas.openxmlformats.org/officeDocument/2006/relationships/slideLayout" Target="/ppt/slideLayouts/slideLayout1.xml" Id="Rab6cd2e40e6047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6cd2e40e6047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7219be6dc4697" /><Relationship Type="http://schemas.openxmlformats.org/officeDocument/2006/relationships/notesSlide" Target="/ppt/notesSlides/notesSlide1.xml" Id="Rd3a4e23fa93f46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c5bafe3ea44ad" /><Relationship Type="http://schemas.openxmlformats.org/officeDocument/2006/relationships/notesSlide" Target="/ppt/notesSlides/notesSlide2.xml" Id="R1fada83a862246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26426ddb94f2e" /><Relationship Type="http://schemas.openxmlformats.org/officeDocument/2006/relationships/notesSlide" Target="/ppt/notesSlides/notesSlide3.xml" Id="Rfaf881b7d28346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2a03826e14790" /><Relationship Type="http://schemas.openxmlformats.org/officeDocument/2006/relationships/notesSlide" Target="/ppt/notesSlides/notesSlide4.xml" Id="R0cb8c6a9a84c46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2c5b3d76b43ea" /><Relationship Type="http://schemas.openxmlformats.org/officeDocument/2006/relationships/notesSlide" Target="/ppt/notesSlides/notesSlide5.xml" Id="R7429ad2697884d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ca4fe11f9433c" /><Relationship Type="http://schemas.openxmlformats.org/officeDocument/2006/relationships/notesSlide" Target="/ppt/notesSlides/notesSlide6.xml" Id="Ra483e1fd66e04a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1180aeeb04971" /><Relationship Type="http://schemas.openxmlformats.org/officeDocument/2006/relationships/image" Target="/ppt/media/image.png" Id="Rae042db4c687420a" /><Relationship Type="http://schemas.openxmlformats.org/officeDocument/2006/relationships/notesSlide" Target="/ppt/notesSlides/notesSlide7.xml" Id="R82f74db5cc4d40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901fea62b41d8" /><Relationship Type="http://schemas.openxmlformats.org/officeDocument/2006/relationships/notesSlide" Target="/ppt/notesSlides/notesSlide8.xml" Id="R38b31adf763348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38be25bec4302" /><Relationship Type="http://schemas.openxmlformats.org/officeDocument/2006/relationships/notesSlide" Target="/ppt/notesSlides/notesSlide9.xml" Id="R9f9c78e1990046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ffd5f062c4e3c" /><Relationship Type="http://schemas.openxmlformats.org/officeDocument/2006/relationships/notesSlide" Target="/ppt/notesSlides/notesSlide10.xml" Id="R74355e9cba254e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5ad64db86464d" /><Relationship Type="http://schemas.openxmlformats.org/officeDocument/2006/relationships/notesSlide" Target="/ppt/notesSlides/notesSlide11.xml" Id="Rd8bbed0b411945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cc6e219354b1a" /><Relationship Type="http://schemas.openxmlformats.org/officeDocument/2006/relationships/notesSlide" Target="/ppt/notesSlides/notesSlide12.xml" Id="R218ef069928443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64C10F-2A20-470C-9D42-748EE6B6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4EFAF-BFB6-4BAA-927B-923C5160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3AFB6-177B-4139-8334-3D56B33D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569B1-5929-4259-8A4E-6282FBCF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32A58-9DF6-4F02-AB98-E92FF121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442C02-8B93-46F2-B3C2-FDFEB553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73DB3-1F64-4CAE-A981-5CAC7045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51757D-636E-4985-A48A-BAF8856B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add, subtract, multiply and divide decimals accurately.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305F42-F084-43E2-A443-3C22F582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A6B699-CD4A-4BFA-9FE9-0D1AAAED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4F56E9-3813-46B0-A6BE-D465F05B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442355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D1A9CE-5419-4E5E-8991-76637B9A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2281A6-C05C-4FE9-93B5-7D57E788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D3FEE-9465-4D05-904D-378A9B96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A1761-8F8B-4816-9026-1F83A5B6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895E5A-DB75-4285-BE33-B4B382E6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796B2-956B-4433-B5FF-E7B1DA55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961B67-FE19-4B9D-AB6F-8D8555A7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075F35-31A6-45B0-A656-37F46FA1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8DEC6-1D22-497C-A643-28FEEEE2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2B1DE-8B62-48E1-A800-7011FBE5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96FD3-88DD-4DF9-8B7A-8F16790A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F4A2E-046E-4F6F-B528-BB19975F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07BE3F-C672-44F1-91BC-BF5CEB8E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303691-D5C4-498F-A533-A47CC11A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8836A7-D2A2-425C-ABDC-142BCCFE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B02008-B15E-46F4-8767-9BA2C0E3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5B09EF-A55E-4F96-9AB5-1181358C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E120C2-22C8-42B3-A401-A625D3BD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2A5272-008B-43A7-BF86-F2A0C6A6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7F0AB-FF48-481C-A502-7508EA8E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BE165B-5DE3-4C60-B4F0-136F5355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34.75 + 8.906.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CDBB5C-6A97-44E0-BC37-C9AE5B9C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564708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CE59B-35F4-433F-A6FA-4162D50F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C66BF6-2D50-4BBA-AB34-7E99DC29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8A5C01-CEDB-4A6A-98AB-C1A51ADA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0B4FB-1260-4AAF-A186-FDFB8BDA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24B05-7CDB-493E-9EF6-4E2F538B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46282-039E-40EA-9224-C2DD44D8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A5952-6266-45C1-B27F-9640670D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F5AC7-F9D7-4808-B04D-913D42C0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990D9F-A9E0-45B3-B621-F51EB028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3FC49-4301-43B1-9972-443F0D46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add, subtract, multiply and divide decimals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C945E-3E57-4F15-9735-3DFAE3AA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16376-8F53-445F-88BA-7E8E572D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9F8045-B41C-4C98-958F-A27AA6C2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D9D15E-F578-41FA-82B4-A1CE55D4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D6CCFC-5CBE-4E10-A30D-3FCE9146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5338481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D4DC4B-4D78-4B0E-A209-19C02AB0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D4453-AE8C-4D4F-9FA9-A72740BD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AAB1EE-9F51-4084-BC64-5CDEFB07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540726-FE6C-414B-A8E2-6FB66E48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CFC0F-03D8-44E1-8DED-518AE170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54099-8940-49B1-AFA8-FD380234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85DB2-8FEE-491A-83ED-ED39EA0D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CC557-5983-4B9F-969B-148BF628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1180DB-E85B-4C5A-9AE1-FD165FCA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DC4037-9890-431F-A927-389161F7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211347-CF37-47EB-AAB1-298F6F52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6AD03-8C8D-4B42-920B-ABEA11ED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19F057-E494-4332-B663-02338049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number type and choose an efficient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DD8A77-0F48-4E33-9E98-30A3A226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09AEF-B308-4537-A72B-8B3E7C7A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80C216-5B05-4772-AF8B-9F90BB8F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Keep place values or denominators aligned and record each stage.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66C385-037F-46E5-B0D1-77E196E0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2F3C43-22E0-4239-BD4C-C5CB23D1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6F7A6E-8F18-430F-8168-562D2389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43.656.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D91C9F-3D04-4A9C-92A7-AE400D42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6EA4D9-5B5B-46E5-9FBB-70593F02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31884A-CAB4-428C-80E7-D616C355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where needed and check the result for size and reasonableness.</a:t>
            </a:r>
          </a:p>
        </p:txBody>
      </p:sp>
    </p:spTree>
    <p:extLst>
      <p:ext uri="{BB962C8B-B14F-4D97-AF65-F5344CB8AC3E}">
        <p14:creationId xmlns:p14="http://schemas.microsoft.com/office/powerpoint/2010/main" val="10913122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291E3B-FB8A-4173-985F-304F2BC5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2F1FA-078E-4955-90B5-ADF15E87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4D068-0188-46BF-A7A9-6814A94A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7CB858-0791-4904-B50D-8BCF3F74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138BC2-F284-453F-9261-08D55C45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61C996-5AB7-48DA-9848-4BD4F7B9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9BA3E-6296-463E-9E62-F052D3EF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D8F31-C823-400F-8320-EE82FD01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B8106-586A-4102-B73A-023EFD89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21A66C-567D-4F63-8809-CAB4209B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669D9-A56D-42F2-97D4-43A6248F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43.656.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03C93-2A4B-498F-A00B-16138B34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F688E-432E-4595-AB8B-B97FDCC3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FDC9F7-7812-47B9-9EB8-E94C8775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328187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69DA49-378C-481D-8083-B73B4044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BC2E9-F619-42CE-B820-DAC57953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28927-C6E3-498A-A2AD-014D214B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8DF6A-9FC9-44F9-A27E-DAE41EEA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04E3E-F503-40FF-8F10-7C9C9687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79376-F50A-466E-A3C8-2AE53131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35D41-87F2-4298-AF58-1399F26F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D41D19-D1DA-4E6D-B0A3-F49D22CB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567525-C562-46C1-8581-D042D521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0B3DD-FDF0-46A3-B976-CE43C566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2F213-606E-4F18-A6E3-057909BE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6E45E7-EA05-48C0-A997-3FF504F7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D6A2E-AAAB-44EE-82FE-EF225D8F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18DBC8-2670-4957-BCD5-9297ACF6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C218C2-8B2F-4AFD-B5C9-D4AE1502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32.515.</a:t>
            </a:r>
          </a:p>
        </p:txBody>
      </p:sp>
    </p:spTree>
    <p:extLst>
      <p:ext uri="{BB962C8B-B14F-4D97-AF65-F5344CB8AC3E}">
        <p14:creationId xmlns:p14="http://schemas.microsoft.com/office/powerpoint/2010/main" val="5835620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F301A5-539C-48E5-B5A6-AEEE16FB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1A66F-6387-4B40-A706-C461FFD4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D6989-85A2-419E-BC4E-9FE24395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55E2B-FCA3-4B1F-A3C0-E5451BD6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CF6982-49EB-466C-B7C4-0EA96A58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A7754-7DF4-49DF-A676-B52B4335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28E76-640A-4AE8-9C19-71838A3E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BE6EE-1E2E-4370-A473-0FB85DE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8F471-7949-4655-A23A-1875EB01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042db4c687420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415F3F-8AEE-4693-8621-6748BEB6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E7B295-581A-4DE6-94E2-2EA81943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rather than the decimal points.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4F7AE0-9305-4AC7-8F37-AD56E0F2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9DE37-D724-4647-8B54-9BF5E562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CB320-7B3C-4031-991C-8F34AA2D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decimal points so ones, tenths, hundredths and thousandths stay in their columns.</a:t>
            </a:r>
          </a:p>
        </p:txBody>
      </p:sp>
    </p:spTree>
    <p:extLst>
      <p:ext uri="{BB962C8B-B14F-4D97-AF65-F5344CB8AC3E}">
        <p14:creationId xmlns:p14="http://schemas.microsoft.com/office/powerpoint/2010/main" val="14343480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690B32-474A-43DB-8684-9E0263B8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C2FAD2-C3BC-41E5-B878-97293C68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FFE53-CE20-47F0-9C6A-92EF9F70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BAD3B-FBEB-4217-8691-05F0CF25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D34D5-7AD6-4D40-8893-079D08DE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860D2A-41B0-4268-A49A-88245B47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EBA61F-88EF-48AC-8DD2-E5C1A001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16E64-2407-4952-8885-40F1EE1D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E20C4-78F0-425F-A962-6E0A91D1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32471A-6520-4429-8169-4E2E319B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348EAA-C5C6-4075-BACB-3BBBB471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558B2D-BD22-43EC-9B19-532F9054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8E0BEB-3D72-4DE1-A062-FEFCEC1B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1A87E5-12BF-46C7-80E8-50FD6BBD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B9AF98-BFD1-4C6A-9244-0FD65DFC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0B355E-A0BC-4A00-8409-2F74EFFF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218744-FEA0-4398-8D22-40C631A0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E24DEF-76D1-4CA2-BA79-FC6511FF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DB310-779A-4280-9C69-C7C9DE8F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FDC205-794D-46CA-8A79-2C36DC09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B77D8B-92BD-418B-B736-DF1B9A0B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32.515.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11E11E-F00B-420A-A64B-FB886E26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498039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969365-23BF-4F69-B016-241D2523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56C5D-A905-4A19-B977-1B7B814A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D81296-F91F-4CAA-AEA5-0E46B8A7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EC8BE-9AE6-43C7-89BB-97EAF0A9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CCECF-E525-4B98-AB5A-0F8532EF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04C33-8E3F-45A4-9FA7-C72844A8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5A1AE8-5477-4A0A-A31D-E6FD85BC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62954-7BCA-41DB-A6A1-22D1B508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6AA2-035F-4F0B-AAA2-F70007D1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D6C1A2-AA4B-487E-BF6C-AF9DA62E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E924E-BC9D-4657-9D95-7914D76B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EFA02-8FCE-4F7B-975C-850D43FB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CD0CA-9402-4DF2-BBB6-1F6DB335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FE8164-BB7E-464B-8340-B5F160BB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2DB20-D913-485D-9628-632EE500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E6660C-45B8-473D-B4C4-B7F3243B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8BAEDF-C09D-4DC6-A479-53248621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B6E219-529D-485B-8527-E0704267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194E10-DD24-43DD-972D-36EF23BB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918351-D3CF-460A-8E48-5933E03B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607BB4-1027-42DF-8AB0-D5F997C1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447641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49BEA-728F-4817-B122-6D5AE97F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8CEAA-34D9-456A-9DBF-4F6C7196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B3348-B823-4963-968F-8CAA2B56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7C2DA-C080-469D-A790-B549A047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AE7F66-A5ED-4763-B21C-E2D60FD4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611E7-6C2E-484C-BDC5-A1BEFF60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5A218-0D59-4486-89EA-224209AB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377F2-CB36-449A-9788-AC2D5D2D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05FBE-7FB4-4B11-974A-15D9BDEF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5239A-0DDE-4AC4-B195-956F009C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divided by 8 is 3.75. What is the number?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A5A881-18CF-414E-A190-3EC91A7D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548071-B0F7-4061-8C69-68CA5D82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91F3F0-5ABF-4A14-A1A3-4D774D10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30.</a:t>
            </a:r>
          </a:p>
        </p:txBody>
      </p:sp>
    </p:spTree>
    <p:extLst>
      <p:ext uri="{BB962C8B-B14F-4D97-AF65-F5344CB8AC3E}">
        <p14:creationId xmlns:p14="http://schemas.microsoft.com/office/powerpoint/2010/main" val="7988173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9336EA-231E-4247-A900-49BCA4DA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3270AB-DA64-4FD8-B5E8-31D3EF08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CF2FF-369F-4F25-9D9B-D797B1AA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41950-A185-42D9-ADBD-F930FC61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1644A7-D5C8-44CE-9816-B9248FBA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255DE-C259-4DEC-B623-A68D32B5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7BDBB-64FD-4244-A3FD-04C25852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4C0534-74DE-4025-8D2C-E7E6F850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0263A-2789-49AC-BF71-10EAE9D9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4556E8-15C2-4B85-87F5-621FE508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77587-16E6-4114-9959-DFED459F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D0A400-A126-4DB5-8075-3043B0FD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F9C77-02C1-4C1B-AD13-0A872C01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4E3E1F-CEED-4191-9395-D84EEB4F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95B70-D222-4469-91B4-92A3F336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7F2B5-D439-4397-93CE-1A83B9AB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44.8.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BB9AB9-42F4-4A3A-BD57-2B38B307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C2E462-6C56-45E8-B715-16599F2A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483720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34748A-9678-4547-BA3D-60B6DFDE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00667-1DC0-4864-BA52-1DA2DA58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2A147-2250-4E04-ACD2-2AF6D4BC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43625-51F6-437D-AB16-E7AC6287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1AF8C-26D1-4B8A-B963-EB4470DE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8B643D-12E8-4CC1-BB26-971E85A9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5A0E4-47D2-4CE2-9820-703620DE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75E2F7-2469-485B-97E6-7CA2831E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FE4845-35F7-4E1D-BB2F-FF15647D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781A8-03F3-4095-8D79-35DD0454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6CDD7-4928-4976-B3FD-E09863D4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EA150-CEE7-449F-8DE5-80B0089C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0173D8-D0B7-47BA-80FF-FD10E709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F92090-BBBD-4A6B-BB9D-5A00FC6A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10A25-32FB-4512-BF3E-77DDF85B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CFFF8-29AC-483C-85E3-7895848E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58D6EC-B718-4515-8F94-FFF183F3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rather than the decimal 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C8D9B4-5625-4580-8AE8-47DCD490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1C85CB-8F73-4855-ACD2-CBE44F27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F0C8B-F29C-4E61-AC50-6ED034C6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7C34C-E6F4-44C2-9CFF-B7194AA6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43D085-4F02-4D93-BE94-24E3A736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215002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2026-09-09T20:45:48.0680000Z</dcterms:created>
  <dcterms:modified xsi:type="dcterms:W3CDTF">2026-09-09T20:45:48.0680000Z</dcterms:modified>
</coreProperties>
</file>