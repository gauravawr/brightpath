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Revisit decimal calculation.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decimal calculation.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C47520AC-38FB-4B3C-84F2-3A1C0271382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Revisit decimal calculation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BB8097E-4A28-493E-838B-5F0119C0FC12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3E108B5-508C-458E-9E2E-136DB232594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EDAC036-F7CE-459F-B777-00E29E5CD17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59BD3E4-B884-4EE5-93A3-7F3422091E6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29359F5-1811-4FC3-8393-07A6C08E7EF4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add, subtract, multiply and divide decimals accurately.</a:t>
            </a:r>
          </a:p>
        </p:txBody>
      </p:sp>
    </p:spTree>
    <p:extLst>
      <p:ext uri="{BB962C8B-B14F-4D97-AF65-F5344CB8AC3E}">
        <p14:creationId xmlns:p14="http://schemas.microsoft.com/office/powerpoint/2010/main" val="214487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-1">
            <a:extLst>
              <a:ext uri="{FF2B5EF4-FFF2-40B4-BE49-F238E27FC236}">
                <a16:creationId xmlns:a16="http://schemas.microsoft.com/office/drawing/2014/main" id="{35A8AB31-FC54-41EB-A96B-184D86A4D9C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F34D489-791D-435B-8096-60B47B6A162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E3CE928-501D-4322-9BFB-8BB5CF34C4D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78307BD-6670-4DBE-97CB-6246C37FC8D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7359121-55DE-4033-806C-F0091BB30A9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E85C978-5AEF-4877-BF6B-2BF171ED70B5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1FCE31A-F727-4D2B-AFA7-F8503B3D4C2B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2A35414-DE02-4A73-A779-0B3DA3433608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961DF7E-E986-4BE6-BAE4-D2D4CA367C3B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58BCB0D-4022-4BD1-8D31-35200F2944FE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7A6DFAD-2846-49BD-9639-31BDB033F4CA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61E75BC-5D4F-4F66-B697-7D3EA804190B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1C76336-80A4-4E39-B467-BBAB8648406F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F3D91C6-666D-4472-8A1C-DE0ACF45AE5F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C64CF36-99D2-415E-84FF-AC524C78E621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DFC21A5-8A84-4C67-9D1F-F887A59718D0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393AB27-9E94-45DA-8B72-E0888809D31F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072C725-FBC4-465F-8A7B-AD1408FB677D}"/>
              </a:ext>
            </a:extLst>
          </p:cNvPr>
          <p:cNvSpPr>
            <a:spLocks noGrp="1"/>
          </p:cNvSpPr>
          <p:nvPr/>
        </p:nvSpPr>
        <p:spPr>
          <a:xfrm>
            <a:off x="7215188" y="3548063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E6EB300-EF55-47C1-84A2-11A25504BD3E}"/>
              </a:ext>
            </a:extLst>
          </p:cNvPr>
          <p:cNvSpPr>
            <a:spLocks noGrp="1"/>
          </p:cNvSpPr>
          <p:nvPr/>
        </p:nvSpPr>
        <p:spPr>
          <a:xfrm>
            <a:off x="7215188" y="4583906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AC9DCAC-462A-41E9-8F72-DF84D7371D6A}"/>
              </a:ext>
            </a:extLst>
          </p:cNvPr>
          <p:cNvSpPr>
            <a:spLocks noGrp="1"/>
          </p:cNvSpPr>
          <p:nvPr/>
        </p:nvSpPr>
        <p:spPr>
          <a:xfrm>
            <a:off x="7215188" y="5691188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4DEEB8B-7FB6-4405-AA90-D030FC6B5D13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7675DB3-D0E6-4473-8EB1-0A8C86B729F5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+ 6 = 6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572F97A-3F6E-4D15-B465-EF4BB27839AC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57321BE-A574-46C8-9F30-0BC108E48DE8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3B7F632-1459-4033-93E0-F54E4EC5000B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+ 0 = 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CD071B6-AB25-4601-8DC4-2D10174B7A20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6759F5A-647A-4092-A5CC-187C0E223AA6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8C43682-D1F3-49E6-A231-388EC09D1F93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FFBACD5A-E4E9-4F8D-A561-0B1AEAA5B881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 + 9 = 16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4D3BD975-04CC-48D1-A58C-DFA3F703A763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2FF28EDB-9487-418B-AF03-9987FB6DDD52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1623EB6F-5942-417F-BCF9-5AF4233C3AB4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4DF6D0D9-5D98-42A8-B8DC-6A7361793C3D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+ 8 + 1 = 13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3B65C9BA-63CA-4ADD-9638-DF6229CEAEB2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B48215DB-97AE-480D-8F4F-3F5777F65EE7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2315169C-01D8-4402-B118-6ACD72370B1E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+ 0 + 1 = 4</a:t>
            </a:r>
          </a:p>
        </p:txBody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2B35E200-3F5C-4D73-B13C-9D92327D4613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9CB37A66-63A4-45B8-8C21-83BA9031B278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34.75 + 8.906 = 43.656</a:t>
            </a:r>
          </a:p>
        </p:txBody>
      </p:sp>
    </p:spTree>
    <p:extLst>
      <p:ext uri="{BB962C8B-B14F-4D97-AF65-F5344CB8AC3E}">
        <p14:creationId xmlns:p14="http://schemas.microsoft.com/office/powerpoint/2010/main" val="144334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3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5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3" grpId="0"/>
      <p:bldP spid="25" grpId="0"/>
      <p:bldP spid="25" grpId="1"/>
      <p:bldP spid="26" grpId="0"/>
      <p:bldP spid="28" grpId="0"/>
      <p:bldP spid="28" grpId="1"/>
      <p:bldP spid="29" grpId="0"/>
      <p:bldP spid="29" grpId="1"/>
      <p:bldP spid="30" grpId="0"/>
      <p:bldP spid="32" grpId="0"/>
      <p:bldP spid="32" grpId="1"/>
      <p:bldP spid="33" grpId="0"/>
      <p:bldP spid="33" grpId="1"/>
      <p:bldP spid="34" grpId="0"/>
      <p:bldP spid="36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-1">
            <a:extLst>
              <a:ext uri="{FF2B5EF4-FFF2-40B4-BE49-F238E27FC236}">
                <a16:creationId xmlns:a16="http://schemas.microsoft.com/office/drawing/2014/main" id="{A0CF978A-788B-4AAA-8688-11BE72E9870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B6F5E53-85E7-4A5C-BFD5-505768C6555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F13D51B-7C7E-4C10-9237-2BFA519F3C5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36 + 8.906.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065696E-AE12-4962-8565-0A9EF86A9CE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583E035-5514-4827-9A52-B2CBDBB3D28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E532CE5-AD9C-4021-A264-6EACA50DBAC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0BDA91D-83A7-4C6F-A84D-228B3F978E19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3126AE5-76A4-4391-B6A4-0CE42644267D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901D4FD-ACE7-4578-9B91-804A6BAE4689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054AC71-8E04-47BB-BACD-55A31E1EA589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CA9CF1D-8B80-4973-94C9-870FFBB74B07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B4CB511-F9C6-4740-A2D0-4731B4CDFA64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F75E67E-76B6-4C5B-93AC-D4775CA79FFA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4C63242-5C5F-4D50-B80B-B7D235700FFC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99B6A44-9BD7-4E4C-A7A6-0D6AFB92F37E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4ADE744-8809-47A7-A0C2-55F27DC9DB4F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EEA76AB-F8B6-447A-BF11-F496CD4F98D7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9E7E80C-B7F3-4F07-93C7-ECA9D5D06AE7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9B84FA2-7F6B-4D82-A0C9-51C83B64093A}"/>
              </a:ext>
            </a:extLst>
          </p:cNvPr>
          <p:cNvSpPr>
            <a:spLocks noGrp="1"/>
          </p:cNvSpPr>
          <p:nvPr/>
        </p:nvSpPr>
        <p:spPr>
          <a:xfrm>
            <a:off x="7215188" y="3548063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F624B6B-7E79-488D-B03C-BF1D2EB1B3D6}"/>
              </a:ext>
            </a:extLst>
          </p:cNvPr>
          <p:cNvSpPr>
            <a:spLocks noGrp="1"/>
          </p:cNvSpPr>
          <p:nvPr/>
        </p:nvSpPr>
        <p:spPr>
          <a:xfrm>
            <a:off x="7215188" y="4583906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E4C06B0-4477-4F21-B456-1381DE8A7FDA}"/>
              </a:ext>
            </a:extLst>
          </p:cNvPr>
          <p:cNvSpPr>
            <a:spLocks noGrp="1"/>
          </p:cNvSpPr>
          <p:nvPr/>
        </p:nvSpPr>
        <p:spPr>
          <a:xfrm>
            <a:off x="7215188" y="5691188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0E06155-C374-4CD7-B4D6-B3B8C67CF89B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D65BBD9-CE95-4EAE-B9BF-C05AA87FFFD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+ 6 = 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8A0B758-39BB-454C-9FE2-2DB9842AFCF9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7D29BD5-01F2-4DD6-A166-7F7A12FA8380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45FE582-CA6D-46E7-9AB4-5852CB4F3B38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65B38F0C-6C4F-4B80-9D83-9FF021ED9B8C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BEBDC05-4607-4827-B25A-699CBD0DCF01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4BEBCA74-4C9B-42F1-9DF1-9F616158E03B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+ 9 = 9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8850DCA4-4FC7-47DE-89B7-4F5B734D3195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643E2053-264E-4D56-B5EE-F39B05209517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20460567-3DD4-4460-8B93-4A031EE8B475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E61E9E1B-91F3-49D7-B91F-6B5C835A86DC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+ 8 = 14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FE8FA51A-FC32-493B-B626-183BDE90B531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F221B46E-4354-49FC-AB8A-4B73DE5E42A8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026693D1-1F03-4449-995D-B1EF4452D41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+ 0 + 1 = 4</a:t>
            </a:r>
          </a:p>
        </p:txBody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5A6B724A-E1A8-4205-856A-51E6D48CD80A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069B8CD7-F738-445D-B61B-82D651A27AD5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36 + 8.906 = 44.906</a:t>
            </a:r>
          </a:p>
        </p:txBody>
      </p:sp>
    </p:spTree>
    <p:extLst>
      <p:ext uri="{BB962C8B-B14F-4D97-AF65-F5344CB8AC3E}">
        <p14:creationId xmlns:p14="http://schemas.microsoft.com/office/powerpoint/2010/main" val="62867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0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6" grpId="0"/>
      <p:bldP spid="26" grpId="1"/>
      <p:bldP spid="27" grpId="0"/>
      <p:bldP spid="29" grpId="0"/>
      <p:bldP spid="29" grpId="1"/>
      <p:bldP spid="30" grpId="0"/>
      <p:bldP spid="32" grpId="0"/>
      <p:bldP spid="32" grpId="1"/>
      <p:bldP spid="33" grpId="0"/>
      <p:bldP spid="33" grpId="1"/>
      <p:bldP spid="34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-1">
            <a:extLst>
              <a:ext uri="{FF2B5EF4-FFF2-40B4-BE49-F238E27FC236}">
                <a16:creationId xmlns:a16="http://schemas.microsoft.com/office/drawing/2014/main" id="{D73F8B04-9C2E-4C5A-9EF4-491612F2E43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193A730-492E-4153-A4FC-F9838BA8BE2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37.25 + 8.906.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EDFC29F-DEF8-4055-877F-48358571F80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444E372-D5BB-4386-9291-D7FDA29AA59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325975F-F40A-4F30-B421-68B6C8E97CC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17DC40F-33A0-4016-AD61-1CDBDD7B5393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3C770F0-C34B-471D-825A-5E2910F83BA7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87B6689-6DE8-4FC6-9D84-A3FEF71E1808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7B245D2-E5B5-40D4-AD55-58649F94A258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634FA7F-54A9-46B1-A7B8-42CF9C983C1F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0EEA6B7-3803-4C51-B5EC-7A3071DC0642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8068FFB-B4E0-4D15-B1F3-53B8F595459F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C7B7B69-81AD-42C5-9EAE-3DFFCF7D5E73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6354518-BDBD-4A8D-AAEA-B5740169B5E4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3EA7C9B-27CC-452D-A60D-764FE3FF6DD8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646C268-E3A3-41D9-B454-94E533A4B7AE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63F8939-6C16-4720-BF25-BC4B9C07A482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374C165-219E-4186-A5DF-EC6C8504D7EB}"/>
              </a:ext>
            </a:extLst>
          </p:cNvPr>
          <p:cNvSpPr>
            <a:spLocks noGrp="1"/>
          </p:cNvSpPr>
          <p:nvPr/>
        </p:nvSpPr>
        <p:spPr>
          <a:xfrm>
            <a:off x="7215188" y="3548063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1F6906C-7635-472C-A4DE-C3FE8285AAE0}"/>
              </a:ext>
            </a:extLst>
          </p:cNvPr>
          <p:cNvSpPr>
            <a:spLocks noGrp="1"/>
          </p:cNvSpPr>
          <p:nvPr/>
        </p:nvSpPr>
        <p:spPr>
          <a:xfrm>
            <a:off x="7215188" y="4583906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5BF1C62-B436-4D84-9130-3183C8AD9FD7}"/>
              </a:ext>
            </a:extLst>
          </p:cNvPr>
          <p:cNvSpPr>
            <a:spLocks noGrp="1"/>
          </p:cNvSpPr>
          <p:nvPr/>
        </p:nvSpPr>
        <p:spPr>
          <a:xfrm>
            <a:off x="7215188" y="5691188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C879150-9F0F-4B74-9487-3EC2F5C3ABEA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C5DA4181-88FA-4B82-95F1-5209EA65E12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+ 6 = 6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5E0E932-F41C-4848-BD70-E85AB355B064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0121821-B6B0-4656-A369-3E5ED4F418A5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6DA374A-4A15-495E-BD28-4DD09742789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+ 0 = 5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28925DB-6B07-48E8-AC24-635D7A038C7F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E1FA9D59-DB5B-403B-B30A-16849A64370D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F32CECEC-FBEF-4025-BDC1-0ED36A9D9BF3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53D7E90-EAD8-4CA2-B553-C8628001FCE6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+ 9 = 11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0FD98A5-9448-4CCC-9AB2-A217F3BB1499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47A1F576-A412-40B2-9D84-6F85A5E9676F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1E56179F-B596-4677-B96A-1DA04B0399E6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EB807AEB-93BA-48B5-97FE-6114E5CC1A0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 + 8 + 1 = 16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3D3B57A7-542C-4400-AE82-A896D7971021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961FC200-E280-4D9B-BB24-526EED56D690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0AC9EF22-8287-4A5A-8D50-235E1664E7E8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+ 0 + 1 = 4</a:t>
            </a:r>
          </a:p>
        </p:txBody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67287911-24C4-49D6-87DF-30D23DB7E4C6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055FF358-8E9C-4CBD-A79D-C572B1C185F0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37.25 + 8.906 = 46.156</a:t>
            </a:r>
          </a:p>
        </p:txBody>
      </p:sp>
    </p:spTree>
    <p:extLst>
      <p:ext uri="{BB962C8B-B14F-4D97-AF65-F5344CB8AC3E}">
        <p14:creationId xmlns:p14="http://schemas.microsoft.com/office/powerpoint/2010/main" val="10388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37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5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3" grpId="0"/>
      <p:bldP spid="25" grpId="0"/>
      <p:bldP spid="25" grpId="1"/>
      <p:bldP spid="26" grpId="0"/>
      <p:bldP spid="28" grpId="0"/>
      <p:bldP spid="28" grpId="1"/>
      <p:bldP spid="29" grpId="0"/>
      <p:bldP spid="29" grpId="1"/>
      <p:bldP spid="30" grpId="0"/>
      <p:bldP spid="32" grpId="0"/>
      <p:bldP spid="32" grpId="1"/>
      <p:bldP spid="33" grpId="0"/>
      <p:bldP spid="33" grpId="1"/>
      <p:bldP spid="34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-1">
            <a:extLst>
              <a:ext uri="{FF2B5EF4-FFF2-40B4-BE49-F238E27FC236}">
                <a16:creationId xmlns:a16="http://schemas.microsoft.com/office/drawing/2014/main" id="{66A03B9A-F80E-4B4C-9270-243FFC8D622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668312C-7D0C-451D-9B77-3077C42B038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79F2AFA-CDF7-41C1-A1AF-AE6DD6B17EB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38.5 + 8.906.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481652C-4E5D-43AA-AF38-615ECABF986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966F53A-853A-40EE-BD47-F6F3212AC8A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FB7C046-0BE0-49FE-A7B6-2B067C05D57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60EF64E-4F0F-4646-B0A1-366BCD9151DC}"/>
              </a:ext>
            </a:extLst>
          </p:cNvPr>
          <p:cNvSpPr>
            <a:spLocks noGrp="1"/>
          </p:cNvSpPr>
          <p:nvPr/>
        </p:nvSpPr>
        <p:spPr>
          <a:xfrm>
            <a:off x="547687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3799F99-D934-44E6-A17B-96946ED98E0C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9F90A69-5343-479E-A1CC-03C19DB607C0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8B6772B-9F6A-4AC1-AC15-38E3EAB81884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62DF310-B862-403A-852E-B172CF5CAFC4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FBF51AB-9F1A-4451-B10C-07D9F505AB79}"/>
              </a:ext>
            </a:extLst>
          </p:cNvPr>
          <p:cNvSpPr>
            <a:spLocks noGrp="1"/>
          </p:cNvSpPr>
          <p:nvPr/>
        </p:nvSpPr>
        <p:spPr>
          <a:xfrm>
            <a:off x="547687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5A8B3EF-CBE5-4FCC-8DA7-45D438AA208A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B7CD571D-D07F-4548-92C0-28C0A1A96815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1DA2BBA-77AC-4B08-9779-7F111415490C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0B0EB41-4542-48A0-99BD-22D623EE9B43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58AAEC0-CE46-42A6-B63B-7201858C8034}"/>
              </a:ext>
            </a:extLst>
          </p:cNvPr>
          <p:cNvSpPr>
            <a:spLocks noGrp="1"/>
          </p:cNvSpPr>
          <p:nvPr/>
        </p:nvSpPr>
        <p:spPr>
          <a:xfrm>
            <a:off x="4643438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CD2B714-70CF-41BB-8332-A1ED7DA65A36}"/>
              </a:ext>
            </a:extLst>
          </p:cNvPr>
          <p:cNvSpPr>
            <a:spLocks noGrp="1"/>
          </p:cNvSpPr>
          <p:nvPr/>
        </p:nvSpPr>
        <p:spPr>
          <a:xfrm>
            <a:off x="5238750" y="5036344"/>
            <a:ext cx="50601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6EAB101-9378-449B-A630-48A94B445BD0}"/>
              </a:ext>
            </a:extLst>
          </p:cNvPr>
          <p:cNvSpPr>
            <a:spLocks noGrp="1"/>
          </p:cNvSpPr>
          <p:nvPr/>
        </p:nvSpPr>
        <p:spPr>
          <a:xfrm>
            <a:off x="7215188" y="3548063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A8F5186-C716-4486-8FFD-D78131CB3E4D}"/>
              </a:ext>
            </a:extLst>
          </p:cNvPr>
          <p:cNvSpPr>
            <a:spLocks noGrp="1"/>
          </p:cNvSpPr>
          <p:nvPr/>
        </p:nvSpPr>
        <p:spPr>
          <a:xfrm>
            <a:off x="7215188" y="4583906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870B1D3-1441-41E7-96EA-F021262403C1}"/>
              </a:ext>
            </a:extLst>
          </p:cNvPr>
          <p:cNvSpPr>
            <a:spLocks noGrp="1"/>
          </p:cNvSpPr>
          <p:nvPr/>
        </p:nvSpPr>
        <p:spPr>
          <a:xfrm>
            <a:off x="7215188" y="5691188"/>
            <a:ext cx="83344" cy="83344"/>
          </a:xfrm>
          <a:prstGeom prst="ellipse">
            <a:avLst/>
          </a:prstGeom>
          <a:solidFill>
            <a:srgbClr val="172B4D"/>
          </a:solidFill>
          <a:ln w="11906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0C87077-5329-424F-8BB0-5E6AD04C7559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DF86378-3A83-4EA0-9569-29013B642C6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+ 6 = 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B7818AD-588D-46CC-82E5-704530F119E4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6AF74B2-6559-4928-BB98-3C048C5FADB1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7F572A0-3282-49ED-832E-91321F9DB88F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1F3EC3DB-9FD4-4FF4-B632-9D8357906B0C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A126F354-E049-4E90-9D2D-420DBF353B1A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B55A1026-51DF-4793-BCCE-994867862214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1463B233-42F0-4A52-A854-B9D541B8E8C3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+ 9 = 14</a:t>
            </a:r>
          </a:p>
        </p:txBody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2F9B7134-E664-4749-BCFA-A0165CA0B0ED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3F0369CB-3EC9-4BBD-A584-EBA9041BBC05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9EB9177-EEE6-4C17-B508-AA9A82BDDAC2}"/>
              </a:ext>
            </a:extLst>
          </p:cNvPr>
          <p:cNvSpPr>
            <a:spLocks noGrp="1"/>
          </p:cNvSpPr>
          <p:nvPr/>
        </p:nvSpPr>
        <p:spPr>
          <a:xfrm>
            <a:off x="6405563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42CDFA2-C9F4-4EB4-93D6-7BD461D8366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+ 8 + 1 = 17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A9BBFEF5-9A16-4CA5-AD94-1651F5A9B0F9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03211EF-F247-4DCC-891D-0223A591E2C1}"/>
              </a:ext>
            </a:extLst>
          </p:cNvPr>
          <p:cNvSpPr>
            <a:spLocks noGrp="1"/>
          </p:cNvSpPr>
          <p:nvPr/>
        </p:nvSpPr>
        <p:spPr>
          <a:xfrm>
            <a:off x="544115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814CB1A8-2872-4D66-AF15-E059A659D242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+ 0 + 1 = 4</a:t>
            </a:r>
          </a:p>
        </p:txBody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E6A93F61-A9A7-4F30-8343-883FF697EE35}"/>
              </a:ext>
            </a:extLst>
          </p:cNvPr>
          <p:cNvSpPr>
            <a:spLocks noGrp="1"/>
          </p:cNvSpPr>
          <p:nvPr/>
        </p:nvSpPr>
        <p:spPr>
          <a:xfrm>
            <a:off x="547687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DED15CDD-867E-4821-BAD9-511D10D4D018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38.5 + 8.906 = 47.406</a:t>
            </a:r>
          </a:p>
        </p:txBody>
      </p:sp>
    </p:spTree>
    <p:extLst>
      <p:ext uri="{BB962C8B-B14F-4D97-AF65-F5344CB8AC3E}">
        <p14:creationId xmlns:p14="http://schemas.microsoft.com/office/powerpoint/2010/main" val="4193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37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55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  <p:bldP spid="26" grpId="0"/>
      <p:bldP spid="26" grpId="1"/>
      <p:bldP spid="27" grpId="0"/>
      <p:bldP spid="29" grpId="0"/>
      <p:bldP spid="29" grpId="1"/>
      <p:bldP spid="30" grpId="0"/>
      <p:bldP spid="30" grpId="1"/>
      <p:bldP spid="31" grpId="0"/>
      <p:bldP spid="33" grpId="0"/>
      <p:bldP spid="33" grpId="1"/>
      <p:bldP spid="34" grpId="0"/>
      <p:bldP spid="34" grpId="1"/>
      <p:bldP spid="35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676EC2ED-19CB-438D-AFA7-85BFB7452C6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F64DCDC-1C6F-45D0-91D7-3B8338E4ACE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44F46F8-3BFD-48A9-A178-D3146AD98A7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CF17D7A-2AB2-47E6-B0DD-173CBF4E31A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C6685B7-12A1-496B-8CDB-6CCC9E0A88A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3369FA8-00AC-4283-BE50-B6791A5865B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CE362BB-DC9A-4912-B2BB-57A409E521F3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CA72C4C-1362-44E3-B99E-1A743BE10FE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34.75 + 8.906.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76F55F0-7601-40BE-AB97-CD795371FB73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D9D8CFD-9A56-44A5-9E50-85EA1D308BAC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50 - 17.485.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FD3EBEE-D2D9-44CA-B892-DF6556F80386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E109266-3449-4CD1-98D1-69CF67D03C31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6.4 x 7.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33AECB0-EA20-4F49-9E80-87158F4DD80B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278DDF5-F30E-404E-8CC5-A191855CBD0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34.75 + 8.906.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09ADAF7-75A5-4078-89F8-0C4C1365F67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115E015-4D17-4B3A-8F8C-36356FDE16A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50 - 17.485.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56D175C-D99D-484E-B0BB-B25B8B4C00B6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0AEF22D-8BA5-4E47-8C0A-F9EAAF354898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6.4 x 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2057B0E6-AFE3-42CD-87EE-C444AF75D86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C1BD4E0-820C-454B-8712-1283CA5DA884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number divided by 8 is 3.75. What is the number?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89B1BC6-B571-4549-949E-3FF73E497A7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9F7B050-65D7-44AD-A533-728653533C1C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lines up the final digits rather than the decimal points.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737AA9C-94BF-4ADE-9E7E-709AE5A5F1A8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8EF703F1-3C55-4A9A-B2C7-1106488430D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6A107A1-346A-455D-88E1-349EABF1ABD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630891F6-6092-4636-AEF2-54A64DB2C757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6.4 x 7.</a:t>
            </a:r>
          </a:p>
        </p:txBody>
      </p:sp>
    </p:spTree>
    <p:extLst>
      <p:ext uri="{BB962C8B-B14F-4D97-AF65-F5344CB8AC3E}">
        <p14:creationId xmlns:p14="http://schemas.microsoft.com/office/powerpoint/2010/main" val="1179252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006C31A-200D-4279-B6E6-BC2A47FF364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8C186D5-C85B-4594-BAD3-D74BCA8F61D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98F8222-457A-44F9-B898-78269678384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3748DD0-DDB3-47D5-B356-6DA185FB9CE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decimal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973125E-6C35-4778-9742-C0CE5F9BA05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38FF9A7-85D0-4DAA-B20B-0815E14577BB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ADF301C-474D-4770-8020-C42F5F33247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43.656.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DAEEBDB-80FE-4BF8-91EF-BB588E37DC6C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8B6B4D2-4241-44F8-9F90-320F3DBFEF9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32.515.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F1768FB6-22A7-4F1A-A973-3D48836A3AE2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AF52467-662F-498F-811B-D361DD6BEB45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44.8.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7A1F092-760E-41FA-AC75-E78097ABEE5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2DBE34F-1B35-47C8-A4F0-1022623C56B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43.656.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6301473-DFED-446D-BEEA-B9AB641BBFC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8B94520-BD27-489C-94BF-ACA321D8E15D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32.515.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73ED5C6-91E2-46A1-A9A5-44BF74CC9947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559E2C5-480F-4467-BB31-057193477D38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44.8.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50F0E85-E1EB-49B7-B378-E8570076FF3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06381E0-D69D-4AF5-B0D5-8D7D0EA7AA5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30.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21C5544-6B59-4AFD-998D-51BF9C18E570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0F7754E-4598-45CD-A4B1-9409D055989E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Align decimal points so ones, tenths, hundredths and thousandths stay in their columns.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8A9B6CB-463D-4213-8618-EE21848F623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DFDE5906-3D4D-4D2F-8A26-77C89E411539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DB73D08-7E6F-4ED2-BE09-D11174BDCE1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C1E3A65-ABC8-44F4-AAB2-96171E9127AF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9844131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</Words>
  <Application>Microsoft Office PowerPoint</Application>
  <DocSecurity>0</DocSecurity>
  <PresentationFormat>Custom</PresentationFormat>
  <Paragraphs>181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2026-09-14T13:14:19Z</dcterms:created>
  <dcterms:modified xsi:type="dcterms:W3CDTF">2026-09-14T13:18:53Z</dcterms:modified>
</cp:coreProperties>
</file>