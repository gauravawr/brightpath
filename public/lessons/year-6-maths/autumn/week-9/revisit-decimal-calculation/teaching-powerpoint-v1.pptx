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32.515. | Identify the number type and choose an efficient method. |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34.75 + 8.906. Answer: 43.656.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32.515.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Align decimal points so ones, tenths, hundredths and thousandths stay in their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32.515..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44.8..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50 - 17.485. Expected: Calculate 6.4 x 7. Higher: A number divided by 8 is 3.75. What is the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44.8. | Align decimal points so ones, tenths, hundredths and thousandths stay in their columns.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F2A3AE8-E76B-4162-9965-BA85B0A5F4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2CC7E5-BACF-4A85-B6CC-773ED778BB6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585B69-CD1D-4847-84EF-820958E9A86E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0D228F-915C-4AF6-BE35-5D6B195D24B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AE2A8F-C36D-42A9-8E02-52E02177204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1793B-9AFD-41B8-B197-FC588E3EA3F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4B2828-A2EB-4CF9-8B50-1ACC29A75EBD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94C6B3-BD7B-4888-BCE3-FAE07DF6419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A10E77-A91C-415E-987D-48511EF2E1B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C9AF26-D7BC-485C-BAD5-B6D31B9AC0A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7DE2B6-639A-4C8F-8A2B-7E4A0A32CA4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B4A194-798E-4E0B-A788-09C8214376C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09623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781782C-932E-431E-B511-3F02F6E643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76415-ACF1-4D5A-BC9F-508AD8EE772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12AE80-DCB3-4250-AB20-7FA66D0971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E42854-FC23-4985-B364-E7795CE7A7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6D9283-F3B2-4BE7-98AA-7D9D6287EC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ACE626-9114-47DA-B5BE-C24A3CAD34A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A1AD68-2CFC-45A9-B6C9-2AA720D5EC9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01950A-17BC-4601-94C2-438F017E5C4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A4B8FE-371F-4B75-A807-FFFE658AFB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F4E2B6-9AB7-42F0-9645-66D252090F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B609AA-89D9-4999-A6CB-EB99DF37123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85C835-1C79-4DAB-8B35-A3833A5AF0E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60A32A-080C-4D46-8D10-BB08ED94407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06249E-36B4-4A91-9ED4-98AF90B79CE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D13202A-7477-448F-B864-0BC08B944FC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8B7DD8D-64AB-4E50-99FB-4BC1A7608BA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8E9554-4A91-4AB5-8E94-ABA4E2AA403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9C5C825-2BA9-4722-961E-5BC04B6B82B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CE4966F-766D-4278-93AA-F89DAD68044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F73EE6-2FF7-4BEA-AD22-DC9556015BC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48942F-3C04-4FA0-954C-32722FE4C6A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B88AE-D9B0-4B9F-9B69-EF7D8E34EB2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34.75 + 8.906.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156B02-4429-4CA3-8C65-F5D9844CC34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7332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6104E6E-2F58-4C6F-B5F5-D9160B4965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C1DE2E-DB3A-4361-AC4C-AC8E7027E72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E24E6-6378-41EB-8515-00761E18D7B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324795-3EB1-4CA9-8C77-850A0FCD4D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46C274-7851-43EA-B10C-944CB014777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C4893C-AC51-43EC-8D66-2A38627BEE7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4EC318-855C-4C89-A7C1-18BA9D01FD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00DC3-FF8B-47E1-AE32-09D4430C8FC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887057-8642-4D6D-9592-723DB05D32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D321C0-EB39-42B5-B8AB-07A58136C3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388D61-F5C9-4D99-8DCF-097B9ECE7D09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add, subtract, multiply and divide decimals accurately.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71C19-78CE-4EC7-B5F1-7B552F57FD7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97AFFE-CA8A-41B9-A569-2FF938F62A9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50CDDD-C21A-4648-AC4D-E8A8A4F6C62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B6D169-E7D8-4A72-9985-06777BDA00A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41E37B-9C35-4F68-9A95-400FE94B6C7C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780443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921A65D-75C9-440E-BE5C-2711F73070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78D021-E601-4B35-AFF9-3139BDA26F5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61868F-13C4-4364-B84F-5E1C4918DC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3364D5-5877-4530-B48F-5CD929D5C1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45CA88-2767-4D48-89A9-065D4BC924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2E48DE-AB42-40E9-AB6E-FA6AE7171EF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DFBF41-C9DF-4044-A491-2288CDF51D4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56DAD7-5E33-45BA-9CFC-223CAA8F1A0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C6A48D-077A-4342-8126-6049CE84A1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1ABC92-CC92-4225-A953-5F581DA6A83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83DE4C-C291-4941-BB30-8076ABE9950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8492D7-B377-4368-975C-4A2225B4164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BD7168-64CB-426B-B2FB-F1BEE38B737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5DBB6C-D35C-49AC-A8BC-DC9ADBD79E2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69D9AA-6D54-475D-AFFC-865DF6C7278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970A83-A90A-4B60-AE2D-20B5A85A161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9985D4B-739C-4415-8DCF-31D7F9E1377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1EB357-23BE-4C9A-A817-01123D5811A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285A50-96BC-4AA7-81C0-C20E5CCFF0C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437972-38D2-4286-A5E7-99451FCE77B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21195AF-E344-4816-98FB-368CBFCEAFE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2FDD81-6493-4E72-BD40-D9DA0B60696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B9835A-0EF2-45E9-9804-C3A54937DA0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9805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C840CCE-2C67-4BBE-A50F-C6E2A0996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ED44B-722A-4E49-9DA5-632F63F0334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1AB955-E114-45FC-B4A7-917C0634E3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015C0D-AADB-46A4-BEA6-5AEC566366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841191-10B2-48BA-B5CA-E15984ADFC1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D873A5-9C8F-4399-8A34-064B61CAF1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035FD-2685-45B8-90D1-2E61F3BF630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5CEAC4-08B8-4A33-89BE-F67ED020446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A6FECA-AEB7-4428-95E3-45C6C288087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541A1E-BFFB-4A5D-B084-4511BFA21B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13446A-269B-43A7-9FDA-9FD178FEE31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DD31F0-863E-4D64-AADF-DCD66C1A2C4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43.656.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F8AF8B-03CC-4E2E-A66D-7D2BBB79C74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545236-462C-4F56-AD05-95FF96C3604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7861DD-F219-44A2-ACA5-182D5D8B8F5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98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D22A5A-D41D-43D7-95A7-6F7A0BF69B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4B613E-B42A-4D95-BA1A-9610C11382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B2D2CC-66AB-476E-9DDF-9786A6A05F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9926F4-FDB5-482F-940F-8BEA17BABA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B83BAA-97E9-48E4-9C5B-4EEC8614E0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B1411E-6777-4B7C-A321-37EA1FC6AD7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B9EA11-3A11-4B86-A58C-7BB04A8201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FD1897-58C9-4A83-9463-914D488F7CE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E3A4AA-1383-48A7-9D51-69ED20540D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6840E4-3983-432B-A515-58B43AFFCA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D79D6B-E5B7-4E6E-A3DF-A27F6740231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A0DCF7-6552-44C9-9C17-28FB9C83954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AC3AE8-2772-42B8-9DE9-0EF94993D3E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635E39-B247-48CB-9092-C67F81352445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B9D95D-153F-4FD0-8F56-30F12ED32CE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021538-BA86-4AC6-8AE7-DC54796754EA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32.515.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418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057402-B0FC-4241-82DF-02FA79233D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EDB7AD-05A3-47A5-9C67-DBBE8B0BB93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676BBE-A770-4FDF-BEA8-CC4A90F120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65BF5A-9EA5-4031-B265-7B2DA571BC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3D4EDA-735A-4B6D-8F3F-7C3D10D5333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F4EBB1-F814-452B-8A5C-CF2954164B7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59D758-AE50-46E9-9B02-AB852209C1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02C90D-5F2E-455D-B60A-114282CF6C9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045187-BDE5-4A64-9259-38D90C1957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3CE8E3-D633-41F3-9234-63CF712F732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5CF360A-CF4F-4CCD-A755-338F6F269DFB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9F6058-9B59-4503-A5E5-0F0FCE78C15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rather than the decimal points.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5E5A3F-2D1C-4B3F-AEFA-C781735A492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A03949-AE58-4253-BFAA-0FE1416E5BC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022977-951C-4E10-8BA0-3C624D3E9BEC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decimal points so ones, tenths, hundredths and thousandths stay in their columns.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701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14F493D-A20F-492F-9DA2-3F5FE409DE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449AD8-8E9C-46F2-A29C-D5F2B39F97C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AEF360-5ED8-456C-BB77-3D2A3B030B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CA9201-3862-45C5-B290-3BA5649347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66E2C4-9DF5-4EB6-B283-28EDB5BF73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1C7EEE-B003-4475-A26D-CFB6F1D14F4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CC757F-8F8B-4B83-BFCD-E55F25222DD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DA2B10-45DD-4910-97A3-3B93C0ECA9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5076D4-5A2F-43D9-A0CC-93C30105498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F830BC-3375-4595-9D13-97700D9AC73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7369EC9-8422-4C6F-B379-02467C6A5F6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ED41E1B-9E9E-44D2-8EBF-61B6E36EB70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8755B8-1FE4-4C0F-85E6-FE4176DA6C0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22BBC6-AEA9-48F6-AC56-8C256CF53C4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ACC9B77-6C68-4975-9C6B-2B64725A12C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ACF0AF1-1A36-43C9-AC05-A31F0B1E04D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27FAFB-71BE-4339-9090-C371433B785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A6802F-B196-4356-8863-B0FAF0F9B0D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3697186-173F-444D-8C52-906B141888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964EF57-0D5A-4311-8DE6-A3ACB3C5AA5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DC9913-BCD4-40AA-A5F7-DE1993E5DCE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60BA2-E78B-45D1-A84F-17071C110A1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32.515.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4937CFA-2EF2-4963-87D8-06B91B5753B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00417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F741E72-2502-4242-A78A-9E06032523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80D42F-9B6D-4FB6-AD35-0BA13F2F0E8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9F4717-9EEE-4ABB-B29B-E733CEB4AA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3E4D95-A224-45C7-B0AD-25115C5566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146E8D-455D-4EB4-919F-B73E587EDE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5F67C0-7BE3-4811-8D40-841CDA2A687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F02079-5837-48F7-A560-7F5755C4675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5E33B8-B278-4513-A5FC-5C9E85874A6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BEC986-B665-42F5-9DC7-866B0ACFAC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54575-29C3-46BE-ABB6-7C534CC1E3B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C55DB8-1A80-472B-AA6E-7DE29C0DC6E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EE7884-6341-4963-83CA-74747B9A3FB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B4FA46-1E49-4192-BDFE-B851411E70B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2CD35-5142-4450-833C-5BBA95C38BF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F4CE68A-4F0B-4BC0-B38A-D51621F2BFF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E3EC2E0-3261-45EA-9D9B-26D7F6A1D4B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21161B-6AB0-47EC-B239-8AC04A75CC9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D6FB78-7D3E-43A6-8A8D-3CEBFC8CFCD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3D0429C-B7A7-48F7-9DFF-DC16AE09A15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20FC6DA-BE56-4B1D-9CD7-F41C48DA762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A67527-58F0-44C6-860C-2C1283EA82C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30C0C7-307C-4C9C-B664-515DA5BA1DA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1814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5747477-B31A-47D5-A5E5-F4BA508887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D517DD-6683-43BD-933F-52B95F4FBE5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F69098-25C1-4F05-98F0-3FA9134475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258216-2554-43D5-B9E6-C8938ECD4C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49FF2-89AF-4060-A31B-B6A89023B67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73DF9B-4EE3-4789-ADAC-C2386ED42E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743B0B-F097-45C5-AF8F-F2991B4F73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AC91E1-80B4-42A3-AD51-274696AD5C1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1BC75-9294-4D27-920E-23917AB3031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3FE5BE-E809-4262-ABF3-89679165CE7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9A8808-EA25-47D8-9ACA-5D37BB40BEA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divided by 8 is 3.75. What is the number?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642B5C-431B-42D8-98FA-6BD5FFD514D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09F43E-65E0-4C38-8CF8-BDA8C2C561D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158B33-E99B-4206-B47B-FD28DC28B90B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405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F62009EE-77E6-41C3-825F-A4054ED828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8C918-1B2F-419B-B77D-3FA18F8B0E2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CD0BFE-F051-457F-8FF3-9FCB6CAC4E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FC73A1-842C-4D48-885E-FD581F363F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52262-3951-4265-BD29-654ECEFE79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5056ED-15EC-4DD1-97BE-CC5A64A9289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28D93D-2805-455F-A21C-9ACBE7F4F67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E5BB46-CB57-4339-992E-1F523D2BC4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D510DE-A18C-469C-A027-B95021D187C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58B29B-31EA-467B-8F38-6EF99ED46F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635774-E037-4BC7-8B53-234BE8E52C9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A14578B-A3A6-49E2-AC9D-847357899D7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300B0A-27A0-4CC6-ABCB-7ACD3BA1B87C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37EE14-09E7-435C-836F-E8F2BA4749B5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0CF7DC-3111-48B6-9517-9C2EF0AE6267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0ADC84-1CC2-4912-B0E1-14948FE3AD4D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75F6884-207F-40FB-8696-FCB03364A00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1047F0-FAC6-473B-BFC9-495CB0FA4A7C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CF22A4-7BAE-4669-933F-AF5E22DD194A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4374B9-A3A0-4765-9482-0353328D95F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7D8045-9F77-422E-B0A6-BAE0C817966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99179CF-1228-47BC-8098-EC6F923D038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5CFFCC-F839-4A7D-A47B-FE326FCB850E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1EBB0E-0B45-4B1A-AA7F-E7C1F1CA4B2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FB8443F-858A-4CDC-BDF4-3DC9ACF1F389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656AF-DB02-4E3A-BC9A-64FB31AFE45B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550769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4948860-5B02-472C-B14C-F69B690E64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11DF6D-5636-4CCA-8637-B5B2A421A03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560CB5-0459-4A66-B137-C6E633A220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D69424-203E-4C40-BDD2-2D57368497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3C9DA9-0C12-4D28-8845-D0E4736FB1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94A07E-D79B-48AA-8C48-A81E54E479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98C2DF-E647-477E-96C3-B9A6DD41532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79C997-D0EA-4A51-AA64-FBFA952D84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2D49CD-880D-4E30-9ACA-1B6EFABAE3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05A07A-D7F7-4F9D-A6DD-C013BC2F6E8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decimal calculation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6BD4511-678F-4857-93B8-A1DBC7DE54A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BBDC91C-8D02-4EF7-A282-5CCFD63ED97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DBAF17-2FEA-46D5-AD39-BF33660FC74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39B97F-5B7E-4AD1-9259-6A6348326E2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122F55-56EB-4314-9671-491D64FA25D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1AE5F77-E6CE-4975-967E-95C20877302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03B6E0-8288-4EF1-B752-E99182FE886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67301B-DF3A-4615-BE93-E403A1A0061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rather than the decimal points.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B91451-1F8B-4495-9B98-4DC1DAFBCCB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E5E83-0EDD-4CBD-9EF8-1F20191A1CA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BDE658-2D8F-4C56-B156-240866C8279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D7FE06-E720-4A4A-89A7-1638CE5DBC3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48E857-63EC-4BF7-BE2D-5B9A339E20E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28386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2026-09-08T22:38:33Z</dcterms:created>
  <dcterms:modified xsi:type="dcterms:W3CDTF">2026-09-08T22:50:01Z</dcterms:modified>
</cp:coreProperties>
</file>