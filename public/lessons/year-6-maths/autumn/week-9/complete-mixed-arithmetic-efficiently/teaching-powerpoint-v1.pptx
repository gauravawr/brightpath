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Complete mixed arithmetic efficiently.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mixed arithmetic efficiently.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65D0DCD-45E2-4769-B6C2-25A93F4B843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Complete mixed arithmetic efficiently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69483AE-9C60-47B9-93EB-B0D98D397885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22AE5CD-A149-4D37-AA1B-5CEF434A546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7C397F6-671C-497C-8E74-A56462BC2C1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99CBB14-BDB2-4876-8204-6C4B419DCC7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D48BF5E-8FD4-46F6-95CC-94491DB4CFE8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switch accurately between whole-number, decimal and fraction calculations.</a:t>
            </a:r>
          </a:p>
        </p:txBody>
      </p:sp>
    </p:spTree>
    <p:extLst>
      <p:ext uri="{BB962C8B-B14F-4D97-AF65-F5344CB8AC3E}">
        <p14:creationId xmlns:p14="http://schemas.microsoft.com/office/powerpoint/2010/main" val="48988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6BE6D5A2-53A0-4309-9DEC-28646C96C05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F719932-AC7C-403E-8C0A-ED699041A85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3250 ÷ 25 + 4.8 × 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466ACC3-CD23-4854-9898-0B121CADC4C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2DDB674-1BD3-40F4-ACAD-B5D7351F78B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41F3F51-EED0-47F4-A60B-5F63B9D1034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EE097FA-1949-4FE6-84A8-5E5301EC10AC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3250 ÷ 25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65F9E75-9E49-4209-B8DA-F9FB1B4F7D28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FC30C7B-9601-4108-A0F7-D5D35BDB589A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4.8 × 6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A02DADA-0022-492E-BB38-F33F0C2CA7E0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28.8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DFADD1F-0F39-4C11-ABCC-3B6F4CF8ABC7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130 + 28.8 =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A893D84-598B-413C-82BD-F810355C46AF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158.8</a:t>
            </a:r>
          </a:p>
        </p:txBody>
      </p:sp>
    </p:spTree>
    <p:extLst>
      <p:ext uri="{BB962C8B-B14F-4D97-AF65-F5344CB8AC3E}">
        <p14:creationId xmlns:p14="http://schemas.microsoft.com/office/powerpoint/2010/main" val="58758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3B2AF02-FC53-4E0E-B245-8A7849B46B8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238A69A-C9FA-4E9C-8F47-08C498A305A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C9B343E-97A9-47BD-9AFF-56B83B56105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3275 ÷ 25 + 4.8 × 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C9E2E32-8DE5-4E6D-85E3-A15866BED76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24162FC-A9D8-4735-A287-86559DD6F07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ED2C45F-995D-4344-80A4-E933E238EC7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A98DD5E-3EDE-4871-BD5C-893634FBD075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3275 ÷ 25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434B968-08B2-4387-A72D-910FCFC27C9D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131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650451C-61B0-4788-A1BC-D5478586429A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4.8 × 6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92C2083-CE5D-4F53-9855-C9A510D27344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28.8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6275F41-E3FF-4E91-9D3F-00FEC609E1F1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131 + 28.8 =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6FC4247-B74F-4939-B11C-588D83E9D9E3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159.8</a:t>
            </a:r>
          </a:p>
        </p:txBody>
      </p:sp>
    </p:spTree>
    <p:extLst>
      <p:ext uri="{BB962C8B-B14F-4D97-AF65-F5344CB8AC3E}">
        <p14:creationId xmlns:p14="http://schemas.microsoft.com/office/powerpoint/2010/main" val="137766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2CCD07E0-581F-4CD5-B572-208B1DABA51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DA728E1-C43C-4F64-89EE-85C2FE3DBE5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3300 ÷ 25 + 4.8 × 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B30AF77-1D3E-4D32-9F00-C9632F4D334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F3AFA9F-D92E-44D2-BDAC-9E6B2ABCE23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C29A739-3206-4525-8597-B638EE7C02B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D3C2181-D516-4613-B208-B105D8A42FB3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3300 ÷ 25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14E0E53-0A73-4CF6-AE36-7E63461F9AC2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132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AB17C20-F561-4136-9F51-64D03ECA8E5F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4.8 × 6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E2D9FD0-7C21-4AD0-90F4-46DE5C2D7468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28.8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B81A983-F188-41A4-A1DC-B48C575BA72A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132 + 28.8 =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6C8C8B2-2DC9-43FE-BB4B-1AEFDF43F775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160.8</a:t>
            </a:r>
          </a:p>
        </p:txBody>
      </p:sp>
    </p:spTree>
    <p:extLst>
      <p:ext uri="{BB962C8B-B14F-4D97-AF65-F5344CB8AC3E}">
        <p14:creationId xmlns:p14="http://schemas.microsoft.com/office/powerpoint/2010/main" val="24650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D3CBB9E4-E405-4195-A01E-4C02913D228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36386FB-CA9F-40A7-B659-E8257868835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BB90092-4A43-4B0B-A4E2-82C5E08A1A0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3325 ÷ 25 + 4.8 × 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40F9FCA-6677-465E-81AE-44186FE3829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7685130-AA86-44F5-BDAD-1C50E7F26F2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060C496-33A7-40E5-BB07-38C994F1E29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F8FEC12-F729-435C-B38C-41974EA6D576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3325 ÷ 25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F767944-D68B-402B-A420-DE18C4FDE159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5E78FF4-F0DD-4FDE-9EF8-E18CEF6626BB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4.8 × 6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0C6F86F-27B4-4E2A-8CFF-0B27D2703ACD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28.8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9EED165-5B89-4928-A632-9D05B43DFDB2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133 + 28.8 =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4E36789-B0C3-45CC-97B3-EFFBFEC6CB92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161.8</a:t>
            </a:r>
          </a:p>
        </p:txBody>
      </p:sp>
    </p:spTree>
    <p:extLst>
      <p:ext uri="{BB962C8B-B14F-4D97-AF65-F5344CB8AC3E}">
        <p14:creationId xmlns:p14="http://schemas.microsoft.com/office/powerpoint/2010/main" val="173919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D0947BAD-EA5F-4187-AED8-942BF659C76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EAE0F1D-E992-4325-B1F9-ED0CD05D31F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69A7B18-45E1-4BFD-883B-2245AAE6ED8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897CC48-97BD-44D5-BEE3-7D075B39678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0659478-943A-4694-9A84-5F067F2DB41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D25638F-468F-4BB3-AF04-50A909610E9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4728DBA-9880-4F2F-B020-1DED04E141E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9F201C2-4ADE-42B3-96A5-71B624C7C4A8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3,250 / 25 + 4.8 x 6.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34FAB37-984B-45F3-88D7-5E36DEBB266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875A3C2-30D7-4BEB-951C-A7467AC8488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2/3 of 450, then subtract 75.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C210C5A-7F0F-4827-AB6E-607CFE4D282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16DED53-65A5-4612-931A-864C8E9176C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6,000 - 48 x 75.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8D2A8FE-0E92-4FC8-9F92-1752F24674A8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F5E808C-224A-4758-B59D-851D673B94C4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3,250 / 25 + 4.8 x 6.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D39ABF3-3849-45EA-BB16-F0915D2EF4CE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92C7A93-9462-46C3-9CC1-F1A9FB1DDF35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2/3 of 450, then subtract 75.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9E07709-A0E2-43FD-845C-624AE1128D8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91712AC-16D5-4A11-B4E7-B2075A90B5E6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6,000 - 48 x 75.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B3CD47D-1DA7-455B-A721-3690132EF4C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6ECB103-5D68-4DC9-AD8D-B380DC98D7E2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mixed calculation with answer 100 using a fraction and a whole-number operation.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6E31701-C3D7-4F89-A10A-F6F3743EFC06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0CB3613-151C-4585-9F6F-E48B0BF8C153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carries a method from one number type into the next without checking place value or equivalence.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EF6D057-975A-4095-B143-9894D245BB8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906EBE4-46BB-43C2-87CB-E9297C065AAD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52DF173-90DC-431B-A659-623A1E0A217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9C0EE0D-9064-4E9C-8380-0731A51F85A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6,000 - 48 x 75.</a:t>
            </a:r>
          </a:p>
        </p:txBody>
      </p:sp>
    </p:spTree>
    <p:extLst>
      <p:ext uri="{BB962C8B-B14F-4D97-AF65-F5344CB8AC3E}">
        <p14:creationId xmlns:p14="http://schemas.microsoft.com/office/powerpoint/2010/main" val="38122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23FD9834-17EC-449C-844A-C4512820E4C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1D88D7B-7610-441E-9F49-54255B1C2A6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0D283FC-321E-4414-A2AD-1F5B7CE8F69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E69FD21-62C3-434E-B960-B2F4520FD93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Complete mixed arithmetic efficiently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AF2D520-8E88-43D1-90F4-A06F9EDCE0D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6B014AE-48B9-4EFD-B8CE-046686C6CAB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6ED1776-152A-4C6D-8BA5-F7210A73330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158.8.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EA23377-E209-496A-99A1-83377FE9AB96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40E86B0-EEF8-4D43-9E03-12646DBD475D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225.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D9FE6B6-8B9B-4659-BA51-86E0F89E562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D60C8D0-781C-4091-A413-C75B5EE137B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2,400.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E1A922C-1A9A-4B5F-A069-A02A7B665C9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726F189-33A7-4314-B46F-201DFFAF848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158.8.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E57391F-F082-481A-803B-38D5183E01B5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BBDAF6B-6328-448D-93A7-73BBABE547EF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225.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26906FE-2B36-4345-A29E-F8ED815B02E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342AB04-D598-430F-8CF2-8129A294B6BA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2,400.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71BEB2-1375-4C2B-A2C5-72463B7A9CD7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330123B-D2BD-43E9-B2B2-319FD9C576B8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vary, for example 1/2 of 240 - 20 = 100.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A728443-2960-4385-AD60-FA63272F2ED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717A6FE-16D2-4044-B908-E8BFBD177586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Pause at each operation and identify the number representation before choosing the method.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F8A6001-9912-4AB9-9A2C-6FAF5401B1BB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EFF6B93-875B-45A6-9FC1-28D881E85482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7E35C2E-142D-4BB9-B50E-1AD44D733C3E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7D35CC2-5EAC-48F0-8C02-9A272DCBCE5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8162405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DocSecurity>0</DocSecurity>
  <PresentationFormat>Custom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2026-09-14T13:14:20Z</dcterms:created>
  <dcterms:modified xsi:type="dcterms:W3CDTF">2026-09-14T13:18:56Z</dcterms:modified>
</cp:coreProperties>
</file>