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225. | Identify the number type and choose an efficient method. | Pause at each operation and identify the number representation before choosing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3,250 / 25 + 4.8 x 6. Answer: 158.8.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225.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Pause at each operation and identify the number representation before choosing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225..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2,400..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vary, for example 1/2 of 240 - 20 =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2,400.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2,400. | Pause at each operation and identify the number representation before choosing the method.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A72C3FC-DD65-4FC8-9929-E56A5E53EA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0B078A5-548E-48C7-A89E-20BB5189E39B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A224216-B5D9-476E-BB20-16FDDF085C1B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F3A0A5-7A23-44FC-BA84-5C3BA0E5497D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FA9DE4-31C3-4279-8309-4B37F49853ED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9B4B251-2AF1-400F-8ADD-804535C33344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37ED29-CD3C-4F2B-88F9-CF0F47E1B875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891316-0D6F-494E-B9B0-B582BE2EB7EE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3951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switch accurately between whole-number, decimal and fraction calculations.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3F4FA0-870B-4E34-A9FD-CEF2C1800075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717FE3-5341-42F1-99B2-01FC992A2594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74A33B-EA12-4E04-9D80-FC1E2A743301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50881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AEAD22A-6876-49DE-9F58-AFC8442653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60422A-B054-4209-9753-44AA46C99AE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3F8B994-CC14-4813-89E9-EADDF8086C6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49C8C3-201C-4796-BF63-A9ECBA02310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5B511E-F4E9-43F4-9B21-405159F6701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0CFD21-8595-484A-B34B-3B64EA0E33E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656DA8-9416-4AFA-93EB-7912D039B87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BCD1FD-2F66-4ED7-8D18-C59F054E747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DF2B9C-7CB9-4A58-B4D0-F63E42621A6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CD6FBA2-1CFB-4AA5-9702-F7D6369C5E6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044F33E-99E9-4214-82D4-131270CB1A8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C26A23-C512-4EFF-B0A3-87495993F39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770708-8462-4194-862C-9EBBB8ADE2A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11F54B6-0411-4B8F-A661-844C75E102E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3493483-088A-47A5-B16B-3131103B8EE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D8BCC-FE77-4E6F-816C-D21E896B64A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C58F0D0-ECF5-41C5-8854-7F99F87B1FB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of 450, then subtract 75.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860A5E2-4242-4E6A-9DE2-E703FDE7330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F088249-9FBF-4BC3-A302-EE04778B0BA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4469D93-CB6E-412E-B300-A9AA53F50BC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1549A1-DC48-44C6-BB80-227EAAE46A3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3,250 / 25 + 4.8 x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E50A79-9999-4E59-A04E-EE352DD8568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5430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0B2F47E-B216-48E8-B1F9-4F9B193575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FF65C9-957D-42B5-9638-58DD642EDCD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D84C75A-AE57-41B5-B0CC-81401D82CCF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22AF6A-2DD0-466C-B00E-0EC185BAADE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4E8F27-69E8-4EF0-8F6F-3EBEA4E5940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5704CA-C274-4F60-9FFB-37A008AC2E7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420655C-3C6F-4110-9D42-722B9724D24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F80AE8-E536-476F-8108-DF33CDCB281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5089A0-6223-4A03-A3BC-95AA3D33576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ACD8CB-DFA6-4A6A-9351-05FC24F69F51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11"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switch accurately between whole-number, decimal and fraction calculations.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C183AB-F9E8-42B6-B567-4E5271281D66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C4AAEC-AB54-415C-B63A-1BE4B78685C1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D368DF-996E-4944-BB47-CA0CC7519154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363C94-F0AB-4EC7-A6B8-5A8A5315BFA6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83A886-C607-467D-A5B0-768918822289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243862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64C3692-1DE5-4E6A-AE28-47D5A0646B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E9B547-E0E5-401D-9C9A-262D744613F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4DBDEF-8489-41B1-8D4C-EDE3F337EA5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D029A2-1A0D-4F16-B31D-8B974421980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59C6DC-FCBA-4526-8064-C4005AE600D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ECEB77-333A-4C09-918F-DD2C7DFD284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62E288-120D-4475-963E-6565B420B9A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A6840-F7FA-4E87-9B66-7E111421683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981BDE7-A09A-4E3B-A933-01541DF7BF0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C50DA4-5924-485B-801C-8FA3A354DAA0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3,250 / 25 + 4.8 x 6.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35D9AB-2985-4773-BEF7-1A5DBEFD525E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5BFC5CA-22C1-445B-AEBF-B827D76FA935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6565CA-9C7A-4885-86B9-B5A294704936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E8DF65-E975-4FB0-9A26-B2585674D628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number type and choose an efficient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870667-65CC-4177-9B8C-E1D3AE3F971E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C182353-6DA1-4BCE-A967-66F3258B9DE0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5096118-4D06-42B0-97B5-968AB6F38AE3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CF1AF19-C780-45E4-97A3-89B71100D073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Keep place values or denominators aligned and record each stage.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8525148-D911-4B70-A00A-F5700533FF64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2313970-FE53-45B6-BA28-3CA30F6B5F41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C7B51C-7B04-4323-A2E3-C765BB267E76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C834E6C-E46F-46CA-82FC-89879F155054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where needed and check the result for size and reasonableness.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90603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A3416D1-BC30-42AB-A2A3-F2567C1644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0253EB-099F-438E-940F-F4CAF3EA5E9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94297D7-BE45-47B0-93A4-CBA67D2B101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88B3D4-EAB8-4C28-AAF4-E77F9EAE3F8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0C96B-AFDD-4259-BB4D-CF1D393DECD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5BFB29-12FF-4863-AA39-EA5176DDFFF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78B12C-7738-4F5C-B09C-1F99F5576E9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DCE97B-8841-4F45-8682-EACACA5C672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E17C38-77D6-4787-AF4D-3E3C8B265F6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81EF75-9508-461A-9ACE-FE300BF5DFB5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140D46-F2F4-459F-841F-EB3E727A1D5A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158.8.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CF979B-FCE7-432A-BB6F-A5DBE81D5287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7A345E3-8AA4-4033-BF85-05CF56A7CF5C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50B2B0-6715-45DA-B045-FEDF18A408F7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2555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D81F926-638C-43D9-A091-86C1C14889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510D94-EC7C-4632-A913-0D56D1D5DEE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30F0B2F-EE5D-4BDD-B700-254C139FCD2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C21336-5EAF-4BE8-B82A-BB2B2B18DED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48099A-042C-4489-96BA-0DD19B4778D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D1A27C-8A0A-4530-B6CD-4F35B64C1A0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1A4587-31E6-4FB2-8E0D-E8FB4721A26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99576-7777-4B68-AE1A-91AAB8C5111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00A054-C318-4A26-852C-2068E1907FA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540A66-2CCA-40AB-9F8A-6E6E6AA85609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of 450, then subtract 75.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5B3C0EC-4847-4472-915B-BF92AFC27637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85C100-C46D-4551-ACCB-03C37A965F7F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DFA402-BED1-4679-8E3E-9FE2558456A3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AF13EC-C14C-4426-AC87-F058B0E57122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89577B0-6420-4FF2-9340-160FE9319981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225.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72758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5E29B0D-7A37-4DE7-8ACB-A03D380C4F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5E2563-771B-47C8-B5F3-60232AF791D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EEB27A0-052B-42B4-A250-39F438A2C07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43FFAA-2F24-4DEF-A217-140DE21C5D1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99AECB-FD83-472E-97AC-A1DE44379E2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D7716D-5186-4DAB-88A6-C80109FAC7F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3766C-4B64-458C-A840-6EC2432922E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138F4C-4995-4497-8843-F332D3A89C6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814068-6FAE-4871-A4EB-702B4AD6227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79134E1-4E54-4040-8534-2E268F6B6E00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874F69-EE1D-40D2-9FF3-CD82FE10DD0C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carries a method from one number type into the next without checking place value or equivalence.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280F71-8EE4-4DA1-A925-2AE1035E5156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640696A-7DE4-4057-9D00-1CB4E67375C2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64CDB8F-8320-4B92-8240-7B7F1522E36D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Pause at each operation and identify the number representation before choosing the method.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35820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2DCC79B-D07D-487B-83D6-C247A2A110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B2A580-84B8-4FA4-A711-A86A36BAC47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F7A7E88-F4E9-4663-A56B-D2AE85EF7EA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6ACD28-4492-4717-B29C-C0B27A187A4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11C0A1-4551-4B49-9DA9-9710AA86426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D24C52-1CD5-40EB-865A-F203AC27B20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AAA7C3-EFC7-4D79-9A5C-2921E34F330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91BE8A-3606-4DF0-8FC4-257E6BD2403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0730D7-B0E3-42F4-8D6D-09017D51DE9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7757209-E901-4B8B-93D4-6CCCAC76BF6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82C02AF-BC7A-4F4C-9CCD-667954D6FBE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A9FA2B-4512-42CA-8C99-A985A5CED33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34A00F-A08D-40B7-9E68-8F7F63BCFB2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of 450, then subtract 75.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D31858E-2DB7-496F-9D7C-938E6375162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0678D03-6194-47D7-A98D-F4679421EC3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86C5DE-C2DB-444D-8389-4A371A7E7F3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1682E8-3951-4F1A-810E-4B5F0FD4F2C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06B1AA6-B112-42B7-85C1-7B00789FAC6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FA8AC7E-1C05-4790-8722-8723B0E4751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568382-678F-426E-80A7-C81DE927087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4B19EA-77C7-49B8-9545-7A979EFD1D3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225.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1E3901B-D898-4FFF-8647-E769505F11BC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85043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5B86967D-DC6D-4960-A7E7-8DDB12B5FA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C0EA6B-F532-452B-8179-1A4774334E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3B425A4-D28B-489A-89F9-62A01DD1AF7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066FC2-A38E-4EE4-83D8-2B43AA6BC5A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0DB0B6-2D12-487F-9D64-AA60ADD0700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1B46FD-3ADB-46A1-BC1D-7895D565F79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6DDF5E-9F29-46D9-9EAC-4CA013A8DCA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3364A8-7708-4CBB-B1BB-EC1531EF7E1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C71467-CBA3-4A05-BFFC-AE3CA937AD4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0ED15DE-57C9-4705-B867-6FAD86930C8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36DB16D-1FFB-46E6-B517-7A0C412C739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6C4792-2F4F-4D19-8E85-4AED7902583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A2E668-3B72-4369-B884-61FCD4BD12D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6,000 - 48 x 75.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E5A3123-C5E8-45EA-812F-DE24A1BCE48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605A9C0-DAB7-4F07-9CEF-714DB2ADF10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9F265A-4224-4EDB-AC43-817008B2404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31CDBC-6136-4E36-A48E-2100856F460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912A1F9-B441-4C74-AB6F-008DBD8DAEE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E17A95-84E0-4BD5-9C53-4F8697FF24D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6186BE-DCE0-4467-BE08-B386DA4B5C6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B281566-C3B8-4DC0-AC40-8644C9A6720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559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7246090-C09D-434B-A520-5001892C61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B303D6-1F97-4AB3-85E7-1E280845D06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966E9FD-4BB9-48C1-B7CD-01555558BB9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D78671-5E05-4EFF-9D9D-F29AFCD4B93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E0B121-2830-41D0-8A9C-696BDEB0139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64E8B0-625D-4B3A-B15A-03F028D5F7D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374458-16E4-4D8A-A174-28AB02C92BC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3EDBB3-C3C7-436D-B1BA-DDF152C3BF4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C578E9-5B7D-4DF8-8A1C-16355C38E33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6EF8BD-BFB8-4570-BB0C-147B52673E1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mixed calculation with answer 100 using a fraction and a whole-number operation.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B0CE44-8AD9-40AC-9AA1-DCC2B67DEA44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23325D-12CE-444D-A4DE-BC2F80B9F64E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22A150-3CC4-4DEE-925D-D01F949A9325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1/2 of 240 - 20 = 100.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0258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BD7681A-9FDF-4A74-B36C-F1C44BB317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84CEF7-E855-4F66-907E-F66B1C6D345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5EA8094-BD04-4B30-91E5-B7F34374BC8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3ADDF6-DE88-4B33-A5FA-E595A94A09A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624556-2123-49E6-B92F-0045651ABBF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74D0FB-8DE5-40F3-B5EA-A322FB9A498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4ECA46-EEDA-4DC5-AB77-9ABB72B6CAF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7CDD05-194F-478E-808C-055E0F107DF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6F69C6-1AE7-4F45-B693-49573236214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15DC19-20F9-4FB3-BA63-A5615F754ED5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D1C6055-0A8F-4FDE-823D-E3A989DADC65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C2310C-F616-4837-BF23-A5BF94836425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6,000 - 48 x 75.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6EFC5A-B98C-42FE-AD2E-ECF565A6F064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FB3EF2-8F6D-41A0-8D5A-D5953A880D07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E4B8951-7ED7-49B3-9925-9867292CEBF2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EC33D7D-C1ED-4754-8942-0CB778FF0EB5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2,400.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BEEC25E-3870-4642-8876-F5F6C5189413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AE064A8-F0E3-4273-8839-8DF2A5EB6EB1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40409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18DB0F3-BBCE-4EF2-BD78-31B1E72EEF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6D69BB-0CDE-458A-9A7C-E84D019D21C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1686E31-BF3F-4898-8FF6-E5BEA42012F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C77F58-9E5B-4EB6-B99E-4A4D1AF7BE8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DCBE27-7E82-48D1-A883-B3F29D55953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73A8BA-2F56-463C-AF4A-1DB08E52FFE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D29430-E80F-437F-909C-9A43CB7802B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94F36C-DBA6-4FB9-85EA-4ACEA09E2DD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331E74-66E8-46A6-A811-7792D696A8C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9C70C8F-0200-4408-BCA5-9158499B807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9ABBCD9-9C86-428E-9AD5-EABAB8C05BA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6ADC83-5B44-42EC-A6BD-4717E758892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D58C06-0E07-40D5-A641-40681783E07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6,000 - 48 x 75.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F0FBAC8-CC74-407D-A3EC-75D15520157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F8CD8C1-8B26-40AE-9582-9A8EE15DC67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ADE165-D18D-4FCA-AB72-02E25BA885B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0DCCBBD-B5F0-4602-9762-36AEC128A02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carries a method from one number type into the next without checking place value or equivalence.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01D4E4E-AA1B-4173-8FE3-02D345F46DA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CA7E955-1930-4232-84B7-F77B3A5E790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541D21-685F-4E50-92A4-50C1B495450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90F4CFF-3672-497B-884E-CC0DBE86AE2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D9A001-BF9F-4D21-B1FC-DE70EE48031C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54941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1148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2026-09-09T10:57:29Z</dcterms:created>
  <dcterms:modified xsi:type="dcterms:W3CDTF">2026-09-09T11:10:04Z</dcterms:modified>
</cp:coreProperties>
</file>