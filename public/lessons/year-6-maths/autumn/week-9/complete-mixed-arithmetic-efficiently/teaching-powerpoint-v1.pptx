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b26f82d86540ac" /><Relationship Type="http://schemas.openxmlformats.org/officeDocument/2006/relationships/extended-properties" Target="/docProps/app.xml" Id="R11e561400fd441ea" /><Relationship Type="http://schemas.openxmlformats.org/officeDocument/2006/relationships/officeDocument" Target="/ppt/presentation.xml" Id="Rd49bb9c2a04c46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f87b61746b4ac3"/>
  </p:sldMasterIdLst>
  <p:notesMasterIdLst>
    <p:notesMasterId xmlns:r="http://schemas.openxmlformats.org/officeDocument/2006/relationships" r:id="R96fa3a7195654b02"/>
  </p:notesMasterIdLst>
  <p:sldIdLst>
    <p:sldId xmlns:r="http://schemas.openxmlformats.org/officeDocument/2006/relationships" id="256" r:id="R25f46740c2b1462a"/>
    <p:sldId xmlns:r="http://schemas.openxmlformats.org/officeDocument/2006/relationships" id="257" r:id="Re3f401a6f6fb46fb"/>
    <p:sldId xmlns:r="http://schemas.openxmlformats.org/officeDocument/2006/relationships" id="258" r:id="Rb3867d6c529b460d"/>
    <p:sldId xmlns:r="http://schemas.openxmlformats.org/officeDocument/2006/relationships" id="259" r:id="R41ffc36d0a2a4aa6"/>
    <p:sldId xmlns:r="http://schemas.openxmlformats.org/officeDocument/2006/relationships" id="260" r:id="R347baffbc1784f75"/>
    <p:sldId xmlns:r="http://schemas.openxmlformats.org/officeDocument/2006/relationships" id="261" r:id="R34e5cd67ef9b4703"/>
    <p:sldId xmlns:r="http://schemas.openxmlformats.org/officeDocument/2006/relationships" id="262" r:id="R1917dcc7966c4bd3"/>
    <p:sldId xmlns:r="http://schemas.openxmlformats.org/officeDocument/2006/relationships" id="263" r:id="R06fcff0ed7e14aa5"/>
    <p:sldId xmlns:r="http://schemas.openxmlformats.org/officeDocument/2006/relationships" id="264" r:id="R1cb14c854f5e4d89"/>
    <p:sldId xmlns:r="http://schemas.openxmlformats.org/officeDocument/2006/relationships" id="265" r:id="Rcba614aaff8948ac"/>
    <p:sldId xmlns:r="http://schemas.openxmlformats.org/officeDocument/2006/relationships" id="266" r:id="Re93d6733a6114e3f"/>
    <p:sldId xmlns:r="http://schemas.openxmlformats.org/officeDocument/2006/relationships" id="267" r:id="R270f2dceb66749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9ac7b041d34e18" /><Relationship Type="http://schemas.openxmlformats.org/officeDocument/2006/relationships/slideMaster" Target="/ppt/slideMasters/slideMaster1.xml" Id="R7ff87b61746b4ac3" /><Relationship Type="http://schemas.openxmlformats.org/officeDocument/2006/relationships/notesMaster" Target="/ppt/notesMasters/notesMaster1.xml" Id="R96fa3a7195654b02" /><Relationship Type="http://schemas.openxmlformats.org/officeDocument/2006/relationships/presProps" Target="/ppt/presProps.xml" Id="R6c300d2739584b43" /><Relationship Type="http://schemas.openxmlformats.org/officeDocument/2006/relationships/tableStyles" Target="/ppt/tableStyles.xml" Id="R0bcca2c8b6a74b06" /><Relationship Type="http://schemas.openxmlformats.org/officeDocument/2006/relationships/slide" Target="/ppt/slides/slide1.xml" Id="R25f46740c2b1462a" /><Relationship Type="http://schemas.openxmlformats.org/officeDocument/2006/relationships/slide" Target="/ppt/slides/slide2.xml" Id="Re3f401a6f6fb46fb" /><Relationship Type="http://schemas.openxmlformats.org/officeDocument/2006/relationships/slide" Target="/ppt/slides/slide3.xml" Id="Rb3867d6c529b460d" /><Relationship Type="http://schemas.openxmlformats.org/officeDocument/2006/relationships/slide" Target="/ppt/slides/slide4.xml" Id="R41ffc36d0a2a4aa6" /><Relationship Type="http://schemas.openxmlformats.org/officeDocument/2006/relationships/slide" Target="/ppt/slides/slide5.xml" Id="R347baffbc1784f75" /><Relationship Type="http://schemas.openxmlformats.org/officeDocument/2006/relationships/slide" Target="/ppt/slides/slide6.xml" Id="R34e5cd67ef9b4703" /><Relationship Type="http://schemas.openxmlformats.org/officeDocument/2006/relationships/slide" Target="/ppt/slides/slide7.xml" Id="R1917dcc7966c4bd3" /><Relationship Type="http://schemas.openxmlformats.org/officeDocument/2006/relationships/slide" Target="/ppt/slides/slide8.xml" Id="R06fcff0ed7e14aa5" /><Relationship Type="http://schemas.openxmlformats.org/officeDocument/2006/relationships/slide" Target="/ppt/slides/slide9.xml" Id="R1cb14c854f5e4d89" /><Relationship Type="http://schemas.openxmlformats.org/officeDocument/2006/relationships/slide" Target="/ppt/slides/slide10.xml" Id="Rcba614aaff8948ac" /><Relationship Type="http://schemas.openxmlformats.org/officeDocument/2006/relationships/slide" Target="/ppt/slides/slide11.xml" Id="Re93d6733a6114e3f" /><Relationship Type="http://schemas.openxmlformats.org/officeDocument/2006/relationships/slide" Target="/ppt/slides/slide12.xml" Id="R270f2dceb66749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5d17343f664c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959b28158b49e8" /><Relationship Type="http://schemas.openxmlformats.org/officeDocument/2006/relationships/notesMaster" Target="/ppt/notesMasters/notesMaster1.xml" Id="R082fe8f38f0648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4b7133774943ac" /><Relationship Type="http://schemas.openxmlformats.org/officeDocument/2006/relationships/notesMaster" Target="/ppt/notesMasters/notesMaster1.xml" Id="R90c0cef2c19f45a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3329b04aa04855" /><Relationship Type="http://schemas.openxmlformats.org/officeDocument/2006/relationships/notesMaster" Target="/ppt/notesMasters/notesMaster1.xml" Id="R68378a80c6b249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6bbc3d8e0d40cd" /><Relationship Type="http://schemas.openxmlformats.org/officeDocument/2006/relationships/notesMaster" Target="/ppt/notesMasters/notesMaster1.xml" Id="R35803e6d0c044a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c8639e39ca4095" /><Relationship Type="http://schemas.openxmlformats.org/officeDocument/2006/relationships/notesMaster" Target="/ppt/notesMasters/notesMaster1.xml" Id="R375e606855b042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89acd9d05e4869" /><Relationship Type="http://schemas.openxmlformats.org/officeDocument/2006/relationships/notesMaster" Target="/ppt/notesMasters/notesMaster1.xml" Id="R9d34e29775e34d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983fa405244436" /><Relationship Type="http://schemas.openxmlformats.org/officeDocument/2006/relationships/notesMaster" Target="/ppt/notesMasters/notesMaster1.xml" Id="R837beecf1be648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40fb699075b469b" /><Relationship Type="http://schemas.openxmlformats.org/officeDocument/2006/relationships/notesMaster" Target="/ppt/notesMasters/notesMaster1.xml" Id="R7397d80c78e24ca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7615837c9348f9" /><Relationship Type="http://schemas.openxmlformats.org/officeDocument/2006/relationships/notesMaster" Target="/ppt/notesMasters/notesMaster1.xml" Id="R2e18cd916503411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223e464ff64b8b" /><Relationship Type="http://schemas.openxmlformats.org/officeDocument/2006/relationships/notesMaster" Target="/ppt/notesMasters/notesMaster1.xml" Id="R7700e090636341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18a79d35dff4309" /><Relationship Type="http://schemas.openxmlformats.org/officeDocument/2006/relationships/notesMaster" Target="/ppt/notesMasters/notesMaster1.xml" Id="Rd6a4837227f743b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1d027e3243423f" /><Relationship Type="http://schemas.openxmlformats.org/officeDocument/2006/relationships/notesMaster" Target="/ppt/notesMasters/notesMaster1.xml" Id="Re3d1cb8968634d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225. | Identify the number type and choose an efficient method. | Pause at each operation and identify the number representation before choosing the method.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158.8.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Pause at each operation and identify the number representation before choosing the method.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225..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2,400..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vary, for example 1/2 of 240 - 20 = 100.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2,400.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2,400. | Pause at each operation and identify the number representation before choosing the method.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bb7647af6843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07a58ef7004184" /><Relationship Type="http://schemas.openxmlformats.org/officeDocument/2006/relationships/slideLayout" Target="/ppt/slideLayouts/slideLayout1.xml" Id="R3b187f3f1b0e49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187f3f1b0e49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8f430e39134b66" /><Relationship Type="http://schemas.openxmlformats.org/officeDocument/2006/relationships/notesSlide" Target="/ppt/notesSlides/notesSlide1.xml" Id="R23024922a74a42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8453c1f534019" /><Relationship Type="http://schemas.openxmlformats.org/officeDocument/2006/relationships/notesSlide" Target="/ppt/notesSlides/notesSlide2.xml" Id="R905e86c6deaf4f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05ca7334a451f" /><Relationship Type="http://schemas.openxmlformats.org/officeDocument/2006/relationships/notesSlide" Target="/ppt/notesSlides/notesSlide3.xml" Id="R03fded389adc40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71e61c41d4cea" /><Relationship Type="http://schemas.openxmlformats.org/officeDocument/2006/relationships/notesSlide" Target="/ppt/notesSlides/notesSlide4.xml" Id="R50036531249844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c5d9de1c84ca9" /><Relationship Type="http://schemas.openxmlformats.org/officeDocument/2006/relationships/notesSlide" Target="/ppt/notesSlides/notesSlide5.xml" Id="Rb34f4f20f8a34e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d0b15f9f94fe2" /><Relationship Type="http://schemas.openxmlformats.org/officeDocument/2006/relationships/notesSlide" Target="/ppt/notesSlides/notesSlide6.xml" Id="R28205662e0a94d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0371b2af841ff" /><Relationship Type="http://schemas.openxmlformats.org/officeDocument/2006/relationships/image" Target="/ppt/media/image.png" Id="R2aed84102c61466a" /><Relationship Type="http://schemas.openxmlformats.org/officeDocument/2006/relationships/notesSlide" Target="/ppt/notesSlides/notesSlide7.xml" Id="R8d60dd973f8242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9b014fc4843b4" /><Relationship Type="http://schemas.openxmlformats.org/officeDocument/2006/relationships/notesSlide" Target="/ppt/notesSlides/notesSlide8.xml" Id="R1ddfade397ce44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e1dbd24a84926" /><Relationship Type="http://schemas.openxmlformats.org/officeDocument/2006/relationships/notesSlide" Target="/ppt/notesSlides/notesSlide9.xml" Id="Rbef3d5c6abf1400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bdd448df24837" /><Relationship Type="http://schemas.openxmlformats.org/officeDocument/2006/relationships/notesSlide" Target="/ppt/notesSlides/notesSlide10.xml" Id="Rcb165e90067b4f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e7fada196849da" /><Relationship Type="http://schemas.openxmlformats.org/officeDocument/2006/relationships/notesSlide" Target="/ppt/notesSlides/notesSlide11.xml" Id="R2edecd6881c2487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1fb98fe0084bfc" /><Relationship Type="http://schemas.openxmlformats.org/officeDocument/2006/relationships/notesSlide" Target="/ppt/notesSlides/notesSlide12.xml" Id="Rfc9759f5b9d84a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65FC7A-2C20-4599-BCB8-69706630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687AF8-D928-45DE-88CE-1CD266AC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2C4CB-5827-4604-A848-CCA7259F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DFFF6F-BAFA-43C4-ABEE-9348AF30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D24B5-EEBC-401C-84AA-CA6F1014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499F89-C983-4A57-826F-4A751DA9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335483-8140-484E-B006-2A14A20E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CA7CE4-E796-44D9-A1D8-2FEE3956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3951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switch accurately between whole-number, decimal and fraction calculations.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E3068-0BC0-4728-8253-3D2BE205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EAC582-37F8-412D-9494-D12A01AF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A8D43E-50BD-476B-A76F-29CA0D6E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857089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DEFEBD-F581-4385-8380-7DFE7286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F5A74-1719-4097-8611-246BF0E1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33660C-E6F3-4799-893A-357B681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066DE-1022-4859-BCCB-0FF494BF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5596AF-ADDF-4366-BF92-F218F9E0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BD8F92-82F2-4A54-9B9B-312F4014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8E387B-10B6-4246-ADE5-74B9D1E5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F48554-0820-42B3-AB9F-45749E12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F3141-6A6C-4E4F-A8E8-A7251E1A1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75AE84-6589-45D8-BDF3-FAA4DC2E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164B9C-3E9B-4385-8C9B-544EDB35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45669C-FC15-4AC4-B477-F9E58358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4E3BA6-15F0-47DB-8E80-3FF4EAC2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7C9560-C1F5-490E-9B7B-70284E64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ECF7B0-7039-4DBF-A3F2-17799C9D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266DA5-EFAE-49C5-B3CA-43D12CB8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C35400-3305-4E26-8F89-0DF41C916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of 450, then subtract 75.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A8B6F7-C3B2-4D96-904D-9355EC7A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FF3D0C-E6D5-4FA8-BB98-F89A5D2F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7D34A5-AD0B-4B59-8198-B53A6826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E741C6-E6D8-40CC-A8F0-337209C6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3,250 / 25 + 4.8 x 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E09CB9-EB03-47A6-B815-C97D7F47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67380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F4B020-30C8-422E-BF39-4AC50BD1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DFC387-379C-425A-B4EA-91C4B407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C6F145-0596-406C-8EFE-DE8D607F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232AB-55C0-4F19-A945-68CA75BB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199C9-1F61-4942-B854-C4E6F665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B508D7-D305-41FE-AAD2-0F805C91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AE946F-763B-496C-BFE7-F153B01F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619BF6-B099-46AE-9872-EB798330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001747-35F5-4842-BDC6-A00878D7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4751BE-7E64-4517-ADEA-8D9030FC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11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switch accurately between whole-number, decimal and fraction calculations.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32B66F-1EDF-4520-85E4-4F587282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FD7CDD-6868-43CF-AD32-BFBACCAC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67D00F-A2CE-47AC-821F-B69A9E0B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A8D9D5-ADC3-4A31-8271-544651B9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9BE5B8-A7D5-4369-9840-B3B17888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5074890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A4DD6B-1642-4A15-BA7A-392FF921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11F12B-1054-4504-90BA-157961ED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D0AA81-9F38-42E7-8D7D-3DF33C1FB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17DEDB-0150-4AA0-838C-90961705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7CA62C-9867-4C28-950B-C4B9B9826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902E93-F75D-48C8-B9BB-79A46A41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79658-CD75-47E0-9050-68E1FBE1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AEC54C-C0BB-498A-85F4-09B1A590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6A30A-7679-486F-948A-AB6BEB45C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296E58-EB74-44B5-A3D3-934A5523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3,250 / 25 + 4.8 x 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8061A7-E325-4139-BBDF-E2B4A22C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B7A1D1-E961-4EEE-BE65-A7949079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1BC242-85B5-4DDD-ABDC-67EBC0AC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3,250 ÷ 25 + 4.8 × 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006CBC-A49A-469B-8514-9D0C5E46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CF6C99-F45C-40D8-A573-6167C38F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D70434-AA14-4D8C-B741-C47CE239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3,250 ÷ 25 = 130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94427F-C1DF-4E77-AD6F-4ED60EE4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26F1B0-7898-4500-BDDA-A765A630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A0F7B3-4DEA-4337-A715-5F0554DD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4.8 × 6 = 28.8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99F665-396D-400E-A84C-22C9103B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EB293B-1733-4C9C-A61C-FFC803B4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E887D4-6FA2-4D75-A410-8001DBCA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130 + 28.8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086CD-B916-4590-9FF1-FEB38D3F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6ABEB1-CBEB-4477-ADD0-1BC49362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CA4FDC-E8E6-47CC-ACCB-380AC64B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158.8</a:t>
            </a:r>
          </a:p>
        </p:txBody>
      </p:sp>
    </p:spTree>
    <p:extLst>
      <p:ext uri="{BB962C8B-B14F-4D97-AF65-F5344CB8AC3E}">
        <p14:creationId xmlns:p14="http://schemas.microsoft.com/office/powerpoint/2010/main" val="19318184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BAB4B5-0332-4E17-B4D1-7EADB397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2382B-1500-4003-8275-5CF7893C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B21680-F002-45D3-BF67-1EAB3A7E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5A8031-6E0F-44AB-B772-4377803B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9D345C-CCDA-4579-8702-2A7CBEB2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C90A9-4F43-4DE7-9B76-16F40683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41B306-C0CC-4DCB-803B-1B268ADF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1548B4-F13E-4E3A-8E3E-E83F030D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12D0BA-F357-4F6C-B313-3DF19B89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ED87E8-FE61-434F-B53B-36D75F3C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33EA7-4C1E-4A46-B4AD-177F3E14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158.8.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A087FD-B955-4C98-AAC2-9FA5F7FB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2B83AF-EC07-45E3-BC3F-B5B8DE0F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8D41AB-4906-4D0A-AF21-61728201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451640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0A241F-BD0D-4333-8023-7EFDAFA3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0F539-7AEB-4B09-A4CB-E194A1CB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97F78-684B-4E69-9B00-D6F21A6A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3141F-EAC6-48B3-8449-1374319F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AC4CE-D876-4BAE-AF79-149EF871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F871F-7EFE-4E31-97FC-3FF78B95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318F5B-78E9-4F0A-BB93-006785A2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B33FF7-89DC-4C05-9DEB-A77538C7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EB442-2F5B-47C5-9D3D-DF05F977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66E67E-2F69-4215-9F18-4DAA3E1B6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of 450, then subtract 75.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951EC0-A157-4D32-BDAA-FE9BC664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054C79-81C6-4B68-954A-B5D4E7B4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EC24C3-1425-480A-9060-E5BFFE4D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B847FA-571F-4A05-B443-C6150FAB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19439D-2811-4733-9C7B-EA43EAD8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225.</a:t>
            </a:r>
          </a:p>
        </p:txBody>
      </p:sp>
    </p:spTree>
    <p:extLst>
      <p:ext uri="{BB962C8B-B14F-4D97-AF65-F5344CB8AC3E}">
        <p14:creationId xmlns:p14="http://schemas.microsoft.com/office/powerpoint/2010/main" val="14242131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6A0346-568D-4B73-9D94-ADD69039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9123D2-FD16-4093-A9AC-03CE01CD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45183E-AE9C-4D4F-93A0-900D507E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B55EB-2D52-4A0A-B134-34D425B6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3AE729-32B4-4938-941D-E020AC05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0EAEF-E586-472A-848E-F3C2FB7E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CA380D-042B-47E6-87A8-14473C20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6CAAD-F1BA-49A9-A8A5-F1D4018B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0AE846-5080-4CA1-8970-070FEDC8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d84102c61466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D3EDCF-5CD5-4E2A-9576-5D179FA7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FA06FA-F3B1-465C-972E-8F44630E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carries a method from one number type into the next without checking place value or equivalence.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08CF0E-4214-4820-89D1-6E35CAD5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18B46A-1815-4811-83B9-2A0877730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E8FB07-12E7-406B-915C-5CB4FB93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Pause at each operation and identify the number representation before choosing the method.</a:t>
            </a:r>
          </a:p>
        </p:txBody>
      </p:sp>
    </p:spTree>
    <p:extLst>
      <p:ext uri="{BB962C8B-B14F-4D97-AF65-F5344CB8AC3E}">
        <p14:creationId xmlns:p14="http://schemas.microsoft.com/office/powerpoint/2010/main" val="5108827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6C13A-9126-4A01-836D-6629E6E9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887950-40BA-4A68-8A21-0A88DE6F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97FF1D-6ED7-41FE-80B1-0AC79E34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7F7F1-79DB-48D0-BBB1-EA310F27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459373-227D-4968-82F4-896EDB15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4B9443-A98A-4BFC-8617-A16462C5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AE6D15-ADF6-42C8-AC30-A6AF5172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41BFDB-60C3-4CF0-9911-07AC781F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3B9173-7031-44F5-8637-033AC1EB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648422-7F32-422A-B7F4-D1EE66B3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56DB34-2B54-4530-9860-045A40D4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E56B62-6B50-487C-AC6B-0A1489A7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AF9D6C-B90E-4A44-AC6C-8AA3D7CD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of 450, then subtract 75.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6843E0-4503-4B6A-AE66-B3110D45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C3E1CA-9ABE-4084-A1FD-6070DF8A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14EC03-63B0-48FD-9DE6-F1C838AD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BF6D55-D8A1-43D4-BC2B-959E3D60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9F9657-BC7E-43B7-9156-EA700FEA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400858-120C-4C28-80C0-152A2970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D3D3CA-7E22-43F7-86E0-02AF08A0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26825E-3781-4AA7-8678-1EE5B0BB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225.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0B6B88-0743-4D52-99D4-AF49D396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438269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205212-BE8E-420B-AD13-E4FFDC1F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556A61-436E-43CF-AB96-4EF3C23A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2935A-6BFB-4061-A909-333C9846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4732F-E928-460E-B3CC-3A294735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C1ED4-C580-4E28-AD23-8A3520DC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399C4D-31BE-492E-9677-650FE9FA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078580-F83C-46AE-B34C-43D39BEA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6A8481-30BA-472D-BF4C-BD432018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FEC4D7-7588-4529-AAE6-DAADC065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50F981-D5BE-4371-903B-7677455A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1CA64-7026-4DD3-BECE-367D99EE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A8072-2F52-45D1-A545-3DDC61BF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B01693-6F35-450D-AE43-2D2F6893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6,000 - 48 x 75.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F704DF-E181-446D-8A39-96B68B37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601CED-49F4-48E0-994A-5B95A5BC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DB0EAB-3E09-463A-9BD8-1808AFFF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FA98F6-D87B-4314-941A-5D06B9BA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E0AA31-A9C5-4A5B-9636-83933B39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5A1A5B-26F3-4244-8F26-98327469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CED4D7-A216-4058-ABDA-B6DBA48F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FF955E-2F56-4729-9C20-F416E0E5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461346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0972FD-FD02-42AB-953E-B17FBAD8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56E33A-DF98-4762-ACB4-E20FDCA3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A2A3B3-374A-46F7-94BA-8878E87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95E35-3DE3-46B7-826E-390722A6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C07DAA-D3C5-44F6-87BD-3B55E2CB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0DD4FA-E7DF-40CE-8079-62A5B373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F3A6BC-3536-45E1-8FC9-31A7A0C0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D3947E-B2F9-46B4-92FC-4D7920F1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009B95-FC54-43BC-8C26-CBF526EF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301D3-DD58-4B5D-AE5F-2B59F433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mixed calculation with answer 100 using a fraction and a whole-number operation.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54B6D3-36F2-4B2F-8225-AF34771B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AC5931-BBCD-454E-A8BE-E4C4AA28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A6A02-4397-4318-A72C-FC0F8593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1/2 of 240 - 20 = 100.</a:t>
            </a:r>
          </a:p>
        </p:txBody>
      </p:sp>
    </p:spTree>
    <p:extLst>
      <p:ext uri="{BB962C8B-B14F-4D97-AF65-F5344CB8AC3E}">
        <p14:creationId xmlns:p14="http://schemas.microsoft.com/office/powerpoint/2010/main" val="14668206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0FBC00-C32A-45B9-A63D-45BC6475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D846F3-4571-454B-82D3-13EDB371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779A52-44ED-436A-ABE0-067845DC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D0077-EC8F-4A4F-AD1F-B696D918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0A80C-EFB9-4662-A333-0478E9D7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A68F84-B104-45CC-9ACA-9FDF8EFE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D2BAE-9F72-4EE6-BDDE-F0541CB3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1E61E-51B1-4BE6-B01B-ABFB3951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180EA9-1BE3-43AE-809C-839FCD37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D4A516-852D-41D4-B9F9-BCD5C539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9D1525-355C-4BA8-BDDE-B9A3B6A1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917098-B99F-43D2-AC5E-EDB6FDCB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6,000 - 48 x 75.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84F27-5F60-4F93-A423-776E237D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381076-A39E-4B14-A074-57868E2B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A871B0-E522-4C30-B57C-A6AB49B2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5889BE-30D3-4267-AAA3-82B614C4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2,400.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DCACEA-3100-421D-909A-7943032E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073E24-EAF7-4DA7-A529-9C0A810D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574099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133492-68B5-4DAA-9F65-CD929539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E7F5EA-32A5-4A6B-8926-2C6BF0A4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01D04F-0AD6-4C89-9414-AB85BF5B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A441EB-D747-4B6A-BD60-2F4484B8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B3EA87-9D6E-4900-B7B2-2E7FD4BB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B86554-F694-4AF8-A487-15C53CA1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ABF102-A448-45E6-BFEA-8BDBCE33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A90EA3-EA5D-4446-9D04-F17F63D7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14E01-0E1B-43CD-AF12-60C6D4B5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C544B7-AA6E-4085-97A4-1C8A7DE4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6BBC89-488D-479F-BBC5-FB094856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DF50C2-D91E-4AFE-B157-C7E259B9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25F52D-6C9E-49CC-B6DB-9ED10128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6,000 - 48 x 75.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CCF1D0-3E7B-45A9-9603-85B40880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D8134F-0A94-4A2B-B147-54953D17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12F4D4-A2D4-49C6-881C-ED8890BD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860866-B244-4AE0-93B1-9D47C132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carries a method from one number type into the next without checking place value or equivalence.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91D570-9E9E-41E3-875E-CC28A059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1E2BE3-29F6-4DE5-BBA6-F01CD1FD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2E3D72-BE18-4A2D-BACA-D274E910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BD0A7D-F465-4ADC-A0A6-64D699EE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DAF775-7F12-44B4-ADBB-C5270945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785584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2026-09-09T22:14:35.5330000Z</dcterms:created>
  <dcterms:modified xsi:type="dcterms:W3CDTF">2026-09-09T22:14:35.5330000Z</dcterms:modified>
</coreProperties>
</file>