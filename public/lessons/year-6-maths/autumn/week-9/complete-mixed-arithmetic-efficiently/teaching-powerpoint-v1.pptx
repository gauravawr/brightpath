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225. | Identify the number type and choose an efficient method. |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3,250 / 25 + 4.8 x 6. Answer: 158.8.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225..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2,400..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1/2 of 240 - 20 =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2/3 of 450, then subtract 75. Expected: Calculate 6,000 - 48 x 75. Higher: Write a mixed calculation with answer 100 using a fraction and a whole-number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2,400. | Pause at each operation and identify the number representation before choosing the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3AB51DE-9A1C-4D99-8499-E7EB5839EC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1125E6-8F23-4000-A020-7AE195713F8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8C2833-ABF5-41C7-B701-488A1E386D57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8A1B5F-CC8A-4B07-AE44-7747C034F93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ABDB8F-CEF5-4135-8A72-ECA5C1FB3104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8AB33-208F-4ABB-A020-64BC446A22D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498C6E5-190A-4275-907F-8915C5F02036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4C9A2D-3E50-43EC-83B0-55473EB2835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5451A6-9A4A-4CC6-97E1-88365A64584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3951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DF713A-2892-4B13-97F2-37EF3D64E4C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BDD74-7A23-4013-8B93-8ADDC6300814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FA560C-BB6D-4950-A383-2A4EFD5884E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27462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7EC6403-0C32-4735-A6EC-F3BBC43C58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DDFE8C-447A-434F-9061-D7B5BBCA969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F7D6FF-6C7C-4041-9A83-B60788ABFA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2D9FB3-1D97-47FF-8373-075DECA913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9933F8-A7A2-420C-84E3-87197A9DF83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A15594-4509-40D0-8094-97FF8BE14D2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D763CE-4AAD-4A1E-9FFB-665248A3589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20034-E23B-4946-A58B-11BD6553CC2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D04DD3-B36A-4F60-BCAE-888A6A27895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73C0CD-3DD4-4D19-A8E6-3BE2C34B6F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DAC4F35-CBF6-4CB7-B418-007A2853316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71C9A7-9032-445C-9C44-6D0A56ACA3D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5099C4-EB7B-4650-A555-ADC22E3299A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AE8435-9CDA-4E06-94E8-7680E474E16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73A18A7-B1C3-4CF9-898E-D5DD6BD78D0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4161B11-D85A-40C3-B8EA-8DFBF4C5795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FD0735-1AA4-4F50-8056-94C15B98A80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54EED0-2E05-4D3F-9F6D-57812C1ACF3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CDDDE50-DE8A-47CB-BA7A-AFCE974BEB0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4C866CA-DFD6-48A0-9A12-C5A58DFB4F4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D84438-5714-4F1A-B35D-A788C669831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48F4E1-3EA8-410C-A2F9-629290D6CCB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3,250 / 25 + 4.8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5E23C4-5958-4BF2-AAAB-05C94A75DF8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84387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F27ADB2-946D-4A3E-8447-9373444FB1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959480-872E-4096-8252-F15CADAF768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D9C5C5-1C8C-4A5A-B414-5B464BA273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C2EA83-4EBA-4079-8AAD-6F47EE72B3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69397E-B96E-4EF5-8B81-63253F568C9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82D5BF-DF53-4523-90C9-21ACBBEB06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192142-5C12-4A6E-8935-A8C38F3601F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00CD68-BBFC-4D19-8D4B-BDF628262FF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0F3BF4-B7D8-4929-8E73-65697968678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A27270-6127-46FE-A3D7-7138675D6E6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97ED0D-EAFB-4DC3-B206-5E39B64B868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11"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31D455-BF06-4C7B-9866-C0DBF2B3BB5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CF1C7B-4AC5-4431-BDEF-B6DA22B08B94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6749E9-889F-4FA5-8A2B-8F9DAFC1B82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2317D7-C708-438A-8FED-61E0A0D6759B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4EAC63-35BB-4D7A-B228-643E449EE4B6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137449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0B21A54-0E8B-4755-A7FA-345029EAAE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47E878-944B-4922-B5B6-A180209FAAA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4DBD8F-3F7F-4E8C-AAEA-1E1064C1C9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B71FB7-B974-4783-BA34-4567E27FBD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B399BB-F33D-481A-AFEB-95422E4D453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DEA5A2-7218-4CE0-8F82-3C9E7FE709B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15DCD6-97E6-428D-B98B-EAD8CE8FCB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8EF92E-D664-4B5D-96DB-B642B514083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1D13E2-0D33-4FC1-8F9B-539615E6BC8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5D8D94-9886-4EBD-91A2-BD697CC21AD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6E1D64-7E71-4122-8A48-BF4DF424016F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3,250 / 25 + 4.8 x 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42AFCE-EFD5-45B7-9038-1643B2B605A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728699-1729-46BD-97C9-E162F3FA3BB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B9026F-646B-4B11-B1C4-D3A17ABDC13F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A8CBD2-3A3B-4F38-A6C5-6724E0811CDA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69FD86-51AF-4A74-B183-6753818CFBA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088504-8B33-4A91-A593-9B392F6E998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AE2D8-EB3E-4E59-B372-1BBA625F926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DAD122-16BB-4E7F-9EE6-4F1B84477C78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F42045-381C-492F-BB2F-B35EB2771FC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F8F133-EF7A-475E-BB3D-715AB113807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37BAEB-9A91-4682-AE45-343DB8A6BC8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64329E-DA63-4E9B-9973-1FE5D909BE2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7328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92D26EE-37F0-4AD9-B1E5-5E9123EFC8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4D047C-FF76-4DEE-AB92-0FA22B6963A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116AC0-702F-47D9-9036-F3A38E7201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1485CC-10CF-43A9-98F2-EA90F108E9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74C86D-73AE-4292-94FC-88300CFD7C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C1C78A-9806-4D33-8C5A-7022E3DA74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B8C0A3-AA8B-4D45-840A-605E504739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8CC27A-1C4E-4344-813E-A53F26462D9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05D1E8-E59F-43AA-A627-69AD9D29796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B622DE-35B1-479E-81AE-E92FBACE2DC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EC44D1-E07F-457F-82E0-CB99476FFAE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9FC71D-0137-4375-A5D1-7D9548272E6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158.8.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428F48-8F69-4234-B69A-9C032EBF516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2CF79A-983B-4C33-BD73-D31CFD2153DB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3A3B42-106F-4E54-93CC-C0951E3FE69E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81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57A5A9-2F54-4430-A351-AE71D921D2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EBDC5-4E01-4D9E-B90D-734BDA22352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AEEE44-C44C-4B76-9A0F-099D70167A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BA4B64-1C43-4D4D-8648-251B1011C6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D09146-103C-4F08-B635-7F63247DF75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2BFD5B-1EBB-4ED2-914E-2BCACE1AE66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16D17-07B0-4E11-AF3C-56CE89EE6EB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3C8057-9155-4B63-ACD0-6DAA23933C0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6FCBC6-4E24-4576-BB31-1F4295D493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3433B5-A067-473C-A872-BF153693E7B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DC49E7-C709-49D1-8959-54C9A96E6150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9AA86A-0B30-4EB5-AAC6-7DEAF0DB21D9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986AA-6E46-46A8-9501-CDBFCF36AFB5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DC0DC3-2587-46BF-B789-013A88D0A2C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334911-8954-41B4-B1B6-A18B018BF6C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8BDF6D-EE8D-4B14-9D30-0E07C7BD71D5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225.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814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326DEB-5640-4539-AEA0-E2DC5CBB4A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6B382-A474-4DD3-BAA2-60907F20C27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3A4045-D613-46EC-B773-6DD23859F4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DBE744C-DE28-4017-B6CF-CCBDDE7105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AE6E61-8463-4962-9891-DC210A9B877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2A447F-7988-40FB-A7E2-6B316B28FFF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C03F84-F3D7-4104-9264-F0416CD7FCE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57FA44-D00A-4300-840D-3DD74302449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8607DD-311C-462E-9063-C13028ECD1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87F445-6B19-40C9-93D1-18A4BBC170E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9E0EEF-D7BE-4A0E-A361-2EC26303F8F1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E7C7F9-95EA-465D-A1CE-AE43C4433B46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carries a method from one number type into the next without checking place value or equivalence.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69B8-5A31-4BBA-8F16-CC3F71F49E8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056FFD-20C4-402B-A744-25449D2ECF0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923D65-77BC-42DA-AC01-D08CC82BF49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Pause at each operation and identify the number representation before choosing the method.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18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6642645-C05B-4B5A-90C3-1E2EE67689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8DF98A-6750-42A3-9997-506044DE4FD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8F2A44-33B0-4A3F-8C83-09EBA7CB95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A6EB18-8DDB-49A0-B193-CBC85A682E6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8BC98D-D6C6-41D2-BC0B-5E3C58EFC3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A33AFC-559F-4294-8005-594121DB93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6CF41B-8DA9-47C4-A872-DEC2979DC38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FB70D6-8C2A-4B87-86BD-628E6DEB043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FCBDB2-CF15-4320-8F22-B874635AC3C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D312C-D8CA-4BBC-A68A-69433E575CC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DC2C660-FB42-4481-BDB8-C623CEED3BF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46775D-0462-4A4F-A6C7-3B7B7940865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C947EC-EEF9-4F67-8883-82E17859D97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1DF6F2-566B-4498-9295-AA8BB97A75C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F452EEC-00F7-4635-BFBA-ADAF2EAC33F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F067A1-E3DD-4FE0-9D08-E7EA2E91B37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9C42FD-9D24-428D-9441-1B18324CF44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537A02-463C-42AB-B041-AD08B5A7EB7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2FD7ED2-CB10-4241-A651-283E89D22EB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6F732C-0DCF-4778-8622-ADA61E4476C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AD6669-2F74-4C3C-8B65-A1C429DE5D8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B02FD4-2F7C-43FC-B679-BA0D1E6CF8E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A1A46C-6151-42B7-8BBF-1E0B71CFFA5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09522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0B059A0-FC17-4CEE-B135-3AC591E164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4F56DB-E2AA-4263-8808-E4C54224DFF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07C44C-BA28-4CBD-963A-A8C2C1A1AB2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66F215-05B1-4FF6-B068-4C7687436A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946D47-B68F-41EC-ADBC-077D67D001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DED864-6A3B-45A6-8E0F-5EC21B6FAE0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B68B0F-D554-424F-B7FC-5E4F94F908C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9A4E2F-C68A-4E1A-B4E0-AA0BDB08997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7E22FA-C9BF-4665-B8A9-A77DAED49A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12D880-6CDD-49C2-BF31-CCCACCE255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DEF2E7-2CEA-4567-B9A3-517606E41A9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067746-93A9-41AC-A24A-5166B2F56D8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86547-38A5-4606-9135-BB9373692C4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1841A3-4257-4ABA-86D1-03FAB625E0C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4D0A45B-553B-43E5-9ECF-555A61464AB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BE2F73F-0DE0-4C54-B764-8DFD49EA5CC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DDB03E-9A97-4F06-99E7-FDBF55FF129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A46365-C60A-47C8-94C6-BE808A0B241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CE6ACAA-EF4D-4270-AAA8-32D416E1591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7D7CB2B-566C-4020-9CED-CAFED12BF50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B5E73C-B5B5-4209-90D9-EA3CD00C5A9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26ACEB-9839-4F9C-B7DA-213105E728E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1256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06CB9CE-4BA9-4E41-9752-718669FDEB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E32EA0-1A77-4661-B2A2-22F60852A97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7BA7B3-73FD-4F75-AC9A-4195452D82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759CDE-C951-4E57-AF27-A1E1A1A4DDE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DA0091-9F2A-40DE-A077-C8574767471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4CC410-AD12-43FE-B063-5E1206B1BB3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8CB93A-5B32-4F5E-A2FB-3F8B4ACEE4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3A4A73-2137-4FB4-BE14-24B029801D3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105138-4B63-4EA9-BFAC-16B901CD097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0DA41C-BC23-4805-A841-0A6C7622C11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1D497F-BB51-499B-9DC3-0574623ABB7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calculation with answer 100 using a fraction and a whole-number operation.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296F54-791A-4080-A264-BFA6B13B6971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B07ED4-3C7B-4B4B-B487-470E27E0C80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B1200D-CACB-444C-9119-E9150B33FF75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1/2 of 240 - 20 = 100.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097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D3B51C8-2A5E-4A6F-B22C-CC3AEDE84E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8232B8-5D54-4B6A-80CC-965B7E06B8B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C40BE8-569E-4650-97A3-82FC554D43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12B362-2EA0-4039-AFE2-58FAE34D927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8310FB-C4B1-4E1D-8034-F858819FE0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D44EC6-E92A-45B5-99D9-98728A03EC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2504A9-2431-4BED-9780-A57C2F91BD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7A990E-9E26-40CA-BA85-6B0BDD5AE1E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5C692-4A55-4F5C-91BF-3A5A9F08F72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51CE64-72A6-4008-87D0-4010BA8EB14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AAE199-BABA-41E1-9573-5941FA34DAE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F3EA67-C07A-4F37-A5F9-0D742D539562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38BA9E-240E-40E4-B178-9A731B98752A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85CCAB-661E-4A04-8327-7EA75F1621BD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D03E15-8BD5-4F1C-A923-B9B72A07A3F5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CF4E07-B0E7-4559-A496-6F9C319C171D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0E13BC6-C9B6-4EFB-B4DB-E560AAF633E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485358-8752-4639-87C5-3C9B2AC25726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C4C10D-47AF-4FAE-B8BD-1D6C75416BD7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C59C2B-8797-452B-A1E5-11B98E1D0003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34B2D9-BBBB-4403-8EA7-4EF189C546E9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F9629FC-0C6E-4392-8BBE-59C034583EF5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DA9763D-D2CE-4821-885A-D24D1700A9D5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842E189-AD64-4760-A990-8E480B06BE77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289F94-6ED9-49B0-8F5F-61AEB4D0415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E062A8-A7F8-4671-9274-309E511E466A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69943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C5BF1A4-3DA6-41DD-B323-712DE6F2A7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C93180-211F-4BC0-92E4-1EB9221588C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43D72D-CF7A-4A89-8AE6-AED5E096A7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BBFDFF-767A-4161-97FA-779E6F9DD8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004EBD-1320-4780-BDA6-976002504E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2031C9-0E04-40D0-8D1C-BB03FBA7B2F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9DB6E7-650D-412C-87A4-51648C3435F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BF034B-236A-40DC-979A-1E7E33569C2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67DF60-288F-4D4E-903D-6FAA25E1078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97EFF9-5E44-4B81-AD6C-370371B59A2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257E44-38DF-497C-856C-080D7EBD53E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7AF2EDD-7858-4ED8-934B-FC8F56F9B3E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FC11B8-F58C-476A-8DF5-31F4F4DC77A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8C44C2-4772-4764-81D8-7D7C5D800F3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0997C72-DFA0-497C-9884-721677D1328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DD8FDCE-ADCC-4229-BCED-CD715D43B9C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CA8F60-DD58-4587-88B5-155C5A190E4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8DF757-D374-4DF1-A051-AA7F0C91A75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carries a method from one number type into the next without checking place value or equivalence.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7D195C2-D77F-4400-91FC-339ED9844A6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DF323B9-4398-4AFA-8E37-6828AC83239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A4BB79-1B4D-43D0-A622-8E9E3B95C8C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168EEA-89FE-4FF9-9C77-B65AB2AA2A0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3048C7-5C33-4D03-A9A0-CDB7E620A55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90016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1336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2026-09-08T22:38:44Z</dcterms:created>
  <dcterms:modified xsi:type="dcterms:W3CDTF">2026-09-08T22:50:11Z</dcterms:modified>
</cp:coreProperties>
</file>