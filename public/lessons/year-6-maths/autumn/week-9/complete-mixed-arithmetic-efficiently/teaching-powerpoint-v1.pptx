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a7f273d54e4ba7" /><Relationship Type="http://schemas.openxmlformats.org/officeDocument/2006/relationships/extended-properties" Target="/docProps/app.xml" Id="R5fcc14eb4c894d85" /><Relationship Type="http://schemas.openxmlformats.org/officeDocument/2006/relationships/officeDocument" Target="/ppt/presentation.xml" Id="R29926164ca934c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b3dafc91334270"/>
  </p:sldMasterIdLst>
  <p:notesMasterIdLst>
    <p:notesMasterId xmlns:r="http://schemas.openxmlformats.org/officeDocument/2006/relationships" r:id="R7323ca0fc8d8487a"/>
  </p:notesMasterIdLst>
  <p:sldIdLst>
    <p:sldId xmlns:r="http://schemas.openxmlformats.org/officeDocument/2006/relationships" id="256" r:id="R99df94902de746f5"/>
    <p:sldId xmlns:r="http://schemas.openxmlformats.org/officeDocument/2006/relationships" id="257" r:id="Rf93b32a8673046d7"/>
    <p:sldId xmlns:r="http://schemas.openxmlformats.org/officeDocument/2006/relationships" id="258" r:id="Rbb6b4396215a4165"/>
    <p:sldId xmlns:r="http://schemas.openxmlformats.org/officeDocument/2006/relationships" id="259" r:id="Rd3c3761665834b24"/>
    <p:sldId xmlns:r="http://schemas.openxmlformats.org/officeDocument/2006/relationships" id="260" r:id="Rc179c0209aa1460e"/>
    <p:sldId xmlns:r="http://schemas.openxmlformats.org/officeDocument/2006/relationships" id="261" r:id="Reba07e2318bd4b2d"/>
    <p:sldId xmlns:r="http://schemas.openxmlformats.org/officeDocument/2006/relationships" id="262" r:id="Re267ec93e9e94e42"/>
    <p:sldId xmlns:r="http://schemas.openxmlformats.org/officeDocument/2006/relationships" id="263" r:id="R83509c011b7f4a12"/>
    <p:sldId xmlns:r="http://schemas.openxmlformats.org/officeDocument/2006/relationships" id="264" r:id="R1b95b0daed3646f4"/>
    <p:sldId xmlns:r="http://schemas.openxmlformats.org/officeDocument/2006/relationships" id="265" r:id="R7314f855e2a4441d"/>
    <p:sldId xmlns:r="http://schemas.openxmlformats.org/officeDocument/2006/relationships" id="266" r:id="R44419b6515a04b23"/>
    <p:sldId xmlns:r="http://schemas.openxmlformats.org/officeDocument/2006/relationships" id="267" r:id="Re323374764bf472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73d4ebc5ee4fac" /><Relationship Type="http://schemas.openxmlformats.org/officeDocument/2006/relationships/slideMaster" Target="/ppt/slideMasters/slideMaster1.xml" Id="Rb8b3dafc91334270" /><Relationship Type="http://schemas.openxmlformats.org/officeDocument/2006/relationships/notesMaster" Target="/ppt/notesMasters/notesMaster1.xml" Id="R7323ca0fc8d8487a" /><Relationship Type="http://schemas.openxmlformats.org/officeDocument/2006/relationships/presProps" Target="/ppt/presProps.xml" Id="R369a25cbbbc94709" /><Relationship Type="http://schemas.openxmlformats.org/officeDocument/2006/relationships/tableStyles" Target="/ppt/tableStyles.xml" Id="R1e94fc41fc9e4672" /><Relationship Type="http://schemas.openxmlformats.org/officeDocument/2006/relationships/slide" Target="/ppt/slides/slide1.xml" Id="R99df94902de746f5" /><Relationship Type="http://schemas.openxmlformats.org/officeDocument/2006/relationships/slide" Target="/ppt/slides/slide2.xml" Id="Rf93b32a8673046d7" /><Relationship Type="http://schemas.openxmlformats.org/officeDocument/2006/relationships/slide" Target="/ppt/slides/slide3.xml" Id="Rbb6b4396215a4165" /><Relationship Type="http://schemas.openxmlformats.org/officeDocument/2006/relationships/slide" Target="/ppt/slides/slide4.xml" Id="Rd3c3761665834b24" /><Relationship Type="http://schemas.openxmlformats.org/officeDocument/2006/relationships/slide" Target="/ppt/slides/slide5.xml" Id="Rc179c0209aa1460e" /><Relationship Type="http://schemas.openxmlformats.org/officeDocument/2006/relationships/slide" Target="/ppt/slides/slide6.xml" Id="Reba07e2318bd4b2d" /><Relationship Type="http://schemas.openxmlformats.org/officeDocument/2006/relationships/slide" Target="/ppt/slides/slide7.xml" Id="Re267ec93e9e94e42" /><Relationship Type="http://schemas.openxmlformats.org/officeDocument/2006/relationships/slide" Target="/ppt/slides/slide8.xml" Id="R83509c011b7f4a12" /><Relationship Type="http://schemas.openxmlformats.org/officeDocument/2006/relationships/slide" Target="/ppt/slides/slide9.xml" Id="R1b95b0daed3646f4" /><Relationship Type="http://schemas.openxmlformats.org/officeDocument/2006/relationships/slide" Target="/ppt/slides/slide10.xml" Id="R7314f855e2a4441d" /><Relationship Type="http://schemas.openxmlformats.org/officeDocument/2006/relationships/slide" Target="/ppt/slides/slide11.xml" Id="R44419b6515a04b23" /><Relationship Type="http://schemas.openxmlformats.org/officeDocument/2006/relationships/slide" Target="/ppt/slides/slide12.xml" Id="Re323374764bf47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832ec1811441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42398852514553" /><Relationship Type="http://schemas.openxmlformats.org/officeDocument/2006/relationships/notesMaster" Target="/ppt/notesMasters/notesMaster1.xml" Id="R04348a6e35ef4d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f2a84ac5a146c5" /><Relationship Type="http://schemas.openxmlformats.org/officeDocument/2006/relationships/notesMaster" Target="/ppt/notesMasters/notesMaster1.xml" Id="R69517eed8f7a44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61890a569fd4003" /><Relationship Type="http://schemas.openxmlformats.org/officeDocument/2006/relationships/notesMaster" Target="/ppt/notesMasters/notesMaster1.xml" Id="R62520279520347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f6eb6e7af34847" /><Relationship Type="http://schemas.openxmlformats.org/officeDocument/2006/relationships/notesMaster" Target="/ppt/notesMasters/notesMaster1.xml" Id="R82755c61b577482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29ac2fc2f164b72" /><Relationship Type="http://schemas.openxmlformats.org/officeDocument/2006/relationships/notesMaster" Target="/ppt/notesMasters/notesMaster1.xml" Id="Rbc339051907f4a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86db50358a470f" /><Relationship Type="http://schemas.openxmlformats.org/officeDocument/2006/relationships/notesMaster" Target="/ppt/notesMasters/notesMaster1.xml" Id="R89e6373556b341e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5031d73033e416c" /><Relationship Type="http://schemas.openxmlformats.org/officeDocument/2006/relationships/notesMaster" Target="/ppt/notesMasters/notesMaster1.xml" Id="R2b159627e2e94b1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028db1f371045b3" /><Relationship Type="http://schemas.openxmlformats.org/officeDocument/2006/relationships/notesMaster" Target="/ppt/notesMasters/notesMaster1.xml" Id="Reb27ddc4c7fe446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77853670d204304" /><Relationship Type="http://schemas.openxmlformats.org/officeDocument/2006/relationships/notesMaster" Target="/ppt/notesMasters/notesMaster1.xml" Id="R097cc0b4564144a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673b384918451c" /><Relationship Type="http://schemas.openxmlformats.org/officeDocument/2006/relationships/notesMaster" Target="/ppt/notesMasters/notesMaster1.xml" Id="R1cc852786c7d4d9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8029e8d8284a91" /><Relationship Type="http://schemas.openxmlformats.org/officeDocument/2006/relationships/notesMaster" Target="/ppt/notesMasters/notesMaster1.xml" Id="R5763be0c510741f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ebf2a1446ab4e6c" /><Relationship Type="http://schemas.openxmlformats.org/officeDocument/2006/relationships/notesMaster" Target="/ppt/notesMasters/notesMaster1.xml" Id="R927ca29ffd784ec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225. | Identify the number type and choose an efficient method. | Pause at each operation and identify the number representation before choosing the method.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158.8.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Pause at each operation and identify the number representation before choosing the method.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225..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2,400..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vary, for example 1/2 of 240 - 20 = 100.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2,400.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2,400. | Pause at each operation and identify the number representation before choosing the method.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ec7dddd5c7419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920560ce214f08" /><Relationship Type="http://schemas.openxmlformats.org/officeDocument/2006/relationships/slideLayout" Target="/ppt/slideLayouts/slideLayout1.xml" Id="R1664185628314e4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64185628314e4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4750da1b044831" /><Relationship Type="http://schemas.openxmlformats.org/officeDocument/2006/relationships/notesSlide" Target="/ppt/notesSlides/notesSlide1.xml" Id="R61e6bf7e752e4ad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ac77fb5644334" /><Relationship Type="http://schemas.openxmlformats.org/officeDocument/2006/relationships/notesSlide" Target="/ppt/notesSlides/notesSlide2.xml" Id="Rada955ae554e4df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35a875f5034369" /><Relationship Type="http://schemas.openxmlformats.org/officeDocument/2006/relationships/notesSlide" Target="/ppt/notesSlides/notesSlide3.xml" Id="Rdf107ef8d4f94c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eee5dd048a4289" /><Relationship Type="http://schemas.openxmlformats.org/officeDocument/2006/relationships/notesSlide" Target="/ppt/notesSlides/notesSlide4.xml" Id="Ra21dc3e506434f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011509cfc54cad" /><Relationship Type="http://schemas.openxmlformats.org/officeDocument/2006/relationships/notesSlide" Target="/ppt/notesSlides/notesSlide5.xml" Id="R9a593817aa19470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e9828fb7d04aa0" /><Relationship Type="http://schemas.openxmlformats.org/officeDocument/2006/relationships/notesSlide" Target="/ppt/notesSlides/notesSlide6.xml" Id="R07c226ee355045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2f9a8d3a88456b" /><Relationship Type="http://schemas.openxmlformats.org/officeDocument/2006/relationships/image" Target="/ppt/media/image.png" Id="Rf826ff532f6e413a" /><Relationship Type="http://schemas.openxmlformats.org/officeDocument/2006/relationships/notesSlide" Target="/ppt/notesSlides/notesSlide7.xml" Id="Ref68f49df65e4d0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0415e8a7304cbf" /><Relationship Type="http://schemas.openxmlformats.org/officeDocument/2006/relationships/notesSlide" Target="/ppt/notesSlides/notesSlide8.xml" Id="Ra9ee974562b546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8e1f509344475c" /><Relationship Type="http://schemas.openxmlformats.org/officeDocument/2006/relationships/notesSlide" Target="/ppt/notesSlides/notesSlide9.xml" Id="Rbfa6258f716e412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d30ce413144f80" /><Relationship Type="http://schemas.openxmlformats.org/officeDocument/2006/relationships/notesSlide" Target="/ppt/notesSlides/notesSlide10.xml" Id="R2e7ed50d0d7340b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b227de5d284e61" /><Relationship Type="http://schemas.openxmlformats.org/officeDocument/2006/relationships/notesSlide" Target="/ppt/notesSlides/notesSlide11.xml" Id="R35c996b03b9c47f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43a9a63a38442e" /><Relationship Type="http://schemas.openxmlformats.org/officeDocument/2006/relationships/notesSlide" Target="/ppt/notesSlides/notesSlide12.xml" Id="R5b4da69da8f2464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D814E1-7013-4EFA-AB7A-DBB558F3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120C90-E44F-408E-94C2-ED6DBEC01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9FE897-0403-457C-983C-8CE749E9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552ECF-A0CB-48B3-A443-F3CD3181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294A89-EA2D-47A0-A3DD-89387D96F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C9B50-957B-43C5-A65A-D08F2832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3D19D8-14E1-4D15-B7FA-200AC0EA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8FC54D-75A0-415A-8DBA-48557681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3951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switch accurately between whole-number, decimal and fraction calculations.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35BEDF-21C2-4D93-B88C-619A1080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12B257-7217-4A54-8219-54395E16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29596E-4BA1-46EE-BE2C-CAD00BB6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2601784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9CCB31-99D0-4A9F-B7AA-458AB870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7F60CE-086D-417B-9133-37558462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EA9313-0031-46DD-8FB5-A5273AD9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95713-D7FA-42BE-BA04-72301159B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BBD8DB-A69D-4327-877A-BC83FF9A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8D6095-6F2F-4871-BF50-C201CE34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D1968E-FD9C-4CEF-89FC-8D22E8B9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47D5F0-90D7-4479-930B-D0E34A3D7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12425F-FCC6-4709-A3E0-3B89AACF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F22C7A-7E83-4E76-9B71-91E0106C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8A15C8-E465-40DA-8905-F5566EE2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6B7695-CBBA-4944-8B4A-DD60B53F6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B225A5-6DBF-4336-931D-D0B926E0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7B2E17-6C60-4134-8EC2-4E52505B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4DA341-2A2E-43DC-A100-13896D67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233F62-4FA4-46C1-9D05-E227ADC1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608B38-6F8A-4153-8481-14F932B27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of 450, then subtract 75.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E63924-1FE8-4DCB-89B8-3224B0E2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DE9BB5-BB10-4FB2-9757-4811C5A5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B5A1B6-B6B8-48F1-9426-AC40FC85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98F3FF-81D2-48F9-95A0-80F74717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3,250 / 25 + 4.8 x 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3ACB4E-51D0-4055-8206-A6B430A8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004039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426200-7523-4A96-982F-8B64C349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083C64-1F2A-40AF-B0ED-AF5F9BE3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A5C64-B997-4CD2-8923-DD3F6745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DD1BDD-5D78-46B1-806B-424B54B3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52F3B3-F40B-440F-BCA3-0A4AC002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1BDB56-4242-47EC-9FC6-D5D5EE2A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E7ED14-B292-4B53-A03C-B4CA5DE8E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D23FDC-0093-4B99-AA0E-95B34EF9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4914BA-8CAE-4C41-B4E8-63AA9C668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29618D-B376-4386-94B9-0C97A013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11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switch accurately between whole-number, decimal and fraction calculations.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162326-D2CD-45B4-BA34-95A19849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2FF80D-9B43-4C40-B59A-990F9FE48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779334-4231-4A03-901C-DD0A276DD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640D3E-5E8C-4155-A313-A7ACE9F5C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8330AC-6C29-4D51-AE62-84D4375BC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11905638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804117-347C-48F8-82B3-CB2248A5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E7B82F-21F1-4ADD-8C26-F61E95CA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497FAA-E786-4ED8-B46E-53E3AB9B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B7062B-BB05-4CBB-AB62-57C6474A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1E2155-A296-474A-A575-84591D81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36E095-96F1-41E9-9B04-11C35697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320610-8354-4752-A442-F96A5934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CD4C5B-1F95-4430-91BE-9753BDF6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A25453-2C29-444D-944C-590A1BD2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8222B8-4C6A-4BC6-91C3-08EAC696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3,250 / 25 + 4.8 x 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2C34C7-440F-4C07-9A3C-F818E5F0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BEDD5A-6B8A-4956-B00E-178EF800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4303C4-524E-45CE-8270-4559D0AF0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number type and choose an efficient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2A982C-47CF-49C1-A4B9-23828628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060788-27E4-47F1-B5E4-F2D3F36E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E9C5D0-8D79-4A1F-9264-368729BA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Keep place values or denominators aligned and record each stage.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1EE136-1F16-4CD0-AF16-77735CDC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7B7234-D16D-44B2-8C27-F7044376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945DF8-65A2-43D1-9015-B1E592931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158.8.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64BEA4-4A99-4B7D-B47E-3D65842D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9F383A-BEA8-41E6-9B3D-3014C9D5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240DD7-D4D1-4D3D-91A6-4E95641C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where needed and check the result for size and reasonableness.</a:t>
            </a:r>
          </a:p>
        </p:txBody>
      </p:sp>
    </p:spTree>
    <p:extLst>
      <p:ext uri="{BB962C8B-B14F-4D97-AF65-F5344CB8AC3E}">
        <p14:creationId xmlns:p14="http://schemas.microsoft.com/office/powerpoint/2010/main" val="14008295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95D040-6DDF-4CBF-BF4C-56A1D0C8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A7B1B7-F3FE-48B5-861F-0C89842C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238FD-7596-46D9-B4C6-8E1E7014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F2087A-D2F4-476A-A681-F6B2E3D3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37A083-14E1-464C-8485-E19B628C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746982-863C-4E15-AC7B-29122477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D83B70-91E5-46BD-90C1-ECD06E41E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1853EB-67BA-418D-B38C-60D98AA10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355B82-AD4E-429E-B8BD-931A126C3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BDD8D6-D3A4-44F2-9EA9-E00B4B88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0EC8D6-5188-485E-ADB0-8F79CEB7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158.8.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ABC195-BC4C-486B-AFB5-EAA78CE1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D1643C-8BB4-4334-A80A-07C2314C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9F2695-FF83-4C5D-BD85-A7608AD1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1346280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A8153C-A9F2-4380-BB77-28196CFC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5D1EF2-996B-471B-891F-8B9CD7203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F1FC3A-7847-442C-B6C8-BF9ABBAE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36C077-2A12-4703-B130-0ACC17B2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C05A6-3215-42EE-B099-5DA690C5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2AF400-C305-4CF8-826F-8B7D3B84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72A593-DC35-48F2-9AA0-E3D15DB2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23CF11-DD9C-4B2C-BD70-EF420ADB5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86FC95-056A-49AB-B0C0-85AE3963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D1E64B-43FF-475A-A210-CA6BFDCF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of 450, then subtract 75.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8E0882-1996-4DA5-BF70-EE3A32E4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1F5D95-3245-4E79-A84D-33992E7E7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159308-DB8F-414C-93B8-6F132728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B4981A-1233-4497-ABF2-9AA1C262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1F8E67-6E20-47E0-8E9E-683AEA7C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225.</a:t>
            </a:r>
          </a:p>
        </p:txBody>
      </p:sp>
    </p:spTree>
    <p:extLst>
      <p:ext uri="{BB962C8B-B14F-4D97-AF65-F5344CB8AC3E}">
        <p14:creationId xmlns:p14="http://schemas.microsoft.com/office/powerpoint/2010/main" val="50983946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16A5BA-2D95-4CAB-891F-1587F2C3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7E1305-533B-426B-B41E-A355D518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CCECD8-5E67-4D05-AEFF-8DFB865A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194D48-4B6C-44D7-9630-436B7B82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BA227A-D575-47D1-84B6-D926A11D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9A8589-176F-4FB4-8984-3F5514DA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077BC5-9A70-423A-BAFA-6B17167A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EDDEF4-41E9-438B-A3CD-075D9815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5570C8-7030-463F-A440-D2179426C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26ff532f6e413a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33B519-CC0E-4F9A-B436-C237A899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3B088E-E272-4BBE-B118-7468FE07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carries a method from one number type into the next without checking place value or equivalence.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24A350-C19C-4846-A0D1-E22F4C1E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7E9E22-E8C9-481C-BA78-1EA8CF75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703B9D-41E8-4858-983F-E3B534E3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Pause at each operation and identify the number representation before choosing the method.</a:t>
            </a:r>
          </a:p>
        </p:txBody>
      </p:sp>
    </p:spTree>
    <p:extLst>
      <p:ext uri="{BB962C8B-B14F-4D97-AF65-F5344CB8AC3E}">
        <p14:creationId xmlns:p14="http://schemas.microsoft.com/office/powerpoint/2010/main" val="20133716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0DAF74-67F2-4FB4-A568-28CBEEDA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1F9557-12E1-4C2D-AEB3-5DF02591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8DED9C-E87C-45E3-BF24-EDD637BF2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6C6728-5442-4B8E-A8D1-7DA3D838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B9C5AE-CE83-42EE-91F7-5C122AE6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769CD9-0EB6-4BFF-B9A1-43A466D1C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B4B398-F3D7-45B7-997D-830BF7FD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DE2308-3F93-4936-9CDC-5E50FD4E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3AD47E-58B8-4009-A038-4C920AB5D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30987F-67F5-4C4C-919D-36CEB97C4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40D7F8-658E-4BC7-91A8-36990930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87A05F-643F-4397-BE8E-32682E20D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C4B9F8-AD5C-498A-A31F-812CD991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2/3 of 450, then subtract 75.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77346E-02EC-49AE-91AF-AABB16148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8AAAF0-E2F0-44F9-AC2E-E188CC82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70C99B-753F-4D27-8371-D0D5180A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DEFFBC-C398-42F2-B692-2BCA8A45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C5614A-310C-47B0-9087-770B3C47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58F684-6AF6-4CED-B352-CE32D7F4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A70B4B-E14C-4B5E-AD83-3866FC0D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80C145-C3C8-4D7D-8257-B9A7F7141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225.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39AFE5-8362-4EE5-BD5B-BCA56D9F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191985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54EF0D-E678-4CF4-835F-55F47A19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6E71DF-D5CC-4D0D-B487-0E7840E1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C5353F-B796-4682-BF71-540FBCAF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3608B2-7E47-4141-B04A-15714866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2BE372-242D-4C07-A6D9-5E399D15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0DE124-B25A-4053-9F16-07333CC2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E2AFDE-E496-4E30-9266-9F16A288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AFE998-1B18-457F-8CBB-F63C5A4F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9C43E4-77CE-40D4-982C-39FFF493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252406-1389-4F47-B88A-5B749B0C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0AF149-13EF-487F-A6BE-AEDAAE79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3602B0-38D9-4050-AE97-CDE38EA5C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420BA6-9220-43B4-9599-63545236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6,000 - 48 x 75.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E567A8-EFAC-4B75-8B8F-435F9E69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ED71CA-C0E8-4987-A937-5E21E57B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90CB46-B9A3-459F-83E1-1EEC33E7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C9B789-3653-4905-8292-883C99C0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FEE1CC-4EF8-4332-ACD1-13DAF925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F32A41-3AAA-48F4-AD0D-E219376B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794743-B978-4E17-9B3C-F004050CA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AD6FFB-A516-478C-90DE-3514AFDB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6246844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CF7E6E-D472-4AB4-A159-9C70CE19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80B050-4B4E-4129-986A-212C407C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082A91-82A9-44C2-8E61-99D8F7BE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9FF18B-3AF4-4BD5-A921-9BF787C0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B77C78-3D02-4066-BADB-72BF6454F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1E2C2B-4883-4BD5-937D-F0E3DB5F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59213F-87C3-485C-9CE9-F1C004EC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F7C79A-1A4F-4E29-9962-72F438CC3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779137-7CF8-4DC5-95E5-AEBE8B99F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7B3527-9E9F-4D72-A2DC-5A0790C3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mixed calculation with answer 100 using a fraction and a whole-number operation.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4C55B3-67A0-4806-9350-F9D586D4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60DE50-6A58-4AD1-83E4-FC042B2A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FEF638-28F5-4282-9524-5F0B7533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1/2 of 240 - 20 = 100.</a:t>
            </a:r>
          </a:p>
        </p:txBody>
      </p:sp>
    </p:spTree>
    <p:extLst>
      <p:ext uri="{BB962C8B-B14F-4D97-AF65-F5344CB8AC3E}">
        <p14:creationId xmlns:p14="http://schemas.microsoft.com/office/powerpoint/2010/main" val="334682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82B20D-F870-46E4-908A-2E885D482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437D5E-92D7-4777-AF37-5F61C527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AF2A0F-29A9-41CB-9B60-5C9B5AF4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46B3C-C408-4024-893D-05FBEA0B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3C5BD3-69E3-4ACE-8C03-7567EC44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43F659-1391-4487-99EA-DFCE67C5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879AF4-A502-4E60-8AF4-663BE931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2A6566-81D2-441B-819E-A6C0882A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15F4F4-ACCB-4F32-93AF-EC39EE863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311274-C808-48BD-A6F2-F660EE99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E3B4A7-C9D0-4E98-86B7-C6AE51D5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3FAA04-3BD8-4B18-9F9F-DCC8A0AC6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6,000 - 48 x 75.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8F2E23-8342-43F3-9BCF-15C58C2B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2894F3-E5E6-4DD6-B55A-FEA98551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DDD7BE-8B4F-4EB0-A5B6-3B302ACD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EB725A-75A4-4216-B49D-2232D0C9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2,400.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1370A8-0F17-4D49-8501-BFA2CC33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1B5374-FC3E-4AEA-8799-58A147DEF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7031070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BB4D92-83BA-403B-8F5C-5B003DEC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16993D-CEEC-4094-988F-59E3CE41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C5CD4B-FD29-47A4-A63F-1B9D42B0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B018BC-279F-4DCF-823A-CF5685DD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C3C45F-FCD3-4FAE-9118-4AD0310E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1B31B3-5D7F-46D4-8DF9-2FC07653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42835E-A019-4C3A-ABC2-174FE600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E6137F-3ACA-49F9-A3BB-DB5D58AF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409A99-0BD7-479A-8579-9088D193C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Complete mixed arithmetic efficiently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81D2E0-E114-4D88-8D41-FE4CD337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DA03A8-E0A0-4E65-9582-2D543CF9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65941E-CD2B-4731-B5DA-34464B35D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23595F-8720-4DD8-9F04-7884490D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6,000 - 48 x 75.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7F78D1-CB37-4D88-96BC-CAB72148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16BFDF-BF80-4C8E-899B-52087344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17B5BB-69BC-4FBB-88BA-CA289436B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7E9D99-FB2C-4696-A48A-50BA2716C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carries a method from one number type into the next without checking place value or equivalence.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9E8B4C-FB8F-4587-97F2-DA4D1C7F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43AB22-D1D0-44BB-A192-575E18F4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AF263B-16CF-4AA3-B427-C68012E6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9CC929-FB6A-4796-A11F-14EEF2578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20F371-0672-4309-B23D-B8FA16C7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52842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2026-09-09T20:45:51.5960000Z</dcterms:created>
  <dcterms:modified xsi:type="dcterms:W3CDTF">2026-09-09T20:45:51.5960000Z</dcterms:modified>
</coreProperties>
</file>