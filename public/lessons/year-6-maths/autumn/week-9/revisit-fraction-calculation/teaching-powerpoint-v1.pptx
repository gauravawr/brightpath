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 1/2. | Identify the number type and choose an efficient method. | Find equivalent fractions with a common denominator, then add the numerators.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3/4 + 5/8. Answer: 11/8 or 1 3/8.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 1/2.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Find equivalent fractions with a common denominator, then add the numerators.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 1/2..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210..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vary, for example 3/2 + 3/2 =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210.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210. | Find equivalent fractions with a common denominator, then add the numerators.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BA7A648-D63B-40FC-9AF0-0ADC285C00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82DEF6-1A25-48A1-B6C4-C9EF68866B9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821117-F4DD-45CF-A845-C424FD81B1B0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B740E3-ABB4-4BF9-8324-702AFA94020F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7F541C-01E8-4DCF-8404-703E676AD135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DF81AF7-9148-41E1-BD2E-BA14E03ABBB2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889F7C-5AB7-42A9-BBEF-E1572309DBBC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77299-3313-4327-BECD-1B01FBA8FF89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equivalent fractions in addition and subtraction.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BE1B45-FFBA-4828-82D7-0C88AA73972F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313A4C-B6AF-463F-ABA8-463094205932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602966-2BA5-4FED-9EBD-CFD4E834576E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788407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BF52B96-92DF-45F4-98D5-387780B480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9193DF-A3BF-42C6-AFA3-DC353F3FCCB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00E324E-F37F-4E0C-9D5C-D9BA9B1C9F0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715565-8E33-41E1-9606-F73349CC0AA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FED3CC-202C-462F-869A-95AFF32C486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25D1C5-B5FB-470F-ABC4-EADB89E4F76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7003A5-8AD5-406B-9326-59A363A5827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274FCF-4B56-4D4C-BF03-4FA53EF61D3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C1BBEB-0169-43E9-A03D-4C9D6276266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6FB7DDF-11BD-4259-AFEC-A6CAFE37C7E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8CE469C-CEBC-44AD-B948-39AF8E1F8D4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B309AF-6D94-4DFD-9E8C-F8AA55B21DE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A55F01-EF42-4613-A6EC-12C2B3912A0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F029A61-338C-45F2-894E-DCA5CE4C6A7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1A69C5A-1837-4BA3-B518-DDDFECE25D7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AF63BA-3649-472F-8AB9-9960E9B8541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29C8600-7B4F-4B49-8987-996F680DDD4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1/3 - 5/6.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559EA7B-FFDF-47F6-9A03-D2F33032F9E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2B69422-9D7D-472C-BBF3-71EEDE3D0E3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4CD32E4-3910-42CD-AB76-EC4F8B2EA7E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3FD77D-4BE4-4BF6-8005-47B5DAFDA84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3/4 + 5/8.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8D574C-00F4-4996-A8E5-52C8D841FB8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99582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2E77208-3CD6-43E0-8E78-056BC191AB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D336E4-00CC-4B8B-B766-442A4E8A145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3B09F5-54E9-4C7E-AB18-E0BEF883A20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9B6C87-99C5-4103-9AC7-54212073DCC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C4CCCB-D2A4-482A-85F4-A54C7D884CC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9457CC-FEC3-4E10-8FF1-E657E9573CF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4DE582-E49C-473D-BFA4-8DB02A48637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FD2B1D-EE64-4298-8D07-ACE625FCCB1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5EAE41-AEF1-49E1-B19F-07ED9E13756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C8CE4A-C475-4C81-A31F-51AA98B0D1C0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equivalent fractions in addition and subtraction.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65466B-9A33-46CB-94B0-613CAC955AD3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7CCE28-F7CF-4867-8EE9-CAD96A90261B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28A1E8-3997-4CE8-AEED-EDBC379AF421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5D0CE9-0096-4355-AE45-54AD58C0C86E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4DDBED-16A4-4607-A52C-2C7BE6234514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1260563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412324D-3229-4631-B5BD-BE3C30FE31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B77CB2-B7ED-4EA9-B5CA-563A8AB476F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FC3BCD4-5B6C-4E63-B4CA-187DE09F0E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3D42AB-02F8-4133-87B9-1DFBB05A81E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19093A-3CB0-4D84-9227-9D4329DFF35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48A826-3EDE-466C-8AC4-35EA65BE8A0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373904-12E8-40F6-AA6C-D2E1B5F592D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B806B-1592-47D1-AD5E-72953525E15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9FF23E-90DD-4F4D-B5F9-94A8D0EA2B7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0BF792-9DB7-435F-915D-8B23D3556088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+ 5/8.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292E79-95FB-4DD1-9CBA-6105B5851FE0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6241473-46EA-4597-B425-44C19720DD70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EFC977-EA4E-47C9-A07D-FBD34E974780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F8FA6C-22B6-4C01-AF1E-556AD3722BC7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number type and choose an efficient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3D4CC2-88A0-4BB3-A969-A6E6A933D52D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B8E85F1-B89B-45F3-9815-4343D7BA10A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88B1A7-3500-4152-B888-7EA770BCA8BD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FB876B-ECAB-48D2-9FD7-AF23F0541AD8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Keep place values or denominators aligned and record each stage.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45B0755-F250-4F30-828D-03624F9C4807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25D785A-1E4D-45C4-ACCD-537D7DA437A5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5603C7A-C997-46F7-A9D3-F2FE55962723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6CFC2D-D071-44AD-9820-5EC6E9E0155F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where needed and check the result for size and reasonableness.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7450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43FBEFF-80A8-4037-A61C-808899207B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7EB5CA-AACC-4DED-A242-133969DDA0A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55CE1FC-BA6D-47C0-AE9F-6C9D3A36ECC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CEF656-FD49-4E76-B44F-0CC4A7A1289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59CD20-57CD-4298-A31C-86012C37F8B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78058F-FB06-4E53-B6ED-89DE1FCB873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8226E4-2296-4075-842F-0ADED0EB8C5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278E12-6514-46F4-AB3A-709C8521D92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BFA64B9-1918-47B2-9207-C6C4492B950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0A5C81-F29B-4961-8B54-AD6E755141FA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E0E1B7-9FFA-4A63-9A35-C6538288AE85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11/8 or 1 3/8.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69EA00-0AB7-4347-972E-9E84033361E3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E20739-59B3-4C26-8D16-99839D9F94FC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FCFDDF0-8A68-4935-AEB2-7689E7DB6C4D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05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B15E7E7-0DF1-45FF-9397-8D273DA1DC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7B6106-4793-4230-827F-4B26F7EC549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CC8376D-B997-433D-985B-CB1FCF52DA0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EE6F-A040-405F-AF63-CC676FDE2A5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98CD89-9819-4D4D-A95E-241948685B6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A887E7-C4CF-4D37-A845-DB5EBF13183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26920D-5759-4A60-A16B-BD01ED6EE48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2F6EB2-C030-4B4E-B8D1-7860BE57B37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23CF0F-2FCB-4853-91DC-7282A2A46E8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C1F4EF-C4C9-4F64-B757-71F37E1B0DA4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1/3 - 5/6.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A4FFAB-2889-4628-9E67-5D425947890F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8BFFAD-F907-48FC-8645-3E96E3C19B80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01681D1-C000-49B5-8842-A2420956D257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14188E-B896-4529-9DAA-61141D30D16B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736323-CA1C-4A29-8C80-21E9AB869D9C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 1/2.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89786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7938C97-2019-477D-A410-5AA00EFC566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CAD613-E854-47A2-9D24-51BCFE9A595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E3CA31-D924-4A2D-9131-5305FE3F91D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E33D4F-CB97-46AF-82EC-29800C24150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33A64E-8555-4A57-961E-BA0AAD2DB45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F6FE36-0D05-4AF9-A086-9F254E7E06D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704455-1681-48FE-9654-CDB5E551F2F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2E4255-7954-4010-A5A1-9A09EB6C0BD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72F0F2-E1DA-4EF9-8F16-BB886164A7E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64A2EF5-8A22-444C-965C-AB71DF62DF23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88196A-0A4F-4A9E-8255-21A01501DBDF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both numerators and denominators when adding unlike fractions.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63BC62-1549-4211-AEA6-BBE7CA15D0E5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7F962C-0406-41AE-A3B8-722748FBD261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F384E77-613F-40C5-8963-14E4500EF397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Find equivalent fractions with a common denominator, then add the numerators.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9910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C6C6B1F-5642-4F06-9F4B-CED7C2CE16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3E9966-FF6E-4EF8-AE0E-B24F355BC41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E0259C7-1CA1-4A49-B1A1-E014C970192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D6D3D4-C53A-4893-A94C-3B0AB737924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45F216-93C0-4A34-A7CE-0B1792B1DDE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0E5C74-24AB-4BB0-937F-EE10E3FF5F2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D093A8-1550-468F-9E57-61085DBB6A3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C2A997-5665-4B72-B0E4-7C12DA56896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280457-6FFC-4C47-8258-6DB684CCD98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F4639D-8734-40B0-B7D5-807EBABD29E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271074C-6C05-4E68-A7A5-AB60D84367F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9CA57E-0EBE-46C4-8222-D87577A13E3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6307BD-AA4D-43A3-A463-251BB8DE769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1/3 - 5/6.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2610E43-0587-4FCB-A53C-8205D8EB685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7E3CA18-5693-4D8C-A1AC-C0433B6D9E1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4BB0F2B-3269-4A9C-A4B8-749C1DB5CBB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7AF9841-4FE7-46E5-8ED3-07023E1D1F8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12A943D-54FA-4352-BB2A-DC6E7457BA2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062BE3E-470A-42AF-8AB8-48AF807F113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F465620-A035-4237-8F8A-92792AFE651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D182309-AFA8-471A-87A6-26BBD4C2DAA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 1/2.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36EDE1E-C4A1-457B-A5AF-34B2D74214C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407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E76B99E9-8151-4A2A-B96B-806FD9F523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256F38-270B-452F-BCC5-5FB472BBEB5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075F0C9-9F16-4357-BBE9-BF5F5A883BD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B6DC46-ACBF-4355-B930-CC356A39979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905D19-22A6-46C3-A9C8-17A42463C1C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DD2228-F57A-4D20-88D5-2E28B83F5A8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947836-6C78-4495-B82B-D5BFA5FC8F4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B13621-2067-4869-AA3E-A94007D1B82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373652-4E68-491B-9A00-464BE58B5D5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B737EF3-359C-44DC-A129-5824F4F72BD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29353E0-49B8-4B46-87DA-F5CFEBFBB62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990DC1-CF04-4043-ABE9-490C7ADC55F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AA305-A4BB-45FF-ADB6-1405F7AEE78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7/12 of 360.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663F815-1A86-4D83-B822-B020702BA96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62C0B80-1B47-4963-9AE6-EFFCF578665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5F5AE5-0455-4216-AE05-180550EC284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52C7ABB-D3FB-4226-9093-11F388D589F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F632188-F016-4295-BE89-C0349C147B2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20FDB11-3D31-4897-9983-4DB4B84ECED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74332E5-BB42-41F9-A0C3-19FD458D435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9C88F2-3105-410F-A8D3-9FF27D935E6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57123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13801DA-177E-4176-80DD-9CE4A9A2A6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FCB19F4-AB72-4979-9439-4AC0BF8623C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B0000E5-DE6E-48F7-85FD-08BB0556201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1BE951-6C2E-4B0B-810E-7A5E687100C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23CBEF-DBAD-40EA-A545-336633B524E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65CB2D-CA53-4525-9E87-35BCF2A5244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AAA6A1-4F7B-4F1C-883D-8A381D8A260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DE70DB-469E-4820-AD43-8950A43EA65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38ACA6-2A66-46BC-AA98-12566946FF7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D881097-A676-4A7B-970C-418A810D54B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two different fractions greater than 1 whose sum is 3.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168668-FFD6-4A65-8300-4B92BFE3714E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6EFC5-CDC4-4592-9892-636DD9406336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FF4002-DA18-428E-9884-25F1436FEC13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3/2 + 3/2 = 3.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18023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2598D769-BB61-4445-AE87-52034DF7800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6A59EF-30F7-4811-858E-069D1552D84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1E4D567-DAA5-4793-BD04-F011890AD0D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D3DED9-C65D-4B66-8AB9-504EEACF20F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3787B9-42EE-45B0-B901-01CBACCFA5F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D6A287-E9E3-4BBE-B5F2-584C5330B04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59D4A2-C466-4D06-8F10-15D1374D5CE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F49A00-B616-4A97-98C1-EF8DB8D4518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0863F4-59AE-4525-B87F-A899F26CEDB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50E395-9781-457B-91B8-54C47934D34A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5842985-1C7E-4539-A646-99EF89B00BF3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BDF221-8ACD-49C4-895A-78F1E0770830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7/12 of 360.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257EF4-6871-4791-994A-3E666E347586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C3D303-21D8-4A67-ABC1-E3D8E4106093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F383E7E-2E1E-4E41-BE5D-5DD9A953AADB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B71461-8B20-44EF-9F5F-6F40C739A900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210.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1CFFE8-3D85-489A-8EB2-1ECC97808B91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EDDE423-BEEB-4FEF-BC53-07FAE90D83B6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29205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8E9FA15-1C7E-4B7E-872A-1FE6C93A3D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1804FE-6B1B-4FA3-A430-62E9B8B2645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630A890-C0DC-42B7-A10F-E9BA4CCE41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A068FE-4DFA-456F-8FA5-89ADD704B1A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5C79CA-9667-497D-B2A7-E6875C1FF04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05BB32-73F3-481E-B267-5205DADCDF3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0E4721-3EFF-4ED8-BBD1-F4B0C837EC0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DB7FB5-0058-4041-A812-E02DEA4C1D6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4DAD37-547F-4DB1-A800-3A905DF0B55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558E1DB-C56A-46E4-A580-FDD9B832A17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E05632D-5C17-48AB-98F8-9DF7440CC7B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65D638A-D137-4CF0-81C0-CD3AD2E0D54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DEFE2A-1DC7-4AAF-BADF-BD0E4DC405C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7/12 of 360.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7C4019E-D32E-4CD8-B393-3A0D5ED9A4A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6F59A68-5A6C-4062-97A7-2873C9AEFA4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9AFACB-A418-455E-B74B-7CFD720FB48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33278E-06D2-4D9E-BA42-63009CCF841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both numerators and denominators when adding unlike fractions.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D547B50-1326-4425-9F51-F8F422E8A97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EDEB50F-D83A-420F-A4CF-1337D5EC2BD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6FEDA9E-7A07-46B0-A8A9-98986C9FB25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C35F68-23D9-491C-9D70-F6C9ABA1605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298113B-896F-4E30-ABAB-E235D4F08BA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07312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1091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2026-09-09T10:57:27Z</dcterms:created>
  <dcterms:modified xsi:type="dcterms:W3CDTF">2026-09-09T11:09:45Z</dcterms:modified>
</cp:coreProperties>
</file>