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fraction calculation. Revisit fraction calculation.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fraction calculation. I do.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fraction calculation. You do. Pause before clicking. Let pupils try independently, then reveal and discuss every step.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fraction calculation. You do. Pause before clicking. Let pupils try independently, then reveal and discuss every step.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fraction calculation. I do.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fraction calculation. I do.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fraction calculation. You do. Pause before clicking. Let pupils try independently, then reveal and discuss every step.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fraction calculation. You do. Pause before clicking. Let pupils try independently, then reveal and discuss every step.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fraction calculation.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Revisit fraction calculation.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3D1D6339-AB10-4F09-8630-46FDBD1E063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Revisit fraction calculation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A9F63AE-BEE7-4223-8BEB-BFB885F364C7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A8E6BC9-CA69-46A3-8715-40355D427A2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51959E1-4101-438C-8E86-0DAFC5873DD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fraction calculation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5C40CBA-0551-4271-A0EC-D36E3FC05AD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B83DB74-870C-40EF-81AD-5338B9F6847B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use equivalent fractions in addition and subtraction.</a:t>
            </a:r>
          </a:p>
        </p:txBody>
      </p:sp>
    </p:spTree>
    <p:extLst>
      <p:ext uri="{BB962C8B-B14F-4D97-AF65-F5344CB8AC3E}">
        <p14:creationId xmlns:p14="http://schemas.microsoft.com/office/powerpoint/2010/main" val="2003807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-1">
            <a:extLst>
              <a:ext uri="{FF2B5EF4-FFF2-40B4-BE49-F238E27FC236}">
                <a16:creationId xmlns:a16="http://schemas.microsoft.com/office/drawing/2014/main" id="{6802DDEB-2EC5-49C4-B41F-0D83FCF7D08A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78E9AC1-28B9-4CC1-AFC9-6E71C12C9B7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3/4 + 5/8.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BA8829C-0AA8-4787-B7C5-C58A1067831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F4A3DEE-E9C1-40F1-BF43-8E4F2AD8939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fraction calculation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CEED615-0AE8-454E-B1DD-D803E636554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EA1A9FD-9A1F-4E0B-A51D-CD37DA199D11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19B6A65-ED26-492A-9A6D-56F9D0A06575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D63B11E-ED60-47DC-ACBA-2EE42AAC01EA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2309BC8-A608-4814-B5E7-9FD078C2B251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377134C-0611-4CA7-AE1E-0B5F30DBBDFF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46B4ABF-AD54-4948-82C9-9372450D15CF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2800189-C0E5-4420-817A-C153CB847C39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CD3DEBD-418A-48A8-B769-586A545EDE09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1738F6B-6A00-4194-9EE9-6D86E2881C87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CC0A450-A087-437C-B330-E9E5EB9C10C1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A5990EB-FF3B-4375-921F-C028475CAEE9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663B7225-1156-4E5F-A742-AEE64F97C26E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0A02AF4E-B200-4033-B7EE-209919454C39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1E6EC10E-EE55-4BAD-B4F5-3BFEBB859A97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68C2F094-3D04-4F94-99C4-A7EB3AA54E4C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952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B2B1EBDE-5386-4A3E-A69B-55E6B0F9EF74}"/>
              </a:ext>
            </a:extLst>
          </p:cNvPr>
          <p:cNvSpPr>
            <a:spLocks noGrp="1"/>
          </p:cNvSpPr>
          <p:nvPr/>
        </p:nvSpPr>
        <p:spPr>
          <a:xfrm>
            <a:off x="2440781" y="5310188"/>
            <a:ext cx="952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75BB831D-0D85-4A4E-AACB-34C416C5E4A2}"/>
              </a:ext>
            </a:extLst>
          </p:cNvPr>
          <p:cNvSpPr>
            <a:spLocks noGrp="1"/>
          </p:cNvSpPr>
          <p:nvPr/>
        </p:nvSpPr>
        <p:spPr>
          <a:xfrm>
            <a:off x="3393281" y="5310188"/>
            <a:ext cx="952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88A355CA-552F-4555-B1E5-A7EDA37E51EB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952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075518B5-0E34-4D62-AE84-DB5AA1A995A9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952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94689E8A-E59B-4B9D-9318-022E8F8456DE}"/>
              </a:ext>
            </a:extLst>
          </p:cNvPr>
          <p:cNvSpPr>
            <a:spLocks noGrp="1"/>
          </p:cNvSpPr>
          <p:nvPr/>
        </p:nvSpPr>
        <p:spPr>
          <a:xfrm>
            <a:off x="6250781" y="5310188"/>
            <a:ext cx="952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B8F15291-137A-4FC5-BDB8-5E5F301C67DB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952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1CE4B115-0A53-4D0B-8307-0E5C2C98E90E}"/>
              </a:ext>
            </a:extLst>
          </p:cNvPr>
          <p:cNvSpPr>
            <a:spLocks noGrp="1"/>
          </p:cNvSpPr>
          <p:nvPr/>
        </p:nvSpPr>
        <p:spPr>
          <a:xfrm>
            <a:off x="8155781" y="5310188"/>
            <a:ext cx="952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279D695E-BAB8-41A7-A058-ED9BCEB92A9E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952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C5E946C5-E89D-4DDF-AD3C-6AF218C7B8EF}"/>
              </a:ext>
            </a:extLst>
          </p:cNvPr>
          <p:cNvSpPr>
            <a:spLocks noGrp="1"/>
          </p:cNvSpPr>
          <p:nvPr/>
        </p:nvSpPr>
        <p:spPr>
          <a:xfrm>
            <a:off x="2440781" y="5988844"/>
            <a:ext cx="952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BB94FBE2-949E-4CB9-80A7-DA5FEFF07B5D}"/>
              </a:ext>
            </a:extLst>
          </p:cNvPr>
          <p:cNvSpPr>
            <a:spLocks noGrp="1"/>
          </p:cNvSpPr>
          <p:nvPr/>
        </p:nvSpPr>
        <p:spPr>
          <a:xfrm>
            <a:off x="3393281" y="5988844"/>
            <a:ext cx="952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BC513142-54A6-4CC7-8127-A34A828BCA6B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952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61758B4C-4EEE-4664-91A9-F4C9FA831372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95250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C171025A-7983-44FB-95EA-9FEDCA549E4E}"/>
              </a:ext>
            </a:extLst>
          </p:cNvPr>
          <p:cNvSpPr>
            <a:spLocks noGrp="1"/>
          </p:cNvSpPr>
          <p:nvPr/>
        </p:nvSpPr>
        <p:spPr>
          <a:xfrm>
            <a:off x="6250781" y="5988844"/>
            <a:ext cx="952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E0AA682F-9AA3-4013-9EB4-70F1A5110F2E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952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B25DBBCB-9D5F-43C3-A387-0908409CE7FC}"/>
              </a:ext>
            </a:extLst>
          </p:cNvPr>
          <p:cNvSpPr>
            <a:spLocks noGrp="1"/>
          </p:cNvSpPr>
          <p:nvPr/>
        </p:nvSpPr>
        <p:spPr>
          <a:xfrm>
            <a:off x="8155781" y="5988844"/>
            <a:ext cx="95250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39B4AFDC-366B-47E1-90F6-BC2F449539A3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762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D9DA1869-537B-4563-86E3-F9F9D6B60DA9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762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7C66EE19-D4E6-4481-9D07-9DBCD2775C24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+ 5 = 11; the denominator stays 8.</a:t>
            </a:r>
          </a:p>
        </p:txBody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A666E68A-872B-4063-801A-9E13425B9B37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1 3/8</a:t>
            </a:r>
          </a:p>
        </p:txBody>
      </p:sp>
    </p:spTree>
    <p:extLst>
      <p:ext uri="{BB962C8B-B14F-4D97-AF65-F5344CB8AC3E}">
        <p14:creationId xmlns:p14="http://schemas.microsoft.com/office/powerpoint/2010/main" val="68217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9" grpId="0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4FE71088-72D1-483C-B7F8-2CB3FE848BD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A9ED112-DB63-48A6-BA82-E999784EA76A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220EB7F-1D98-4276-9A3A-FD024E574D2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 3/4 + 5/8.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9092F04-27EA-4D5A-B883-A71FA129C31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9862D19-87D2-4699-83D6-AADB217EA7B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fraction calculation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D96BF54-9942-4B08-92D1-D2378F1FB8C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DF00FEF-AC9A-4BBA-B696-26FFFDFD1D72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 3/4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A679A48-6D00-489C-88E0-B63CAE735940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 × 4 + 3 = 7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4232649-72A8-4BC8-82D2-25EC1540B6E9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C361DF2-946F-49B2-9AF0-042651A7858B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969F2D1-67D9-40D4-93E9-267701C3AB80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9A9F536A-4E31-48B8-89BD-A8DDAF3B0C92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5/8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48A5C9F-D48E-4211-9190-11F4E492DC8D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× 8 + 5 = 5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8CD023FA-DD2D-4899-A9B6-255268D14DA1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1F8B4B6C-B68D-4EF7-AA75-37DFB1A5E01A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B4AE515F-1E15-410B-B1E7-BE6D8C5619A9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8099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4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object-1">
            <a:extLst>
              <a:ext uri="{FF2B5EF4-FFF2-40B4-BE49-F238E27FC236}">
                <a16:creationId xmlns:a16="http://schemas.microsoft.com/office/drawing/2014/main" id="{B56F9442-97E5-485E-99FB-F47E701A68F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063E87D-7382-4470-B44D-FA0474BDB279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BCE6AF5-F681-41E5-86E9-67F06E26BCA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 3/4 + 5/8.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72671E0D-92E4-4C4B-A7B8-987260D620C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01B2018-5B1F-4141-98D7-6A1F82D9CBE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fraction calculation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8D88790E-9E82-4DA6-94F0-9B92077C6AA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91AFD04-671E-4480-AB09-020A0911F09C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1ED9BA5-D55D-4120-BA38-C74B92125804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53C86A8-E8D6-4888-9F7C-627760776EAF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17A083A-47F9-45B2-AA29-FE858C6321E6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03987A5-7436-4108-A98E-80A3735AE822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0F550E6-E34B-4EF7-9A76-B35531CF19E1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C60B1AED-9F97-48E5-B40A-E99EE713AE90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DCCAC78F-999F-4DAA-9CC1-87584B3B079D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88A3908-D174-4036-949A-012288DD3BDC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2A68552A-6359-4E7E-AA91-841EECA447E7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665C6869-D5CD-4D7F-A24C-FA5FE67A7A8C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D0369D92-8086-448D-BBD5-463667DF3790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6CC88B12-1D9F-4985-8495-9997089A7F1A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619A75F3-4BE7-4036-95B5-4C429D3DBAD1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5844BE30-F807-44E0-BE2E-C233CB2D5866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851FD135-67D2-44C4-A927-0C9D9B61FF9B}"/>
              </a:ext>
            </a:extLst>
          </p:cNvPr>
          <p:cNvSpPr>
            <a:spLocks noGrp="1"/>
          </p:cNvSpPr>
          <p:nvPr/>
        </p:nvSpPr>
        <p:spPr>
          <a:xfrm>
            <a:off x="2202656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0344532A-76A9-4D64-A122-A3725A0340C8}"/>
              </a:ext>
            </a:extLst>
          </p:cNvPr>
          <p:cNvSpPr>
            <a:spLocks noGrp="1"/>
          </p:cNvSpPr>
          <p:nvPr/>
        </p:nvSpPr>
        <p:spPr>
          <a:xfrm>
            <a:off x="2917031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0B9EE499-B642-4786-86DC-CD5A8B7C9D7F}"/>
              </a:ext>
            </a:extLst>
          </p:cNvPr>
          <p:cNvSpPr>
            <a:spLocks noGrp="1"/>
          </p:cNvSpPr>
          <p:nvPr/>
        </p:nvSpPr>
        <p:spPr>
          <a:xfrm>
            <a:off x="3631406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F89CDCDF-6B61-4709-98F1-6CEA5FDE7980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1A556805-1444-4DFC-ACEF-A8DF768C927C}"/>
              </a:ext>
            </a:extLst>
          </p:cNvPr>
          <p:cNvSpPr>
            <a:spLocks noGrp="1"/>
          </p:cNvSpPr>
          <p:nvPr/>
        </p:nvSpPr>
        <p:spPr>
          <a:xfrm>
            <a:off x="5060156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5AF7F8EE-AEDC-42FE-8DD3-996DE575C62C}"/>
              </a:ext>
            </a:extLst>
          </p:cNvPr>
          <p:cNvSpPr>
            <a:spLocks noGrp="1"/>
          </p:cNvSpPr>
          <p:nvPr/>
        </p:nvSpPr>
        <p:spPr>
          <a:xfrm>
            <a:off x="5774531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7C6C48F7-E451-488F-802E-27F98A75D579}"/>
              </a:ext>
            </a:extLst>
          </p:cNvPr>
          <p:cNvSpPr>
            <a:spLocks noGrp="1"/>
          </p:cNvSpPr>
          <p:nvPr/>
        </p:nvSpPr>
        <p:spPr>
          <a:xfrm>
            <a:off x="6488906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2D2658A9-5CCE-4F66-8FBA-831EEC9326E4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9925BD53-CF1C-4E50-A752-C8562E3E67B2}"/>
              </a:ext>
            </a:extLst>
          </p:cNvPr>
          <p:cNvSpPr>
            <a:spLocks noGrp="1"/>
          </p:cNvSpPr>
          <p:nvPr/>
        </p:nvSpPr>
        <p:spPr>
          <a:xfrm>
            <a:off x="7917656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B579D4C5-C46F-4DBC-9EAE-07C68E66348E}"/>
              </a:ext>
            </a:extLst>
          </p:cNvPr>
          <p:cNvSpPr>
            <a:spLocks noGrp="1"/>
          </p:cNvSpPr>
          <p:nvPr/>
        </p:nvSpPr>
        <p:spPr>
          <a:xfrm>
            <a:off x="8632031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05D43C38-49F7-43A7-B4D0-00955A14B7A3}"/>
              </a:ext>
            </a:extLst>
          </p:cNvPr>
          <p:cNvSpPr>
            <a:spLocks noGrp="1"/>
          </p:cNvSpPr>
          <p:nvPr/>
        </p:nvSpPr>
        <p:spPr>
          <a:xfrm>
            <a:off x="9346406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3689C9D8-B36A-4DD1-9EC5-97805663AE36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45A4696A-71F5-4156-B341-06BC9B557677}"/>
              </a:ext>
            </a:extLst>
          </p:cNvPr>
          <p:cNvSpPr>
            <a:spLocks noGrp="1"/>
          </p:cNvSpPr>
          <p:nvPr/>
        </p:nvSpPr>
        <p:spPr>
          <a:xfrm>
            <a:off x="10775156" y="5310188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C402E1A8-9F91-4153-A5A0-95D4C9BCE28A}"/>
              </a:ext>
            </a:extLst>
          </p:cNvPr>
          <p:cNvSpPr>
            <a:spLocks noGrp="1"/>
          </p:cNvSpPr>
          <p:nvPr/>
        </p:nvSpPr>
        <p:spPr>
          <a:xfrm>
            <a:off x="11489531" y="5310188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FBB7C131-A2DD-4EE0-AD03-31882CC83A96}"/>
              </a:ext>
            </a:extLst>
          </p:cNvPr>
          <p:cNvSpPr>
            <a:spLocks noGrp="1"/>
          </p:cNvSpPr>
          <p:nvPr/>
        </p:nvSpPr>
        <p:spPr>
          <a:xfrm>
            <a:off x="12203906" y="5310188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D3FBE54F-5259-40E1-90A1-365D49461E48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2617AA3B-8776-4432-83DF-7AE1A25FF875}"/>
              </a:ext>
            </a:extLst>
          </p:cNvPr>
          <p:cNvSpPr>
            <a:spLocks noGrp="1"/>
          </p:cNvSpPr>
          <p:nvPr/>
        </p:nvSpPr>
        <p:spPr>
          <a:xfrm>
            <a:off x="2202656" y="5988844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D00236BF-420D-4F62-B987-30C26CBF9D19}"/>
              </a:ext>
            </a:extLst>
          </p:cNvPr>
          <p:cNvSpPr>
            <a:spLocks noGrp="1"/>
          </p:cNvSpPr>
          <p:nvPr/>
        </p:nvSpPr>
        <p:spPr>
          <a:xfrm>
            <a:off x="2917031" y="5988844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A363564D-EF3D-49D9-AD80-37FB0CDA2327}"/>
              </a:ext>
            </a:extLst>
          </p:cNvPr>
          <p:cNvSpPr>
            <a:spLocks noGrp="1"/>
          </p:cNvSpPr>
          <p:nvPr/>
        </p:nvSpPr>
        <p:spPr>
          <a:xfrm>
            <a:off x="3631406" y="5988844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43C40AC1-99BF-4010-9049-5FFD67EBC7C1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714375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CB7ADAC0-6211-42A7-B38B-E4EF667F4B57}"/>
              </a:ext>
            </a:extLst>
          </p:cNvPr>
          <p:cNvSpPr>
            <a:spLocks noGrp="1"/>
          </p:cNvSpPr>
          <p:nvPr/>
        </p:nvSpPr>
        <p:spPr>
          <a:xfrm>
            <a:off x="5060156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735168B8-1CCA-44AE-9FE7-A8A6F0251A88}"/>
              </a:ext>
            </a:extLst>
          </p:cNvPr>
          <p:cNvSpPr>
            <a:spLocks noGrp="1"/>
          </p:cNvSpPr>
          <p:nvPr/>
        </p:nvSpPr>
        <p:spPr>
          <a:xfrm>
            <a:off x="5774531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66F067A2-445E-4B03-A8ED-1F43ECABEBA3}"/>
              </a:ext>
            </a:extLst>
          </p:cNvPr>
          <p:cNvSpPr>
            <a:spLocks noGrp="1"/>
          </p:cNvSpPr>
          <p:nvPr/>
        </p:nvSpPr>
        <p:spPr>
          <a:xfrm>
            <a:off x="6488906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D39E4022-1780-4AD2-B40E-1BE0F655BCEE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09F80593-FEAA-426F-8103-5BF65F7CE5F0}"/>
              </a:ext>
            </a:extLst>
          </p:cNvPr>
          <p:cNvSpPr>
            <a:spLocks noGrp="1"/>
          </p:cNvSpPr>
          <p:nvPr/>
        </p:nvSpPr>
        <p:spPr>
          <a:xfrm>
            <a:off x="7917656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4D9EF118-A110-4C7C-9E20-482024B18DB8}"/>
              </a:ext>
            </a:extLst>
          </p:cNvPr>
          <p:cNvSpPr>
            <a:spLocks noGrp="1"/>
          </p:cNvSpPr>
          <p:nvPr/>
        </p:nvSpPr>
        <p:spPr>
          <a:xfrm>
            <a:off x="8632031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F415289D-AA4F-400B-8E06-2EEF645F334C}"/>
              </a:ext>
            </a:extLst>
          </p:cNvPr>
          <p:cNvSpPr>
            <a:spLocks noGrp="1"/>
          </p:cNvSpPr>
          <p:nvPr/>
        </p:nvSpPr>
        <p:spPr>
          <a:xfrm>
            <a:off x="9346406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D516360C-EF77-4771-B151-F117BF9763F4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25CA0A0B-5E75-4AB4-9C77-88537D8045BE}"/>
              </a:ext>
            </a:extLst>
          </p:cNvPr>
          <p:cNvSpPr>
            <a:spLocks noGrp="1"/>
          </p:cNvSpPr>
          <p:nvPr/>
        </p:nvSpPr>
        <p:spPr>
          <a:xfrm>
            <a:off x="10775156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6878B90E-1F53-4471-B448-70FD6953BEF1}"/>
              </a:ext>
            </a:extLst>
          </p:cNvPr>
          <p:cNvSpPr>
            <a:spLocks noGrp="1"/>
          </p:cNvSpPr>
          <p:nvPr/>
        </p:nvSpPr>
        <p:spPr>
          <a:xfrm>
            <a:off x="11489531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E9770817-F36B-437C-840D-DE99E5B8A799}"/>
              </a:ext>
            </a:extLst>
          </p:cNvPr>
          <p:cNvSpPr>
            <a:spLocks noGrp="1"/>
          </p:cNvSpPr>
          <p:nvPr/>
        </p:nvSpPr>
        <p:spPr>
          <a:xfrm>
            <a:off x="12203906" y="5988844"/>
            <a:ext cx="714375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0897AC90-159F-46E4-BC2B-EDDC1EDCEE69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571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2AE86AFC-E939-443E-8D88-F26A1E7303F8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571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06B09F99-EC92-415A-B180-B04DFDBE27C5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571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A3AEDB3C-D475-4D9A-83C9-83B27906743F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5715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80CEF036-7775-4293-8DD8-0C03C831E94F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14 + 5 = 19; the denominator stays 8.</a:t>
            </a:r>
          </a:p>
        </p:txBody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5A7E6ACE-4690-476F-BE0F-D7DBF30030EA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2 3/8</a:t>
            </a:r>
          </a:p>
        </p:txBody>
      </p:sp>
    </p:spTree>
    <p:extLst>
      <p:ext uri="{BB962C8B-B14F-4D97-AF65-F5344CB8AC3E}">
        <p14:creationId xmlns:p14="http://schemas.microsoft.com/office/powerpoint/2010/main" val="206451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20" grpId="0"/>
      <p:bldP spid="57" grpId="0"/>
      <p:bldP spid="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1B830EB2-F6A4-4893-B5AB-26C29C50089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6EE46DE-391D-47AB-A51C-D52F3672C018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2 3/4 + 5/8.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7CCA06F-228B-4834-9BA8-CA0C35FD931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1D9FCB0-39A4-47BA-984A-E9A72A59341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fraction calculation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CB84B6A-F35D-4992-9FB9-77610081AFA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59E8836-616F-4D32-A2FD-A51BAD15206D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 3/4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01C2427-5D32-4B99-AFA5-8C42091D8C9F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4 + 3 = 11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DF228012-BB3D-4438-92F3-A872916BB5C5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041BAA7-300B-4102-A50A-7A298C41BCB1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0E1F7FCE-6A48-4062-9971-FD435B00E6D3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FE43123D-16D0-435D-A06F-16E1CDADE1B3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5/8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C76B7771-AD8A-4F73-A9DE-6A2A6153BBE6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× 8 + 5 = 5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99AFB09B-04ED-4E04-BF91-DC8E3FF816DD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8986E1D-20C7-4D0C-9892-3346828760F7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AEE462D-3D89-4FA2-849D-E78B705C2942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9870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-1">
            <a:extLst>
              <a:ext uri="{FF2B5EF4-FFF2-40B4-BE49-F238E27FC236}">
                <a16:creationId xmlns:a16="http://schemas.microsoft.com/office/drawing/2014/main" id="{47EA12F2-059F-4327-8558-42CCB0B9E9F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030CB56-4285-4FE4-A249-22A94A1BB78B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2 3/4 + 5/8.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230A991-C36C-4CFB-B549-544C91482B0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CB9D884-9556-4EBA-B9FA-D82E01ADD79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fraction calculation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9C02DD9-3369-4B92-960B-745441CC198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B1F7E68-FEB6-498A-A05E-A5037A81A2BD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F478003-B45D-4902-88BC-031612988669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40FD495-37DE-4170-859A-BFCD48CD16DE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FECB10C-92FD-4A4F-9BDF-C57D3602098F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10F0AAD-8FE5-4BE0-811B-4FF3EEA2E9A7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A6751B2-0E02-4F78-9E24-DFA7108851D8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B970354-A008-490C-B462-DB5692D2780F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946D0304-B9AD-47BF-B491-B965CCB53CC2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C4A37A57-191E-4EAC-901C-A0B47F68AF5F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6A8663C9-5981-4EC6-B4DB-586EB8E1C143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344F7CAA-3305-4BE5-95FE-B3682058850A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B9A69B7D-5DAE-492C-9A71-6E2B9E4C7AEC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46AD0FE9-D36C-4BAB-A5CA-51B4009617EB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18EC1BA2-677D-483E-B32E-F2F2D23EB951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E0274706-9217-4F07-AD31-858C8D93FDD5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8F7FB561-DB83-4898-924B-78C00B11C049}"/>
              </a:ext>
            </a:extLst>
          </p:cNvPr>
          <p:cNvSpPr>
            <a:spLocks noGrp="1"/>
          </p:cNvSpPr>
          <p:nvPr/>
        </p:nvSpPr>
        <p:spPr>
          <a:xfrm>
            <a:off x="1964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7EB1EF03-C818-49B0-AEF5-6850A53B945A}"/>
              </a:ext>
            </a:extLst>
          </p:cNvPr>
          <p:cNvSpPr>
            <a:spLocks noGrp="1"/>
          </p:cNvSpPr>
          <p:nvPr/>
        </p:nvSpPr>
        <p:spPr>
          <a:xfrm>
            <a:off x="24407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81850C74-6F49-430E-80F1-730267B6E6B8}"/>
              </a:ext>
            </a:extLst>
          </p:cNvPr>
          <p:cNvSpPr>
            <a:spLocks noGrp="1"/>
          </p:cNvSpPr>
          <p:nvPr/>
        </p:nvSpPr>
        <p:spPr>
          <a:xfrm>
            <a:off x="29170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5F5B102F-A27D-444B-BF0B-55FB816F35E3}"/>
              </a:ext>
            </a:extLst>
          </p:cNvPr>
          <p:cNvSpPr>
            <a:spLocks noGrp="1"/>
          </p:cNvSpPr>
          <p:nvPr/>
        </p:nvSpPr>
        <p:spPr>
          <a:xfrm>
            <a:off x="3393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91514537-0810-43E7-9547-58C196C07D9A}"/>
              </a:ext>
            </a:extLst>
          </p:cNvPr>
          <p:cNvSpPr>
            <a:spLocks noGrp="1"/>
          </p:cNvSpPr>
          <p:nvPr/>
        </p:nvSpPr>
        <p:spPr>
          <a:xfrm>
            <a:off x="3869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13806906-BA6C-414B-9995-5F716309D68E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8FDC478D-BA6E-46B7-A442-3EC5D3643D8C}"/>
              </a:ext>
            </a:extLst>
          </p:cNvPr>
          <p:cNvSpPr>
            <a:spLocks noGrp="1"/>
          </p:cNvSpPr>
          <p:nvPr/>
        </p:nvSpPr>
        <p:spPr>
          <a:xfrm>
            <a:off x="48220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4BBCB305-664A-4D69-9836-AD7ED48DE1DA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B7D75BBA-6CA8-42A0-B99B-E0F815FE8402}"/>
              </a:ext>
            </a:extLst>
          </p:cNvPr>
          <p:cNvSpPr>
            <a:spLocks noGrp="1"/>
          </p:cNvSpPr>
          <p:nvPr/>
        </p:nvSpPr>
        <p:spPr>
          <a:xfrm>
            <a:off x="5774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243B9360-A54B-4FBD-BC28-F604E08E29E7}"/>
              </a:ext>
            </a:extLst>
          </p:cNvPr>
          <p:cNvSpPr>
            <a:spLocks noGrp="1"/>
          </p:cNvSpPr>
          <p:nvPr/>
        </p:nvSpPr>
        <p:spPr>
          <a:xfrm>
            <a:off x="62507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68C97041-1900-4036-BD1E-A768287A299E}"/>
              </a:ext>
            </a:extLst>
          </p:cNvPr>
          <p:cNvSpPr>
            <a:spLocks noGrp="1"/>
          </p:cNvSpPr>
          <p:nvPr/>
        </p:nvSpPr>
        <p:spPr>
          <a:xfrm>
            <a:off x="67270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978BCCFB-9849-4015-AB2D-5CB00954C0AF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790192B1-A15C-4B90-9EE3-DF1DD8F83813}"/>
              </a:ext>
            </a:extLst>
          </p:cNvPr>
          <p:cNvSpPr>
            <a:spLocks noGrp="1"/>
          </p:cNvSpPr>
          <p:nvPr/>
        </p:nvSpPr>
        <p:spPr>
          <a:xfrm>
            <a:off x="7679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B2E29E9B-7628-4440-B8EA-E2F00950BFB1}"/>
              </a:ext>
            </a:extLst>
          </p:cNvPr>
          <p:cNvSpPr>
            <a:spLocks noGrp="1"/>
          </p:cNvSpPr>
          <p:nvPr/>
        </p:nvSpPr>
        <p:spPr>
          <a:xfrm>
            <a:off x="81557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1007E5B4-EE22-4543-AD52-D405F9241FB5}"/>
              </a:ext>
            </a:extLst>
          </p:cNvPr>
          <p:cNvSpPr>
            <a:spLocks noGrp="1"/>
          </p:cNvSpPr>
          <p:nvPr/>
        </p:nvSpPr>
        <p:spPr>
          <a:xfrm>
            <a:off x="86320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0E2F5CE4-85C2-46CC-9227-6659C8E8764B}"/>
              </a:ext>
            </a:extLst>
          </p:cNvPr>
          <p:cNvSpPr>
            <a:spLocks noGrp="1"/>
          </p:cNvSpPr>
          <p:nvPr/>
        </p:nvSpPr>
        <p:spPr>
          <a:xfrm>
            <a:off x="9108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48A2722D-557D-4C6E-A377-24543A9D69AD}"/>
              </a:ext>
            </a:extLst>
          </p:cNvPr>
          <p:cNvSpPr>
            <a:spLocks noGrp="1"/>
          </p:cNvSpPr>
          <p:nvPr/>
        </p:nvSpPr>
        <p:spPr>
          <a:xfrm>
            <a:off x="9584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2E5D769D-C911-4892-954D-F52F407CA0E0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0288D4D4-8753-4971-8763-EA4367752D27}"/>
              </a:ext>
            </a:extLst>
          </p:cNvPr>
          <p:cNvSpPr>
            <a:spLocks noGrp="1"/>
          </p:cNvSpPr>
          <p:nvPr/>
        </p:nvSpPr>
        <p:spPr>
          <a:xfrm>
            <a:off x="105370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9D3E877D-E84B-4E96-8FA1-7A1C1D534772}"/>
              </a:ext>
            </a:extLst>
          </p:cNvPr>
          <p:cNvSpPr>
            <a:spLocks noGrp="1"/>
          </p:cNvSpPr>
          <p:nvPr/>
        </p:nvSpPr>
        <p:spPr>
          <a:xfrm>
            <a:off x="1101328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A7D748ED-A8C8-4BFD-9C18-B44733DA6915}"/>
              </a:ext>
            </a:extLst>
          </p:cNvPr>
          <p:cNvSpPr>
            <a:spLocks noGrp="1"/>
          </p:cNvSpPr>
          <p:nvPr/>
        </p:nvSpPr>
        <p:spPr>
          <a:xfrm>
            <a:off x="11489531" y="5310188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D9B960F4-2D1A-4F5B-AA1C-6C86F45C6909}"/>
              </a:ext>
            </a:extLst>
          </p:cNvPr>
          <p:cNvSpPr>
            <a:spLocks noGrp="1"/>
          </p:cNvSpPr>
          <p:nvPr/>
        </p:nvSpPr>
        <p:spPr>
          <a:xfrm>
            <a:off x="11965781" y="5310188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AE1710FC-B9C4-454E-A3D8-C2865AB23C81}"/>
              </a:ext>
            </a:extLst>
          </p:cNvPr>
          <p:cNvSpPr>
            <a:spLocks noGrp="1"/>
          </p:cNvSpPr>
          <p:nvPr/>
        </p:nvSpPr>
        <p:spPr>
          <a:xfrm>
            <a:off x="12442031" y="5310188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9EEE8563-DD0A-425F-842D-1A574426FCD6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D9D13820-E50C-4F10-A199-49576D10F02E}"/>
              </a:ext>
            </a:extLst>
          </p:cNvPr>
          <p:cNvSpPr>
            <a:spLocks noGrp="1"/>
          </p:cNvSpPr>
          <p:nvPr/>
        </p:nvSpPr>
        <p:spPr>
          <a:xfrm>
            <a:off x="196453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F185A7EC-7D35-4FA7-959B-A950F213F35B}"/>
              </a:ext>
            </a:extLst>
          </p:cNvPr>
          <p:cNvSpPr>
            <a:spLocks noGrp="1"/>
          </p:cNvSpPr>
          <p:nvPr/>
        </p:nvSpPr>
        <p:spPr>
          <a:xfrm>
            <a:off x="244078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97D15BCD-3D53-4B83-B6E9-CEF0DA559C72}"/>
              </a:ext>
            </a:extLst>
          </p:cNvPr>
          <p:cNvSpPr>
            <a:spLocks noGrp="1"/>
          </p:cNvSpPr>
          <p:nvPr/>
        </p:nvSpPr>
        <p:spPr>
          <a:xfrm>
            <a:off x="291703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1E95D6BD-6711-427C-B477-1572466254AD}"/>
              </a:ext>
            </a:extLst>
          </p:cNvPr>
          <p:cNvSpPr>
            <a:spLocks noGrp="1"/>
          </p:cNvSpPr>
          <p:nvPr/>
        </p:nvSpPr>
        <p:spPr>
          <a:xfrm>
            <a:off x="3393281" y="5988844"/>
            <a:ext cx="476250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3C41000E-7E90-4A39-BD64-62D6F5DD7032}"/>
              </a:ext>
            </a:extLst>
          </p:cNvPr>
          <p:cNvSpPr>
            <a:spLocks noGrp="1"/>
          </p:cNvSpPr>
          <p:nvPr/>
        </p:nvSpPr>
        <p:spPr>
          <a:xfrm>
            <a:off x="38695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70A755FF-6C61-45FF-A1F3-FE8296FFAB73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5D350582-305B-4BB0-AC13-DDF045BA5D8F}"/>
              </a:ext>
            </a:extLst>
          </p:cNvPr>
          <p:cNvSpPr>
            <a:spLocks noGrp="1"/>
          </p:cNvSpPr>
          <p:nvPr/>
        </p:nvSpPr>
        <p:spPr>
          <a:xfrm>
            <a:off x="48220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44DCD4E1-5ABB-414F-8C00-8F4B911F66B3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BE000AB4-E39C-4F58-AF74-0D5F43F77C5E}"/>
              </a:ext>
            </a:extLst>
          </p:cNvPr>
          <p:cNvSpPr>
            <a:spLocks noGrp="1"/>
          </p:cNvSpPr>
          <p:nvPr/>
        </p:nvSpPr>
        <p:spPr>
          <a:xfrm>
            <a:off x="57745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905E5F89-032C-43D6-8E49-451026CC00AF}"/>
              </a:ext>
            </a:extLst>
          </p:cNvPr>
          <p:cNvSpPr>
            <a:spLocks noGrp="1"/>
          </p:cNvSpPr>
          <p:nvPr/>
        </p:nvSpPr>
        <p:spPr>
          <a:xfrm>
            <a:off x="62507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AC58BD9F-0F91-4F09-B395-16BCC2CEA3D8}"/>
              </a:ext>
            </a:extLst>
          </p:cNvPr>
          <p:cNvSpPr>
            <a:spLocks noGrp="1"/>
          </p:cNvSpPr>
          <p:nvPr/>
        </p:nvSpPr>
        <p:spPr>
          <a:xfrm>
            <a:off x="67270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E8068058-4BA8-4DC7-A462-F9E309ED382C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EABD4D51-ACDD-467D-B771-B4AE78C35584}"/>
              </a:ext>
            </a:extLst>
          </p:cNvPr>
          <p:cNvSpPr>
            <a:spLocks noGrp="1"/>
          </p:cNvSpPr>
          <p:nvPr/>
        </p:nvSpPr>
        <p:spPr>
          <a:xfrm>
            <a:off x="76795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925700AC-3BE3-44F7-9714-C01675EBD29A}"/>
              </a:ext>
            </a:extLst>
          </p:cNvPr>
          <p:cNvSpPr>
            <a:spLocks noGrp="1"/>
          </p:cNvSpPr>
          <p:nvPr/>
        </p:nvSpPr>
        <p:spPr>
          <a:xfrm>
            <a:off x="81557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F550A76C-D175-487A-860A-EF96F8A71EA6}"/>
              </a:ext>
            </a:extLst>
          </p:cNvPr>
          <p:cNvSpPr>
            <a:spLocks noGrp="1"/>
          </p:cNvSpPr>
          <p:nvPr/>
        </p:nvSpPr>
        <p:spPr>
          <a:xfrm>
            <a:off x="86320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9B52508D-92FE-4317-B71A-2E4EE31D287C}"/>
              </a:ext>
            </a:extLst>
          </p:cNvPr>
          <p:cNvSpPr>
            <a:spLocks noGrp="1"/>
          </p:cNvSpPr>
          <p:nvPr/>
        </p:nvSpPr>
        <p:spPr>
          <a:xfrm>
            <a:off x="91082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F6768B22-2A25-401E-8C1B-B4EDC85F6209}"/>
              </a:ext>
            </a:extLst>
          </p:cNvPr>
          <p:cNvSpPr>
            <a:spLocks noGrp="1"/>
          </p:cNvSpPr>
          <p:nvPr/>
        </p:nvSpPr>
        <p:spPr>
          <a:xfrm>
            <a:off x="95845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13E97F53-6625-4D38-93B5-2B4D402B3F2B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71F0CA6C-0765-4C8E-966E-0E9E7050B26F}"/>
              </a:ext>
            </a:extLst>
          </p:cNvPr>
          <p:cNvSpPr>
            <a:spLocks noGrp="1"/>
          </p:cNvSpPr>
          <p:nvPr/>
        </p:nvSpPr>
        <p:spPr>
          <a:xfrm>
            <a:off x="105370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8B64B161-CDFD-4E99-9B3B-5483DC3CCF1C}"/>
              </a:ext>
            </a:extLst>
          </p:cNvPr>
          <p:cNvSpPr>
            <a:spLocks noGrp="1"/>
          </p:cNvSpPr>
          <p:nvPr/>
        </p:nvSpPr>
        <p:spPr>
          <a:xfrm>
            <a:off x="110132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D9D4C265-F6A7-4C05-89D7-CA77F5263389}"/>
              </a:ext>
            </a:extLst>
          </p:cNvPr>
          <p:cNvSpPr>
            <a:spLocks noGrp="1"/>
          </p:cNvSpPr>
          <p:nvPr/>
        </p:nvSpPr>
        <p:spPr>
          <a:xfrm>
            <a:off x="114895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54707511-5A05-4BD5-865D-4EE9394628CF}"/>
              </a:ext>
            </a:extLst>
          </p:cNvPr>
          <p:cNvSpPr>
            <a:spLocks noGrp="1"/>
          </p:cNvSpPr>
          <p:nvPr/>
        </p:nvSpPr>
        <p:spPr>
          <a:xfrm>
            <a:off x="1196578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CBB1C7EF-D45C-4151-B0E2-CD99197F4218}"/>
              </a:ext>
            </a:extLst>
          </p:cNvPr>
          <p:cNvSpPr>
            <a:spLocks noGrp="1"/>
          </p:cNvSpPr>
          <p:nvPr/>
        </p:nvSpPr>
        <p:spPr>
          <a:xfrm>
            <a:off x="12442031" y="5988844"/>
            <a:ext cx="476250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B1641827-1987-4930-8A34-44447AFAD80E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381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E56ED260-CA7F-415D-9717-E647002E8037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381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0C31BD97-D81F-4D61-9442-32FFD4C99D4E}"/>
              </a:ext>
            </a:extLst>
          </p:cNvPr>
          <p:cNvSpPr>
            <a:spLocks noGrp="1"/>
          </p:cNvSpPr>
          <p:nvPr/>
        </p:nvSpPr>
        <p:spPr>
          <a:xfrm>
            <a:off x="5298281" y="5310188"/>
            <a:ext cx="381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22C70E3D-B399-4CF3-A587-809FA2346CC7}"/>
              </a:ext>
            </a:extLst>
          </p:cNvPr>
          <p:cNvSpPr>
            <a:spLocks noGrp="1"/>
          </p:cNvSpPr>
          <p:nvPr/>
        </p:nvSpPr>
        <p:spPr>
          <a:xfrm>
            <a:off x="5298281" y="5988844"/>
            <a:ext cx="381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B7C66588-07FC-45F4-8904-7B833E0EAC1F}"/>
              </a:ext>
            </a:extLst>
          </p:cNvPr>
          <p:cNvSpPr>
            <a:spLocks noGrp="1"/>
          </p:cNvSpPr>
          <p:nvPr/>
        </p:nvSpPr>
        <p:spPr>
          <a:xfrm>
            <a:off x="9108281" y="5310188"/>
            <a:ext cx="381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1DAFDE3B-D7D3-4E94-B75E-D3478581DE1B}"/>
              </a:ext>
            </a:extLst>
          </p:cNvPr>
          <p:cNvSpPr>
            <a:spLocks noGrp="1"/>
          </p:cNvSpPr>
          <p:nvPr/>
        </p:nvSpPr>
        <p:spPr>
          <a:xfrm>
            <a:off x="9108281" y="5988844"/>
            <a:ext cx="38100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61B0263A-1E07-4613-A891-EE9C1DF3B629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22 + 5 = 27; the denominator stays 8.</a:t>
            </a:r>
          </a:p>
        </p:txBody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1958666D-D62B-49E4-A7B2-2E04451BE34F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3 3/8</a:t>
            </a:r>
          </a:p>
        </p:txBody>
      </p:sp>
    </p:spTree>
    <p:extLst>
      <p:ext uri="{BB962C8B-B14F-4D97-AF65-F5344CB8AC3E}">
        <p14:creationId xmlns:p14="http://schemas.microsoft.com/office/powerpoint/2010/main" val="107770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9" grpId="0"/>
      <p:bldP spid="74" grpId="0"/>
      <p:bldP spid="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D70F406E-3763-4CE9-998E-A94C80DF9EE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AEEA93E-3FAE-4B93-AC6A-C1B14430FAC0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78CAEE1-3573-4AD9-A6FB-541D9DEA5EE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 3/4 + 5/8.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E57915F-8C04-41AF-846D-758BA29D44E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9507112-330E-4269-BBCB-01B94C6AA61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fraction calculation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E1E5504-3CD5-4F25-8660-AFE57D9DBF1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DC2D5EE-0878-45B4-9054-4D1ACEF11435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 3/4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C7148C0-877D-4F9C-ACA5-EFD94849C400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4 + 3 = 15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B7FCDC2-CE5E-4A21-8139-2BE60DA50040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D3C63DD1-7002-4B5F-B48B-55C6964D0A87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57886E0-9A46-4C98-AC46-45C8C8171C77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D51B34E-2250-4409-963F-37CFAD34D61B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5/8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E2D44DC0-F29D-499C-9A24-482943E393A7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× 8 + 5 = 5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26D01C22-022D-4872-8A91-A613F14294E6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F07D825-A68D-4C57-B334-AE21EB4936A5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EC1C80C2-2E02-431A-A807-DDE7168993EB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30465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4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bject-1">
            <a:extLst>
              <a:ext uri="{FF2B5EF4-FFF2-40B4-BE49-F238E27FC236}">
                <a16:creationId xmlns:a16="http://schemas.microsoft.com/office/drawing/2014/main" id="{67EB6808-E341-4CCB-8F56-198B0FDA06C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E3F43FA-47E9-47D5-BE7C-F597B174318A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4D61948-5590-433D-B900-C5C2D0637CF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 3/4 + 5/8.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188AFC1E-CEC6-4F14-ABEB-37AFD7F02E0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ECF8FEA-8EE7-4985-9B44-852C4462E13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fraction calculation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271C649-808D-46D6-A547-A0C78776F96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272A9FC-F9D7-4773-8312-65530742459B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91BFC033-2E3B-4CA7-8059-7664ACCC7F8A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3B69137-306F-4FDF-AB98-B1424DA5828A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775D5F4-6093-41B0-8F25-A5BA70DA64D2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F61540B-C1B1-4F2F-ACC7-66A787A97E80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9E4EA965-2175-4982-B17D-44E38D9E38E3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4A6C506E-053C-45F7-81CC-D9F56B48F74F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17E9263D-C98F-4BD9-87EF-BCFED3629A6B}"/>
              </a:ext>
            </a:extLst>
          </p:cNvPr>
          <p:cNvSpPr>
            <a:spLocks noGrp="1"/>
          </p:cNvSpPr>
          <p:nvPr/>
        </p:nvSpPr>
        <p:spPr>
          <a:xfrm>
            <a:off x="767953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CB2A47C-AFAD-49F1-8B39-AA2379C8A324}"/>
              </a:ext>
            </a:extLst>
          </p:cNvPr>
          <p:cNvSpPr>
            <a:spLocks noGrp="1"/>
          </p:cNvSpPr>
          <p:nvPr/>
        </p:nvSpPr>
        <p:spPr>
          <a:xfrm>
            <a:off x="767953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4A78FBD0-AB56-4FB7-B0AC-BCE95D6CF426}"/>
              </a:ext>
            </a:extLst>
          </p:cNvPr>
          <p:cNvSpPr>
            <a:spLocks noGrp="1"/>
          </p:cNvSpPr>
          <p:nvPr/>
        </p:nvSpPr>
        <p:spPr>
          <a:xfrm>
            <a:off x="767953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45F5743F-094C-4AE4-AF94-2B188E515890}"/>
              </a:ext>
            </a:extLst>
          </p:cNvPr>
          <p:cNvSpPr>
            <a:spLocks noGrp="1"/>
          </p:cNvSpPr>
          <p:nvPr/>
        </p:nvSpPr>
        <p:spPr>
          <a:xfrm>
            <a:off x="9572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E96DDE07-5959-4FED-85A2-2E337868443E}"/>
              </a:ext>
            </a:extLst>
          </p:cNvPr>
          <p:cNvSpPr>
            <a:spLocks noGrp="1"/>
          </p:cNvSpPr>
          <p:nvPr/>
        </p:nvSpPr>
        <p:spPr>
          <a:xfrm>
            <a:off x="1107281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6B843E59-C920-45B5-BE4F-D9590A5BD428}"/>
              </a:ext>
            </a:extLst>
          </p:cNvPr>
          <p:cNvSpPr>
            <a:spLocks noGrp="1"/>
          </p:cNvSpPr>
          <p:nvPr/>
        </p:nvSpPr>
        <p:spPr>
          <a:xfrm>
            <a:off x="1107281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2B54EC4A-F518-4CF0-9780-3822AE8C9692}"/>
              </a:ext>
            </a:extLst>
          </p:cNvPr>
          <p:cNvSpPr>
            <a:spLocks noGrp="1"/>
          </p:cNvSpPr>
          <p:nvPr/>
        </p:nvSpPr>
        <p:spPr>
          <a:xfrm>
            <a:off x="1107281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F2153E72-9A57-4429-B8A8-51D407660287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D151D21E-80F8-407F-A1CD-4E15401E603E}"/>
              </a:ext>
            </a:extLst>
          </p:cNvPr>
          <p:cNvSpPr>
            <a:spLocks noGrp="1"/>
          </p:cNvSpPr>
          <p:nvPr/>
        </p:nvSpPr>
        <p:spPr>
          <a:xfrm>
            <a:off x="1845469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BF4EC70-12A4-48DF-9658-DCE21E22D48E}"/>
              </a:ext>
            </a:extLst>
          </p:cNvPr>
          <p:cNvSpPr>
            <a:spLocks noGrp="1"/>
          </p:cNvSpPr>
          <p:nvPr/>
        </p:nvSpPr>
        <p:spPr>
          <a:xfrm>
            <a:off x="2202656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4EBC2144-67E1-4D11-BFB7-E008820A614D}"/>
              </a:ext>
            </a:extLst>
          </p:cNvPr>
          <p:cNvSpPr>
            <a:spLocks noGrp="1"/>
          </p:cNvSpPr>
          <p:nvPr/>
        </p:nvSpPr>
        <p:spPr>
          <a:xfrm>
            <a:off x="2559844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46CB7F33-1239-49DA-ACAD-EE9A3D7CF924}"/>
              </a:ext>
            </a:extLst>
          </p:cNvPr>
          <p:cNvSpPr>
            <a:spLocks noGrp="1"/>
          </p:cNvSpPr>
          <p:nvPr/>
        </p:nvSpPr>
        <p:spPr>
          <a:xfrm>
            <a:off x="2917031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DAA71ABC-7842-4E39-82B5-44CAA05D94EF}"/>
              </a:ext>
            </a:extLst>
          </p:cNvPr>
          <p:cNvSpPr>
            <a:spLocks noGrp="1"/>
          </p:cNvSpPr>
          <p:nvPr/>
        </p:nvSpPr>
        <p:spPr>
          <a:xfrm>
            <a:off x="3274219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8AFD28EC-EEE7-439A-99DB-FEBC34704B73}"/>
              </a:ext>
            </a:extLst>
          </p:cNvPr>
          <p:cNvSpPr>
            <a:spLocks noGrp="1"/>
          </p:cNvSpPr>
          <p:nvPr/>
        </p:nvSpPr>
        <p:spPr>
          <a:xfrm>
            <a:off x="3631406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22B82F5D-232A-4E26-85C0-9781397C8E88}"/>
              </a:ext>
            </a:extLst>
          </p:cNvPr>
          <p:cNvSpPr>
            <a:spLocks noGrp="1"/>
          </p:cNvSpPr>
          <p:nvPr/>
        </p:nvSpPr>
        <p:spPr>
          <a:xfrm>
            <a:off x="3988594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45EFF51E-98A9-4979-9614-964B289095EC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343E9543-11A0-4811-BDE8-E01A1CC06653}"/>
              </a:ext>
            </a:extLst>
          </p:cNvPr>
          <p:cNvSpPr>
            <a:spLocks noGrp="1"/>
          </p:cNvSpPr>
          <p:nvPr/>
        </p:nvSpPr>
        <p:spPr>
          <a:xfrm>
            <a:off x="4702969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30784F17-EF06-4D3F-A971-71FAC90C77D8}"/>
              </a:ext>
            </a:extLst>
          </p:cNvPr>
          <p:cNvSpPr>
            <a:spLocks noGrp="1"/>
          </p:cNvSpPr>
          <p:nvPr/>
        </p:nvSpPr>
        <p:spPr>
          <a:xfrm>
            <a:off x="5060156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CD347717-9D0B-4980-9649-DBBD170F293C}"/>
              </a:ext>
            </a:extLst>
          </p:cNvPr>
          <p:cNvSpPr>
            <a:spLocks noGrp="1"/>
          </p:cNvSpPr>
          <p:nvPr/>
        </p:nvSpPr>
        <p:spPr>
          <a:xfrm>
            <a:off x="5417344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21D2202F-215A-4399-BC4A-A59AFD3B914F}"/>
              </a:ext>
            </a:extLst>
          </p:cNvPr>
          <p:cNvSpPr>
            <a:spLocks noGrp="1"/>
          </p:cNvSpPr>
          <p:nvPr/>
        </p:nvSpPr>
        <p:spPr>
          <a:xfrm>
            <a:off x="5774531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1A06CE55-1930-41F1-9D08-1F43436E64F7}"/>
              </a:ext>
            </a:extLst>
          </p:cNvPr>
          <p:cNvSpPr>
            <a:spLocks noGrp="1"/>
          </p:cNvSpPr>
          <p:nvPr/>
        </p:nvSpPr>
        <p:spPr>
          <a:xfrm>
            <a:off x="6131719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4AC96C04-A881-48F5-823B-6CFED22AF6E6}"/>
              </a:ext>
            </a:extLst>
          </p:cNvPr>
          <p:cNvSpPr>
            <a:spLocks noGrp="1"/>
          </p:cNvSpPr>
          <p:nvPr/>
        </p:nvSpPr>
        <p:spPr>
          <a:xfrm>
            <a:off x="6488906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FACD6B70-7A3F-449A-87C4-4959B3DACDBF}"/>
              </a:ext>
            </a:extLst>
          </p:cNvPr>
          <p:cNvSpPr>
            <a:spLocks noGrp="1"/>
          </p:cNvSpPr>
          <p:nvPr/>
        </p:nvSpPr>
        <p:spPr>
          <a:xfrm>
            <a:off x="6846094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3FAB4611-75E4-4ACF-97E0-C951553D68E2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7458ADB0-941A-438F-8174-3DBCAEE0D18D}"/>
              </a:ext>
            </a:extLst>
          </p:cNvPr>
          <p:cNvSpPr>
            <a:spLocks noGrp="1"/>
          </p:cNvSpPr>
          <p:nvPr/>
        </p:nvSpPr>
        <p:spPr>
          <a:xfrm>
            <a:off x="7560469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78919FC1-762C-4C49-B1FC-9EFEA9D4911C}"/>
              </a:ext>
            </a:extLst>
          </p:cNvPr>
          <p:cNvSpPr>
            <a:spLocks noGrp="1"/>
          </p:cNvSpPr>
          <p:nvPr/>
        </p:nvSpPr>
        <p:spPr>
          <a:xfrm>
            <a:off x="7917656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8810668D-4437-49B6-AB97-FDB5A8E58D12}"/>
              </a:ext>
            </a:extLst>
          </p:cNvPr>
          <p:cNvSpPr>
            <a:spLocks noGrp="1"/>
          </p:cNvSpPr>
          <p:nvPr/>
        </p:nvSpPr>
        <p:spPr>
          <a:xfrm>
            <a:off x="8274844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27AD3272-0F39-4348-8875-421CFF62E832}"/>
              </a:ext>
            </a:extLst>
          </p:cNvPr>
          <p:cNvSpPr>
            <a:spLocks noGrp="1"/>
          </p:cNvSpPr>
          <p:nvPr/>
        </p:nvSpPr>
        <p:spPr>
          <a:xfrm>
            <a:off x="8632031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4D0264A9-B7C3-4EA4-834C-DE43B48B45A1}"/>
              </a:ext>
            </a:extLst>
          </p:cNvPr>
          <p:cNvSpPr>
            <a:spLocks noGrp="1"/>
          </p:cNvSpPr>
          <p:nvPr/>
        </p:nvSpPr>
        <p:spPr>
          <a:xfrm>
            <a:off x="8989219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3B30665C-F70E-4244-83BC-E65A2AD96E21}"/>
              </a:ext>
            </a:extLst>
          </p:cNvPr>
          <p:cNvSpPr>
            <a:spLocks noGrp="1"/>
          </p:cNvSpPr>
          <p:nvPr/>
        </p:nvSpPr>
        <p:spPr>
          <a:xfrm>
            <a:off x="9346406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A490EEE0-8692-4DA5-8B6B-E059F52A9A55}"/>
              </a:ext>
            </a:extLst>
          </p:cNvPr>
          <p:cNvSpPr>
            <a:spLocks noGrp="1"/>
          </p:cNvSpPr>
          <p:nvPr/>
        </p:nvSpPr>
        <p:spPr>
          <a:xfrm>
            <a:off x="9703594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833DC677-54D4-45D8-B589-648C84ADD579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1707ABED-4EA2-4498-A7E4-7B4576B16ACD}"/>
              </a:ext>
            </a:extLst>
          </p:cNvPr>
          <p:cNvSpPr>
            <a:spLocks noGrp="1"/>
          </p:cNvSpPr>
          <p:nvPr/>
        </p:nvSpPr>
        <p:spPr>
          <a:xfrm>
            <a:off x="10417969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5D5911CB-FEDB-4771-9BAE-AB636728D8A3}"/>
              </a:ext>
            </a:extLst>
          </p:cNvPr>
          <p:cNvSpPr>
            <a:spLocks noGrp="1"/>
          </p:cNvSpPr>
          <p:nvPr/>
        </p:nvSpPr>
        <p:spPr>
          <a:xfrm>
            <a:off x="10775156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BF78D08F-4AF2-4F4D-8F39-26BE61F3DAB1}"/>
              </a:ext>
            </a:extLst>
          </p:cNvPr>
          <p:cNvSpPr>
            <a:spLocks noGrp="1"/>
          </p:cNvSpPr>
          <p:nvPr/>
        </p:nvSpPr>
        <p:spPr>
          <a:xfrm>
            <a:off x="11132344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6C63FBDC-BCE1-459A-9923-3528988B5A02}"/>
              </a:ext>
            </a:extLst>
          </p:cNvPr>
          <p:cNvSpPr>
            <a:spLocks noGrp="1"/>
          </p:cNvSpPr>
          <p:nvPr/>
        </p:nvSpPr>
        <p:spPr>
          <a:xfrm>
            <a:off x="11489531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7BDB7578-5FE5-4B73-B0CB-C2FB2E36837B}"/>
              </a:ext>
            </a:extLst>
          </p:cNvPr>
          <p:cNvSpPr>
            <a:spLocks noGrp="1"/>
          </p:cNvSpPr>
          <p:nvPr/>
        </p:nvSpPr>
        <p:spPr>
          <a:xfrm>
            <a:off x="11846719" y="5310188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30378783-E58D-40ED-A46B-6AADCFF649DC}"/>
              </a:ext>
            </a:extLst>
          </p:cNvPr>
          <p:cNvSpPr>
            <a:spLocks noGrp="1"/>
          </p:cNvSpPr>
          <p:nvPr/>
        </p:nvSpPr>
        <p:spPr>
          <a:xfrm>
            <a:off x="12203906" y="5310188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6EF7003D-8FF5-451E-8C0E-90408DF54B2A}"/>
              </a:ext>
            </a:extLst>
          </p:cNvPr>
          <p:cNvSpPr>
            <a:spLocks noGrp="1"/>
          </p:cNvSpPr>
          <p:nvPr/>
        </p:nvSpPr>
        <p:spPr>
          <a:xfrm>
            <a:off x="12561094" y="5310188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97E49249-8D61-468F-A1FB-F871E1B1178A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92A75D7F-46FC-4005-A8BC-89312B49AB27}"/>
              </a:ext>
            </a:extLst>
          </p:cNvPr>
          <p:cNvSpPr>
            <a:spLocks noGrp="1"/>
          </p:cNvSpPr>
          <p:nvPr/>
        </p:nvSpPr>
        <p:spPr>
          <a:xfrm>
            <a:off x="1845469" y="5988844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D4C5597F-BDE0-40E2-A19D-65A6AE2AC639}"/>
              </a:ext>
            </a:extLst>
          </p:cNvPr>
          <p:cNvSpPr>
            <a:spLocks noGrp="1"/>
          </p:cNvSpPr>
          <p:nvPr/>
        </p:nvSpPr>
        <p:spPr>
          <a:xfrm>
            <a:off x="2202656" y="5988844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C99F6FCB-2155-493B-BB26-B7F542ABCCDF}"/>
              </a:ext>
            </a:extLst>
          </p:cNvPr>
          <p:cNvSpPr>
            <a:spLocks noGrp="1"/>
          </p:cNvSpPr>
          <p:nvPr/>
        </p:nvSpPr>
        <p:spPr>
          <a:xfrm>
            <a:off x="2559844" y="5988844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9501C18A-B164-40F6-A2B7-2B8EB4FD9E3A}"/>
              </a:ext>
            </a:extLst>
          </p:cNvPr>
          <p:cNvSpPr>
            <a:spLocks noGrp="1"/>
          </p:cNvSpPr>
          <p:nvPr/>
        </p:nvSpPr>
        <p:spPr>
          <a:xfrm>
            <a:off x="2917031" y="5988844"/>
            <a:ext cx="357188" cy="440531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ED7C30D9-EDCE-44F0-8D55-47B0DA5AE036}"/>
              </a:ext>
            </a:extLst>
          </p:cNvPr>
          <p:cNvSpPr>
            <a:spLocks noGrp="1"/>
          </p:cNvSpPr>
          <p:nvPr/>
        </p:nvSpPr>
        <p:spPr>
          <a:xfrm>
            <a:off x="3274219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339617A0-377E-461E-8F64-2896CA3ACF74}"/>
              </a:ext>
            </a:extLst>
          </p:cNvPr>
          <p:cNvSpPr>
            <a:spLocks noGrp="1"/>
          </p:cNvSpPr>
          <p:nvPr/>
        </p:nvSpPr>
        <p:spPr>
          <a:xfrm>
            <a:off x="3631406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247DC6F3-A2F0-4207-B4EF-3215472FD840}"/>
              </a:ext>
            </a:extLst>
          </p:cNvPr>
          <p:cNvSpPr>
            <a:spLocks noGrp="1"/>
          </p:cNvSpPr>
          <p:nvPr/>
        </p:nvSpPr>
        <p:spPr>
          <a:xfrm>
            <a:off x="3988594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BC292F2E-6AD5-4EA9-B602-B68EA53D9ED5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EA75A1A8-5AAF-488C-B612-244473D4E6D8}"/>
              </a:ext>
            </a:extLst>
          </p:cNvPr>
          <p:cNvSpPr>
            <a:spLocks noGrp="1"/>
          </p:cNvSpPr>
          <p:nvPr/>
        </p:nvSpPr>
        <p:spPr>
          <a:xfrm>
            <a:off x="4702969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83680A26-C143-46BF-8209-A25910103B14}"/>
              </a:ext>
            </a:extLst>
          </p:cNvPr>
          <p:cNvSpPr>
            <a:spLocks noGrp="1"/>
          </p:cNvSpPr>
          <p:nvPr/>
        </p:nvSpPr>
        <p:spPr>
          <a:xfrm>
            <a:off x="5060156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50C428A4-632B-4525-BD41-77FC0FEA6FE0}"/>
              </a:ext>
            </a:extLst>
          </p:cNvPr>
          <p:cNvSpPr>
            <a:spLocks noGrp="1"/>
          </p:cNvSpPr>
          <p:nvPr/>
        </p:nvSpPr>
        <p:spPr>
          <a:xfrm>
            <a:off x="5417344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C7A2E1DA-1422-4611-914D-793787612F5D}"/>
              </a:ext>
            </a:extLst>
          </p:cNvPr>
          <p:cNvSpPr>
            <a:spLocks noGrp="1"/>
          </p:cNvSpPr>
          <p:nvPr/>
        </p:nvSpPr>
        <p:spPr>
          <a:xfrm>
            <a:off x="5774531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9E9E77B1-9448-4689-BBE0-EE8FF3F058F5}"/>
              </a:ext>
            </a:extLst>
          </p:cNvPr>
          <p:cNvSpPr>
            <a:spLocks noGrp="1"/>
          </p:cNvSpPr>
          <p:nvPr/>
        </p:nvSpPr>
        <p:spPr>
          <a:xfrm>
            <a:off x="6131719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1CC42E57-2FA8-4E09-A358-47C23390633A}"/>
              </a:ext>
            </a:extLst>
          </p:cNvPr>
          <p:cNvSpPr>
            <a:spLocks noGrp="1"/>
          </p:cNvSpPr>
          <p:nvPr/>
        </p:nvSpPr>
        <p:spPr>
          <a:xfrm>
            <a:off x="6488906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417CE7CF-D8D3-4024-B00E-73F792BA34A1}"/>
              </a:ext>
            </a:extLst>
          </p:cNvPr>
          <p:cNvSpPr>
            <a:spLocks noGrp="1"/>
          </p:cNvSpPr>
          <p:nvPr/>
        </p:nvSpPr>
        <p:spPr>
          <a:xfrm>
            <a:off x="6846094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BF6F3045-9CC4-414B-B880-BF63B467C3E0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82A3EE27-0EBE-4052-8D7E-FAAD472738F4}"/>
              </a:ext>
            </a:extLst>
          </p:cNvPr>
          <p:cNvSpPr>
            <a:spLocks noGrp="1"/>
          </p:cNvSpPr>
          <p:nvPr/>
        </p:nvSpPr>
        <p:spPr>
          <a:xfrm>
            <a:off x="7560469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CA79ED6A-72CA-48E8-B378-D11BD09F8F20}"/>
              </a:ext>
            </a:extLst>
          </p:cNvPr>
          <p:cNvSpPr>
            <a:spLocks noGrp="1"/>
          </p:cNvSpPr>
          <p:nvPr/>
        </p:nvSpPr>
        <p:spPr>
          <a:xfrm>
            <a:off x="7917656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C7946985-3D3A-480A-A5FE-0EBE03021BF7}"/>
              </a:ext>
            </a:extLst>
          </p:cNvPr>
          <p:cNvSpPr>
            <a:spLocks noGrp="1"/>
          </p:cNvSpPr>
          <p:nvPr/>
        </p:nvSpPr>
        <p:spPr>
          <a:xfrm>
            <a:off x="8274844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EFD3FD95-97D4-4366-A7A8-EF89238FDCA5}"/>
              </a:ext>
            </a:extLst>
          </p:cNvPr>
          <p:cNvSpPr>
            <a:spLocks noGrp="1"/>
          </p:cNvSpPr>
          <p:nvPr/>
        </p:nvSpPr>
        <p:spPr>
          <a:xfrm>
            <a:off x="8632031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58582003-FAD9-46E6-AF3A-AC2BD5A48703}"/>
              </a:ext>
            </a:extLst>
          </p:cNvPr>
          <p:cNvSpPr>
            <a:spLocks noGrp="1"/>
          </p:cNvSpPr>
          <p:nvPr/>
        </p:nvSpPr>
        <p:spPr>
          <a:xfrm>
            <a:off x="8989219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81844C7D-FEC1-414D-9086-3E67996AB24D}"/>
              </a:ext>
            </a:extLst>
          </p:cNvPr>
          <p:cNvSpPr>
            <a:spLocks noGrp="1"/>
          </p:cNvSpPr>
          <p:nvPr/>
        </p:nvSpPr>
        <p:spPr>
          <a:xfrm>
            <a:off x="9346406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2B75A8D9-7B96-4468-87B2-FB40F3718EC4}"/>
              </a:ext>
            </a:extLst>
          </p:cNvPr>
          <p:cNvSpPr>
            <a:spLocks noGrp="1"/>
          </p:cNvSpPr>
          <p:nvPr/>
        </p:nvSpPr>
        <p:spPr>
          <a:xfrm>
            <a:off x="9703594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C604FE84-048D-4A57-ADB3-1420FFD3D667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D6034EA8-4DC6-4404-98B1-D1D7D33C3B5A}"/>
              </a:ext>
            </a:extLst>
          </p:cNvPr>
          <p:cNvSpPr>
            <a:spLocks noGrp="1"/>
          </p:cNvSpPr>
          <p:nvPr/>
        </p:nvSpPr>
        <p:spPr>
          <a:xfrm>
            <a:off x="10417969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E226CCB5-FD8B-4E3A-9925-EE82133884E8}"/>
              </a:ext>
            </a:extLst>
          </p:cNvPr>
          <p:cNvSpPr>
            <a:spLocks noGrp="1"/>
          </p:cNvSpPr>
          <p:nvPr/>
        </p:nvSpPr>
        <p:spPr>
          <a:xfrm>
            <a:off x="10775156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519E6E05-3D16-42DE-89BB-F155B09B287B}"/>
              </a:ext>
            </a:extLst>
          </p:cNvPr>
          <p:cNvSpPr>
            <a:spLocks noGrp="1"/>
          </p:cNvSpPr>
          <p:nvPr/>
        </p:nvSpPr>
        <p:spPr>
          <a:xfrm>
            <a:off x="11132344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BFBDB144-BF5B-4090-9461-BAE00AB71BC1}"/>
              </a:ext>
            </a:extLst>
          </p:cNvPr>
          <p:cNvSpPr>
            <a:spLocks noGrp="1"/>
          </p:cNvSpPr>
          <p:nvPr/>
        </p:nvSpPr>
        <p:spPr>
          <a:xfrm>
            <a:off x="11489531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EAE9FBCE-7F0D-42C5-A0F9-B4CA57229B5E}"/>
              </a:ext>
            </a:extLst>
          </p:cNvPr>
          <p:cNvSpPr>
            <a:spLocks noGrp="1"/>
          </p:cNvSpPr>
          <p:nvPr/>
        </p:nvSpPr>
        <p:spPr>
          <a:xfrm>
            <a:off x="11846719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AD6ABA6C-D8F3-4CEC-BE53-ED3B6B64F023}"/>
              </a:ext>
            </a:extLst>
          </p:cNvPr>
          <p:cNvSpPr>
            <a:spLocks noGrp="1"/>
          </p:cNvSpPr>
          <p:nvPr/>
        </p:nvSpPr>
        <p:spPr>
          <a:xfrm>
            <a:off x="12203906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982B0C76-CCDB-408A-BB9E-195EFC513271}"/>
              </a:ext>
            </a:extLst>
          </p:cNvPr>
          <p:cNvSpPr>
            <a:spLocks noGrp="1"/>
          </p:cNvSpPr>
          <p:nvPr/>
        </p:nvSpPr>
        <p:spPr>
          <a:xfrm>
            <a:off x="12561094" y="5988844"/>
            <a:ext cx="357188" cy="440531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A6299C6F-55FA-40DF-AFB6-217A5BE5E15D}"/>
              </a:ext>
            </a:extLst>
          </p:cNvPr>
          <p:cNvSpPr>
            <a:spLocks noGrp="1"/>
          </p:cNvSpPr>
          <p:nvPr/>
        </p:nvSpPr>
        <p:spPr>
          <a:xfrm>
            <a:off x="1488281" y="5310188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86" name="object-86">
            <a:extLst>
              <a:ext uri="{FF2B5EF4-FFF2-40B4-BE49-F238E27FC236}">
                <a16:creationId xmlns:a16="http://schemas.microsoft.com/office/drawing/2014/main" id="{9E561CDD-84F6-4B18-8D7F-586BB70AF0C6}"/>
              </a:ext>
            </a:extLst>
          </p:cNvPr>
          <p:cNvSpPr>
            <a:spLocks noGrp="1"/>
          </p:cNvSpPr>
          <p:nvPr/>
        </p:nvSpPr>
        <p:spPr>
          <a:xfrm>
            <a:off x="1488281" y="5988844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87" name="object-87">
            <a:extLst>
              <a:ext uri="{FF2B5EF4-FFF2-40B4-BE49-F238E27FC236}">
                <a16:creationId xmlns:a16="http://schemas.microsoft.com/office/drawing/2014/main" id="{701B955C-980A-4BC4-8F55-AA355CA85606}"/>
              </a:ext>
            </a:extLst>
          </p:cNvPr>
          <p:cNvSpPr>
            <a:spLocks noGrp="1"/>
          </p:cNvSpPr>
          <p:nvPr/>
        </p:nvSpPr>
        <p:spPr>
          <a:xfrm>
            <a:off x="4345781" y="5310188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88" name="object-88">
            <a:extLst>
              <a:ext uri="{FF2B5EF4-FFF2-40B4-BE49-F238E27FC236}">
                <a16:creationId xmlns:a16="http://schemas.microsoft.com/office/drawing/2014/main" id="{4422AB9C-AA00-430B-964B-CCFB54A55A0B}"/>
              </a:ext>
            </a:extLst>
          </p:cNvPr>
          <p:cNvSpPr>
            <a:spLocks noGrp="1"/>
          </p:cNvSpPr>
          <p:nvPr/>
        </p:nvSpPr>
        <p:spPr>
          <a:xfrm>
            <a:off x="4345781" y="5988844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89" name="object-89">
            <a:extLst>
              <a:ext uri="{FF2B5EF4-FFF2-40B4-BE49-F238E27FC236}">
                <a16:creationId xmlns:a16="http://schemas.microsoft.com/office/drawing/2014/main" id="{D4B29E04-7878-4269-834E-215E7D301F5B}"/>
              </a:ext>
            </a:extLst>
          </p:cNvPr>
          <p:cNvSpPr>
            <a:spLocks noGrp="1"/>
          </p:cNvSpPr>
          <p:nvPr/>
        </p:nvSpPr>
        <p:spPr>
          <a:xfrm>
            <a:off x="7203281" y="5310188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90" name="object-90">
            <a:extLst>
              <a:ext uri="{FF2B5EF4-FFF2-40B4-BE49-F238E27FC236}">
                <a16:creationId xmlns:a16="http://schemas.microsoft.com/office/drawing/2014/main" id="{02713A2E-0BD6-4E70-990A-A82B37D1C8CD}"/>
              </a:ext>
            </a:extLst>
          </p:cNvPr>
          <p:cNvSpPr>
            <a:spLocks noGrp="1"/>
          </p:cNvSpPr>
          <p:nvPr/>
        </p:nvSpPr>
        <p:spPr>
          <a:xfrm>
            <a:off x="7203281" y="5988844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91" name="object-91">
            <a:extLst>
              <a:ext uri="{FF2B5EF4-FFF2-40B4-BE49-F238E27FC236}">
                <a16:creationId xmlns:a16="http://schemas.microsoft.com/office/drawing/2014/main" id="{EFA82B38-7164-4452-BCF4-F4DFE4C7CC45}"/>
              </a:ext>
            </a:extLst>
          </p:cNvPr>
          <p:cNvSpPr>
            <a:spLocks noGrp="1"/>
          </p:cNvSpPr>
          <p:nvPr/>
        </p:nvSpPr>
        <p:spPr>
          <a:xfrm>
            <a:off x="10060781" y="5310188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92" name="object-92">
            <a:extLst>
              <a:ext uri="{FF2B5EF4-FFF2-40B4-BE49-F238E27FC236}">
                <a16:creationId xmlns:a16="http://schemas.microsoft.com/office/drawing/2014/main" id="{9415E315-8E2F-4EDA-8570-B15C65D4A14A}"/>
              </a:ext>
            </a:extLst>
          </p:cNvPr>
          <p:cNvSpPr>
            <a:spLocks noGrp="1"/>
          </p:cNvSpPr>
          <p:nvPr/>
        </p:nvSpPr>
        <p:spPr>
          <a:xfrm>
            <a:off x="10060781" y="5988844"/>
            <a:ext cx="2857500" cy="440531"/>
          </a:xfrm>
          <a:prstGeom prst="rect">
            <a:avLst/>
          </a:prstGeom>
          <a:noFill/>
          <a:ln w="29766">
            <a:solidFill>
              <a:srgbClr val="172B4D"/>
            </a:solidFill>
          </a:ln>
        </p:spPr>
      </p:sp>
      <p:sp>
        <p:nvSpPr>
          <p:cNvPr id="93" name="object-93">
            <a:extLst>
              <a:ext uri="{FF2B5EF4-FFF2-40B4-BE49-F238E27FC236}">
                <a16:creationId xmlns:a16="http://schemas.microsoft.com/office/drawing/2014/main" id="{1C587516-680B-4755-B94D-A6EB4932EE61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30 + 5 = 35; the denominator stays 8.</a:t>
            </a:r>
          </a:p>
        </p:txBody>
      </p:sp>
      <p:sp>
        <p:nvSpPr>
          <p:cNvPr id="94" name="object-94">
            <a:extLst>
              <a:ext uri="{FF2B5EF4-FFF2-40B4-BE49-F238E27FC236}">
                <a16:creationId xmlns:a16="http://schemas.microsoft.com/office/drawing/2014/main" id="{28E6CD3D-99E9-42CB-84CD-1B46D42652FB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4 3/8</a:t>
            </a:r>
          </a:p>
        </p:txBody>
      </p:sp>
    </p:spTree>
    <p:extLst>
      <p:ext uri="{BB962C8B-B14F-4D97-AF65-F5344CB8AC3E}">
        <p14:creationId xmlns:p14="http://schemas.microsoft.com/office/powerpoint/2010/main" val="98104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20" grpId="0"/>
      <p:bldP spid="93" grpId="0"/>
      <p:bldP spid="9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4CBE7240-692A-4E67-B132-F5FE844EAAD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69DA37D-6BAA-4775-BA40-69035E7CB1EC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61BA089-6C6B-4004-9C7B-D8B37F27AD1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9F9B422-B2C5-47A8-A780-018EDF7CF8EC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06B9C3D-127D-4CA7-9365-8554A33C3B1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fraction calculation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BE08DF9-A068-4091-B474-B492299C779D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4EE9812-DB2D-4FFA-A08D-C63386B3C4DB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E361CB2F-408F-416E-831D-C230C5F73C8E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3/4 + 5/8.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674E1CA-0B0F-4B93-BC4F-8ECD1BA50563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265ECF1A-3258-4CC1-A128-AC3B7E095B04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2 1/3 - 5/6.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EF454C8-7EBF-4B2B-AE5A-D932BDA072B7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0E3C3E5-FA14-4864-B72B-FE8C38B51FA1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7/12 of 360.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AB62CFA-B8E3-4822-B50D-950AC97167F8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CB569178-9AE9-472C-8B25-1AF938009C8F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Calculate 3/4 + 5/8.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BAB8AC6C-E296-426C-B526-B15630C7DA98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CBEEFA30-653D-457F-90EE-B8824D68DBA3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Calculate 2 1/3 - 5/6.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F6213C6E-FF83-4C7E-A915-6A57CC09D50C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40BEFE5B-F67F-40A1-BB12-14721B5196DB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Find 7/12 of 360.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5FC09D4A-59A9-4CB3-A334-FD5BE7425303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4B94AF48-039B-417C-8F3E-E855A2CDEDD9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Create two different fractions greater than 1 whose sum is 3.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B3B0AFFC-CA8F-448B-A9C9-78898D04770C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4400E3E2-B874-44D6-B7E1-22C61BD3CC08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adds both numerators and denominators when adding unlike fractions.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1EC1A315-B292-4C50-A52E-29968FA7916D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C2940852-1072-4B75-B21C-E362B34AF2C6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9C34A6F1-84AF-43CF-84A8-5993A361BC4D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7C7011AA-33F5-4009-8465-04E507D2CB6A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Find 7/12 of 360.</a:t>
            </a:r>
          </a:p>
        </p:txBody>
      </p:sp>
    </p:spTree>
    <p:extLst>
      <p:ext uri="{BB962C8B-B14F-4D97-AF65-F5344CB8AC3E}">
        <p14:creationId xmlns:p14="http://schemas.microsoft.com/office/powerpoint/2010/main" val="1637549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E01A82BF-1DA7-4AE0-B61D-99FF7BE8D55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48DA0ED-201B-430B-A1E1-CA7ED38CA0B8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70EADE8-1DD0-4DA9-BF55-00DD6558F33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F1DB109-5375-4D69-BC70-ABE7FB5A609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Revisit fraction calculation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994BDAB-8644-474F-A584-8117541B818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2A7B7E2-FA03-4F11-AAD9-C148EB608DD7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06B0B17-445D-4AB3-A24B-FF1B36B25C06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11/8 or 1 3/8.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F6DF919-080F-4AAF-B197-8775A06EF686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8EAF74A-FCF9-4CE6-8DF8-B187CA8E0538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 1/2.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97D45A6-6941-496D-BA9F-90F7EEFA9EC5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2DC9C7D-861D-4D00-AD42-83AD5BBBDCCE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210.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2376A888-2C9B-44E9-BAF4-BE0E8BFF9957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1C16D5E-049F-4A49-A5C5-7F9E0C98E01C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11/8 or 1 3/8.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03C26EC5-73DC-424E-BD3C-0AB6F48BFE1D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9E119BE5-79C8-47D8-B6B9-9EDE91F34292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 1/2.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75F786FE-897D-41FB-939D-8EAF23F6DE00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8FF15C6C-91F6-4D76-83FB-E4360F60A485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210.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B482DB75-81AE-44B2-960D-328117A394A0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D5D1663B-3CCB-49A1-BC76-F1E863084EFB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vary, for example 3/2 + 3/2 = 3.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79B8225D-02C9-4B1F-A6AB-14EC46C9EB24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8C886B01-48BE-4115-8ED2-7F9975CD5923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Find equivalent fractions with a common denominator, then add the numerators.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6D7F6623-6216-4926-ACE1-5EB76569D5AD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35E1E931-B877-4810-9FA7-158CEB60EDEC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C01B302C-F576-4CA1-B64F-B57BB889D07F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6F52BB63-5287-4327-B86C-B76C5421AA3E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9942250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1224</Words>
  <Application>Microsoft Office PowerPoint</Application>
  <DocSecurity>0</DocSecurity>
  <PresentationFormat>Custom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2026-09-14T13:19:11Z</dcterms:created>
  <dcterms:modified xsi:type="dcterms:W3CDTF">2026-09-14T13:21:22Z</dcterms:modified>
</cp:coreProperties>
</file>