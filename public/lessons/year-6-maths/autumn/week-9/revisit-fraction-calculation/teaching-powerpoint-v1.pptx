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c3113e69a14275" /><Relationship Type="http://schemas.openxmlformats.org/officeDocument/2006/relationships/extended-properties" Target="/docProps/app.xml" Id="R6d9e394f91f34f62" /><Relationship Type="http://schemas.openxmlformats.org/officeDocument/2006/relationships/officeDocument" Target="/ppt/presentation.xml" Id="R883e372a6f0b48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b3d2e07ff04830"/>
  </p:sldMasterIdLst>
  <p:notesMasterIdLst>
    <p:notesMasterId xmlns:r="http://schemas.openxmlformats.org/officeDocument/2006/relationships" r:id="R93e0456a7abd4c0b"/>
  </p:notesMasterIdLst>
  <p:sldIdLst>
    <p:sldId xmlns:r="http://schemas.openxmlformats.org/officeDocument/2006/relationships" id="256" r:id="R8adb55ed252b4a19"/>
    <p:sldId xmlns:r="http://schemas.openxmlformats.org/officeDocument/2006/relationships" id="257" r:id="R24d80ecaec844da4"/>
    <p:sldId xmlns:r="http://schemas.openxmlformats.org/officeDocument/2006/relationships" id="258" r:id="Rb559844d3aa246b7"/>
    <p:sldId xmlns:r="http://schemas.openxmlformats.org/officeDocument/2006/relationships" id="259" r:id="R8caba87048404e82"/>
    <p:sldId xmlns:r="http://schemas.openxmlformats.org/officeDocument/2006/relationships" id="260" r:id="Rbb2551d68fcf4e5c"/>
    <p:sldId xmlns:r="http://schemas.openxmlformats.org/officeDocument/2006/relationships" id="261" r:id="Rc7668807715d43ce"/>
    <p:sldId xmlns:r="http://schemas.openxmlformats.org/officeDocument/2006/relationships" id="262" r:id="R819517b3af6d4b6b"/>
    <p:sldId xmlns:r="http://schemas.openxmlformats.org/officeDocument/2006/relationships" id="263" r:id="R1b6e35d1fea747ba"/>
    <p:sldId xmlns:r="http://schemas.openxmlformats.org/officeDocument/2006/relationships" id="264" r:id="Rcecbbaf00c7941d3"/>
    <p:sldId xmlns:r="http://schemas.openxmlformats.org/officeDocument/2006/relationships" id="265" r:id="R9d9bf76300674846"/>
    <p:sldId xmlns:r="http://schemas.openxmlformats.org/officeDocument/2006/relationships" id="266" r:id="Readf7c72a80848a3"/>
    <p:sldId xmlns:r="http://schemas.openxmlformats.org/officeDocument/2006/relationships" id="267" r:id="Rb972cebcbc574c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8c643c42894c81" /><Relationship Type="http://schemas.openxmlformats.org/officeDocument/2006/relationships/slideMaster" Target="/ppt/slideMasters/slideMaster1.xml" Id="R21b3d2e07ff04830" /><Relationship Type="http://schemas.openxmlformats.org/officeDocument/2006/relationships/notesMaster" Target="/ppt/notesMasters/notesMaster1.xml" Id="R93e0456a7abd4c0b" /><Relationship Type="http://schemas.openxmlformats.org/officeDocument/2006/relationships/presProps" Target="/ppt/presProps.xml" Id="R73818bc395224c73" /><Relationship Type="http://schemas.openxmlformats.org/officeDocument/2006/relationships/tableStyles" Target="/ppt/tableStyles.xml" Id="R1deee78dc5d543d1" /><Relationship Type="http://schemas.openxmlformats.org/officeDocument/2006/relationships/slide" Target="/ppt/slides/slide1.xml" Id="R8adb55ed252b4a19" /><Relationship Type="http://schemas.openxmlformats.org/officeDocument/2006/relationships/slide" Target="/ppt/slides/slide2.xml" Id="R24d80ecaec844da4" /><Relationship Type="http://schemas.openxmlformats.org/officeDocument/2006/relationships/slide" Target="/ppt/slides/slide3.xml" Id="Rb559844d3aa246b7" /><Relationship Type="http://schemas.openxmlformats.org/officeDocument/2006/relationships/slide" Target="/ppt/slides/slide4.xml" Id="R8caba87048404e82" /><Relationship Type="http://schemas.openxmlformats.org/officeDocument/2006/relationships/slide" Target="/ppt/slides/slide5.xml" Id="Rbb2551d68fcf4e5c" /><Relationship Type="http://schemas.openxmlformats.org/officeDocument/2006/relationships/slide" Target="/ppt/slides/slide6.xml" Id="Rc7668807715d43ce" /><Relationship Type="http://schemas.openxmlformats.org/officeDocument/2006/relationships/slide" Target="/ppt/slides/slide7.xml" Id="R819517b3af6d4b6b" /><Relationship Type="http://schemas.openxmlformats.org/officeDocument/2006/relationships/slide" Target="/ppt/slides/slide8.xml" Id="R1b6e35d1fea747ba" /><Relationship Type="http://schemas.openxmlformats.org/officeDocument/2006/relationships/slide" Target="/ppt/slides/slide9.xml" Id="Rcecbbaf00c7941d3" /><Relationship Type="http://schemas.openxmlformats.org/officeDocument/2006/relationships/slide" Target="/ppt/slides/slide10.xml" Id="R9d9bf76300674846" /><Relationship Type="http://schemas.openxmlformats.org/officeDocument/2006/relationships/slide" Target="/ppt/slides/slide11.xml" Id="Readf7c72a80848a3" /><Relationship Type="http://schemas.openxmlformats.org/officeDocument/2006/relationships/slide" Target="/ppt/slides/slide12.xml" Id="Rb972cebcbc574c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2cba084ce546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237b3afd1e4637" /><Relationship Type="http://schemas.openxmlformats.org/officeDocument/2006/relationships/notesMaster" Target="/ppt/notesMasters/notesMaster1.xml" Id="R7bdc3bc3c90e4e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3c56ab62504c94" /><Relationship Type="http://schemas.openxmlformats.org/officeDocument/2006/relationships/notesMaster" Target="/ppt/notesMasters/notesMaster1.xml" Id="R6e8f321e088c45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2f78457eb640e3" /><Relationship Type="http://schemas.openxmlformats.org/officeDocument/2006/relationships/notesMaster" Target="/ppt/notesMasters/notesMaster1.xml" Id="R4011e5ab7d134de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d06ba85dea444e" /><Relationship Type="http://schemas.openxmlformats.org/officeDocument/2006/relationships/notesMaster" Target="/ppt/notesMasters/notesMaster1.xml" Id="Ra04494e243b24b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9a96ae6cbe47bf" /><Relationship Type="http://schemas.openxmlformats.org/officeDocument/2006/relationships/notesMaster" Target="/ppt/notesMasters/notesMaster1.xml" Id="Re2cbb079dbed4c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7e928452ac0403d" /><Relationship Type="http://schemas.openxmlformats.org/officeDocument/2006/relationships/notesMaster" Target="/ppt/notesMasters/notesMaster1.xml" Id="Rabdf894ae3d946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4d07ba521a4579" /><Relationship Type="http://schemas.openxmlformats.org/officeDocument/2006/relationships/notesMaster" Target="/ppt/notesMasters/notesMaster1.xml" Id="Ra6f53e8d339248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d4654cedd04921" /><Relationship Type="http://schemas.openxmlformats.org/officeDocument/2006/relationships/notesMaster" Target="/ppt/notesMasters/notesMaster1.xml" Id="R81fbf3e1d09f4f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3dda33d6c94e6d" /><Relationship Type="http://schemas.openxmlformats.org/officeDocument/2006/relationships/notesMaster" Target="/ppt/notesMasters/notesMaster1.xml" Id="R1f3a14d74c954f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e467bc625a4eca" /><Relationship Type="http://schemas.openxmlformats.org/officeDocument/2006/relationships/notesMaster" Target="/ppt/notesMasters/notesMaster1.xml" Id="Rbee86f1d06a743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57125cf32e409a" /><Relationship Type="http://schemas.openxmlformats.org/officeDocument/2006/relationships/notesMaster" Target="/ppt/notesMasters/notesMaster1.xml" Id="Rff18820ad3fb466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7fe4cb6aa14398" /><Relationship Type="http://schemas.openxmlformats.org/officeDocument/2006/relationships/notesMaster" Target="/ppt/notesMasters/notesMaster1.xml" Id="R2e5b162f38e84d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 1/2. | Identify the number type and choose an efficient method. |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11/8 or 1 3/8.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 1/2.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Find equivalent fractions with a common denominator, then add the numerators.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 1/2..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210..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3/2 + 3/2 = 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210. | Find equivalent fractions with a common denominator, then add the numerators.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5b33e0e6b447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27fdc0f5d44602" /><Relationship Type="http://schemas.openxmlformats.org/officeDocument/2006/relationships/slideLayout" Target="/ppt/slideLayouts/slideLayout1.xml" Id="R37bcbcc53e1445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bcbcc53e1445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e8f59f9d94719" /><Relationship Type="http://schemas.openxmlformats.org/officeDocument/2006/relationships/notesSlide" Target="/ppt/notesSlides/notesSlide1.xml" Id="Ra35d2979db8f42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fa8a308a304794" /><Relationship Type="http://schemas.openxmlformats.org/officeDocument/2006/relationships/notesSlide" Target="/ppt/notesSlides/notesSlide2.xml" Id="Rf55ce2b5251f47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c67574e344599" /><Relationship Type="http://schemas.openxmlformats.org/officeDocument/2006/relationships/notesSlide" Target="/ppt/notesSlides/notesSlide3.xml" Id="Ra071c90cc0f842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bb151288a4ba0" /><Relationship Type="http://schemas.openxmlformats.org/officeDocument/2006/relationships/notesSlide" Target="/ppt/notesSlides/notesSlide4.xml" Id="Rad8d171bee7948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227b5c2bb49a7" /><Relationship Type="http://schemas.openxmlformats.org/officeDocument/2006/relationships/notesSlide" Target="/ppt/notesSlides/notesSlide5.xml" Id="Reb95f8b621cc4b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62d0c32544131" /><Relationship Type="http://schemas.openxmlformats.org/officeDocument/2006/relationships/notesSlide" Target="/ppt/notesSlides/notesSlide6.xml" Id="Rdd1126e114d74a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88eb5fdb2442f" /><Relationship Type="http://schemas.openxmlformats.org/officeDocument/2006/relationships/image" Target="/ppt/media/image.png" Id="R525d90eb98e6449b" /><Relationship Type="http://schemas.openxmlformats.org/officeDocument/2006/relationships/notesSlide" Target="/ppt/notesSlides/notesSlide7.xml" Id="R218705c40a2344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b07829fa04250" /><Relationship Type="http://schemas.openxmlformats.org/officeDocument/2006/relationships/notesSlide" Target="/ppt/notesSlides/notesSlide8.xml" Id="Rd51281653a8442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36c3156274236" /><Relationship Type="http://schemas.openxmlformats.org/officeDocument/2006/relationships/notesSlide" Target="/ppt/notesSlides/notesSlide9.xml" Id="R5f2e0bfc0c1647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1f61804db41d8" /><Relationship Type="http://schemas.openxmlformats.org/officeDocument/2006/relationships/notesSlide" Target="/ppt/notesSlides/notesSlide10.xml" Id="Radd6ceb5dcf544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aed36473d4cc4" /><Relationship Type="http://schemas.openxmlformats.org/officeDocument/2006/relationships/notesSlide" Target="/ppt/notesSlides/notesSlide11.xml" Id="Rb47d2b1e1f964a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87200d5f5468f" /><Relationship Type="http://schemas.openxmlformats.org/officeDocument/2006/relationships/notesSlide" Target="/ppt/notesSlides/notesSlide12.xml" Id="R85914a170fca42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4E406-DEA6-4462-9A6E-7118E000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1C7C3-0F13-4D2F-8968-C12CBA44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26DC0-7A4A-4079-A3E9-49D264E3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D50FA-AF9F-4518-AF81-BA8CB733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7BEA7E-475F-4DF2-B2B1-856A550D2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C0B6AF-B255-43D2-ADFD-CFC11E61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70A3D-327E-4093-B9C3-2E6DB9C2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19137-815E-4197-9E08-916296C7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92D71-7135-4231-9675-9861BECB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9158C-5ED1-4796-AEBA-C6953F2C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49A9E-17BA-490D-B8C5-967596D3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706436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83012-C4DA-4344-A4C1-C879AB43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4981F-8B45-4FA9-9279-0B773FA5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73834-4029-4722-A78E-75846FDD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C90EC-EE5A-4D8D-8758-4CFE0C71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FD30D-1525-4748-A5D9-B9112323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5203C-6CEE-4651-B1B5-E24ADDF2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AE9E5-D94F-467E-A374-826AF048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36EF0-EA99-4A2A-BC1B-E764F9AB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F1920-62E7-48E2-A1A9-8CEA91BA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BE910-651E-4874-8D33-453FF2D7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558E8-D516-4C13-8EEE-C0EE872E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BFE855-58C4-442C-B844-A562F1D3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F09FB-0CB3-4E6F-A209-46A853DB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15D51F-888C-4D30-BE62-0C662FBA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9DFB9-11B1-4900-8CDE-EBC480EA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8F2406-3D67-4A02-B569-87562367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783E4B-D8AE-4B25-8B8C-FB5E5932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3862E-B2D3-4D1E-BD08-06AC1DD8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E7C10-17CC-49DB-A4AB-AEEE9BC1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DC2B5F-71F8-49D7-851B-6673A5C3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475A26-D5BE-4502-9610-F1FA296A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+ 5/8.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B2B356-8397-41AB-9B76-2FCFB631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009138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7A76E-AECB-4C73-8204-8ED4D2BA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FBC1CA-7821-4737-AB91-FC4A1109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A16703-F6A7-4095-9B98-7B8DBAA1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0E44D7-5C89-4DDD-B4EE-8BBD013A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A390FB-AC90-4276-8EBB-09E0B171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A8DA-151D-41B3-AF66-31816430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A797F-3618-4049-B940-767017E9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8CC54-EA75-4DD2-9210-5C64354E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DBB172-5BD8-4070-80E2-738754EE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D7746-92CE-4EB3-9CC7-87E9B3A1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equivalent fractions in addition and subtraction.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03913-B638-43E3-9F8A-41DE21BC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9DD76-725B-495E-BBD9-F608E5A3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1E661-4BA1-4EE6-9913-8039CB4F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5752B-EBC5-4327-958C-599F541F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FC6DF-CCEE-4843-AA00-AC241C0C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940489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2D2B3-A8CB-4399-BFBD-7209AD90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A53B4-43C2-4CCA-90E8-9D918298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A24DE-FC52-43F2-A863-D2F3C71E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1B4C4-FD7F-4BD8-896F-7BC75C59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B94E4-51AD-465A-894B-26D2EFE2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34FD3-15DD-4EF9-AC57-0BE3E0EC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81B26-3E8F-4A1B-A498-D82E726D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9EE73-A584-4236-9BAC-F6F5CAF7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A965A-FAA8-45B4-B609-728FC764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6EC3E-AC47-499F-93C0-BE315BA3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4E9FAE-D392-4EC9-9654-11E40EDD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D66A7-6475-48D8-A7A0-5F0B8293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D84AE-A1BF-485F-8F99-0D560AF3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3/4 + 5/8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16DC5-426B-4123-90F1-9E149DA2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B3618-562A-4064-A5F8-32ACA6A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A0C30-3BCE-4FB4-84AA-1F9C519F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3/4 = 6/8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07C14E-5AE4-4FAB-8FB2-9462774A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93067-5961-41B6-87FE-FC4A6185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BCFC4-AB1F-4553-B98C-AD0EED14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6/8 + 5/8 = 11/8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5EAD9-B273-48CB-9691-B93FF182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0A3C39-A7BA-417F-A342-8AC7E5F2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B11EF-2601-4786-AC8B-5B147B67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11/8 = 1 3/8</a:t>
            </a:r>
          </a:p>
        </p:txBody>
      </p:sp>
    </p:spTree>
    <p:extLst>
      <p:ext uri="{BB962C8B-B14F-4D97-AF65-F5344CB8AC3E}">
        <p14:creationId xmlns:p14="http://schemas.microsoft.com/office/powerpoint/2010/main" val="13955726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0BF168-0E35-4D0C-B72B-B67BDD71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01ACB-A234-4E8D-BB99-26673DFE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414E9-42CF-4805-A39C-37D99987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E69162-6937-4B25-AAD5-AE7BBA8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E5B9B-FE9C-4858-B5B3-6DD717C8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900343-05F0-4F1E-A1D0-204A3317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4DA90-5886-4CD8-90DC-63E44EAA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D12D0-382C-4D53-8879-AC7041C0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E02C2-2334-40C2-BD0A-8EF2EA4E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358E3A-2385-406D-B529-91143670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280706-E9A6-407D-95F0-BEF0F9EC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11/8 or 1 3/8.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2587A6-A90A-4623-A4CD-5250B8D6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89DD5-D7CA-4273-A59D-38E8C108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63ABC-BBB4-414D-8AFA-A79DF607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92497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7E040-0EC8-4459-9D1D-5F050574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9EE71-89CB-434B-99ED-E02F02D6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182D6F-9F1B-44DA-A46B-8C7156E2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DA7F4-90C9-4690-BCEB-DAC430C2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DA65F-8EE5-46FE-B06A-35565D91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74ED1-DA03-46FF-9638-674C718D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DD809-5466-45E8-8A7F-DB8F2A48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7C672-0D46-4E41-B726-323978D5E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97010-44FE-431E-AA77-FC53004E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46E54-DA53-40F1-A4B7-5F277D2B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89FCC-5179-42D3-B44F-FD252315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DE962A-FDC1-4B5B-B497-FABF9637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946D0E-09B7-45CF-9A7B-A74797A1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2FE1B-D5ED-4DEC-91AA-9A2ADF45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303963-57ED-4C60-BD1D-F5C4D6A2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1/2.</a:t>
            </a:r>
          </a:p>
        </p:txBody>
      </p:sp>
    </p:spTree>
    <p:extLst>
      <p:ext uri="{BB962C8B-B14F-4D97-AF65-F5344CB8AC3E}">
        <p14:creationId xmlns:p14="http://schemas.microsoft.com/office/powerpoint/2010/main" val="11697849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EE803-D17D-42F3-A971-777B78E7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4F7001-F5FB-45D6-A1FE-4297B272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4F58-9B6E-4F38-BE66-72DB4AE0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50234-877C-47A2-AF87-9E9956E5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8761D-0009-4DB4-BD6C-59E560B5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2478D-8BBB-4F59-9094-A8AB5D22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46B6C-7068-4830-8429-CEE07B1B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56367-5EE5-474F-88FA-A41FA768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4CBF6-AC6D-4E4C-BAA6-E2DC0ECA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d90eb98e6449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2FB2D6-A63C-41D6-8A63-29B7EAC7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C253A-5DDF-43DB-9B97-25E2ACD2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both numerators and denominators when adding unlike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732F98-9BDD-4496-9791-E75EADA0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4C8564-B4B9-456B-8B52-907699FA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F052DE-C8E0-4A53-9B56-858569C3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Find equivalent fractions with a common denominator, then add the numerators.</a:t>
            </a:r>
          </a:p>
        </p:txBody>
      </p:sp>
    </p:spTree>
    <p:extLst>
      <p:ext uri="{BB962C8B-B14F-4D97-AF65-F5344CB8AC3E}">
        <p14:creationId xmlns:p14="http://schemas.microsoft.com/office/powerpoint/2010/main" val="5104176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C223E-2C24-4EDC-AA05-F357556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7EACC-7207-4DD5-85C7-77AAE9C6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9D56DA-9622-4A4A-9627-EE858FA4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A5A85-343F-4634-8D15-09741FD0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01B79-8EC5-4C17-B91A-E598A5B4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31663-E78B-4B9A-B246-BA383E8E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18389-6233-49DD-A5BE-E99AB66F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4F543-6590-4C3B-A1B2-66647F76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7C634-26BD-44BC-A2BB-EA18FE72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37F426-E7AB-4D33-9AFA-B1FF2F8B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BC21E-B7B6-428F-9F37-7B6087D9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289B8-1952-4FA3-8DA9-C35E891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74FFF-D8E9-45A7-9B12-81F1CC4B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1/3 - 5/6.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4EAA3-0287-4F45-A396-A1ECEB3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8002E-BD2B-4313-9705-5C1192CE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AFBCB5-D45B-4613-8617-A6BDB14E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BB53E6-D6B1-43C6-8CEC-724D8413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F8907-2592-48D4-88BC-79BA2559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96468-6240-445B-892A-ECEA2BD9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EC37C9-BFD7-44B0-A9E5-09358B54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68CCEA-21F4-4115-93C2-9BFE4848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1/2.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66CD7-F6A6-4F91-B6E9-01C9C143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580314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E411D-1BAA-4A8F-99B4-939F70E2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0061B-C621-43AF-92DB-87F60CF9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3D81C-9C8A-4703-BFAE-668180BA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3712D-9CC3-4252-8E62-0418DB3D0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C6476-39C0-4321-8515-D53B0848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9CB2AD-E19D-449D-A3B0-6E789D2B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A1326-643A-47F5-9A86-23DF7A69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4D566-7570-456D-9207-C285BFCC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50043-9DF4-4E49-877C-DC130925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55061-F603-4AF8-999B-133D3263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A3AA1D-831D-4697-B190-64E09EB4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F55E4-A3B8-4797-A8E9-E4C920B2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1E77F-22E4-43BE-B3C8-8EE15601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BEF1EE-5070-432A-95A9-E17D577D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AEFA3B-F474-4512-8CD1-977091B7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FD797-6157-4E58-8E4A-37847FEA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4EB3E-145A-4AF5-88A4-47F50523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D5F93-8ED8-42CC-9E59-3903F251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99DCAC-B0E0-4AD7-85CC-AB7E3730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9E9A7-EA18-4E4B-AD95-4609C9DD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646BF9-0C1E-4019-9752-A93F6470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500488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7B18A5-6BC5-4F7D-B534-52DB86F6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EC096B-AA74-47F2-ACF4-FE81A688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16E072-CE99-485F-907E-27FB9F94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9F6645-AC8B-49C2-B1CE-EC58B5F6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FBF3B-9B06-4521-933C-58E910F0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F2E38-3507-4A0D-9C16-F9CED503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4F055-0F15-4A93-B7E2-708FC253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1ED0D3-2B3E-4BBD-BB6F-5D5365FC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7A557-1C32-425E-A434-2A2D8C01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1672D-F66E-412A-A83C-1DEB56BC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fractions greater than 1 whose sum is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ADD12-B11D-4F6A-B69F-262EDE4CD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8B072-FD54-4D40-9E03-49C813F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88EDFE-AD69-472C-89AD-039C55F6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3/2 + 3/2 = 3.</a:t>
            </a:r>
          </a:p>
        </p:txBody>
      </p:sp>
    </p:spTree>
    <p:extLst>
      <p:ext uri="{BB962C8B-B14F-4D97-AF65-F5344CB8AC3E}">
        <p14:creationId xmlns:p14="http://schemas.microsoft.com/office/powerpoint/2010/main" val="18679333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E6F0F-13C6-4F29-879C-011D3723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87FE2-BDD8-4B12-BBFE-A14178BC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C436E-6917-403C-A321-E4E6D0E9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78E9A-7126-44A2-8EE5-6A24103F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B0DC9-2F31-4E81-ADC2-C42B5829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401BBD-5E0B-4487-B3C7-CFD350D5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AD4B1-9083-45CE-98EB-FCBA287A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BFCDE-498E-4424-9E20-4F899DC7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11D80-EA67-4A09-91AE-CFAEA16B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B40E7-0ABD-4B46-9094-27F6541B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294E5D-9100-477A-8C48-FFE01E0E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D9119-6B08-4DAC-B10A-4EBBE6D5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36B0C-7FD0-439A-ACC2-853BF216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582BC-F153-4384-A1F5-85C6F45C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0B53A7-A23B-442F-994D-E3290101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06300-658D-4569-B37C-1CE542F3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210.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9D81AB-59FB-47FC-9898-2D65598F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8C96C3-C56C-4792-9B68-4215FE93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806853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BD175A-CDEC-4EE6-9163-803CD23C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A3C9A-90DB-4862-8F34-BEF83DD9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721D5-F1CC-407A-B0AE-5C03F288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09399-A34D-408C-9F88-A1A3217C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86C106-01FD-45AD-8881-8842D6CC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587C1-63A2-46B3-891F-F0DFB7D9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EC12A7-BF7B-49EC-BD83-289B833B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4060C4-F43F-48B0-A768-D930106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3C57F-944D-46E2-9873-395CB32D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Revisit fraction calculation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CA0C8-E8C1-4944-BDDF-646B6DC7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CFF33-E89C-4A41-804F-78C58614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9D85A-A9BD-4734-9668-A9D7812A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667E0E-28FC-4CB2-BF8A-DB6DD5CC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7/12 of 360.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82ECC6-1508-4A10-B8A5-3D087118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8C368-961D-4FB2-9644-5D3F7027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ECC2C-F9C4-4086-87EF-C6302188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F85125-CC1A-4C34-B88F-33C82CF7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both numerators and denominators when adding unlike fractions.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BFD692-BD5B-45A3-8749-8987E2C5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1763D2-3F6A-4EB4-BE0F-6E2C92A8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7BEEAF-E1E0-4EA5-B6E3-330572EE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930C77-E85E-4645-AF97-306321E9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C23229-2B60-48FB-824A-F1FC2B9B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205754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2026-09-09T22:14:34.3390000Z</dcterms:created>
  <dcterms:modified xsi:type="dcterms:W3CDTF">2026-09-09T22:14:34.3390000Z</dcterms:modified>
</coreProperties>
</file>