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4d332c91742d1" /><Relationship Type="http://schemas.openxmlformats.org/officeDocument/2006/relationships/extended-properties" Target="/docProps/app.xml" Id="Rc3ce297f0e924b34" /><Relationship Type="http://schemas.openxmlformats.org/officeDocument/2006/relationships/officeDocument" Target="/ppt/presentation.xml" Id="R2ff6cb7a625648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bf0bf72e0d4215"/>
  </p:sldMasterIdLst>
  <p:notesMasterIdLst>
    <p:notesMasterId xmlns:r="http://schemas.openxmlformats.org/officeDocument/2006/relationships" r:id="Rae223a928d2847f5"/>
  </p:notesMasterIdLst>
  <p:sldIdLst>
    <p:sldId xmlns:r="http://schemas.openxmlformats.org/officeDocument/2006/relationships" id="256" r:id="R4b0f4377265b4c1c"/>
    <p:sldId xmlns:r="http://schemas.openxmlformats.org/officeDocument/2006/relationships" id="257" r:id="R9467079e534c4b60"/>
    <p:sldId xmlns:r="http://schemas.openxmlformats.org/officeDocument/2006/relationships" id="258" r:id="R110bbc814829414c"/>
    <p:sldId xmlns:r="http://schemas.openxmlformats.org/officeDocument/2006/relationships" id="259" r:id="Rce25a64fd7b54d27"/>
    <p:sldId xmlns:r="http://schemas.openxmlformats.org/officeDocument/2006/relationships" id="260" r:id="Rc2f80d29a6344dca"/>
    <p:sldId xmlns:r="http://schemas.openxmlformats.org/officeDocument/2006/relationships" id="261" r:id="Ra52ec868addc4658"/>
    <p:sldId xmlns:r="http://schemas.openxmlformats.org/officeDocument/2006/relationships" id="262" r:id="Re299bc810d914831"/>
    <p:sldId xmlns:r="http://schemas.openxmlformats.org/officeDocument/2006/relationships" id="263" r:id="Rbe028110bf6d4072"/>
    <p:sldId xmlns:r="http://schemas.openxmlformats.org/officeDocument/2006/relationships" id="264" r:id="R36b2d62fbb8e4fb5"/>
    <p:sldId xmlns:r="http://schemas.openxmlformats.org/officeDocument/2006/relationships" id="265" r:id="R60e9f7a90adb4d42"/>
    <p:sldId xmlns:r="http://schemas.openxmlformats.org/officeDocument/2006/relationships" id="266" r:id="R6b35c24490fb4a95"/>
    <p:sldId xmlns:r="http://schemas.openxmlformats.org/officeDocument/2006/relationships" id="267" r:id="R6b805379132040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97cfe8f2bb4ee3" /><Relationship Type="http://schemas.openxmlformats.org/officeDocument/2006/relationships/slideMaster" Target="/ppt/slideMasters/slideMaster1.xml" Id="Rebbf0bf72e0d4215" /><Relationship Type="http://schemas.openxmlformats.org/officeDocument/2006/relationships/notesMaster" Target="/ppt/notesMasters/notesMaster1.xml" Id="Rae223a928d2847f5" /><Relationship Type="http://schemas.openxmlformats.org/officeDocument/2006/relationships/presProps" Target="/ppt/presProps.xml" Id="Rad32c6e4e20141af" /><Relationship Type="http://schemas.openxmlformats.org/officeDocument/2006/relationships/tableStyles" Target="/ppt/tableStyles.xml" Id="R51fd6ba265b342e9" /><Relationship Type="http://schemas.openxmlformats.org/officeDocument/2006/relationships/slide" Target="/ppt/slides/slide1.xml" Id="R4b0f4377265b4c1c" /><Relationship Type="http://schemas.openxmlformats.org/officeDocument/2006/relationships/slide" Target="/ppt/slides/slide2.xml" Id="R9467079e534c4b60" /><Relationship Type="http://schemas.openxmlformats.org/officeDocument/2006/relationships/slide" Target="/ppt/slides/slide3.xml" Id="R110bbc814829414c" /><Relationship Type="http://schemas.openxmlformats.org/officeDocument/2006/relationships/slide" Target="/ppt/slides/slide4.xml" Id="Rce25a64fd7b54d27" /><Relationship Type="http://schemas.openxmlformats.org/officeDocument/2006/relationships/slide" Target="/ppt/slides/slide5.xml" Id="Rc2f80d29a6344dca" /><Relationship Type="http://schemas.openxmlformats.org/officeDocument/2006/relationships/slide" Target="/ppt/slides/slide6.xml" Id="Ra52ec868addc4658" /><Relationship Type="http://schemas.openxmlformats.org/officeDocument/2006/relationships/slide" Target="/ppt/slides/slide7.xml" Id="Re299bc810d914831" /><Relationship Type="http://schemas.openxmlformats.org/officeDocument/2006/relationships/slide" Target="/ppt/slides/slide8.xml" Id="Rbe028110bf6d4072" /><Relationship Type="http://schemas.openxmlformats.org/officeDocument/2006/relationships/slide" Target="/ppt/slides/slide9.xml" Id="R36b2d62fbb8e4fb5" /><Relationship Type="http://schemas.openxmlformats.org/officeDocument/2006/relationships/slide" Target="/ppt/slides/slide10.xml" Id="R60e9f7a90adb4d42" /><Relationship Type="http://schemas.openxmlformats.org/officeDocument/2006/relationships/slide" Target="/ppt/slides/slide11.xml" Id="R6b35c24490fb4a95" /><Relationship Type="http://schemas.openxmlformats.org/officeDocument/2006/relationships/slide" Target="/ppt/slides/slide12.xml" Id="R6b805379132040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5feb4042a04f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ed40f68c334ebe" /><Relationship Type="http://schemas.openxmlformats.org/officeDocument/2006/relationships/notesMaster" Target="/ppt/notesMasters/notesMaster1.xml" Id="R20eb38d1a33d4d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156aadcc764819" /><Relationship Type="http://schemas.openxmlformats.org/officeDocument/2006/relationships/notesMaster" Target="/ppt/notesMasters/notesMaster1.xml" Id="R01b0d8c4dac64d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066584d5474ac9" /><Relationship Type="http://schemas.openxmlformats.org/officeDocument/2006/relationships/notesMaster" Target="/ppt/notesMasters/notesMaster1.xml" Id="Ra30a39afaaa74b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fda2a6a72740b2" /><Relationship Type="http://schemas.openxmlformats.org/officeDocument/2006/relationships/notesMaster" Target="/ppt/notesMasters/notesMaster1.xml" Id="Ra107526470aa45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3960faf1e8493a" /><Relationship Type="http://schemas.openxmlformats.org/officeDocument/2006/relationships/notesMaster" Target="/ppt/notesMasters/notesMaster1.xml" Id="R9e38a51bb5a14a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6800eea4a84845" /><Relationship Type="http://schemas.openxmlformats.org/officeDocument/2006/relationships/notesMaster" Target="/ppt/notesMasters/notesMaster1.xml" Id="R08a61f3e58ca4c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6d417a58fc4411" /><Relationship Type="http://schemas.openxmlformats.org/officeDocument/2006/relationships/notesMaster" Target="/ppt/notesMasters/notesMaster1.xml" Id="R4589f0f095eb45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6dae8db8424199" /><Relationship Type="http://schemas.openxmlformats.org/officeDocument/2006/relationships/notesMaster" Target="/ppt/notesMasters/notesMaster1.xml" Id="R1ff4c6495a6f47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1f41273f7a46b3" /><Relationship Type="http://schemas.openxmlformats.org/officeDocument/2006/relationships/notesMaster" Target="/ppt/notesMasters/notesMaster1.xml" Id="R8b1b1106b06d4f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bf6f7848d844b6" /><Relationship Type="http://schemas.openxmlformats.org/officeDocument/2006/relationships/notesMaster" Target="/ppt/notesMasters/notesMaster1.xml" Id="Reb3fc144b9284f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1dafa8e9d14dda" /><Relationship Type="http://schemas.openxmlformats.org/officeDocument/2006/relationships/notesMaster" Target="/ppt/notesMasters/notesMaster1.xml" Id="R8b42df1e551746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65c948e2e74ee6" /><Relationship Type="http://schemas.openxmlformats.org/officeDocument/2006/relationships/notesMaster" Target="/ppt/notesMasters/notesMaster1.xml" Id="Re8e38c55e48442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1/2. | Identify the number type and choose an efficient method. |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11/8 or 1 3/8.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1/2.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1/2..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210..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3/2 + 3/2 =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210. | Find equivalent fractions with a common denominator, then add the numerators.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544c1b0ff42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26ffa1f8bb4e42" /><Relationship Type="http://schemas.openxmlformats.org/officeDocument/2006/relationships/slideLayout" Target="/ppt/slideLayouts/slideLayout1.xml" Id="R267de837603a42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7de837603a42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f5d5975ad4804" /><Relationship Type="http://schemas.openxmlformats.org/officeDocument/2006/relationships/notesSlide" Target="/ppt/notesSlides/notesSlide1.xml" Id="R9d5cad1006d448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7e44139d848e3" /><Relationship Type="http://schemas.openxmlformats.org/officeDocument/2006/relationships/notesSlide" Target="/ppt/notesSlides/notesSlide2.xml" Id="Rcabcfbffc6ed47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4612b961545cd" /><Relationship Type="http://schemas.openxmlformats.org/officeDocument/2006/relationships/notesSlide" Target="/ppt/notesSlides/notesSlide3.xml" Id="R71530d2fcbde40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93f73a7d3497a" /><Relationship Type="http://schemas.openxmlformats.org/officeDocument/2006/relationships/notesSlide" Target="/ppt/notesSlides/notesSlide4.xml" Id="Ra749ec6e13bd41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3d7433f4a4f6c" /><Relationship Type="http://schemas.openxmlformats.org/officeDocument/2006/relationships/notesSlide" Target="/ppt/notesSlides/notesSlide5.xml" Id="R9bbc40de43994e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5931b197746ad" /><Relationship Type="http://schemas.openxmlformats.org/officeDocument/2006/relationships/notesSlide" Target="/ppt/notesSlides/notesSlide6.xml" Id="R00e4dda8584142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6d074ef0f4964" /><Relationship Type="http://schemas.openxmlformats.org/officeDocument/2006/relationships/image" Target="/ppt/media/image.png" Id="Re698e75c9c044fbe" /><Relationship Type="http://schemas.openxmlformats.org/officeDocument/2006/relationships/notesSlide" Target="/ppt/notesSlides/notesSlide7.xml" Id="R42d762acffd54d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c79aaf3c740e8" /><Relationship Type="http://schemas.openxmlformats.org/officeDocument/2006/relationships/notesSlide" Target="/ppt/notesSlides/notesSlide8.xml" Id="R3c4af7589f8145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a74926bee4cdb" /><Relationship Type="http://schemas.openxmlformats.org/officeDocument/2006/relationships/notesSlide" Target="/ppt/notesSlides/notesSlide9.xml" Id="R888e1bf5e40243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d4391b4c04bf9" /><Relationship Type="http://schemas.openxmlformats.org/officeDocument/2006/relationships/notesSlide" Target="/ppt/notesSlides/notesSlide10.xml" Id="Re7d24909951049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6b2ba0a144f7c" /><Relationship Type="http://schemas.openxmlformats.org/officeDocument/2006/relationships/notesSlide" Target="/ppt/notesSlides/notesSlide11.xml" Id="R9f946b06e54c4d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88be0f56f4f20" /><Relationship Type="http://schemas.openxmlformats.org/officeDocument/2006/relationships/notesSlide" Target="/ppt/notesSlides/notesSlide12.xml" Id="R1d6f9fa48c1d42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5BDA21-27EE-4E3B-A7FB-633C96D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9C74E-E79D-4C3C-AA7A-0A3C1C92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398BF-4C2E-457A-9A33-6D829FA1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48310-AF63-473F-9C3B-BE4A88A9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6BB13-4E98-4483-A86E-263BBC07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0DC8E-D4D3-4D87-AA79-33BCE9FF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6AA59-979D-46DA-AD9F-7F7EA170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8F6134-FE1C-447A-AC74-FE9263B1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C7AB1-E146-4246-81FD-C1442D18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5E8D9-4452-4F02-A2EC-99847902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459DCD-3F53-45C7-B5CE-785CD987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531895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5A5B0-D607-4379-91DD-BEFD0A7A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738D0-492F-4319-A2AD-C72B4254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A36C4-465A-4278-91B4-F30B264A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5DF56-DBF0-49EC-B8F1-C98169AB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1358D-A363-460F-8AC7-0F28E0FF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86E98-072E-4073-8CF3-605A562F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A066A-53DA-4433-9F31-0EFD655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CD145-E235-4D47-BCB8-81AA7318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4B1D4-8BCF-4E04-ADDD-1CF4557C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A4421-1ACA-4F2C-A9BD-76AC9FBC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976EE9-5B45-48D6-8049-110D13D2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BAE0F-81E9-4E3C-A212-52B5C606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790D6-46B1-42E4-BAF7-D6F50D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E4EC5-D6B4-4525-96FE-6D1C6037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1E46F-FC1B-47D7-BC34-35767243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ADD75E-BB9A-497C-B012-C84B4433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A0231-756B-4927-AF8A-E9182955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A07E4-E76B-408B-BE6B-FC47FF4E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D45F-677E-4D88-AF17-FBFD78B4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40C07-DACD-481D-A3CD-1968C429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0F948-83EA-4832-B63C-76858DB7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+ 5/8.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F8167-51AF-4382-9AEF-3E51B773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888551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53510-4AF2-46AC-9D09-87DFAA48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58555-0B46-4EB0-A079-21F0FF6D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ACAC0-0554-4440-892B-8CFD22F4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8FDC6-5053-4E20-887E-00321EF6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2C56C-485A-47B3-BAAD-E521B42E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DECA2-81D4-4021-B75C-7D67828D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5AB1A-F57C-4642-B09E-5B3754C0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8E79D-6229-42E4-9FD1-3A431754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1AC241-15C7-4C39-899D-E172787D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FE4C5-5B2D-408C-9AEB-57537E6A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0FC68C-6E79-4013-BB7C-EE1E9220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92C85A-F75F-4E83-B309-07ACD935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CC85B9-EE71-45A3-A5A8-E0F329D2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24521-4282-47F7-82BB-4EA5C1B6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8A8BA-549A-497F-B92B-995DC47D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589383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FA047-B0D3-4F85-8E20-B5A7E8D4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514E3-4FCE-4870-83CC-AEEEF09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179D9-17DA-4600-BF96-D7BF1A6E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E63B3-29A3-4DA7-BB1A-789164E2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5639A-D676-43DE-9B71-91E8CB20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ECB2D-CF51-40DE-8BCA-9E2FAD6E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DB612-0743-4F48-A635-8DEDEEDC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51530-FB38-4998-B6CE-57FBD136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9596B-7283-4547-A9EF-D43C865D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9DFEB-2CC6-440C-8DF4-EC0ACE33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395D5-3C2B-4A12-B8B4-C893D546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A527C1-6890-46E8-A350-3DB87C02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47AF5-604A-4E1F-ADBA-2F0D76A4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number type and choose an efficient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D11BE-12A7-4291-8766-C49ACC1C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7209D8-FD9C-4EE7-BDF7-AFA14363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E1520-879B-414B-8FF2-39C77239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Keep place values or denominators aligned and record each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C4021B-D55F-4105-AD59-279DE0D4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5C0388-11CC-4812-8C22-D0270EFB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FCAAB2-95C3-4910-BDE4-4A0D7A89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11/8 or 1 3/8.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ED89A7-B924-4757-A00B-0A897446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7CFCF4-09FF-4042-B42B-9CB1D40A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216EF1-0098-4FDA-8D73-31F73282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where needed and check the result for size and reasonableness.</a:t>
            </a:r>
          </a:p>
        </p:txBody>
      </p:sp>
    </p:spTree>
    <p:extLst>
      <p:ext uri="{BB962C8B-B14F-4D97-AF65-F5344CB8AC3E}">
        <p14:creationId xmlns:p14="http://schemas.microsoft.com/office/powerpoint/2010/main" val="9381241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F51AA-8E4A-4CDE-9F7A-CC7D1EE5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733934-36D5-486F-B246-99BD849A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F84C8-0D47-4C37-8D8F-5F88C2AE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B7941-B00E-4A28-B80C-5CBED48B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36073-B4AF-438D-9285-8B2A6E14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DAC08-94FB-417E-AA6B-ACFB7E00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6DBB9-FEE9-4A87-9B2F-275A4A53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57FE3-56BD-4DE2-BC76-7CF4303D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A3949-9835-4B6B-91E8-AAC39763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D92A01-B0D2-4D48-B446-95E01469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156F0-2958-4741-AACB-47D8D0C7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11/8 or 1 3/8.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15DEE-C86F-4F28-B923-0B6456FA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5C95A-5687-4CFD-9CAE-794FD2F9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71014-B7BF-443D-9A62-91704D3B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857742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62EB7-B585-49DC-8920-88C54733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D29CF-2043-49F1-8DF8-6B4AF790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F5EFF-8180-457B-87C1-8FC8424E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90D47-8A80-4101-909A-E49E0CFE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00953-D619-417C-990B-C10B607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131D58-245F-4FB5-AB9E-89158D9A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119E8-544F-4B6A-886B-BE9F92DF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81AB4-6258-4C48-AF0B-B69F48FB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36D6C-0F65-4CE2-A004-4349CC5D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15114-302F-4649-8ED0-208DC8CE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AB04E-1D25-4F74-B6C6-E25DAC3A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551F4-E975-47EB-B275-39FAC5E9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CC3EB-7867-498F-B2C5-1F1522E3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2D160-C364-49CB-9957-68C9143D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6E8C5-5D6C-44AB-879E-426B907C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1/2.</a:t>
            </a:r>
          </a:p>
        </p:txBody>
      </p:sp>
    </p:spTree>
    <p:extLst>
      <p:ext uri="{BB962C8B-B14F-4D97-AF65-F5344CB8AC3E}">
        <p14:creationId xmlns:p14="http://schemas.microsoft.com/office/powerpoint/2010/main" val="18022267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E6700-4C9F-403C-996F-E1ADDD49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E7D7B-B6F6-4467-BC9F-9D0CE2C1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90EF5-AE73-4500-B632-4DAE087F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E1954-A8E6-47A9-850B-4642AF64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F3A59-14B4-47E9-8C6A-C9706B41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822C8-43EC-4EFB-8C40-621C3BC5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1B7D0-BD3B-4E0D-9E12-30CEA1F5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4C838-BFAF-4506-B54B-34242DA2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2AE70-3610-407A-81F1-95612AFD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8e75c9c044fb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B9882-F009-4860-BC56-4B898683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BC06E-ABB5-48B7-8FEE-369AC67A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both numerators and denominators when adding unlike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D3883-A7D5-4DF6-B064-6769A0B5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1265C-CB7D-436F-A8ED-C28E623C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CDA4B-82FD-4871-BDDE-DF02F897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Find equivalent fractions with a common denominator, then add the numerators.</a:t>
            </a:r>
          </a:p>
        </p:txBody>
      </p:sp>
    </p:spTree>
    <p:extLst>
      <p:ext uri="{BB962C8B-B14F-4D97-AF65-F5344CB8AC3E}">
        <p14:creationId xmlns:p14="http://schemas.microsoft.com/office/powerpoint/2010/main" val="18115483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A52059-6E62-4622-98EB-738A800B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B0557-7B87-4BF8-815F-12D8A560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B0DC0-6EBD-420C-8EE8-0A0913E5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63C89-5C68-4263-8FD4-778E0031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370E0-18B8-4616-87E5-E33CFAE5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B96B1-5BAC-4964-AAC9-1AF97CFC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4AC16-A2C2-4F67-8E82-C9935DBB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DF895-4027-4D52-A154-06DF39BB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5DC0C-EB64-492F-AC4D-786E1DC5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26E91-374E-4C48-9EF2-F6377D19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AE8F-FFDA-40BD-8F8A-E2A1D3D1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AE20F-F416-488B-A79B-16586A08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E6A982-7E8A-4430-973A-EE0BCAD7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99B19-A63F-4DE8-92AB-A8BC0543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BFB82D-255A-4309-90B6-D19F71A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B9A7DD-0A6B-45CE-861C-2ACB6742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D0D7C-CA00-46BA-9ED8-FDBD1F60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D2651-FC21-4C0E-92B2-4552613F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1F7F8-B9A2-46BE-B92A-7E3219D3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A6535C-DEAB-4E24-A5C3-2E2EBBF4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7C2C66-AD6B-49E6-A28F-CCDCECCD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1/2.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76AC16-2744-453A-AF92-CEBC8B70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212147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A312CF-2D30-4956-B627-4E7C76A7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76FFC-840B-4E58-9760-BFDF4D3F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ABFFE-1103-4074-B5F3-2C6CD5C1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71B75-CA9A-45E0-8D64-CB96A29D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7A118-B599-4600-A23A-F60AE94C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F7B1D-195D-4EF4-9E88-2570DD4B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69E55-07B0-4BF3-AA37-D62CF41E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2E7F1-34C4-4DAC-BAF2-56F78507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51EB99-5AB1-4996-974A-F2101890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2424A-1369-4DA7-96EE-1126F456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B30C1-12D1-40DB-98EB-9B6AE52F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AB1C9-A1C7-4A99-9ED6-90AAAA76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03BB1-CE6A-4138-8D2C-957F6C23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62F57-FB11-4F9A-827B-4090F91B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D3CCD1-D6EF-4BF1-B1AB-593195A3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5CCED3-EC88-446C-81AB-A0FE265F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11781-8D31-42FD-A2F9-9E6427CF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7C3DD-2C14-43AB-8886-4475B6B7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D1334C-5564-4030-BBD0-29DCEF54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2A4EF-C793-49F3-9A9F-D84E52EF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24B1C-4652-4ACD-8A95-D50F5380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815120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B4CB2-AD34-45ED-82E1-520FC666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1F3D7-5C4F-444C-84A4-3A1161EB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91EF0-E60C-4DAF-809C-34618DB0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AFB75-A04F-4DEA-ACF5-34CC5FBE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1E0B8-A182-43A0-A5AC-8068D4A4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3813C-E7E2-4E6C-9C82-0C436F12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74AD7-EA60-40C1-BBF9-FFAC22B3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74498-3C00-4953-BB5E-9F85B9DD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97DD9-D945-42CF-86E3-0A8C4DE3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95C675-877D-4B2F-B295-B2430CBB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fractions greater than 1 whose sum is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3E283-DC87-485F-B401-EF580B83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F5E78-31CC-45DC-97E1-CB073159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82136-319D-4232-ACA6-D9DC7517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3/2 + 3/2 = 3.</a:t>
            </a:r>
          </a:p>
        </p:txBody>
      </p:sp>
    </p:spTree>
    <p:extLst>
      <p:ext uri="{BB962C8B-B14F-4D97-AF65-F5344CB8AC3E}">
        <p14:creationId xmlns:p14="http://schemas.microsoft.com/office/powerpoint/2010/main" val="16184193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A40DAB-773E-473B-B0A9-B192CDCE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987033-B51D-4DC6-BC86-E8ACFFEC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2CF3C-7195-4ED0-9D66-AE51E3A8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94347-36C7-4431-971E-A7A08C10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47DE0-2441-42C5-ADE1-2521DE06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E9C07F-1163-4151-83DD-35780E45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97C83-2791-4B8E-9AB7-483FA4DF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D5F1E-4507-4149-97CE-942A6A3B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6A6FC-1E98-444D-8221-6D3EF147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909E3F-5E63-4F10-84F9-3E8E7956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B1736-4598-432A-9B43-1EF657BD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FA955-FCCE-4E26-81AC-CFFABE1B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65DBB-27A8-41EB-BE09-102AFF3E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61D1F-504B-40B3-BBE7-8F8722FA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04238-6A07-434D-A808-F626631D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A6ACA-39AA-44E0-AE9B-E1F4616C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210.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8295B-86A8-401E-96EC-C5C64DFA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555AD-46EB-4C3C-87BB-8AD91137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895324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2B6CD-AEB8-4221-B3DA-B6068501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D44B5-1120-413B-AE9F-FDBE50FE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71BDB-8B39-477B-A64C-42CF0950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2BCBD-F08D-410F-9070-AB6DDCDE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E347E-FDD5-4850-8A7F-D4A9963C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D8996-959B-412D-B035-F331F2CB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D1768-45AE-4864-B300-D6315CA5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00517C-0796-478C-97E2-BA70CF30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BC3CB-CD9C-44EA-8D55-BADF5C6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ADE7A-08C9-4AFD-BFF3-126DC1B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EF879-C7F6-4C38-9895-9D01F6A4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43C210-CEE9-4CD6-9047-E6CEB900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D01FE4-F8F4-4A08-8A2F-D83F74D8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1FF3B-09A6-43B9-A012-33B5C4FE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850D3-1556-42A2-BD2D-1E065D74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36F342-947A-4002-AD5E-4C3B4B93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42B75-8ACC-4CD9-91C9-8BF82FAA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both numerators and denominators when adding unlike fractions.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C08036-59E4-4DFF-B5E7-6D3B9A5A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47AC0-C0CC-4962-969E-34239A03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A178A4-6C0E-4848-846C-CAFC0A8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E0F4B-EC3D-4E70-A61D-A5ECA49C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37570-BD33-449A-8106-CA2D43DB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378238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2026-09-09T20:45:49.4550000Z</dcterms:created>
  <dcterms:modified xsi:type="dcterms:W3CDTF">2026-09-09T20:45:49.4550000Z</dcterms:modified>
</coreProperties>
</file>