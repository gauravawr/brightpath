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 1/2. | Identify the number type and choose an efficient method. |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3/4 + 5/8. Answer: 11/8 or 1 3/8.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 1/2.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 1/2..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210..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3/2 + 3/2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2 1/3 - 5/6. Expected: Find 7/12 of 360. Higher: Create two different fractions greater than 1 whose sum is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210. | Find equivalent fractions with a common denominator, then add the numerators.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A7275EA-904B-4642-9204-65341C06EA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4D980A-2744-426D-9B51-B83DF859DD8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22ABA1-2B51-46B2-8541-B753E50C518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4E1CB-4C52-4289-8E30-6DDA8A77E894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488775-17F3-4D0E-A8A1-7064009C32B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60884-2796-4715-9BB4-5CC99518E04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335D8B-289B-4F54-8B95-838EB6F4F64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BE89E7-2DFD-406D-A2F1-C08FDE850889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D26083-1DB4-4BEE-8E3E-A927355F21FB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4872C4-951A-40FB-8BAB-A100A7309F5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B01525-B7EC-439A-96EF-5E5AE338999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48FE51-7982-41F9-A84D-40072244782C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9822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040269E-A447-4ED8-8C50-A0463C600A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9BD062-CE70-4058-859E-9FE522E5C11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9E92D3-0355-4913-BE8E-7A9119C5DA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B84ECA-8A83-4348-B670-467F6418AFA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6E36CC-DA4B-4772-AF17-668BC2B1241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D6972B-B0D0-4514-94E6-20E729FA0D3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EC0E09-538F-42E0-9C5D-56CA176E6F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D5F51A-356A-4304-B97B-AC15BDFD76C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200F39-5CA1-479A-BB32-F23648AF161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9370FB-DDBE-4071-83DB-FC5B2644FA8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6AB43D1-CDA8-4587-978B-A8FFD20CBEC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B92B32-3F72-41FC-9CFC-C565EA3B889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6E3E98-7B65-4788-99B1-7DF8444EF02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4E31CB-8D7D-4E70-BDA0-6F721EE8687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8202FB3-D623-4E74-87E2-C82FE6BE7EA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663697-6A86-436B-B014-C58BEB4D0B2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6EB2BF-371C-418E-B44C-E6DB02634C9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D7C992-0731-4A3C-B9AB-0B72DD8B89F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FB89237-8D29-4222-9D58-0868DE2DDC4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FB10AF0-4B81-4386-B7E1-7DE56847413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A0E352-5BC4-4565-88FB-13BED5D3713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5E56AC-4B2F-4FB6-86C3-B72F8232CFB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3/4 + 5/8.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03D12D-20BB-48D3-B964-C406FD3BCD2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7951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5CCA628-AD9E-45A1-B8CD-94FF7FA007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C82E2B-9D3B-4785-8A4B-D56C8AB0E4F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38F933-9BB5-47B5-AC49-4C5ACA971C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F7F323-ACC8-4AD8-851E-1D4AEDAC21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54BD9D-76ED-4428-B5B3-1A4225A3BBC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B4EFED-EDB7-4F4A-9837-46A2863922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258E0F-B2C6-461D-8C54-5B22EE94399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9CBC06-2A03-4900-A052-88676F69724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640EB0-CF39-4A44-A3F4-F9C2B3546AB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FB25D-7556-489A-AEF1-5F119FDAF81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33852D-31A0-41E1-8989-AA2A9CCF757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B61268-6A52-4754-81A5-81DE76408463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A9C6CC-FF78-4C19-9408-205F2D59B10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CAABF7-6308-4602-9CC3-1B3BE324BE9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6C9A58-2BCD-4A4E-884E-D8EF3C468400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6E10A1-2DD7-4B4C-995C-186B2A39789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21506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63FB70C-DE74-43D7-957B-204DC4A0C3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DD58D8-092C-44E9-9F64-6ADE1FBFB2B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62B52A-86DB-4D1D-8EFB-9B4B5EAA1E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17C7F3-6EBA-4055-8336-792724F885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476A22-9707-48EF-850B-9D8DC91DF5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7F94AF-F22C-42B6-9099-E77F97867EF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8654F4-77F7-48BC-A825-6832815A015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A2779F-745A-4E5B-9CEB-A23E8F8FC97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5E76C9-B403-413F-AAEF-1CB107EC08E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ABF4E7-2982-43FE-B5CF-CE8F6DC6F06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3E7914-1B21-4EC0-B426-8142A36268E8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+ 5/8.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8A53-49FD-46C1-9634-7CB88BCFB13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8D15EF3-FCF7-4A97-9E6C-B583867041B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6ED55B-498C-4F9A-BE67-060E550CEDF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B72B37-A6B9-4ABF-A65F-EE4947C7AF4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694CAE-DF1E-473F-B975-015A7A9B2CA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5F05D20-E37C-4A21-96E6-BA224590D37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FBC703-18E4-49AD-B9EA-1C9F25EE385B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77055D-67D8-46E4-9FE6-E5051D15A61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50F748-ED3D-4C88-B705-795BF1B47ED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7C7088E-14E8-42C4-8D68-89A10109159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D07FF9-7F8E-41E4-B78F-0D2CFD330DA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AF9041-9F9F-4989-88E9-FFEBCBCF733A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1403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7A458F4-3455-4DA7-AA56-78E28B3A92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92666E-A979-4BED-A9D4-E0BE6A986D6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A0CD95-8DF2-4AFF-8116-E3E255A079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BA3F50-0CD6-4CE7-A22B-4DDFC47FE5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D05200-7BC1-4CD9-8E11-E43638CA74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A5E5E5-FC37-4776-846F-D1D4A65B681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EB9081-36A0-4305-B9BF-B78F953E5F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B6BD88-6453-4DB0-9EAB-165B0090467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001BA8-FFFF-4742-B7BC-A9F04DFB77C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2AF1B9-956C-4583-888C-168F092255B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4A40F7-DF2A-485A-B51F-18D0ED28D1F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67F6AC-034C-4F01-8D38-9AA688B4F71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11/8 or 1 3/8.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78FE68-32BA-4C63-AF8A-F080B8D2D20F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708A9C-9544-4D3D-955F-81628B1B3C6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045C02-4C63-4D28-A4BC-063CD24F3D3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2788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43FAB94-092D-467A-9282-AD1AFEBCAF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5C0B0E-5A08-4182-AC8D-A344C1B9B50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61AD22-B314-4A21-AA9E-6AD4B8F4B7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592777E-D376-428B-9A2D-E6D6F05618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66CD9-CBAA-4B8F-AD87-C0EDAC34950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E78416-0EA3-4937-9890-2333FEEC061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41273F-E68F-407F-8993-6C8A2BEBB3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0CFDC6-4D8A-4A9F-87DB-DDA8025796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A72642-0D54-458D-81F4-1B1ACAC7390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40929F-95D5-4C07-9A5B-5EE44047F39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776EEF-47BA-4F65-90A9-62B94D39C72B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CCAB56-7E0A-4124-B99F-7E1A03E84DA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3C6A5-3C31-4ADE-90AE-6DC2F2D190B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4B1D00-891A-4FCE-8F44-D9DFFA01C9E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E36ABE-CC12-4B41-B3CA-6518ACE85525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3A3B58-C71C-4D36-B740-A5B0CFA65504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1/2.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192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25BFAEB-BD24-4B6F-9231-5E2B7B9717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15C74-85C7-4991-8B70-60D3145058E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6BB51C-FC98-44E6-BE64-35624846E5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62635A-EB69-4CF8-80E8-D993BEF7E72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AC33FA-E571-4B65-93FD-5B1069E3916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43FB82-08DA-4620-A680-CA3025BE808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57CF8-5C69-48BF-87DA-4B3F217DD31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291BC-AD3C-49F8-9A09-0BF92CEAE12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6F4950-5F16-418F-BC8C-0EC8650A468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D37D79-FD69-4453-ABAA-91F4F2A96EB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290804-7F08-4E35-B663-616B24542A6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7BE761-FB2A-4540-8FB7-5F86C65F44D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both numerators and denominators when adding unlike fractions.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8DE11F-7E36-4B82-8F15-33299E23ED9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269DA5-E993-42DD-81E0-B0EF01170A5C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7250C0-BF58-448E-9B4C-300AE9EBBC2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Find equivalent fractions with a common denominator, then add the numerators.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268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22CE7DD-4E73-44CE-B000-8112DB7B3F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5C8CCB-A752-4103-821F-353737248DB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BB3A16-3576-4DB5-931F-9FE8361D90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6828FF-1BDF-4A56-A689-F34B1290A5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AFB35A-12D5-498C-A7C7-22EC24C25C8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3405E5-8124-434D-BA13-FF457F8A910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CE6D64-7EA0-42D9-A0D3-3F77A964FCF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DDE3F3-8C4A-4CD9-BBE0-96FBAD04D65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C2765E-4D87-4B96-883F-2EE693B7252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80AA38-6868-4B3E-8B1A-676685AAF4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37F5E6-C8FD-42C1-A2AA-DCE3E48E119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F0053FD-C684-49A7-AD55-125F25CE506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DA5FB1-1647-4A36-937D-9D222D5D35A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772A3A-06F9-41A6-8EED-B19422F8906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14905C0-5932-434F-867F-D120D3D0678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6A76BF2-65F9-4903-B419-76CB3962E47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4AE605-ABEA-4D3D-BFCF-7E16D90684B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F5B0BB-1D8C-4FFA-9D90-C81EC4E84CE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7E349C9-53CD-422A-ABBF-1B0BCD85F65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483CFC-0797-4C74-9495-F0CE372DB58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D1BC5F-35F0-4510-9B7C-2323A0320A2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2AD525-1027-43E4-9452-40F666B5EDE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1/2.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F71952-AFC1-4A40-A2F0-F469979DFF0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12597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9DF34F5-59F7-40ED-A1E5-51547946AF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C5280D-034E-44A5-AF7E-94843A37FF6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925D57-1AB0-4D1F-ACF9-9F24F4F760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16F026-EE04-4560-A5C3-0DF9F6FD18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2ECAE8-9A8C-448F-9287-AAADA565E19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2293A9-DED6-4A20-8091-61DB47797F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528FED-095F-4286-A568-1D9BEE69C95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E94970-5497-4A03-BB5C-F0C36CADA3D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B75AE9-5003-4AED-B343-6231F8D9A9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96E4E6-417B-4DAF-A597-E607628FAEB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C4221-F43C-45DB-8B20-8C1C474F341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04E69A0-B0FD-42E6-962E-4D0A7B03AC1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18ECF1-F892-4FED-9963-E085A3289BF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4C995-D53A-4E4A-9B25-56DC93BEC68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605CB44-7859-4BF9-9FBF-9F73DB88118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8F4AD0-062F-4034-9799-929F03572A4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43A1C4-FB1B-41EB-9741-AB93F794986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FA9F0B-062F-4EBF-BADC-B5A53529352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D116BAC-65DB-4DA7-ADC5-8B248CB73C9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0DD3AA0-24B6-4EE2-8906-9AE66BDE5AD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474D9D-0172-4F40-9697-4B69662D2FC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42DBA-2A6F-4D66-A00B-083F3ABBF21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45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5DAFF3D-9277-49CF-9E57-683061165E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88906A-9904-46A3-9F66-2C60CAA0642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7424B0-E729-4CC2-A26E-716BAD8BB5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0EC590-ABA8-41D2-8698-88C26B8AE8D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265E7F-5C90-4111-9C4A-0336CFADDBC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C37E18-E2D9-4A3F-B245-7A4296619E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6173AC-0E1D-40DA-B394-E6BF619B821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FB89E8-BEF3-4741-BC4D-0F54B51D122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43910-0BEB-4033-8434-C781DBD099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EBE891-6650-4720-AA56-F50CC1BCF24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847EE3-51BA-4B90-B326-D712BE46122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fractions greater than 1 whose sum is 3.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68A3A6-E8AC-454C-93E0-B384C0E23255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48B868-69EF-4F0E-BBC5-A28CEBC4E81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E69A66-8666-4314-A362-ED5896B789A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3/2 + 3/2 = 3.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12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2F7128A-4BB5-4FF0-B7E6-8D6B34C8E3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A34431-E613-402E-918B-449C7EC4D5C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2D1455-FA48-4CDE-9C46-39D289E731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3B93D3-B7FD-4546-8B55-35CCF3D317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C379CA-FDDE-4EBF-BCB6-819BB5B958B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27E799-13D2-423F-9284-563E79840DC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9A62B3-1750-488E-AA12-D5D88F65F67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C6AD07-2958-4BD8-8775-8DC6F7DD4B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2B2BCC-12DB-49F9-9802-7452484ACEF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4F0856-5311-4BDE-B376-CD2F508EB67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689ADA-5A08-409F-A4E7-D47BF400780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5D075F-9AF9-42A2-9970-A10C7C242E4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496A3D-2415-4387-AA88-6CC26765166D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14C3A5-BE7B-490E-94D3-2D47EC297837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3443E-F33D-4B64-A033-4CE0E3D29329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22E42A-8FD6-4FF9-A42B-F9CB2673CAB6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B561213-6880-448E-86DE-50AC1B3070E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C3BC4-8F3D-45C4-AB78-0E4D4527C64A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316C79-FAB3-41CD-8642-475E0BB1A7BE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7DC7ECF-41EA-4F6A-8BF0-54182BB21D3C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79E23A-C733-45FD-9AE7-C386CA32D253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FC7EA34-7748-4B12-8353-7BE4B3BC06A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277B89-98C0-40D9-AAE8-005DFF59C054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7E49D1-A8C4-4C6D-8C6E-EFA546EBE03F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1D5D31C-98D3-4223-8E55-BFF0694F182F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E56D3D-7AD9-439B-A68F-AD376EF3521B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45446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75BA5DF-7029-46D7-AF1A-0AC2BA6793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7B8428-C69F-462A-BA3D-D7E92292F6E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C3C1BD-1E5A-4F1E-A851-0D67D68B84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41F274-80BB-4B1F-8F2E-831F5A724C7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3578DB-A793-4AF4-B7A0-315B4855873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08FBF0-E2C4-4F0A-8F47-B7D8024DA83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ED802D-570F-4027-B024-B1CF854D36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061FBA-4E2A-45AA-96D9-B85C304DC7B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5BCEA4-F3BA-4E65-9DD6-5251EFBB79E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405137-3D83-4A69-8DEC-A80A9D0538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28B064-EEC0-459F-96C8-81108CFC39F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C5EF4A9-AF75-4D21-99EB-FABF78571EF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7C7EF0-040C-45C7-951E-19E9F182C22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2177F0-3AC7-42BC-9855-438CA5BD6F8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61D9AC-7BDE-4F70-9435-201255A2737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5764E49-060B-4F76-8348-69A72DCE95F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A69066-6AB5-47A6-912E-261EBA21216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DF9E7A9-EAC6-4FDD-90B2-B663A18199B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both numerators and denominators when adding unlike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9076332-4845-455A-A2F4-E8DF27E9BF3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F1812BF-88AB-4D11-8410-45028D55AD0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200595-2E9F-454C-BF81-F8600718DF4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624DFD-2D73-480F-AACD-478A6AA3EC1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0D4A5B9-23D1-43A5-8235-30EE57FF1D0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1454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2026-09-08T22:38:39Z</dcterms:created>
  <dcterms:modified xsi:type="dcterms:W3CDTF">2026-09-08T22:50:06Z</dcterms:modified>
</cp:coreProperties>
</file>