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Fluency with the four operations. Fluency with the four operations.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Fluency with the four operations. I do.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Fluency with the four operations. You do. Pause before clicking. Let pupils try independently, then reveal and discuss every step.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Fluency with the four operations. I do.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Fluency with the four operations. You do. Pause before clicking. Let pupils try independently, then reveal and discuss every step.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Fluency with the four operations.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Fluency with the four operations.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B97044BD-3FEE-438E-A118-DA81D59EAEF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EFB43CB-5F40-4EF0-95C2-3D7E50756AB7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0C97042-A48A-48C7-BDE3-3805D89D47F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C7CD25E-DA70-44CD-B26E-48158023969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Fluency with the four operations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C2AAD62-0ED5-4334-979E-AFD046BBDDB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B106D62-DABE-4362-9C8B-61C8F4CAFFC8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calculate accurately with all four operations.</a:t>
            </a:r>
          </a:p>
        </p:txBody>
      </p:sp>
    </p:spTree>
    <p:extLst>
      <p:ext uri="{BB962C8B-B14F-4D97-AF65-F5344CB8AC3E}">
        <p14:creationId xmlns:p14="http://schemas.microsoft.com/office/powerpoint/2010/main" val="2057401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bject-1">
            <a:extLst>
              <a:ext uri="{FF2B5EF4-FFF2-40B4-BE49-F238E27FC236}">
                <a16:creationId xmlns:a16="http://schemas.microsoft.com/office/drawing/2014/main" id="{B6A9EAF8-75CE-4C86-AAEC-1E9C6A3BB96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D176163-4A9B-49FD-8C5C-C05F7D34315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638,475 + 274,806.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4C28269-7E2F-48CA-A643-C7A0DBF9863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9BA0108-E28D-445B-982D-7C219BA9EAB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Fluency with the four operations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F8264A3-2253-4DCF-874D-E960226FA53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FFC5610-2BAA-4633-8ADC-A1C18C1BB448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BF0ED8B-881F-4A21-BAA0-520E9145E0B5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B4FF712-D588-46FA-BD4F-ADA2E0B20EAF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A015E39-77D2-42EB-90D4-6E96D45228B4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6E5DD18-C12F-44C2-A6B7-327A8EED11B0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C062021-5BCE-4CAB-9E82-0CDEFA2A6F82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F679374-1E65-4DBD-84A0-F117C460CAA9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EF8A890-D9C7-4EE4-9190-9386F5E61DF8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3D7FA54-72D7-4F68-A723-00A007707988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889B1C8-BAEA-4F8B-8428-C2E8A3BCFD18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0C9F0C7-6F4B-4C35-B85B-FEEC5F283CED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5779B1F6-172E-4D1F-9C08-661B6AB91E38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E3D25F5-11E3-49E7-8A83-ED1B809D94C9}"/>
              </a:ext>
            </a:extLst>
          </p:cNvPr>
          <p:cNvSpPr>
            <a:spLocks noGrp="1"/>
          </p:cNvSpPr>
          <p:nvPr/>
        </p:nvSpPr>
        <p:spPr>
          <a:xfrm>
            <a:off x="3714750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1FBBC86C-D937-4163-B587-62D95DB8810C}"/>
              </a:ext>
            </a:extLst>
          </p:cNvPr>
          <p:cNvSpPr>
            <a:spLocks noGrp="1"/>
          </p:cNvSpPr>
          <p:nvPr/>
        </p:nvSpPr>
        <p:spPr>
          <a:xfrm>
            <a:off x="4310063" y="5036344"/>
            <a:ext cx="5988844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C5B2C33-81C4-48A5-9023-EEE3A7665956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468774B-E690-414C-96B2-3EB1CD883D2B}"/>
              </a:ext>
            </a:extLst>
          </p:cNvPr>
          <p:cNvSpPr>
            <a:spLocks noGrp="1"/>
          </p:cNvSpPr>
          <p:nvPr/>
        </p:nvSpPr>
        <p:spPr>
          <a:xfrm>
            <a:off x="9191625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CD761ED-818E-44AF-9EC9-0D552A403646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+ 6 = 11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0D77F2D-7B3A-4D50-95D6-DD49750C5243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51DC7BB1-68BD-441F-9883-E186E7B5808D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3052D7AC-22A7-4AB2-AE05-226016DEB0F7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+ 0 + 1 = 8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B2B267C-B419-402A-A8B3-67CFA46A81D5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53616C50-036D-4B0A-9FD1-EFC6E3B946D6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B0AD6A1C-DF7A-4776-A3A5-A859F1BB03ED}"/>
              </a:ext>
            </a:extLst>
          </p:cNvPr>
          <p:cNvSpPr>
            <a:spLocks noGrp="1"/>
          </p:cNvSpPr>
          <p:nvPr/>
        </p:nvSpPr>
        <p:spPr>
          <a:xfrm>
            <a:off x="7334250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EF71178B-B16F-4E32-BE0A-A54C48052A5E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+ 8 = 12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A4A97025-7F62-4DEF-ADEE-D25BF0C7F9CA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230A62ED-07D5-4CD3-832B-E2C087AAEB81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A6F48949-5F58-4EAE-BA29-E51919D5BC62}"/>
              </a:ext>
            </a:extLst>
          </p:cNvPr>
          <p:cNvSpPr>
            <a:spLocks noGrp="1"/>
          </p:cNvSpPr>
          <p:nvPr/>
        </p:nvSpPr>
        <p:spPr>
          <a:xfrm>
            <a:off x="6405563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40A66127-EF8D-4916-8F0C-D98A65FDAE58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+ 4 + 1 = 13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E676615E-E709-4B53-BFA7-3CDA78C8FD18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1D61DBA5-1718-42A5-ADE2-DB402A33DA1A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090D3B8-600D-4E6F-9761-68AAED99D03D}"/>
              </a:ext>
            </a:extLst>
          </p:cNvPr>
          <p:cNvSpPr>
            <a:spLocks noGrp="1"/>
          </p:cNvSpPr>
          <p:nvPr/>
        </p:nvSpPr>
        <p:spPr>
          <a:xfrm>
            <a:off x="5476875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CD352F0B-4713-423A-A843-2B1013320AB2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+ 7 + 1 = 11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A0E69BD6-697C-4F51-92F2-6A63F747F479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491FC273-ECC9-4259-809C-7C61651CA2CE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09D20757-E75A-47BF-89D4-7D93A65844E8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+ 2 + 1 = 9</a:t>
            </a:r>
          </a:p>
        </p:txBody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4EC4818B-1A92-4C88-86BD-2B8BC8B27AB3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DC98E1E8-FBA4-4F1C-AC4A-8036CEA63D4B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638,475 + 274,806 = 913,281</a:t>
            </a:r>
          </a:p>
        </p:txBody>
      </p:sp>
    </p:spTree>
    <p:extLst>
      <p:ext uri="{BB962C8B-B14F-4D97-AF65-F5344CB8AC3E}">
        <p14:creationId xmlns:p14="http://schemas.microsoft.com/office/powerpoint/2010/main" val="1219720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11" dur="8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42" dur="8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800"/>
                            </p:stCondLst>
                            <p:childTnLst>
                              <p:par>
                                <p:cTn id="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60" dur="8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800"/>
                            </p:stCondLst>
                            <p:childTnLst>
                              <p:par>
                                <p:cTn id="6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78" dur="8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800"/>
                            </p:stCondLst>
                            <p:childTnLst>
                              <p:par>
                                <p:cTn id="8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1" grpId="1"/>
      <p:bldP spid="22" grpId="0"/>
      <p:bldP spid="22" grpId="1"/>
      <p:bldP spid="23" grpId="0"/>
      <p:bldP spid="25" grpId="0"/>
      <p:bldP spid="25" grpId="1"/>
      <p:bldP spid="26" grpId="0"/>
      <p:bldP spid="28" grpId="0"/>
      <p:bldP spid="28" grpId="1"/>
      <p:bldP spid="29" grpId="0"/>
      <p:bldP spid="29" grpId="1"/>
      <p:bldP spid="30" grpId="0"/>
      <p:bldP spid="32" grpId="0"/>
      <p:bldP spid="32" grpId="1"/>
      <p:bldP spid="33" grpId="0"/>
      <p:bldP spid="33" grpId="1"/>
      <p:bldP spid="34" grpId="0"/>
      <p:bldP spid="36" grpId="0"/>
      <p:bldP spid="36" grpId="1"/>
      <p:bldP spid="37" grpId="0"/>
      <p:bldP spid="37" grpId="1"/>
      <p:bldP spid="38" grpId="0"/>
      <p:bldP spid="40" grpId="0"/>
      <p:bldP spid="41" grpId="0"/>
      <p:bldP spid="4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bject-1">
            <a:extLst>
              <a:ext uri="{FF2B5EF4-FFF2-40B4-BE49-F238E27FC236}">
                <a16:creationId xmlns:a16="http://schemas.microsoft.com/office/drawing/2014/main" id="{D8C9B4C5-87CC-4856-9391-55DA7A9BB12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859A294-4CC6-4B99-ACCB-545DFFAE6839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F82A9A6-8911-4E0F-A66C-112139263A8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638,598 + 274,806.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6D15CAC-0957-4BDA-881B-F80BFCC43F9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81E48BB-6157-4AD4-B1A7-08C962C5705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Fluency with the four operations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295C304-144C-43FF-9D1F-E90A0B1B2F4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9AE6BB9-96BB-4D9B-8F71-C51C71CCBED9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3DAFF5D-56CE-4B3A-A48D-E61EFFD66445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C346974-0CBA-4D72-9810-4FB2A149585B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6650131-5819-4883-A235-ACF71BC2A8BC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22F1688-752B-45A1-AF91-8BFC92D41CEB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5AEA5AA-45BB-4422-8CF6-4DE1022BEC66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DAE591D0-CFD3-4661-A418-0043D24B1BE1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2989B66-A5E6-48E4-8FB5-A99FCD86CAED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2F3DF5C-25AC-4A32-8780-102F8966F33F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34DEBD1-CECC-4D0B-A2DD-3FD7C22A6A7A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22BE320-B317-477A-AFC1-C5BA15A9260E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3135427-4E84-4DE8-8CEE-F9C4D782EEBF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549967F-79A9-40E7-BA4A-A943C77C1FE0}"/>
              </a:ext>
            </a:extLst>
          </p:cNvPr>
          <p:cNvSpPr>
            <a:spLocks noGrp="1"/>
          </p:cNvSpPr>
          <p:nvPr/>
        </p:nvSpPr>
        <p:spPr>
          <a:xfrm>
            <a:off x="3714750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843733B-BD1B-4F23-A314-2866AA50F778}"/>
              </a:ext>
            </a:extLst>
          </p:cNvPr>
          <p:cNvSpPr>
            <a:spLocks noGrp="1"/>
          </p:cNvSpPr>
          <p:nvPr/>
        </p:nvSpPr>
        <p:spPr>
          <a:xfrm>
            <a:off x="4310063" y="5036344"/>
            <a:ext cx="5988844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E94AB59-CC51-432B-8D9C-D5BE52CBC439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4CCD5660-54B5-43A2-B192-53B867CA1159}"/>
              </a:ext>
            </a:extLst>
          </p:cNvPr>
          <p:cNvSpPr>
            <a:spLocks noGrp="1"/>
          </p:cNvSpPr>
          <p:nvPr/>
        </p:nvSpPr>
        <p:spPr>
          <a:xfrm>
            <a:off x="9191625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BB49B02-B0AF-4357-ACE3-96228268B467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+ 6 = 14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9AAA8A6-28DA-44F4-AEC3-546D023F1AF7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AC30EBD-2795-415B-B561-2C12AA2C157E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12492B57-C957-43ED-868D-39912D7E7461}"/>
              </a:ext>
            </a:extLst>
          </p:cNvPr>
          <p:cNvSpPr>
            <a:spLocks noGrp="1"/>
          </p:cNvSpPr>
          <p:nvPr/>
        </p:nvSpPr>
        <p:spPr>
          <a:xfrm>
            <a:off x="8262938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4468092E-6C13-4CFE-A77F-E6332CF19386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+ 0 + 1 = 10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3D650FB2-F620-45CB-8E96-81129CB516B4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9E737B46-E103-4931-AA34-0120A99719B1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4B5BCD45-6F21-4823-BF4E-2AB5099140B0}"/>
              </a:ext>
            </a:extLst>
          </p:cNvPr>
          <p:cNvSpPr>
            <a:spLocks noGrp="1"/>
          </p:cNvSpPr>
          <p:nvPr/>
        </p:nvSpPr>
        <p:spPr>
          <a:xfrm>
            <a:off x="7334250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E99D8630-0540-46F4-B8EA-45E955657340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+ 8 + 1 = 14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73569E0B-E664-44D0-9CB5-1E84212D5097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C272A8CD-29D4-44BD-8223-B1D42425F4B8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AF42D356-94E2-47BB-A98B-DA99E598EF4F}"/>
              </a:ext>
            </a:extLst>
          </p:cNvPr>
          <p:cNvSpPr>
            <a:spLocks noGrp="1"/>
          </p:cNvSpPr>
          <p:nvPr/>
        </p:nvSpPr>
        <p:spPr>
          <a:xfrm>
            <a:off x="6405563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DEEDE6B9-C108-4AD1-85C1-AA9BFF35AD7A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+ 4 + 1 = 13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7A78CD23-E8E8-4B23-8C18-A802B7F464DC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0CBF5B49-E91D-45D1-B0BD-4890DDA437C9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CA6ADFE2-DF2D-4CA5-8D07-7264227A3F17}"/>
              </a:ext>
            </a:extLst>
          </p:cNvPr>
          <p:cNvSpPr>
            <a:spLocks noGrp="1"/>
          </p:cNvSpPr>
          <p:nvPr/>
        </p:nvSpPr>
        <p:spPr>
          <a:xfrm>
            <a:off x="5476875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EA08ECDD-3C72-4B65-83A7-C850A3BCA423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+ 7 + 1 = 11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C4030F77-413B-4041-A850-1E7169A1E311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19E1D9DE-51BC-4444-BA8A-3F637BD9D2A7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F9C4F0ED-CFC6-4B89-A936-31882804ED73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+ 2 + 1 = 9</a:t>
            </a:r>
          </a:p>
        </p:txBody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24983B70-C92C-4A29-B72E-55318509F76C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E24C8728-028C-4EF6-9FA6-AECF24426AF3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638,598 + 274,806 = 913,404</a:t>
            </a:r>
          </a:p>
        </p:txBody>
      </p:sp>
    </p:spTree>
    <p:extLst>
      <p:ext uri="{BB962C8B-B14F-4D97-AF65-F5344CB8AC3E}">
        <p14:creationId xmlns:p14="http://schemas.microsoft.com/office/powerpoint/2010/main" val="1075436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11" dur="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29" dur="8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0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47" dur="8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8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65" dur="8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800"/>
                            </p:stCondLst>
                            <p:childTnLst>
                              <p:par>
                                <p:cTn id="6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83" dur="8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800"/>
                            </p:stCondLst>
                            <p:childTnLst>
                              <p:par>
                                <p:cTn id="8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2" grpId="1"/>
      <p:bldP spid="23" grpId="0"/>
      <p:bldP spid="23" grpId="1"/>
      <p:bldP spid="24" grpId="0"/>
      <p:bldP spid="26" grpId="0"/>
      <p:bldP spid="26" grpId="1"/>
      <p:bldP spid="27" grpId="0"/>
      <p:bldP spid="27" grpId="1"/>
      <p:bldP spid="28" grpId="0"/>
      <p:bldP spid="30" grpId="0"/>
      <p:bldP spid="30" grpId="1"/>
      <p:bldP spid="31" grpId="0"/>
      <p:bldP spid="31" grpId="1"/>
      <p:bldP spid="32" grpId="0"/>
      <p:bldP spid="34" grpId="0"/>
      <p:bldP spid="34" grpId="1"/>
      <p:bldP spid="35" grpId="0"/>
      <p:bldP spid="35" grpId="1"/>
      <p:bldP spid="36" grpId="0"/>
      <p:bldP spid="38" grpId="0"/>
      <p:bldP spid="38" grpId="1"/>
      <p:bldP spid="39" grpId="0"/>
      <p:bldP spid="39" grpId="1"/>
      <p:bldP spid="40" grpId="0"/>
      <p:bldP spid="42" grpId="0"/>
      <p:bldP spid="43" grpId="0"/>
      <p:bldP spid="4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bject-1">
            <a:extLst>
              <a:ext uri="{FF2B5EF4-FFF2-40B4-BE49-F238E27FC236}">
                <a16:creationId xmlns:a16="http://schemas.microsoft.com/office/drawing/2014/main" id="{F39A93C7-6BEF-4016-AC4C-D5A44BC8C3A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98F312A-3072-4BAC-B0F7-05A5E4E3467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638,721 + 274,806.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485C80E-A3BB-46B8-AD98-86BEE062262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C63CE4B-DE2E-4C0D-BEB2-9FF550761D4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Fluency with the four operations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5665162-E6F0-467A-80E3-1F8CA48019C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F4FAEDD-FFCC-4FE6-926C-1E0891B34143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F6B5CA5-6646-459D-8C90-C4DBA4E5D78D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D263E7C-39E7-477E-8173-91A689B804A7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80A1E33-4D53-49FE-968A-B8147F3665B9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EAA9E93-EF14-4F3F-971A-C00624BD1989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753391F-42F7-4C2F-A802-9CEA3C2F85E5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3AFA11E-3DD0-4E02-8406-58BDBF95223D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24581FB-A692-4FBB-A32F-A03D4BEDD08D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F8DCCFE-D2CA-439F-B504-B1ADF7F6D99D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CEDE65B-72BA-432C-BE49-E5BAAA25FE87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8E7821F-8AA1-457A-8C3F-CAD1E4F2F1A4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A5EC5B2-691E-4D93-8367-A68B6398D0FA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EEAA3AD5-F94C-42C1-AE2C-C069CCA11268}"/>
              </a:ext>
            </a:extLst>
          </p:cNvPr>
          <p:cNvSpPr>
            <a:spLocks noGrp="1"/>
          </p:cNvSpPr>
          <p:nvPr/>
        </p:nvSpPr>
        <p:spPr>
          <a:xfrm>
            <a:off x="3714750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6DE0236-51B2-4581-B497-140919F39A32}"/>
              </a:ext>
            </a:extLst>
          </p:cNvPr>
          <p:cNvSpPr>
            <a:spLocks noGrp="1"/>
          </p:cNvSpPr>
          <p:nvPr/>
        </p:nvSpPr>
        <p:spPr>
          <a:xfrm>
            <a:off x="4310063" y="5036344"/>
            <a:ext cx="5988844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AAD4F87-80B3-4593-9681-5773A5EF9C05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F820C631-5178-47F0-B2F4-3558E53A0726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+ 6 = 7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D7B6722-4D18-4CE0-8A13-2D0788495FC2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65835CC-09C0-422A-A828-EE1444898A14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B73DC5B-ABDC-4754-A097-7D5762AEE774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+ 0 = 2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5D1FCA5-8520-4CF0-8BBA-5018D13D1D60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25023A25-401F-4D65-8347-8D031F6BBCE7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D3B952F7-2B50-48E1-B07B-17666B3F5CBA}"/>
              </a:ext>
            </a:extLst>
          </p:cNvPr>
          <p:cNvSpPr>
            <a:spLocks noGrp="1"/>
          </p:cNvSpPr>
          <p:nvPr/>
        </p:nvSpPr>
        <p:spPr>
          <a:xfrm>
            <a:off x="7334250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9E730DAA-EB3E-46B5-8DDE-6ACDC9039760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+ 8 = 15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A74C56C5-6E46-427A-95CC-036C2CF83CA7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AD49339B-BB66-4EC8-8488-F14E9117905D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FE8C9780-FB89-4D58-AC61-780467A8E891}"/>
              </a:ext>
            </a:extLst>
          </p:cNvPr>
          <p:cNvSpPr>
            <a:spLocks noGrp="1"/>
          </p:cNvSpPr>
          <p:nvPr/>
        </p:nvSpPr>
        <p:spPr>
          <a:xfrm>
            <a:off x="6405563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7BD56635-4648-4C02-ACC8-167DD32C5BBF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+ 4 + 1 = 13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88BB43C9-4C37-47E4-BDEC-EEAD8727CE61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6862E99D-C05D-4483-B5A7-ACD695B8E80F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1226F7CE-7E0C-4577-A43E-C21C1580DDC4}"/>
              </a:ext>
            </a:extLst>
          </p:cNvPr>
          <p:cNvSpPr>
            <a:spLocks noGrp="1"/>
          </p:cNvSpPr>
          <p:nvPr/>
        </p:nvSpPr>
        <p:spPr>
          <a:xfrm>
            <a:off x="5476875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1ED6CBC9-92F9-443F-8589-5FE954DD57EA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+ 7 + 1 = 11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3EF27C8F-2750-466D-89CA-59C06A00864C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A9E26D96-1D69-4554-A647-ACF0DBF11779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B87BD9DE-2AC1-41B2-AEE9-19EE58D9FDD2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+ 2 + 1 = 9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4FC2CBA1-4B67-4086-8D1E-1B34BC1779B2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939B76A9-A06E-4362-82C2-59D196BF1225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638,721 + 274,806 = 913,527</a:t>
            </a:r>
          </a:p>
        </p:txBody>
      </p:sp>
    </p:spTree>
    <p:extLst>
      <p:ext uri="{BB962C8B-B14F-4D97-AF65-F5344CB8AC3E}">
        <p14:creationId xmlns:p14="http://schemas.microsoft.com/office/powerpoint/2010/main" val="1144622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37" dur="8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55" dur="8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800"/>
                            </p:stCondLst>
                            <p:childTnLst>
                              <p:par>
                                <p:cTn id="5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73" dur="8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800"/>
                            </p:stCondLst>
                            <p:childTnLst>
                              <p:par>
                                <p:cTn id="7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1" grpId="1"/>
      <p:bldP spid="22" grpId="0"/>
      <p:bldP spid="24" grpId="0"/>
      <p:bldP spid="24" grpId="1"/>
      <p:bldP spid="25" grpId="0"/>
      <p:bldP spid="27" grpId="0"/>
      <p:bldP spid="27" grpId="1"/>
      <p:bldP spid="28" grpId="0"/>
      <p:bldP spid="28" grpId="1"/>
      <p:bldP spid="29" grpId="0"/>
      <p:bldP spid="31" grpId="0"/>
      <p:bldP spid="31" grpId="1"/>
      <p:bldP spid="32" grpId="0"/>
      <p:bldP spid="32" grpId="1"/>
      <p:bldP spid="33" grpId="0"/>
      <p:bldP spid="35" grpId="0"/>
      <p:bldP spid="35" grpId="1"/>
      <p:bldP spid="36" grpId="0"/>
      <p:bldP spid="36" grpId="1"/>
      <p:bldP spid="37" grpId="0"/>
      <p:bldP spid="39" grpId="0"/>
      <p:bldP spid="40" grpId="0"/>
      <p:bldP spid="4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bject-1">
            <a:extLst>
              <a:ext uri="{FF2B5EF4-FFF2-40B4-BE49-F238E27FC236}">
                <a16:creationId xmlns:a16="http://schemas.microsoft.com/office/drawing/2014/main" id="{18283985-CB68-4F5F-A181-38418D17452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F3D04F1-C2AF-444C-95A5-F9D6E42306D7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E06B64B-795E-4E31-9CC1-6295DA624A8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638,844 + 274,806.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57F8654-B066-43A2-9833-63A0E3B31E3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60D9DD8-7230-4F41-8F56-177302977B8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Fluency with the four operations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0B042C5-D2DF-4EA9-9C2A-C062A4CB90B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DD27CFD-8A4A-48D7-9FA5-07E0EC619591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4F41562-A296-44D9-BA97-F1963A45267A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FD4F91E-8E30-49AC-ACB4-8C6AB0991057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5949C0E-3B3A-4DCD-9B96-1A6008B13D93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EB3ADFC-5EB1-43BE-9AD5-88DB187D1814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BDC84D3-C51B-45A3-A00E-FCAB462DB145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4794E9E-5CA5-4E97-9763-3D0F3ED2AF68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6576E08-93DA-4820-B901-8252D102E8AA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F4508FD-2C3A-4416-A71B-F1C5FAB9DBA7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D4F60F5-E82C-4CE6-9012-E56FA77486EC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B8623F2-92B5-4D8B-A07B-C6DB2BF246DC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44BAF46-27DC-483C-A5D2-4D6053E6CE14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69D16F6-211A-4C5A-BCC6-7F84F8A2AC85}"/>
              </a:ext>
            </a:extLst>
          </p:cNvPr>
          <p:cNvSpPr>
            <a:spLocks noGrp="1"/>
          </p:cNvSpPr>
          <p:nvPr/>
        </p:nvSpPr>
        <p:spPr>
          <a:xfrm>
            <a:off x="3714750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A15F3D90-3609-44B7-BCBF-7C16F23433F8}"/>
              </a:ext>
            </a:extLst>
          </p:cNvPr>
          <p:cNvSpPr>
            <a:spLocks noGrp="1"/>
          </p:cNvSpPr>
          <p:nvPr/>
        </p:nvSpPr>
        <p:spPr>
          <a:xfrm>
            <a:off x="4310063" y="5036344"/>
            <a:ext cx="5988844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D3CDA375-6A52-45EE-95D4-7171E24B60E4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D1F207CE-9130-4D19-87E2-888550E20292}"/>
              </a:ext>
            </a:extLst>
          </p:cNvPr>
          <p:cNvSpPr>
            <a:spLocks noGrp="1"/>
          </p:cNvSpPr>
          <p:nvPr/>
        </p:nvSpPr>
        <p:spPr>
          <a:xfrm>
            <a:off x="9191625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6CC2D32-F65D-4A23-9F12-C7DF55AB7696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+ 6 = 10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E8AE61F4-15C2-40E2-883F-E6D07EBDAC4B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6BBB1C84-FC55-4CD5-810A-ED38CCC5217F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004B8D68-7EDD-48EA-8935-77D3DA5C5B83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+ 0 + 1 = 5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3F5C7C58-ED39-4208-B77E-BD02B6030D87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59310EF1-6012-4555-8C09-198D48C2BBED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2B365FE5-F17C-4A41-AB7F-86A71826352B}"/>
              </a:ext>
            </a:extLst>
          </p:cNvPr>
          <p:cNvSpPr>
            <a:spLocks noGrp="1"/>
          </p:cNvSpPr>
          <p:nvPr/>
        </p:nvSpPr>
        <p:spPr>
          <a:xfrm>
            <a:off x="7334250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F026B414-74B5-4DA1-9E4E-D3948BBF9626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+ 8 = 16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39F23AF1-6462-430E-B6FF-F3F399AA0054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B70E0E9D-C76E-434E-987D-490BC09E8927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8B9FF3A7-E6E9-4768-82CC-E55A6C9A7F97}"/>
              </a:ext>
            </a:extLst>
          </p:cNvPr>
          <p:cNvSpPr>
            <a:spLocks noGrp="1"/>
          </p:cNvSpPr>
          <p:nvPr/>
        </p:nvSpPr>
        <p:spPr>
          <a:xfrm>
            <a:off x="6405563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0E719C98-46A0-4498-A861-DFEF284D4A7B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+ 4 + 1 = 13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EDE6BBD4-EA96-4AED-AD6E-AA56120674CC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B1DF776-E2B4-4D69-9BF6-D992A457B45E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1E948EAB-C70C-45F1-9FAC-CFB2DB4CDC34}"/>
              </a:ext>
            </a:extLst>
          </p:cNvPr>
          <p:cNvSpPr>
            <a:spLocks noGrp="1"/>
          </p:cNvSpPr>
          <p:nvPr/>
        </p:nvSpPr>
        <p:spPr>
          <a:xfrm>
            <a:off x="5476875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7695C301-7C47-4F03-8F83-39FCCFC1C35F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+ 7 + 1 = 11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C59C9711-57E2-430B-9F78-DEA046151844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E14A620E-D7CD-4FCE-8C90-09B6E61618FF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9845824C-3413-48FB-9E4F-2E13EDB1414E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+ 2 + 1 = 9</a:t>
            </a:r>
          </a:p>
        </p:txBody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225339B3-CD7D-4D9E-B729-82DD5F81257D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A54E7786-7E9C-4D44-8F7A-47DDA5EAE6EC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638,844 + 274,806 = 913,650</a:t>
            </a:r>
          </a:p>
        </p:txBody>
      </p:sp>
    </p:spTree>
    <p:extLst>
      <p:ext uri="{BB962C8B-B14F-4D97-AF65-F5344CB8AC3E}">
        <p14:creationId xmlns:p14="http://schemas.microsoft.com/office/powerpoint/2010/main" val="1831255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11" dur="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42" dur="8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800"/>
                            </p:stCondLst>
                            <p:childTnLst>
                              <p:par>
                                <p:cTn id="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60" dur="8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800"/>
                            </p:stCondLst>
                            <p:childTnLst>
                              <p:par>
                                <p:cTn id="6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78" dur="8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800"/>
                            </p:stCondLst>
                            <p:childTnLst>
                              <p:par>
                                <p:cTn id="8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2" grpId="1"/>
      <p:bldP spid="23" grpId="0"/>
      <p:bldP spid="23" grpId="1"/>
      <p:bldP spid="24" grpId="0"/>
      <p:bldP spid="26" grpId="0"/>
      <p:bldP spid="26" grpId="1"/>
      <p:bldP spid="27" grpId="0"/>
      <p:bldP spid="29" grpId="0"/>
      <p:bldP spid="29" grpId="1"/>
      <p:bldP spid="30" grpId="0"/>
      <p:bldP spid="30" grpId="1"/>
      <p:bldP spid="31" grpId="0"/>
      <p:bldP spid="33" grpId="0"/>
      <p:bldP spid="33" grpId="1"/>
      <p:bldP spid="34" grpId="0"/>
      <p:bldP spid="34" grpId="1"/>
      <p:bldP spid="35" grpId="0"/>
      <p:bldP spid="37" grpId="0"/>
      <p:bldP spid="37" grpId="1"/>
      <p:bldP spid="38" grpId="0"/>
      <p:bldP spid="38" grpId="1"/>
      <p:bldP spid="39" grpId="0"/>
      <p:bldP spid="41" grpId="0"/>
      <p:bldP spid="42" grpId="0"/>
      <p:bldP spid="4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66F1A380-8267-4C85-9ADE-5455F8D0940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C8A2F6B-4C29-4D2F-A390-57E464F7D41B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A610E17-4182-4A94-8C59-B6D2538555A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E079C36-E50D-45F4-87E1-D081F8673F1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FB7C069-1861-431A-B9F2-1E8D9FADD53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Fluency with the four operations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7011B22-D28A-4215-B380-E9849BADDA1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57EAC16-F3C9-4055-8884-2C34B766D7EE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8E61C8F-E9AB-4EA5-ADD5-CB78A9100865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638,475 + 274,806 and 902,140 - 386,759.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80ECA0B-46B2-4EB7-A29B-A794B00D0E7F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4E0C012-6CD2-4889-B3B0-D5819A79AD37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6,304 x 27.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03244C4-933E-4D09-A97C-8FDE779BECE9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5840089-9BBF-4A02-8C04-C21A46FF73B9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8,736 / 24.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DA651FB-AE15-480F-B5FA-D0CA5EB513C4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F9BA472-EF2F-4733-B888-E939BA7732C4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638,475 + 274,806 and 902,140 - 386,759.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3C831B9-5B40-4B62-BF3B-49CC15A9D94E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6C62AA7-A50B-4246-9B84-B5A461E974E2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6,304 x 27.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AFE590E-C20B-443F-A939-6F32D328CC04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9B9E992-E189-497F-A7C3-3E482933DE68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8,736 / 24.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9422276E-483F-4FD2-BDA8-C3DB4E9DE9BD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FFF5400-3C41-4039-911F-C8E9E687FE5E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Choose operations to make a true equation using 48, 12 and 4.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887281A4-4130-4B7C-A072-81B5924B1DBA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125FD59D-D3CF-4CCB-B57C-50077B3ADF33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switches methods without checking which operation the question uses.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F5B91B74-CA9E-4F08-A5CD-EE6E78F5760F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F8148B4-B1FF-499A-88AF-E5B8460E0170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0C49737-ADF0-4E11-9341-53C38A9C10D6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63577D3-4FDB-41F6-8CC7-A5F22AB2EBAE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8,736 / 24.</a:t>
            </a:r>
          </a:p>
        </p:txBody>
      </p:sp>
    </p:spTree>
    <p:extLst>
      <p:ext uri="{BB962C8B-B14F-4D97-AF65-F5344CB8AC3E}">
        <p14:creationId xmlns:p14="http://schemas.microsoft.com/office/powerpoint/2010/main" val="1836157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2F9FD837-97B1-4BE9-8B38-7414200E142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E89ABBB-FCDA-4DA8-9302-35E59D9B927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7211CB5-21DF-4EBF-A8A5-5CDBE8AE64F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651834C-D9CD-4324-BA51-70504108F4B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Fluency with the four operations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AF8E7F2-068F-4977-BBF0-AF06F170B8D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87BA5A2-1B15-48F5-A064-DCD631FE41C1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CC0D645-790D-4557-9BD3-38BBC71C16F7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913,281 and 515,381.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79187AC-8005-4A03-8AC6-25A6EA2B9E85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7509FF1-C5F5-4A68-ADBF-AC6B2C7C1D6D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170,208.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8A92BB3-C5DD-4DA9-86BB-6674D8A17B94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34C1C07-979B-4E0A-ADE7-CE0FF808E53B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364.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38340E5-6045-4E8A-9FFB-F5C95FA4B13A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0FA4671-B582-4DC9-B02C-14DF1DA705D8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913,281 and 515,381.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EB08E51-AE43-414D-8654-36E9DFEC77AD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5BC6DC9-75A3-4A07-805F-22472D4A1C60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170,208.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68D0DEF-A094-4F4D-96A9-A71CBB31B915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7CD2744B-84A5-4FF2-A794-B09A511F40E8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364.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901BB247-F10C-4239-8BAF-A545B625C983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3B959EE-9F92-4235-B59C-3F0F2CF37B57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Examples include 48 / 12 = 4 and 12 x 4 = 48.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CED845A-5DE7-491B-B9D7-2C8C792AAC9E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4279FBA-E504-4E97-A779-BB705D8F13F4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Mark the operation and estimate before beginning the exact method.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B1ACE3AB-6893-4B1D-A712-9168A9AE141F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5E4929B-AEDF-440B-9C86-7C5D83F19A92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C7FE2F2-6839-4DBF-86DB-693679B265EA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6FC14E85-3535-4649-A5C9-CD5281E3BF87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6192973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1090</Words>
  <Application>Microsoft Office PowerPoint</Application>
  <DocSecurity>0</DocSecurity>
  <PresentationFormat>Custom</PresentationFormat>
  <Paragraphs>206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2026-09-14T13:14:19Z</dcterms:created>
  <dcterms:modified xsi:type="dcterms:W3CDTF">2026-09-14T13:18:51Z</dcterms:modified>
</cp:coreProperties>
</file>