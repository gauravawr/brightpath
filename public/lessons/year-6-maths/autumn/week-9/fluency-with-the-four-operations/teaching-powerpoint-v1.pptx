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806220e6043431a" /><Relationship Type="http://schemas.openxmlformats.org/officeDocument/2006/relationships/extended-properties" Target="/docProps/app.xml" Id="Ra59ec54c3c2f466e" /><Relationship Type="http://schemas.openxmlformats.org/officeDocument/2006/relationships/officeDocument" Target="/ppt/presentation.xml" Id="Rd32bc35c077d430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1923b29a6fc489a"/>
  </p:sldMasterIdLst>
  <p:notesMasterIdLst>
    <p:notesMasterId xmlns:r="http://schemas.openxmlformats.org/officeDocument/2006/relationships" r:id="Rae8cafd3882144fa"/>
  </p:notesMasterIdLst>
  <p:sldIdLst>
    <p:sldId xmlns:r="http://schemas.openxmlformats.org/officeDocument/2006/relationships" id="256" r:id="R27bbd128a55b4c3b"/>
    <p:sldId xmlns:r="http://schemas.openxmlformats.org/officeDocument/2006/relationships" id="257" r:id="Reb93726d447144f2"/>
    <p:sldId xmlns:r="http://schemas.openxmlformats.org/officeDocument/2006/relationships" id="258" r:id="Rc1b985390d704fd9"/>
    <p:sldId xmlns:r="http://schemas.openxmlformats.org/officeDocument/2006/relationships" id="259" r:id="R480769f5e2a34cbd"/>
    <p:sldId xmlns:r="http://schemas.openxmlformats.org/officeDocument/2006/relationships" id="260" r:id="Ra7873f7e76984f29"/>
    <p:sldId xmlns:r="http://schemas.openxmlformats.org/officeDocument/2006/relationships" id="261" r:id="R961a81fa6cba4c61"/>
    <p:sldId xmlns:r="http://schemas.openxmlformats.org/officeDocument/2006/relationships" id="262" r:id="R04a8dfa586f1441a"/>
    <p:sldId xmlns:r="http://schemas.openxmlformats.org/officeDocument/2006/relationships" id="263" r:id="R8f8fdaef43654e31"/>
    <p:sldId xmlns:r="http://schemas.openxmlformats.org/officeDocument/2006/relationships" id="264" r:id="R17168297b99e48f2"/>
    <p:sldId xmlns:r="http://schemas.openxmlformats.org/officeDocument/2006/relationships" id="265" r:id="Raedb23f4dbf84091"/>
    <p:sldId xmlns:r="http://schemas.openxmlformats.org/officeDocument/2006/relationships" id="266" r:id="R645ecae610c24bf7"/>
    <p:sldId xmlns:r="http://schemas.openxmlformats.org/officeDocument/2006/relationships" id="267" r:id="R3539902d6ad64ea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7b392d05014d9b" /><Relationship Type="http://schemas.openxmlformats.org/officeDocument/2006/relationships/slideMaster" Target="/ppt/slideMasters/slideMaster1.xml" Id="Rf1923b29a6fc489a" /><Relationship Type="http://schemas.openxmlformats.org/officeDocument/2006/relationships/notesMaster" Target="/ppt/notesMasters/notesMaster1.xml" Id="Rae8cafd3882144fa" /><Relationship Type="http://schemas.openxmlformats.org/officeDocument/2006/relationships/presProps" Target="/ppt/presProps.xml" Id="R3a3d4dc6a0014534" /><Relationship Type="http://schemas.openxmlformats.org/officeDocument/2006/relationships/tableStyles" Target="/ppt/tableStyles.xml" Id="R318face18ab04295" /><Relationship Type="http://schemas.openxmlformats.org/officeDocument/2006/relationships/slide" Target="/ppt/slides/slide1.xml" Id="R27bbd128a55b4c3b" /><Relationship Type="http://schemas.openxmlformats.org/officeDocument/2006/relationships/slide" Target="/ppt/slides/slide2.xml" Id="Reb93726d447144f2" /><Relationship Type="http://schemas.openxmlformats.org/officeDocument/2006/relationships/slide" Target="/ppt/slides/slide3.xml" Id="Rc1b985390d704fd9" /><Relationship Type="http://schemas.openxmlformats.org/officeDocument/2006/relationships/slide" Target="/ppt/slides/slide4.xml" Id="R480769f5e2a34cbd" /><Relationship Type="http://schemas.openxmlformats.org/officeDocument/2006/relationships/slide" Target="/ppt/slides/slide5.xml" Id="Ra7873f7e76984f29" /><Relationship Type="http://schemas.openxmlformats.org/officeDocument/2006/relationships/slide" Target="/ppt/slides/slide6.xml" Id="R961a81fa6cba4c61" /><Relationship Type="http://schemas.openxmlformats.org/officeDocument/2006/relationships/slide" Target="/ppt/slides/slide7.xml" Id="R04a8dfa586f1441a" /><Relationship Type="http://schemas.openxmlformats.org/officeDocument/2006/relationships/slide" Target="/ppt/slides/slide8.xml" Id="R8f8fdaef43654e31" /><Relationship Type="http://schemas.openxmlformats.org/officeDocument/2006/relationships/slide" Target="/ppt/slides/slide9.xml" Id="R17168297b99e48f2" /><Relationship Type="http://schemas.openxmlformats.org/officeDocument/2006/relationships/slide" Target="/ppt/slides/slide10.xml" Id="Raedb23f4dbf84091" /><Relationship Type="http://schemas.openxmlformats.org/officeDocument/2006/relationships/slide" Target="/ppt/slides/slide11.xml" Id="R645ecae610c24bf7" /><Relationship Type="http://schemas.openxmlformats.org/officeDocument/2006/relationships/slide" Target="/ppt/slides/slide12.xml" Id="R3539902d6ad64ea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26f4547bd88461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607bbb30cff45b3" /><Relationship Type="http://schemas.openxmlformats.org/officeDocument/2006/relationships/notesMaster" Target="/ppt/notesMasters/notesMaster1.xml" Id="R7acf700204204f0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ffde9f9c8d7425e" /><Relationship Type="http://schemas.openxmlformats.org/officeDocument/2006/relationships/notesMaster" Target="/ppt/notesMasters/notesMaster1.xml" Id="R96dc10d8230a4ed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63559cd66d94eda" /><Relationship Type="http://schemas.openxmlformats.org/officeDocument/2006/relationships/notesMaster" Target="/ppt/notesMasters/notesMaster1.xml" Id="R2715261ceeff458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95d49c8e7ca4dde" /><Relationship Type="http://schemas.openxmlformats.org/officeDocument/2006/relationships/notesMaster" Target="/ppt/notesMasters/notesMaster1.xml" Id="R50407efaa67b40b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7811c7ba2fa4879" /><Relationship Type="http://schemas.openxmlformats.org/officeDocument/2006/relationships/notesMaster" Target="/ppt/notesMasters/notesMaster1.xml" Id="Rf8ad439077124f3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8d900d02d9e4d9c" /><Relationship Type="http://schemas.openxmlformats.org/officeDocument/2006/relationships/notesMaster" Target="/ppt/notesMasters/notesMaster1.xml" Id="R62bd0f78aff54a5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a8545b0f88a4b7e" /><Relationship Type="http://schemas.openxmlformats.org/officeDocument/2006/relationships/notesMaster" Target="/ppt/notesMasters/notesMaster1.xml" Id="R79479cd1191b4b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03dec701ff74081" /><Relationship Type="http://schemas.openxmlformats.org/officeDocument/2006/relationships/notesMaster" Target="/ppt/notesMasters/notesMaster1.xml" Id="R755988fb65d2447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2b3fde284ec4f0e" /><Relationship Type="http://schemas.openxmlformats.org/officeDocument/2006/relationships/notesMaster" Target="/ppt/notesMasters/notesMaster1.xml" Id="Re1728df333ac446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203f9a2773e4483" /><Relationship Type="http://schemas.openxmlformats.org/officeDocument/2006/relationships/notesMaster" Target="/ppt/notesMasters/notesMaster1.xml" Id="Rbcb83edc09594b8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09a2bfa5d0a4371" /><Relationship Type="http://schemas.openxmlformats.org/officeDocument/2006/relationships/notesMaster" Target="/ppt/notesMasters/notesMaster1.xml" Id="Rec3dc6c6e700435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64986f8740a4f80" /><Relationship Type="http://schemas.openxmlformats.org/officeDocument/2006/relationships/notesMaster" Target="/ppt/notesMasters/notesMaster1.xml" Id="R9c5688e8a9e746a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Place-value chart, fraction strips, multiplication grid,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170,208. | Identify the number type and choose an efficient method. | Mark the operation and estimate before beginning the exact method.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fluency, efficient, decimal, fraction, equivalent, simplify, check.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913,281 and 515,381.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170,208.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Mark the operation and estimate before beginning the exact method.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170,208..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364..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Examples include 48 / 12 = 4 and 12 x 4 = 48.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364.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364. | Mark the operation and estimate before beginning the exact method.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cd5f7e91704c5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2273d2863144a88" /><Relationship Type="http://schemas.openxmlformats.org/officeDocument/2006/relationships/slideLayout" Target="/ppt/slideLayouts/slideLayout1.xml" Id="Red7ceefd5f734c9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d7ceefd5f734c9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f6834018e143b7" /><Relationship Type="http://schemas.openxmlformats.org/officeDocument/2006/relationships/notesSlide" Target="/ppt/notesSlides/notesSlide1.xml" Id="R4d365b023836463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26363e444f4458" /><Relationship Type="http://schemas.openxmlformats.org/officeDocument/2006/relationships/notesSlide" Target="/ppt/notesSlides/notesSlide2.xml" Id="Re526b253f1fb4d8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700a2a31ad4945" /><Relationship Type="http://schemas.openxmlformats.org/officeDocument/2006/relationships/notesSlide" Target="/ppt/notesSlides/notesSlide3.xml" Id="R882eb090e5a14ba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c59c92912c4344" /><Relationship Type="http://schemas.openxmlformats.org/officeDocument/2006/relationships/notesSlide" Target="/ppt/notesSlides/notesSlide4.xml" Id="Rb4621a76762c440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5f7b2fcc9749f9" /><Relationship Type="http://schemas.openxmlformats.org/officeDocument/2006/relationships/notesSlide" Target="/ppt/notesSlides/notesSlide5.xml" Id="R93762f958d6f4a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3daa19b1124344" /><Relationship Type="http://schemas.openxmlformats.org/officeDocument/2006/relationships/notesSlide" Target="/ppt/notesSlides/notesSlide6.xml" Id="R414b366270d441d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6f51fded2a4b57" /><Relationship Type="http://schemas.openxmlformats.org/officeDocument/2006/relationships/image" Target="/ppt/media/image.png" Id="Ra89c32945ed6406d" /><Relationship Type="http://schemas.openxmlformats.org/officeDocument/2006/relationships/notesSlide" Target="/ppt/notesSlides/notesSlide7.xml" Id="R77d8a1ea1be6412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555e56ab1946fe" /><Relationship Type="http://schemas.openxmlformats.org/officeDocument/2006/relationships/notesSlide" Target="/ppt/notesSlides/notesSlide8.xml" Id="R62bf216be691485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90555d156949fd" /><Relationship Type="http://schemas.openxmlformats.org/officeDocument/2006/relationships/notesSlide" Target="/ppt/notesSlides/notesSlide9.xml" Id="Rcf0844dfdcbe4a9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9ce8139649450b" /><Relationship Type="http://schemas.openxmlformats.org/officeDocument/2006/relationships/notesSlide" Target="/ppt/notesSlides/notesSlide10.xml" Id="R87aa020e01b24b1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9873c33b1b48da" /><Relationship Type="http://schemas.openxmlformats.org/officeDocument/2006/relationships/notesSlide" Target="/ppt/notesSlides/notesSlide11.xml" Id="Rc3051e35081e47d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a66a78ab5b483d" /><Relationship Type="http://schemas.openxmlformats.org/officeDocument/2006/relationships/notesSlide" Target="/ppt/notesSlides/notesSlide12.xml" Id="Re8dacc83e8e04ca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8CCDB3-0621-4E2F-80E1-F53E87C7E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A50449-E46B-4083-B659-5A13A2F1A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8BA37A-F710-4AD2-BF18-216D55B52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167FC8-A86A-4D63-B7FA-B89C28C9F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DCEFBC-69CA-4317-844D-10946B620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B12F00-D372-43B3-8098-4D0B02312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441D9B-2918-4F8C-85C7-5F660A76B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907871-BCD5-44CF-9710-0C0CBD988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accurately with all four operations.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00D05C-6A33-4573-BC4A-540B15739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698005-57D5-4B64-B6B7-FC5F064E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chart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BBE890-D358-47CF-8579-AADA2CE34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9726231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C86382-5119-454B-A512-C5E0DF75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9EFE12-C8DA-46BA-B612-D9C8D7438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4C3685-AD55-451B-B78D-A5761A7D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FE32DA-597C-407E-8B84-B689095C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133ED6-80E8-4009-A7FC-728AADB1C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7437D-FD17-4238-99E1-83E044AD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CA9766-42E6-48F8-A144-4A5284189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322D6C-72F3-4656-8A96-9B86C7DD6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DD1908-4335-4C31-9928-97FD92ACA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4F1E6D-DE56-4CC2-B8DF-C52D20E9F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BFF7AE-A36F-483D-9C2D-3176716CC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B8A6B6-AC6C-41A5-96ED-946F6A184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BE9522-0A0C-480C-ABB6-4000021C0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Use formal methods with whole numbers and prior learning about decimals and fractions.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BD32EB-8576-4D24-991C-5A2BB1F3C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67D66A-4EDD-48B2-8868-063FCA51D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C43B707-118B-437C-83C2-386729974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668E33-070E-4271-B8BA-AF56F3FD5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6,304 x 27.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71F261-A57D-4B04-BF16-7D1F5B9B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85501B-5F2E-45CA-8E46-B2408ACE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FBBAED-2BF4-44BF-BBAB-8A109440E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45A24D-F8BE-43F6-A36A-3EF91545D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638,475 + 274,806 and 902,140 - 386,759.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B990F9-68B6-4056-A2D7-A4292227D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8288696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660780-ADF0-40AE-9565-85A61B184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D9326B2-9AD9-4ABE-82E6-C9FF8E869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64B391-C450-4784-BF86-91E826C7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86C962-D04E-4387-B3DF-B995CAD59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0487FC-0113-4EF7-A66F-BCD4DF639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7A7C95-2F99-4E1C-B708-C72C68C9D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160322-8810-4F2C-9557-F93E3E1AE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81B351-86D9-4CAA-8A94-9E6AA4136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2A9B024-B28C-47FD-89CC-8FD6E0334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9D7DC9-9063-431A-8815-511C2A694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accurately with all four operations.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F81AB6-1093-4969-ACEA-7E34979B3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07106B-D550-44E3-A489-F27CB951F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number type and choose an efficient method.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31ED6DB-2705-4C4E-B99B-1CF09964E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Keep place values or denominators aligned and record each stage.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B5C351-C637-4778-BAB9-575F6FDB6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Simplify where needed and check the result for size and reasonableness.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854C931-FA18-4106-AE8A-52A244011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fluency  |  efficient  |  decimal  |  fraction  |  equivalent  |  simplify  |  check</a:t>
            </a:r>
          </a:p>
        </p:txBody>
      </p:sp>
    </p:spTree>
    <p:extLst>
      <p:ext uri="{BB962C8B-B14F-4D97-AF65-F5344CB8AC3E}">
        <p14:creationId xmlns:p14="http://schemas.microsoft.com/office/powerpoint/2010/main" val="190181463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D9BB52-785B-4ABB-BAC7-6EB80D054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ACA5DF-DD59-47F6-B8D4-0566049F7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2CB717-F2FE-4BD4-B4B2-88BB2C1CB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DD6B45-B6B1-4611-83F6-25B21F5EC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39198E-1323-43D4-A5A0-EB1B07388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35F3CC-7EEF-4319-A9A0-D1C6BD464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F95B44-1448-4B06-A94E-0E6867F6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35204A-5A71-4D95-8103-9B4EFFDCC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2D2B6F-941F-42F8-8E96-EB8A0DB6A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1E62B50-6A64-403A-BD1F-0412226D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638,475 + 274,806 and 902,140 - 386,759.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E92291-D5D3-4421-B886-D843FFBBD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0505FB-8632-48BD-826B-83884C249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BEF2AA-F361-4AC9-8273-BF155F8F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number type and choose an efficient method.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4C6DA6-4B0B-465C-B06E-252DD42D2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BB4223-5FBA-42A0-9AA7-03C8D7896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B44E19C-7267-471C-8B53-C21E5859E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Keep place values or denominators aligned and record each stage.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3CA222-E00C-40BD-A2B6-845C77762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F8A387-85F0-449E-9F10-3A2F71152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470FA6-5552-4864-9F9E-8AF311F57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913,281 and 515,381.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742496-F710-4193-8CAB-603C96B4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A8698E-FF6D-461D-9556-FB456ED31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DA30E0-6C48-4BE9-853A-D78A33A19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Simplify where needed and check the result for size and reasonableness.</a:t>
            </a:r>
          </a:p>
        </p:txBody>
      </p:sp>
    </p:spTree>
    <p:extLst>
      <p:ext uri="{BB962C8B-B14F-4D97-AF65-F5344CB8AC3E}">
        <p14:creationId xmlns:p14="http://schemas.microsoft.com/office/powerpoint/2010/main" val="83760253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BCE84F-BD3C-490D-A0C9-59DF2195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05FF05-7438-4483-88A9-E15958CCE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D8AA4C-3428-457A-B5BA-53F91CF5C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8146A8-9738-4876-9E9F-14839E75B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AE1CC3-C59A-46A2-9D6B-63D8125F6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221141-3C8C-47D3-B49F-92031C79C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E527BB-51B3-4D03-9B1B-EFB6F36A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16E956-BBE7-44D8-A76D-F900C5D7C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115B07-3240-478F-AF78-F804EA3FE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4CB93D-A012-4B9C-9461-7721E4011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772D45-D410-4BC0-80E6-B7A951015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913,281 and 515,381.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4CCF504-3413-4965-A8A5-09489AAFC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D0F8AD-724D-4387-9DA7-2F0B1921F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Simplify where needed and check the result for size and reasonableness.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BE7080-7994-422C-A611-E373D8BE5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66453050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FF4FD2-EA50-4629-8BD1-893C9860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465D3C2-1256-447D-8182-5BBD61FB2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A33E18-0A25-4F88-A572-40545841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071F61-90AD-4C08-9141-BD80C6BA6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D7C5A4-8774-41D2-AF8D-51829FB73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768AA4-B4A7-4BEC-B258-7D246ED18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3B5FAB-8EED-4E94-AAD4-A48DFDBFC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E4A4BA-97D0-4F40-9A39-1162A557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F06D9F-2FA3-4AA3-8341-2FDAE308C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5D3BE4-03A8-4E10-9F6D-74D0D331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6,304 x 27.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C05020-7597-4CAD-908C-19B71FCC3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80451E-AF1B-4312-893D-58AB87FE6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B51D10-132C-45DC-95E1-18697DEF8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7B6CA5-5570-4FCC-863E-947AEDC18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9C3CD0-68F5-4EA3-B724-55C0C8689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170,208.</a:t>
            </a:r>
          </a:p>
        </p:txBody>
      </p:sp>
    </p:spTree>
    <p:extLst>
      <p:ext uri="{BB962C8B-B14F-4D97-AF65-F5344CB8AC3E}">
        <p14:creationId xmlns:p14="http://schemas.microsoft.com/office/powerpoint/2010/main" val="4488668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6FA8EB8-F76C-415E-B250-A77D7D68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28644A-D020-4D4B-B669-1371BC944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E3D4C9-4D58-4EB6-8EE1-4E7C29F40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97565F-2391-4E29-8355-9B4DE77CA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2CA443-BAB8-4858-8DBB-244E9DDD1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F52CE3-F2F0-417B-92E7-55195EED2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2EF3AE3-0271-4D24-9CB5-A8473E7E4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300D54-AA3B-4948-8C1C-459123974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AC7D3B-3AF7-4F83-AF4F-58B6E0E39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9c32945ed6406d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421DB9-552E-4FC0-A210-AB2748DF6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AF0102-2476-4761-95D3-7C6CB82D2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switches methods without checking which operation the question uses.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7E9C44-28B4-456F-837C-3BAB283E0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01FDEE-61D1-4461-AE74-2AAEE44C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457AF9-9A69-48B7-9648-6525CA3E9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Mark the operation and estimate before beginning the exact method.</a:t>
            </a:r>
          </a:p>
        </p:txBody>
      </p:sp>
    </p:spTree>
    <p:extLst>
      <p:ext uri="{BB962C8B-B14F-4D97-AF65-F5344CB8AC3E}">
        <p14:creationId xmlns:p14="http://schemas.microsoft.com/office/powerpoint/2010/main" val="169434036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DE47FDC-2CBA-428E-B14C-295EF1B19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AE2881-B740-4270-8855-F3D8BE0F9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F3AB66-52A1-445E-8E3F-5B94B03F3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509B36-3622-48CF-A4E1-0A0DDD99F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28692A-D84B-468F-B6B4-E791E4EC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8914E6-8C53-421D-8BA9-7AB937D6E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1D0CFE-C22D-481B-908F-EA2190297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5AA5A6-0329-41FC-A95E-310A13FF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A92B92-CED2-4CA0-8E52-F18AE5526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2506FC-C4B2-42C7-AC17-F91EAEF4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86A415-7755-4D1E-ADA6-130AEC912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61E483-719B-455F-B5EB-E1FA6A69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D9426F-F92A-4CC3-9898-B25866952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6,304 x 27.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5122817-62F5-4CE7-A8A0-2BE66D98A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71F47E0-E6BF-4E42-8E08-43556F4C9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0F9C98-D2CE-4F4E-806A-28B8C37B6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102BDE-844A-4113-906A-B8123F836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6B5105-5452-4DC3-AD57-818EB8DBC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119E2C-70C4-4D66-964C-5297A485C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7AB92D0-634B-4EC5-8B1D-96FF7B8C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FCFEF2-1475-4410-A572-23E28040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170,208.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A0D125E-2A7C-45D4-A7C5-2389C7FD8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61854323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59E344-2D99-4DF7-8481-88855C25A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BFE048-AC2B-432B-8FC9-34BA800B9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DA22EE-266E-4C37-A0E0-E1975C45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06F057-7131-4115-9C95-CD652D274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F79C55-142A-4068-9288-52A05348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7AE5F6-A162-413E-A970-E618F5AFA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94C254-D7E9-49C7-BBBF-56C4F27E6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10A04D-7ADA-4751-AFFF-95B16E215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641F78-1910-4BEA-8241-011FE4EFE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ADF91B-C100-4AB5-B8AB-E8F82A357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21ED5B-E810-4B60-AA2E-96E11B8B4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F09D62-2C66-4838-9D9C-F9C74701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5F9668-F655-4253-8C9B-CA46E67FC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8,736 / 24.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D798C2-352E-4F74-9B17-00A8E55E9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B212B4-DBFA-4DC0-9F38-0433713E0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54B53-F110-46B1-9129-932C8E73F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F9288C-9D6B-4D6E-84E0-C6B3D1FC0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D5F5D2-B9F2-4329-B892-9CB0076F6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A0A989-FE1A-4079-8D97-AFF65985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B6E1A1-ACE1-4922-AB62-81D2DB867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ACB36F-21C8-4057-9B15-066E43A49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02833419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EF4B50-1DE1-40E3-9C1F-7E2C421D5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63C65F-36B0-48A3-954D-EC4706ACC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83EAB9-C13C-4D65-A2E2-97429FC56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82B3B5-835E-4A8F-9EFD-D216AE083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7E7346-902B-48F3-A5E4-4D45B0548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C3AD54-E225-4B38-BD41-D818598A4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FA7595-8E4C-48CA-AC01-79608EF29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FEFBE5-8A9E-48F8-B4DE-EAE563145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8DC40F-C3A3-415C-B429-84FC74BC8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E2305E-A326-4623-B94D-882F8EC50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operations to make a true equation using 48, 12 and 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9BF5D9-8497-436F-B8A6-27ADE890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2416C1-DF0A-436B-A303-0501798F6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3E74E6-8B00-406A-B68C-6B44CCA36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Examples include 48 / 12 = 4 and 12 x 4 = 48.</a:t>
            </a:r>
          </a:p>
        </p:txBody>
      </p:sp>
    </p:spTree>
    <p:extLst>
      <p:ext uri="{BB962C8B-B14F-4D97-AF65-F5344CB8AC3E}">
        <p14:creationId xmlns:p14="http://schemas.microsoft.com/office/powerpoint/2010/main" val="19845404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6A1EB6-9BD9-4383-A336-E66D0B1D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4D638B-F134-4999-9A94-40C66703D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92ABF7-23DF-4291-A813-FEF9EE0F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5E13F3-64EB-42C6-97E2-19C06118C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D411E9-530D-4E6D-9768-C922717E4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69D1E6-31B7-4AC9-ACB9-242292DDE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AAAEED-76F6-403E-BC21-4A1F6300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F99738-201E-4FA9-92F2-D25CC2D55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D4F57F-D299-4587-9A51-CFF978740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D59AEB-7D57-4B90-98C1-3DA1D45F7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8801C7-75F1-4F52-8CF4-1C259605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58A8F5-7B7C-40E2-90C1-EE3B62033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8,736 / 24.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8067FE-7029-45A6-B6AF-F50EB536F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96593F-3F7E-4235-A494-8F00EAF8F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412C08B-D662-45E5-9CA0-DABB34E48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563EB1-BF60-4340-9755-14EED8272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364.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AEB1593-42AE-4410-B859-97F4E8706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45E60E-56B4-43FA-B11D-7246BBB6C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88969176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6C0F23-81C1-425D-B225-D405B1253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88F2C2-A668-41B4-BF03-88630A226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B3CB71-F177-4D20-B138-61AD193D6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3516D4-2DD5-4C82-B6FF-89BDF0428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53E2D8-90A5-4EBD-9F6F-740B3D58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8CCFD3-AF99-4A71-8B5B-990AA5214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139EDA-4567-47DF-A583-65D1B0101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8C1D1D-9962-40E2-979C-9816EEE70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15E755-CEE2-448B-AFE9-B3D4C0D3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Fluency with the four operations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49F534-5E30-478E-AFF6-CB731BBED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355FE4-59C0-4AC9-848B-EA18133FA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8344C9-EE71-41DA-A950-B58511749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9B2683-9064-4056-9D6F-C136AD276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8,736 / 24.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B8EA1A-15D0-43AC-843A-F1AF13AEC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52CD274-169E-4E0B-A6DB-82814E496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4F2F24-7EAC-481F-80CC-942663378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C557CC-2FDC-4166-9310-EDDECACE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switches methods without checking which operation the question uses.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4761EB-8D86-4786-B0CF-B454E25E5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71CD3A-8730-4C0D-8280-96B5E5C95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86167D-7A18-4D11-97D1-704758F0B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D1C75C-025B-425C-BE30-4040F034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54C7102-DEAA-44B8-AD9F-B228E2478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4293798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2026-09-09T20:45:46.8050000Z</dcterms:created>
  <dcterms:modified xsi:type="dcterms:W3CDTF">2026-09-09T20:45:46.8050000Z</dcterms:modified>
</coreProperties>
</file>