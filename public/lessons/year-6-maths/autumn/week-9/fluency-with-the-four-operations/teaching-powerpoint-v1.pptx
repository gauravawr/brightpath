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27d2eceafd479b" /><Relationship Type="http://schemas.openxmlformats.org/officeDocument/2006/relationships/extended-properties" Target="/docProps/app.xml" Id="Rcc60233ad47e4a64" /><Relationship Type="http://schemas.openxmlformats.org/officeDocument/2006/relationships/officeDocument" Target="/ppt/presentation.xml" Id="Rac7bde8fcee5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af7b132774a68"/>
  </p:sldMasterIdLst>
  <p:notesMasterIdLst>
    <p:notesMasterId xmlns:r="http://schemas.openxmlformats.org/officeDocument/2006/relationships" r:id="R1f2068c88c874e74"/>
  </p:notesMasterIdLst>
  <p:sldIdLst>
    <p:sldId xmlns:r="http://schemas.openxmlformats.org/officeDocument/2006/relationships" id="256" r:id="R63c3c172d35943ff"/>
    <p:sldId xmlns:r="http://schemas.openxmlformats.org/officeDocument/2006/relationships" id="257" r:id="R828bb4862c11435c"/>
    <p:sldId xmlns:r="http://schemas.openxmlformats.org/officeDocument/2006/relationships" id="258" r:id="Rc67cb19fb6f34914"/>
    <p:sldId xmlns:r="http://schemas.openxmlformats.org/officeDocument/2006/relationships" id="259" r:id="Rfe200c010d274aec"/>
    <p:sldId xmlns:r="http://schemas.openxmlformats.org/officeDocument/2006/relationships" id="260" r:id="Rb8200dcce4ff4bc1"/>
    <p:sldId xmlns:r="http://schemas.openxmlformats.org/officeDocument/2006/relationships" id="261" r:id="R66b3513f00324818"/>
    <p:sldId xmlns:r="http://schemas.openxmlformats.org/officeDocument/2006/relationships" id="262" r:id="Rbd2346ecca3e4e71"/>
    <p:sldId xmlns:r="http://schemas.openxmlformats.org/officeDocument/2006/relationships" id="263" r:id="R4811f9dd45fb4ca6"/>
    <p:sldId xmlns:r="http://schemas.openxmlformats.org/officeDocument/2006/relationships" id="264" r:id="R24343c811d55433b"/>
    <p:sldId xmlns:r="http://schemas.openxmlformats.org/officeDocument/2006/relationships" id="265" r:id="R8ed0ccc65de04227"/>
    <p:sldId xmlns:r="http://schemas.openxmlformats.org/officeDocument/2006/relationships" id="266" r:id="R70af77b2a4444cb7"/>
    <p:sldId xmlns:r="http://schemas.openxmlformats.org/officeDocument/2006/relationships" id="267" r:id="R67955dbfc87949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debff29ce34213" /><Relationship Type="http://schemas.openxmlformats.org/officeDocument/2006/relationships/slideMaster" Target="/ppt/slideMasters/slideMaster1.xml" Id="R61caf7b132774a68" /><Relationship Type="http://schemas.openxmlformats.org/officeDocument/2006/relationships/notesMaster" Target="/ppt/notesMasters/notesMaster1.xml" Id="R1f2068c88c874e74" /><Relationship Type="http://schemas.openxmlformats.org/officeDocument/2006/relationships/presProps" Target="/ppt/presProps.xml" Id="Rb6dffb4987ec43d1" /><Relationship Type="http://schemas.openxmlformats.org/officeDocument/2006/relationships/tableStyles" Target="/ppt/tableStyles.xml" Id="R87c39b16cb1a4d21" /><Relationship Type="http://schemas.openxmlformats.org/officeDocument/2006/relationships/slide" Target="/ppt/slides/slide1.xml" Id="R63c3c172d35943ff" /><Relationship Type="http://schemas.openxmlformats.org/officeDocument/2006/relationships/slide" Target="/ppt/slides/slide2.xml" Id="R828bb4862c11435c" /><Relationship Type="http://schemas.openxmlformats.org/officeDocument/2006/relationships/slide" Target="/ppt/slides/slide3.xml" Id="Rc67cb19fb6f34914" /><Relationship Type="http://schemas.openxmlformats.org/officeDocument/2006/relationships/slide" Target="/ppt/slides/slide4.xml" Id="Rfe200c010d274aec" /><Relationship Type="http://schemas.openxmlformats.org/officeDocument/2006/relationships/slide" Target="/ppt/slides/slide5.xml" Id="Rb8200dcce4ff4bc1" /><Relationship Type="http://schemas.openxmlformats.org/officeDocument/2006/relationships/slide" Target="/ppt/slides/slide6.xml" Id="R66b3513f00324818" /><Relationship Type="http://schemas.openxmlformats.org/officeDocument/2006/relationships/slide" Target="/ppt/slides/slide7.xml" Id="Rbd2346ecca3e4e71" /><Relationship Type="http://schemas.openxmlformats.org/officeDocument/2006/relationships/slide" Target="/ppt/slides/slide8.xml" Id="R4811f9dd45fb4ca6" /><Relationship Type="http://schemas.openxmlformats.org/officeDocument/2006/relationships/slide" Target="/ppt/slides/slide9.xml" Id="R24343c811d55433b" /><Relationship Type="http://schemas.openxmlformats.org/officeDocument/2006/relationships/slide" Target="/ppt/slides/slide10.xml" Id="R8ed0ccc65de04227" /><Relationship Type="http://schemas.openxmlformats.org/officeDocument/2006/relationships/slide" Target="/ppt/slides/slide11.xml" Id="R70af77b2a4444cb7" /><Relationship Type="http://schemas.openxmlformats.org/officeDocument/2006/relationships/slide" Target="/ppt/slides/slide12.xml" Id="R67955dbfc87949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ad24fb4e6541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761ea3f6934f64" /><Relationship Type="http://schemas.openxmlformats.org/officeDocument/2006/relationships/notesMaster" Target="/ppt/notesMasters/notesMaster1.xml" Id="R6dfdf01ab5014f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0f53c6fa049bb" /><Relationship Type="http://schemas.openxmlformats.org/officeDocument/2006/relationships/notesMaster" Target="/ppt/notesMasters/notesMaster1.xml" Id="R73762e757510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c214dc687347a6" /><Relationship Type="http://schemas.openxmlformats.org/officeDocument/2006/relationships/notesMaster" Target="/ppt/notesMasters/notesMaster1.xml" Id="Rdc2eb6e64e9b45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10756827004325" /><Relationship Type="http://schemas.openxmlformats.org/officeDocument/2006/relationships/notesMaster" Target="/ppt/notesMasters/notesMaster1.xml" Id="R54834c51811d40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f41cf76bbb4acd" /><Relationship Type="http://schemas.openxmlformats.org/officeDocument/2006/relationships/notesMaster" Target="/ppt/notesMasters/notesMaster1.xml" Id="Rd1dc0c2a27b7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c7d8f44fd40e0" /><Relationship Type="http://schemas.openxmlformats.org/officeDocument/2006/relationships/notesMaster" Target="/ppt/notesMasters/notesMaster1.xml" Id="R81a356f8819040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efe7ab67f46aa" /><Relationship Type="http://schemas.openxmlformats.org/officeDocument/2006/relationships/notesMaster" Target="/ppt/notesMasters/notesMaster1.xml" Id="Rf48e7bccdd68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7ec02bc3eb43c3" /><Relationship Type="http://schemas.openxmlformats.org/officeDocument/2006/relationships/notesMaster" Target="/ppt/notesMasters/notesMaster1.xml" Id="Rb1992d52c21842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fc3345e4a84c2e" /><Relationship Type="http://schemas.openxmlformats.org/officeDocument/2006/relationships/notesMaster" Target="/ppt/notesMasters/notesMaster1.xml" Id="R3279aa771c3d42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a0d7e35cfd4cd0" /><Relationship Type="http://schemas.openxmlformats.org/officeDocument/2006/relationships/notesMaster" Target="/ppt/notesMasters/notesMaster1.xml" Id="Ra9c3483d279b4e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989a7eecd645ed" /><Relationship Type="http://schemas.openxmlformats.org/officeDocument/2006/relationships/notesMaster" Target="/ppt/notesMasters/notesMaster1.xml" Id="Rc25b5b0e87bc44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677b07d32b4ed9" /><Relationship Type="http://schemas.openxmlformats.org/officeDocument/2006/relationships/notesMaster" Target="/ppt/notesMasters/notesMaster1.xml" Id="R422a3711af4b4b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Place-value chart, fraction strips, multiplication grid,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170,208. | Identify the number type and choose an efficient method. | Mark the operation and estimate before beginning the exact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fluency, efficient, decimal, fraction, equivalent, simplify, check.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913,281 and 515,381.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170,208.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Mark the operation and estimate before beginning the exact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170,208..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364..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Examples include 48 / 12 = 4 and 12 x 4 = 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364. | Mark the operation and estimate before beginning the exact method.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99da5724d43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b321279b6415e" /><Relationship Type="http://schemas.openxmlformats.org/officeDocument/2006/relationships/slideLayout" Target="/ppt/slideLayouts/slideLayout1.xml" Id="Rb40c59acb18941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0c59acb18941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eec149cab4305" /><Relationship Type="http://schemas.openxmlformats.org/officeDocument/2006/relationships/notesSlide" Target="/ppt/notesSlides/notesSlide1.xml" Id="R6423fa88494e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a44d8366f4f63" /><Relationship Type="http://schemas.openxmlformats.org/officeDocument/2006/relationships/notesSlide" Target="/ppt/notesSlides/notesSlide2.xml" Id="R2f21233a8e14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dbdf3d215431a" /><Relationship Type="http://schemas.openxmlformats.org/officeDocument/2006/relationships/notesSlide" Target="/ppt/notesSlides/notesSlide3.xml" Id="R9c9eb733535542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e2d05797c4665" /><Relationship Type="http://schemas.openxmlformats.org/officeDocument/2006/relationships/notesSlide" Target="/ppt/notesSlides/notesSlide4.xml" Id="Rc660fda73ea74e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7366bb01f46dd" /><Relationship Type="http://schemas.openxmlformats.org/officeDocument/2006/relationships/notesSlide" Target="/ppt/notesSlides/notesSlide5.xml" Id="R4407c696c1dc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6d2f2bdc24393" /><Relationship Type="http://schemas.openxmlformats.org/officeDocument/2006/relationships/notesSlide" Target="/ppt/notesSlides/notesSlide6.xml" Id="R5b6a887e10ab4e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51e9b282945e4" /><Relationship Type="http://schemas.openxmlformats.org/officeDocument/2006/relationships/image" Target="/ppt/media/image.png" Id="Rc5fd60a753ad4e0c" /><Relationship Type="http://schemas.openxmlformats.org/officeDocument/2006/relationships/notesSlide" Target="/ppt/notesSlides/notesSlide7.xml" Id="Re155bbfd455a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3f50bd5e14e3c" /><Relationship Type="http://schemas.openxmlformats.org/officeDocument/2006/relationships/notesSlide" Target="/ppt/notesSlides/notesSlide8.xml" Id="R39f9fe92425240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1c19c7dcc460b" /><Relationship Type="http://schemas.openxmlformats.org/officeDocument/2006/relationships/notesSlide" Target="/ppt/notesSlides/notesSlide9.xml" Id="R80182e674efa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f1e0fa96a4d5c" /><Relationship Type="http://schemas.openxmlformats.org/officeDocument/2006/relationships/notesSlide" Target="/ppt/notesSlides/notesSlide10.xml" Id="R6a961e31b9554e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a95b0bc624ac9" /><Relationship Type="http://schemas.openxmlformats.org/officeDocument/2006/relationships/notesSlide" Target="/ppt/notesSlides/notesSlide11.xml" Id="Rb23eb3d07eeb48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db1db336c41b8" /><Relationship Type="http://schemas.openxmlformats.org/officeDocument/2006/relationships/notesSlide" Target="/ppt/notesSlides/notesSlide12.xml" Id="R1532dabbf7a841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40060-D5AD-48AF-BE5C-81D0B7E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F72E4-9E90-4B76-8584-7109564E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D5104-9B43-4E12-B6F2-46157CA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9F379-BC06-41FD-956F-2FF6F5C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A5430-018B-4CD7-9534-96BDD50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0CE36-FDEF-45A7-B85D-1DA14266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DC059-99A9-439B-9DAA-4553BC8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C79CA-B9B4-472D-8598-30EA3BE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accurately with all four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9F00-87BB-45A3-BD13-ED9234B7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2D91D-364A-495D-88A4-02909557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Place-value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3528B-C01B-4DF3-B763-640D248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20134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169E8-169E-4A60-9C4E-D8BF731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A7D38-536C-4359-A06F-B14E60B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096BA-4092-49F1-A5EB-C4BDD346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CE9A0-8BCC-409D-AEAE-1B4D69EF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50A2B-A8C9-4069-8216-2CFE8CC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913E4-E13E-4FE2-B8E8-D11C7F4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406B3-CBA3-4D94-ACC0-CE75CCD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19BE0-3E2A-4F3F-897B-4A30BAE4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ACD4-A278-401E-B3D2-A2528CE7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F7EC2-B33F-4855-9B30-71768B49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78E2D-F2F3-4D87-AF17-151D50A2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6C886-5DED-4A17-850D-D081DC7E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A09D8-24FF-4B7C-B462-CB2F6E07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formal methods with whole numbers and prior learning about decimals and fractions.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2B9C4-D68B-40AC-A0F1-3DCCA59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C2294-E521-4A01-89E3-40D72FC8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59FDF-794D-4D4D-BD7B-9B0A0862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4AC1A-4A49-4970-8162-F7B1B871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6,304 x 27.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82EB1-21E9-4BA6-A739-D679543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04F23-6B4E-4249-B9D5-1FC59E2D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3F3D3-00B0-4F7E-BCF6-DC9070AE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9575B-390B-4C1B-999F-B0E29073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638,475 + 274,806 and 902,140 - 386,759.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8EA8D-CE16-4C1C-960D-149217E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29693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F2D1E-E7C4-40E3-AFED-3BEE1BB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04851-974C-44BB-BB54-E211459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4A1F8-5786-4622-8E40-A543C9E4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9F519-A942-4DDF-AF29-5FBFBDB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5F58E-FCB5-44AA-AAC8-F77BBFE8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7F1E3-119C-4933-A5F3-A31758C3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4E73B-0591-4DFC-9643-61C25AA9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66920-4D3D-49DF-AEDA-03B27A0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F2CD0-7C08-4F53-884A-FB5B3CD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90680-F0FE-4B1C-9FFE-AB18B4B5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accurately with all four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B9FEF-E25C-4806-B99F-381F355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D7C81-E78F-4F78-9D98-CC457BE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number type and choose an efficient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A431D-D1FB-4994-8FEC-02E88D5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Keep place values or denominators aligned and record each stage.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7022E-3FB5-4691-8550-D8D3303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where needed and check the result for size and reasonableness.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68E06-05D4-4992-B08E-15493A88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fluency  |  efficient  |  decimal  |  fraction  |  equivalent  |  simplify  |  check</a:t>
            </a:r>
          </a:p>
        </p:txBody>
      </p:sp>
    </p:spTree>
    <p:extLst>
      <p:ext uri="{BB962C8B-B14F-4D97-AF65-F5344CB8AC3E}">
        <p14:creationId xmlns:p14="http://schemas.microsoft.com/office/powerpoint/2010/main" val="18982621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199E8-EF6D-4ED3-8306-6E63B40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08E84-BCF8-4514-97B5-9DEE2829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68E3C-9AAE-4F36-BB26-5062BDD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5BED-79BD-44D7-8621-FF95C1A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677EA-2C5E-4FD6-B32A-BBACD0B9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866DF-E9C8-4201-BC45-BBBFBB6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E703E-9C2E-43ED-B002-72E8E91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04E57-5A06-47D5-B276-BFAA7DC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E2AC7-3E00-4B58-9953-35174BB0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22F7C-8138-4A59-A6FC-3F76ADBE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638,475 + 274,806 and 902,140 - 386,759.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48340-3DBB-4BFF-945D-AB3F513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95E17-984C-4C2E-8B43-CC6E1E7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CE83B-CF78-4EE6-A91D-32C216D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638,475 + 274,806 = 913,281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6673D-D565-4E4D-BE4A-BC950CA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168AA-D949-409E-A020-2057CF8A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F0573-B34E-4B73-BC3F-F8394758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902,140 - 386,759 = 515,381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FDAA9-5E41-4272-8C63-87AF91E2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FC7FD-0548-4D4B-8DE3-40701467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89A87-C62F-47CE-9C68-5A18E5E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addition: 913,281 - 274,806 = 638,475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020FD-06B2-4F7B-8C8E-FC8D31C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F66CB-F7E7-4691-A33F-1EEB4EA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2ECC4-F4DD-46E4-9869-5CF258E2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 subtraction: 515,381 + 386,759 = 902,140</a:t>
            </a:r>
          </a:p>
        </p:txBody>
      </p:sp>
    </p:spTree>
    <p:extLst>
      <p:ext uri="{BB962C8B-B14F-4D97-AF65-F5344CB8AC3E}">
        <p14:creationId xmlns:p14="http://schemas.microsoft.com/office/powerpoint/2010/main" val="11425708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38DE6-2D33-4637-8EAB-DB976139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7884-EAF5-4C44-8551-F82CE483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467A0-97F9-4777-A624-9EEB780E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5BFA7-169A-40E5-B2EE-979C1B1E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898D0-B38B-4A4C-9030-171A636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DB45E-D7D6-42DD-9D3E-C75B61B8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5C676-BFA2-4EF2-A6D8-087A23D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A867A-810C-4F7C-B66E-FCA9D16B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C041F-7149-4E81-9BB4-73B8C209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9B48B-DC03-4E28-BF58-1F883A25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76F87-026A-4A1C-900E-8B8DAE2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913,281 and 515,381.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4A478-536F-4CE3-B24C-EA461589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AFB86-EF12-4671-9852-3AEDA1CA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where needed and check the result for size and reasonableness.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0EA43-098F-41E5-9F95-89991589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0113077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6D4CE-682B-4D24-98CD-50349B8B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AC488-58AC-477F-9DE3-7EC87345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86511-C071-468B-B70E-F174F63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FB37A-F2F5-4DC9-900D-99B7D9C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C0496-E9D5-4F90-BD2E-E3E907D7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7ECC5-BF55-4245-8EE4-906E85E6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DC0E4-A775-4EC5-93F4-844EDD66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527CA-C056-4A66-9CDE-88940E06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753FB-CCD7-4DAD-A603-A63D896B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BBC6B-70FB-491E-B333-D9BACC69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6,304 x 27.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53154-72FD-4A7F-9EE6-0844AD18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05074-EE52-4F21-8DB0-AB37F34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2706F-78A0-4608-9978-AFF74E42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0F995-B6F1-47BB-887E-3C44528E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5130F-AD39-4F94-B292-490C06C1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170,208.</a:t>
            </a:r>
          </a:p>
        </p:txBody>
      </p:sp>
    </p:spTree>
    <p:extLst>
      <p:ext uri="{BB962C8B-B14F-4D97-AF65-F5344CB8AC3E}">
        <p14:creationId xmlns:p14="http://schemas.microsoft.com/office/powerpoint/2010/main" val="6217427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B0812-17B4-4C12-9C1A-DCBA2934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573A2-C31C-4ACF-A269-CBF23B6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DC724-DC1A-42B1-A1EB-849383D6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88717-9816-41D3-A8F4-BE7054FD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3F850-FD24-4036-8D0F-FAEA08E0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7E1BF-6D4F-4785-9DAD-0269C088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7F450-67B7-416B-822E-3F5B2169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E2664-FDCD-490E-8356-FD0A8FB6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04CD8-39CE-4C2D-A765-18B4B00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d60a753ad4e0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47DB2-520F-4383-96EB-F26F59F9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E747D-0F9C-43B0-958E-40377878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switches methods without checking which operation the question uses.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F7FEC-6244-4756-B753-60D562E6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2B2F4-226F-4E40-B825-4B5B39CF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1C19D-6989-490F-BA04-12F706CA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Mark the operation and estimate before beginning the exact method.</a:t>
            </a:r>
          </a:p>
        </p:txBody>
      </p:sp>
    </p:spTree>
    <p:extLst>
      <p:ext uri="{BB962C8B-B14F-4D97-AF65-F5344CB8AC3E}">
        <p14:creationId xmlns:p14="http://schemas.microsoft.com/office/powerpoint/2010/main" val="13257240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C89BC-B42D-4DFC-92DA-9D301B1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5FB43-DD31-4AEB-B60B-8AB4B372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23A36-4E7B-418C-828B-2E2A28E8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8AE1C-C7E3-4377-A575-0EC443A7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6992F-1F4F-4313-B5A6-24DC7E5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54671-BA7F-4873-A252-83969CCD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C51FC-FFA4-49A4-9D20-3AA9BE18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CB5FC-D2CE-4308-BD5B-847840D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D624-D05B-463F-A3C6-5A84836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6D115-16D5-413E-AF50-C819073F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E5CD1-0C86-43D5-B274-5834AE59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7793E-E077-433B-A464-85F2132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A10D2-55C3-4A6E-A679-F984046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6,304 x 27.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C5A6C-3B97-44EE-9A03-CE34EA38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A35C6-5F9C-4A74-8355-494E0C1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F6D72-4AAF-4FAF-8DAD-F831D58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150D8-D232-4E32-8776-0C050C9A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71217-4DAA-472F-9BB2-C4140355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2ED0F-6E2D-471D-B22A-13DCECCC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0A9C3-2320-468D-81FD-33A5A2E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65488-CAE2-4764-AD65-D0478184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170,208.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BE53F-7C67-4D32-8B6E-D1E6371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955922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A908A-FAFA-45A2-8CAC-570102E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F568F-72E8-4D2E-8197-F96843D3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ECF7B-D5C1-4415-A1A9-B85D133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DB012-6BCD-4AFB-A279-A6CBD8E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01D6B-332E-4DE9-86AD-46180127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74A0F-FBB2-4710-A2EE-40F5BD2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A9C72-3442-4090-86D9-4931A67C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8AEFB-9F8D-4493-866F-3A1BDA6E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1295-1E06-44E1-A291-8926BF34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35D8E-3E05-44E7-AA21-27CD59AC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B79C1-73E2-40BE-A69C-DA84C42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D6221-C4B8-40A5-B2CD-55F4DFC8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A7252-BC9E-463F-BE7C-CFBCABB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8,736 / 24.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9E05B-8B4F-4FB2-8183-E6BA5F2A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BF5A3-E3D8-4600-925C-6ECD563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6E2C2-18F9-44BE-BD8B-FA97BDF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69A7F-E717-416E-A0DA-AD64482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352-702A-46EC-944B-A5FB843A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634F4-E74C-4ECD-8B17-B8F8BF62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D3654-8827-4E0D-8887-686449B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9882E-E469-4212-9EB7-8408CB8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8810238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68588-516F-40C5-A5AB-CE28EAC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E20A8-FF66-4001-986E-98796AF8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DE95C-0673-46CA-847E-6241ADD7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A141D-101A-4631-93A9-0D0100D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CF039-CF75-4960-84A1-C8887DFA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C145A-9C39-4F38-B617-9324626A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B3C4-A760-4FD7-AEC8-118E8F3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AAC29-344E-48A7-99F2-5C4444D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85528-59EF-462F-8384-E3944ADD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1850F-D671-4B34-8488-F616F67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Choose operations to make a true equation using 48, 12 and 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8AF02-AD3B-4C6F-ADB0-B69956E3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D62AC-BCDB-4C37-AF80-9C7F017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28A1B-907E-41C9-8242-7800080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Examples include 48 / 12 = 4 and 12 x 4 = 48.</a:t>
            </a:r>
          </a:p>
        </p:txBody>
      </p:sp>
    </p:spTree>
    <p:extLst>
      <p:ext uri="{BB962C8B-B14F-4D97-AF65-F5344CB8AC3E}">
        <p14:creationId xmlns:p14="http://schemas.microsoft.com/office/powerpoint/2010/main" val="2309160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09FA9-C585-4D21-8C6F-711EB63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D7611-EBF6-47F4-8FC7-3020417A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8E0EE-8892-42CD-B240-56CB69E5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49E6F-0FA9-4A39-8CC6-D820604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6A580-1520-4449-8AD6-A0B02FBF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6EB0D-FAF8-4E79-875F-E9E597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06F60-E4E7-4DA8-B792-8263060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8D3CB-137D-4C4C-896F-412D18C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8B554-4CBD-420D-BA3B-3131E7C0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0F72A-D981-403F-AE9F-9E5DB104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EDED1-F851-4520-98DB-146F2B1C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B3D46-B721-4E51-982B-3A61A934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8,736 / 24.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7E3CA-DEB7-4DC9-95F0-1E84E63C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BA403-38ED-4395-A4F3-4FEF585C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28A42-0872-4746-B21C-11F3988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7B6B2-507B-4736-9C5F-A08CD39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364.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B6931-86E6-4450-A441-41BBA85A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96B4B-B228-4887-8F65-64B74C7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4438435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FF56A-437C-446E-9CC2-0C92EBE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63DEC-435C-4886-961F-B34EB673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A9392-A3AE-41D9-A91A-3CAD6AD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DDE2-400D-430E-A21E-EFAFE758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47E11-5D5F-40DF-A46A-4DF438CA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DD4E1-B7FB-4007-9BB6-1FEA4C4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CA63D-C38C-4A0E-B7FA-29E01C5B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316CD-1280-4466-92DC-FBF6C5D0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C64C2-C268-473C-AFDE-4BE7963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Fluency with the four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109E7-1F44-4E2C-B3CB-8B9CA1B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E4E8E-C314-4BD7-890A-69E7A09D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769CD-CEE0-4805-81C3-BA7680D4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126CC-F936-4DD7-B968-59D38CD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8,736 / 24.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A6049-C0E4-4D5B-8E97-19B40D2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7EFCE-E05F-4E64-9D87-5E04A77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114A1-637A-41D8-88AA-CDA7F913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9EE46-7A0C-46AC-9EFD-A9D381FB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switches methods without checking which operation the question uses.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FE037-6379-4281-B6A4-46B7B2E2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B6897-4C12-4049-BF82-77F1C8E6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E85C9-D9C8-458B-ACBE-5B9505F0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549F2-B19B-4347-912E-89E9508D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7FE1B-E70D-46C4-ADF5-8DE5639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6884405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2026-09-09T22:14:31.6310000Z</dcterms:created>
  <dcterms:modified xsi:type="dcterms:W3CDTF">2026-09-09T22:14:31.6310000Z</dcterms:modified>
</coreProperties>
</file>