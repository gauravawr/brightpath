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170,208. | Identify the number type and choose an efficient method. | Mark the operation and estimate before beginning the exact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638,475 + 274,806 and 902,140 - 386,759. Answer: 913,281 and 515,381.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170,208.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Mark the operation and estimate before beginning the exact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170,208..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364..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Examples include 48 / 12 = 4 and 12 x 4 = 48.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364.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364. | Mark the operation and estimate before beginning the exact method.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9F29E0B-00F9-4B3B-ABC2-690C8C8A735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53D0BE-523E-4ED5-BB38-04BAB03EE6B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BDB5177-A4F1-45B4-A0D5-1D85E6A91CE0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9CCB6C-885F-4F3D-B9FC-A7F0875E044A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248B8D-F252-4F45-8737-C040124093C6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632A72A-A524-4021-8813-BCD871E48C2A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901B3B-F685-426F-98D3-18DA6AB25A62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8EED64-E03F-4547-A5CA-D9A4BBD4C52A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accurately with all four operations.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8A5639-8FB8-4E00-97B2-448291674D02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D022A1-060D-4F90-8819-3E34F7B4462B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317CBD-6B59-475D-ABF2-A226C715A083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07322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03E7487-A14F-4946-8E42-5D0CB34A9DD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86624A-22ED-4376-A567-94A8CAA74BF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10FF47D-00CF-4283-BA07-7A0172C07BD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19A96F-6448-4186-AC6B-E29A6723B08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114902-1EC6-4022-B44C-852E9D647AD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63BD3A-A0E5-41B6-B2B8-B4F082DCF52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DC72E6-40B1-47F4-86B1-9176A7A3636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5D8156-239A-437A-8302-FA01686F0B5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75929D-B8A4-49F6-827C-CDA0B522376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CC6DFDA-FCD0-4386-BEEA-F4C629C8BA0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D7CCDAE-FB64-4D7A-98F9-99E336F43E8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E87110-73B8-41E7-A6F8-F42ED1719C9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B2E5F5-1604-4363-8351-20497247488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6FE833E-4844-4067-9177-1315075220F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EAA461E-8928-419E-BA7A-0B30BDCB3A9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2B2048-7F8F-477C-8443-B2A06AA261D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8FFEF9-B5CE-4728-A97A-B49AC926C8F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6,304 x 27.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6754E0D-7BFA-4170-A4F9-BD7E4E5CFC0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0D8C267-BC0D-4E25-AA0F-A8A72C14D2F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BA37B10-72A5-4443-9316-976AD8295DE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09EFE9-13FF-4275-BF54-F93272EC9FE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638,475 + 274,806 and 902,140 - 386,759.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1A6084-D00C-4210-AF6B-4AC75EC3AC5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81712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C03A98A-9F84-4211-8D1F-680E5D6E39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236E6E-6C18-430C-8E2C-013F1BC2679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7FE81D7-7039-4F94-895D-4516AC3C050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C164CE-B345-4EB1-9119-0C2B0DFB5D2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944F53-AAEA-444D-841D-C1618541CD0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8BA995-1CA4-4B77-9FDB-5F33084E26F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0C066A-C7A5-4635-9615-DC721F33252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EAAF1B-877A-450F-9379-C38D5D34147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28B9E9-0310-4E20-9E5C-619F253AC61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BDBF99-1730-423F-9BB8-6D4F64AEE1F3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accurately with all four operations.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0FCF54-F94B-41F6-B01A-20D3EC807452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16EBC0-FFC9-4F34-8990-C85B947F05A9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766CC2-DAA6-478E-A035-0EF25D072A64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AF87D9-1EB6-46BC-9231-372455F0A3AF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F27EE9-A005-43E9-830A-1B07E3DEBC91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1087777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C3C6DA1-FD55-41FE-AE25-E06EF893B3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64D56C-BD9C-4835-9DC5-EFB92097D9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2F73B2F-1677-437F-B532-1013D2ED75C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75446F-B4A0-42F4-9111-693FC60DF0E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0225E3-5170-4CE8-A4A9-E92A911473B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A51CA6-74CA-4F19-BDBE-671B5C9BCFA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BCF8FE-2246-45E8-82D5-8FC85713E0A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E66102-A73F-4AC6-9B6C-B9161943515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2694D2-C94E-42B4-9E0D-FD2C45E37B2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5A3230-E83B-4F10-B766-942F35C0CAD1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638,475 + 274,806 and 902,140 - 386,759.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D202E0-A224-4B2E-AAFD-32C74ED3FF5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05806C6-7A19-489F-AA18-76DF8841DA9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B69F35C-D130-4261-8939-85D91D8ECB39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A6B8D8-ABB0-407B-892C-04F08860DEBD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number type and choose an efficient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29E24BA-F5FC-4920-A8AD-EF7B24F23BB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B618F06-8433-4270-A07E-B977E1F4E555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BBF8BE-0DB0-40F7-9439-736242B11413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EF135EA-86EE-4C95-90E1-D7E2C4084CF7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Keep place values or denominators aligned and record each stage.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6BD27F2-CB40-45C5-A66A-48579D9E44A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E71700B-096B-49BA-A5B1-3730BE276253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392A98-B8B8-48A8-8D3A-AC0ECEFD2E07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114EA6E-5F30-4224-B97F-0E873DDBBC32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where needed and check the result for size and reasonableness.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37748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EA497D4-802F-48B1-B7B5-73A71EB790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6239AB-5624-49B9-9ECF-27429B08598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DD5D9A2-BC4C-4281-B69E-0E1CC53F908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CC5E21-BFFF-4797-9BE1-044CB27BE68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A786E5-EBBD-4837-B024-2E225B8C7A9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3EEE9B-79BF-444E-B39E-6699378C3EA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E392A9-E872-4D82-8788-91222620B17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E712FC-B225-43D1-BCFC-3023819A8D7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A7C1D9-FC8B-4DBD-97B1-71D1CC06624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455236-FE80-4EEA-A300-040B8B471C06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722246-BB00-4EA4-B772-B3EC1CD9BF5B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913,281 and 515,381.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1D25EE-2114-4B17-8291-9750E141417C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B89CE3-B974-447C-824B-A74AB421DC5D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C4CCCC-3C9E-4BCF-8D7C-D8A8D3EDAFC2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73551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78E06C4-DA3A-41B9-BF44-4F8E147A8B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DAD93D-913E-4708-942C-A961B492FD8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4E6E1-47CA-405A-B4E7-7F412D3CC3B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BCF7DF-447D-4285-8A54-5949E5F51EA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4D75A4-7106-442D-94B3-4357A146D41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F52D37-A126-4FA7-AEFD-09A7B45CA8C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6BC5F3-3F26-4F57-A26E-57414B56754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CD628B-1B1B-4546-AFC8-A6A7C7D10BA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9BAD3-376C-45CC-A738-FC371C3EF8E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98E6A8-DDA0-4ACD-BDB0-B4002CB0F9ED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6,304 x 27.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2289A3-11B1-47A8-8433-2E44549BCA61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2A11AB-E9A9-4658-ABC3-97106EE9C2FE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54BF8F-952C-446A-A9B9-F18BA3216104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88F7AB-DEF3-4E8B-915B-71C46E15DECA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302777-2223-46C1-8B24-E6D81FCDFA24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170,208.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8098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4C672DA-36DE-4559-8AF5-340EE4DB31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81F39E-CBCF-48A2-A433-8AF1DC62D46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4A74DD3-392B-4C59-80BC-261EE5562C7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8761AF-39F8-4348-A6AD-0EF47964B32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32AAC2-1A5F-4635-8BF6-64FB5158D60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C05342-4E27-43CF-B173-044E97FC166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A84142-A03C-4225-9E2F-1987B2CE5C1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BBC4C6-8CB2-4B48-879A-9A115DD6304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974720-2261-4444-BED4-4FB7CD415F2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853276A-DDA2-4FBC-99F1-9E3AA6CE57CA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8FDCFD-FC5A-4A2B-BE90-BDB7036AD7FF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switches methods without checking which operation the question uses.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078111-1111-46D4-8F6A-9A53267AFC86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6AAC84-4BAB-40DD-9EAC-9E13E66036F1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E0156D-B61F-4F6D-9270-B8B604BB951B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the operation and estimate before beginning the exact method.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08522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CD3C58C-6A2C-4136-8C3F-A51029B188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F70278-D005-4796-A64E-21620F710BD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44D8378-434C-4F0D-91CD-F3B9B0C405F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4373E3-B1DA-49F5-85F4-6B795771151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359108-121F-4EB3-AF89-AE9960FC1C6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17565-9F66-4719-97E3-20A8DD56B3A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FFAF0C-A313-4DB0-A877-9B0C8AA16C5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5D1BEC-8481-48BD-B5EC-1DDF549A194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C008AA-DA46-4F57-89A1-CED9CC8A50D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1B29A78-2FF1-4ACE-A658-1C004A7D367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FFB684-8F7C-411F-9B80-1176C1DADFC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9EA34F-3B43-41FE-A7C9-201C251CBE5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276E04-A878-46D2-8B50-70683B77FFB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6,304 x 27.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57C31C-C330-4EC0-9E2D-0F5B6E3E471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FE32E0A-F066-4D24-B21E-96DD3B842B8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C945A3-C6BE-410D-B57D-2321A3FCA4C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BD2AC7-EF36-4A0F-9379-3505540B434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157F19E-9463-47D8-A422-1E4DB31A7F2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4AC7F72-0FC1-481D-B814-DBDE337F333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D12DAA-9A48-4281-B08A-EC3F28CF796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CE7D82-0183-4EA7-B492-4705CE6E4F1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170,208.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30924A-672E-467C-B179-05E9D552E75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04570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96DE50DB-F929-4161-B2F3-1A84541D35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DE199D-94C6-4AC7-B88D-602E37A933E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12E71A8-2779-4ABD-BF02-26AA2371ED5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DA3207-2AD5-44E3-862D-37149BC924A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5DCE33-E073-4DDF-B6B3-8CFA1CF912C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26B6CC-6E78-4357-9753-9B6F439E215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15B07B-0422-429C-A723-58D0395B067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2EA0D6-1ED6-4583-8036-51AC453A0C3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EEBD7D-288F-4846-84C9-4CD34C9634D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E55CD9D-6E81-45B0-B6C0-77F4A0F2658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BB83FED-239A-482A-A27D-07914FC9202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E11A07-2D2E-4EB0-B983-B56FB71509D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5AB210-67D2-4295-B331-FE6F18A1EAF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8,736 /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48288EA-8EF7-4D38-8537-327C104FEE4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2C3872-6F46-40D3-AFF9-C970B9D29B2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F5B557-0E8B-486A-B212-C904D2EB551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9C0FBD-55CA-43AD-86E5-2302AA12F82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B80A4EF-1B96-43FC-A554-507EB2FF235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10E9919-4633-4FE3-A0D4-C4BF40C92F7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E529AF-F436-4084-9CE1-955511029A8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B892F89-0B11-420B-9FF3-EA09CC55BB4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7967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850404FC-0BB3-4086-8479-CECA0F076A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D5916F-D95A-4CB7-8B5C-B06DA24D657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79EE295-EF9E-4413-97BD-C57D962FD9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9B2931-D360-40EC-97D3-4503F755840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C69ED4-C8F0-49DE-B377-2641C68AB48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EE2A2C-1335-4C3C-BDEE-A43EF365958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7ED709-1A8B-464D-B66B-A1AA3D4CEF0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34889B-B624-48D5-BFD2-4CEAB89DBE6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DF38CD-8F18-4A56-8DA7-F991703FA73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EC2544-1FBD-4CEF-90F0-F41FB095B90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operations to make a true equation using 48, 12 and 4.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CF000D-5F40-4894-A43D-33B828683799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E487D9-2F2D-4298-92A9-F7F34DEB9C02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C331DA-A26C-45FD-AF65-9BF2BE4B9EE8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Examples include 48 / 12 = 4 and 12 x 4 = 48.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6077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8A5AC72-A2F8-454F-9AA3-B388FFAD82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87ACB-094B-48F4-A70E-24ADC7A5FEB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E8F7FA-0716-44A3-9570-1352B87F4AC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E73F45-2802-4084-8F06-8DC13990148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10BB43-53EE-4D9F-8B9E-AF66D084712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A8ADB1-07D0-44A1-8754-1595DC05F95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A204C3-FC87-4BF6-8E38-7423E154A4F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5C9B86-59A3-4BF4-958A-2F527D0647C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751D12-F84E-4B78-99BD-6CD3D8DD9F4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6697B6-C4AC-4540-AEE6-77B5BCB19CBC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CE54E3B-F892-48F1-8828-BC1468BEB139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4DD74E-3905-485A-BECB-2DB2FB78A9AE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8,736 / 24.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CE00DA-4F29-419E-9145-EE820EC056DE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38B01F-286B-45DD-B2F2-FD7BE7B2D1A2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90FEE78-6E1A-443B-802E-CD6EC0845818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A441A-6C82-4EB6-9CFF-F93CCA03772D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364.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D56F9B-61B6-4C4C-AA02-2E8E172505A9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3F25E-435C-46DA-94DD-3BFD464436BB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848193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5FBCDBF-6AEB-437D-88CC-21299CA993C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C0236EE-4B23-4E69-AE64-2C0E2D321DA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78F2ECC-0F53-4005-9418-76921DFDC61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C53EC6-9962-4D4F-9426-A85FD319F2E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9D793F-E994-4DAC-829D-5A3856C6712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5E24B6-586D-4086-8EC3-C230FF866A4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FAA337-7D96-412C-A94E-B1304486FD8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B175C2-D279-443D-8E9F-BD73D44D971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3D62DB-90B2-42C8-825C-932B9388862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A46D4B3-3947-428F-822F-FB2C87D9EA0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6F1E921-85F1-4528-A240-D0036C6BBFC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0D331E0-36A6-430E-9864-84C0AF0B900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9EDA681-86F3-432D-AD02-4FC059D09E4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8,736 /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47B6B88-FAA2-40DC-BE0F-DCB2ADE5DA6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2837ADA-B24D-49CD-97CF-5D520B3663D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01D80E-B8CF-492A-BBF7-42B82BD990B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E3C59D-154B-49E2-9360-13C4391A6F6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switches methods without checking which operation the question uses.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84A8DB0-1C83-4558-B8C9-BC1D720C1B3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5377259-E691-4394-B0C4-2125F56F80B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0E7590-4D53-4B54-BBDE-6E158880052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EB28EE-36FD-435F-8826-A146A7A0CFF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40EF868-891B-41D3-BB1C-5ED7BCFA7E5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1722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1115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2026-09-09T10:57:20Z</dcterms:created>
  <dcterms:modified xsi:type="dcterms:W3CDTF">2026-09-09T11:09:06Z</dcterms:modified>
</cp:coreProperties>
</file>