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170,208. | Identify the number type and choose an efficient method. | Mark the operation and estimate before beginning the exact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638,475 + 274,806 and 902,140 - 386,759. Answer: 913,281 and 515,381.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170,208.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Mark the operation and estimate before beginning the exact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170,208..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364..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Examples include 48 / 12 = 4 and 12 x 4 = 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6,304 x 27. Expected: Calculate 8,736 / 24. Higher: Choose operations to make a true equation using 48, 12 and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364. | Mark the operation and estimate before beginning the exact method.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303A736-AEA5-49B8-A8BD-99FEAA2065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B32A8D-C096-4DB7-B121-6A4133313C7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FE179CA-C32E-4F26-80E3-7CC8B176C5E4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BCA846-950E-4F76-9F97-13465ED2AB7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D839B2-1B17-48FA-91B1-B4C839310ED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5171E1-6434-4AD2-B304-94AF354EE6DF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711350-BFB7-40A9-A2E9-E7C561AEFADF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890DE4-DF51-48B5-A4D9-7803E8FF9117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466BCA-0E61-46A7-936C-ED60BA70A64D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accurately with all four operations.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10406F-2FE1-49FA-A540-E10627CE2AC7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E7C526-6DCF-49BD-840A-3C8253CD77D1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CEA668-34F1-4ADB-AB1C-90C5D277208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55668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9834420-9408-4C30-8567-788F0203B9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4A2D71-BB7F-4BD2-A1ED-3C1B596F655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28592D-B80F-4BAE-9A6B-E704EF3FCAC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5852DC-60EA-4C2A-9645-63943472EA1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8CBC95-EA7D-4348-8DA1-E13BB261267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413522-E8C3-4715-83B1-75BECDA9DAB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0D5BE0-ED41-43C6-906E-B5BC1EC29DA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227424-7140-4751-A9DF-565B969B9DD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8ECFAA-8F52-4A88-8242-3ACA840F6C2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0D3965-1E5D-4B62-9A70-828A76C2D8D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046BBA9-76BD-43D1-9EFB-1DCE293C341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1BDE5F-A20E-4112-B5E0-BEA772249D1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6CA316-AB9A-4A0A-A2F4-812F6972248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387ECF-E294-4773-A185-B4CC09EF5B7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C808397-8A50-492E-A0AD-2E98C6996BE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7C758AE-1D1E-43A2-9933-08D56F5CD8E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64B61DA-F65E-48DD-AE9E-CCB09823C68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2988EE-E11A-4173-88FB-CB1AD1A86B8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6,304 x 27.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60E41FA-5698-49B0-939C-34DECDCC766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F3B98A3-AB69-43A6-BEC0-44F9D373083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71E9DDB-2D05-4849-ACC3-FDECFFCA53B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C2B980-C09A-485A-A123-4AD88F1400D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638,475 + 274,806 and 902,140 - 386,759.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5F41B1-A4DF-494B-BA27-5B46CA6A0A0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38775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99B649C-3BA8-4E8D-A190-4276009295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D00339-27C8-4446-8DC3-696F34BBCAF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1732BE-FCC9-4959-8A07-F57A83C2D1A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6A937D3-6477-4B38-A38B-BE969D8B489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9E43EE-3A7E-443B-8345-A63AE788463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FFE1C4-3759-4909-87B8-1A9D1B232E6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F862DB-0948-40D2-81EC-D63DF0064FC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1F77A7-41C6-4EAE-9EA7-992C21F03F5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6CD909-016A-4C68-82A2-4992825D910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1729C2-BAF8-4993-80CD-8571F3A3A57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6850CD-2BD6-409E-AB41-15AC7D9D3936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accurately with all four operations.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B46531-0D81-4215-A62F-B217424BB2F4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26C3B2-A59D-461B-BC87-52A4C2DA5519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81671B-B5C2-439D-8840-A5FA9884A9B5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04949D-D0DC-4923-B2E5-105E64A6BD9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DF248D-A285-494F-A081-5003E4D674A2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028189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71D0C9B-451F-4EF7-9458-A0692DA92E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1191F3-00B2-4D9D-90CB-B8E026F2225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7F2A53-8FAD-41D4-92E6-E0F945EAEC6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1CD3B5-086F-439E-B0BB-7BEA0037028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526460-1244-4448-A3AC-C98FC0458A3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57C08D-B05C-4904-A199-44DA90E2831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FA2C73-0904-4E31-A6AE-9E1B3C8DD54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FFC2F4-DA0E-4C9A-BAE8-41D634760E3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BC610F-6852-4D54-80E5-05C93FBF52F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F744AC-022B-451B-B2CE-19C60F644F4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5F01FF-AB3F-4FC7-9493-59AB1475C23C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638,475 + 274,806 and 902,140 - 386,759.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7AE5D7-B5CE-40A8-98D1-F4C7C8F2B3E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1B7A993-AD6A-49B0-A99A-DCEAEB256896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B8FAED-9DC0-4254-AF8C-3624FD4E1B55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08B9F4-A8CE-44C4-BE27-FEC581370E4C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number type and choose an efficient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64888C-C08E-4FC4-A2BD-8CF3FAB0A68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DC1AAF1-6EA4-41DF-B1C4-0BCC15CE3B44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AA2401-67F8-4BD7-9862-179F128BA1D7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34D6EDE-EAB8-475A-A36E-879B1E455A5F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place values or denominators aligned and record each stage.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5C61CCE-9C1F-4505-BFEA-248509D480D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4E9F170-9E7A-442E-957D-211DF5BF25E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9AE06A-E1CE-4347-B598-A3C1B881E412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264DBE-AA85-4445-B46E-A7D222AF1296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where needed and check the result for size and reasonableness.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593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C3C58A0-6B67-4AAE-9DA6-8D60274B3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999755-504A-476B-A3AF-545E7D8BAEA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7835C6-BDCD-4145-80E1-6672C6C1F70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4EE942-0A09-489B-AC6E-7B9E38365D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C25514-D011-4336-B736-307D7B18777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6584B6-25D6-435F-B963-6C4F811F0C2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18B8BC-6889-49A3-B63C-8F78FBD270C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8ABA52-2759-462C-8055-EA021755F41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247892-7AF7-4CE5-AD7E-EE1B1D2A5EC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AC4F8-BDB8-4297-861F-029F1D0F61C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7BD2F-398F-48A4-8960-8C838E3CA3C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7D59C-125C-4A18-B989-16D94F09ABD9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913,281 and 515,381.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287773-64CB-41F5-9484-7DDD9ADFB9BE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341A76-77A4-4F49-BFF9-CC9A828E08C9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D93276-4E97-415C-9BE8-F3E30D8BAA41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789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81857AA-180D-4445-933C-3D59FEEF18E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A08120-30D9-42B3-AA28-BF9CD0E835F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42242C-2F7A-4397-87C9-238B79E078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A867E1-3F3D-436F-B38B-E07CBD23A5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1CE509-F57D-4701-A09F-DC46AD5BD52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59DCA4-24B1-4D48-9C5C-6235F8B7725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5F092-6350-41B3-9BDD-27B7F0CCB08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5261B0-6561-439B-8B8D-139D8A4615A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919DC3-3F96-4000-ADA8-61634E48BE2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195CA6-C32B-43D1-A717-5ECEAEB44EE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C778D7-E7B2-4D39-84A8-8943DD27B272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6,304 x 27.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DCC377-F45F-4EC1-96CA-5DBFDB77DA7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7E1F8D-FBF9-4116-9C7E-3703D30E065C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40680A-B9A9-40AA-905B-9CFF41891084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DE62F1-05E5-44A6-9EE0-04FD39C3AA9F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8F365F-F658-425E-820B-210CE32CD2DE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170,208.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4106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90AEE51-FD2E-447D-B840-E024E55128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FF43FC-1923-461C-AD26-6B24404C289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0989A4-AE90-4E7C-AEC5-B3DAB21393A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3FF1EA1-EB01-43B4-8110-C6B8C6F9905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168DF3-8B36-4E43-BFB6-DBE5E5A6741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011250-2845-4685-831C-9BDB2A27769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091929-B057-4992-AB8F-A605FE33A22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B85238-4C01-444A-96E7-4003E35953B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82F2DD-D5C4-4C5D-A515-08FA432D7D0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C08B8E-1894-4DE0-99DC-05186869DFA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645C1DB-0764-41FD-B875-921FC2A5927E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140692-3FD2-4AC3-83CA-A80A5B110C05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switches methods without checking which operation the question uses.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4B98C7-C3E6-4024-B6A0-76D36797A8D3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2D0F7B-9C1E-432F-B3A4-AB53DA6B28E9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83781C3-47A0-4BD9-A5D6-90A007D6847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operation and estimate before beginning the exact method.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0228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DDCEE4C-E7D9-42C1-913D-223C5DA6FA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988A0-56FB-4826-88DC-8754558BD7C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2A211C-3D20-448F-9117-A0CC374D771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B251978-6E6E-4556-A50E-AF4276DC9D7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443F39-00C5-45DC-9DE1-46AF72DC2FF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B911F2-3260-4839-90F2-6B38AD8A40F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D63A6E-8796-4987-93DD-2BB3FD9042E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FF41F4-31AB-4D9E-8383-2AA1BD4BCF7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888FD8-A582-4F61-B130-3A9C7169E41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647919-EC3B-443D-B2F3-700E818CD11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EF7F8D-33F1-4F49-9DF8-11B867E55B6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E5975B6-51B9-4249-AA52-7048D016F0A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2643DD-1CDA-4C05-8D09-E727A99F4CE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CBFF4A-1A18-4184-9655-08EC8684803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6,304 x 27.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AEEFACF-AE18-40E4-9B82-3BB965738AC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AC3CD1-4B0C-4B97-8FF3-A8D1A8D06BA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8DC417-591D-49ED-BE28-F571BB61462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92BA70-3D00-4A34-BE7F-7601383AD83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294D6BE-B69D-4DB1-811F-35E5D65EC83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F25402E-86B8-4900-A50C-BB13828A44D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6E2A79-176F-49EB-8CB0-2AD070D95F4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D07CCDD-862E-4981-96DA-B24D59B9D93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170,208.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47B7E-70F2-453A-ABA5-A9CE89960A1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75452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22E6AC3-D279-448B-AEEA-1432366635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29AB9C-8EA5-49A4-9018-81C57CC730E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402FE8-FECC-4007-88F5-36EC08E5A86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FA88323-14CC-4C34-AA69-FC33714915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9714DF-B5A3-4F17-B409-B56E996D5BE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DFBB56-BC50-4602-85EA-A1D2A813757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A6BB3A-FDEF-4DB6-A66D-6B29BF2B491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A04D4E-BFA9-4540-A5CF-0523693152A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E4240F-A6D6-427D-AB11-743AD09C7FF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DB6A36-6E29-4F81-A402-3BABE2540A4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829686-9508-49AE-8D30-07662910B5D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D0F6C3E-022E-4D06-9EBF-91B1B91FBB2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6A09DE-09B8-43AB-8369-978572FD02F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A66C9A-78D8-49C8-8C24-0BD8729CEF5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25497D3-E7E2-4D8B-B72A-28CE037AA42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8A8F8C2-420B-43C2-925E-531F465C9ED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2B23A0-22CC-4972-BD18-FA7188C3F28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1C1703-CFB4-4893-AEF8-D31868CD0BE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E7718B2-BE52-4BE7-B49E-59AE9B08B33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005462A-FC4E-4C28-AEFA-3AF5A58DC8F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4002E-B87A-43A7-86E5-26F54B425FA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91EA4E-D493-4AE4-A104-7628741E37D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8048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5C6CF1D-15D1-4F27-B324-4E3936645B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4FD81D-1154-420B-A24A-F2A3488A180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C62EF4-A1BA-465E-9FCC-6C1A5CE8814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4049005-0139-488D-9DBA-5673A7CDD6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2E70D9-8EF6-4C22-B086-F8EAB67111D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AB70C1-951A-43F2-85B2-B5D2B88F142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CF275C-D591-49B1-85FE-A770E8B053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18A6B0-A6AC-4EBA-9805-D496808F420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A12C21-5AFC-4349-982A-43A00E942BD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D86613-5C06-45AB-8336-A18F09082AE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82B223-B387-4482-B94E-E9E274FB9A7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operations to make a true equation using 48, 12 and 4.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007D75-78C5-41D3-9BE9-32CB2916AC97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C72EFE-42B3-4D19-89A3-4E9235457AA6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BDD2FC-B772-486B-B800-144DC66B861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Examples include 48 / 12 = 4 and 12 x 4 = 48.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2071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CA34510-2E83-406A-B4FC-CB734F274E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F5050C-CA23-41F6-997C-462B8BC034E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F41869-8FB4-434F-AA1A-BC6008CD4E5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B516F14-9312-4FAD-87EA-CBFBB979850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44CA87-0A37-4F93-9092-AE2FB59FBD5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2F292B-A7AE-4754-AF8E-E45B5F6DDF6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428C33-FEC6-46D8-80E0-ED9D49996EC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6389F3-14EC-4E13-900D-1D0FC51113E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A137BE-4EA6-4092-8DB6-A1BC3B1CBDE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A1D91F-EBBC-4D8D-B4D1-A5E74A0E8D9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B68B36-FF2D-4BEA-8728-6C7DDC30722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87AFD8F-3CA6-407F-B267-AAE75D604B4A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19D07F-D743-468D-825C-61786A053B00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EB5E7D-9B69-4F4A-898B-E01DB3F94036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7A054C-E36F-42FE-92D6-F9B3440983DB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A8C0D9-6355-461D-91E3-EAF2148483CC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8E6CE24-5437-4147-8E82-6F929F811D9A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3DB465-291A-43B8-AA9B-7880D16D5326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965B177-F4AE-4826-AD3F-21D304E7AA4B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9D45D5-81AA-4C6C-9F84-0C1237F6B0F1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88B5CF-AA78-4C63-9FBA-3DA05B7CF624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514644C-2F98-4AC1-A47B-EAF252D90F5F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885CDB1-6576-4869-8896-EC872C0FFC1A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9D671A-F0F2-4C9E-B82C-C4C49D062430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FF1851-ABEF-4E85-A46D-D42FAE79AA47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E1A97AB-7890-478F-9E87-4F8A2909F7EB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827147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528925F-7167-426A-A5D7-C640158EE0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562CA3-271C-4F5C-9411-118EF013B70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8B9A8E-7B22-460B-B422-A3F87DAAC0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41F778D-AECB-43BF-9672-0FAAE22770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BE83CE-2BA5-44D8-B2FB-A4527B6FAA6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E2C4EC-9284-4C5E-8480-5B843D56C30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F5ED10-51B1-44D7-8C69-F9683DD3DA3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67EBD9-66D9-45A8-9701-15973E2E474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D90021-1378-4D9B-A253-EE8F296A958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03B2A0-7912-4950-93E8-DE5AC33FB9E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F6463F-BA0F-4041-AFB3-CD0F133A7DB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12511EC-C24C-4534-9805-D441125B437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EBDDC7-668F-47AD-9C09-A80C07F6BE5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C89999-CDC2-49B7-83B5-A94EE4DB956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BE39CA8-5497-4E8A-AFA9-5F1A2451AC6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C49AEDB-F0FA-45D8-B4F1-89ECF33AAA0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8E8544-211F-4D60-8B17-D554C7190F1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C45D20-CEEF-48E7-8E13-7D5DCC06334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switches methods without checking which operation the question uses.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FF788E-A3A0-4ECA-BB21-A8C698C64BF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C5A0C23-7CE8-4A74-A11D-5E6E2056975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6BB75C-7C10-4F0E-BFCE-EEAA3F4FF5F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6D6E32B-5987-4F69-A746-1BA4E740FF7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2F67D4-E863-4F25-A4D5-AB0149D48E0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3182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1298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2026-09-08T22:38:28Z</dcterms:created>
  <dcterms:modified xsi:type="dcterms:W3CDTF">2026-09-08T22:49:56Z</dcterms:modified>
</cp:coreProperties>
</file>