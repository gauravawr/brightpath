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d10a695f0741b2" /><Relationship Type="http://schemas.openxmlformats.org/officeDocument/2006/relationships/extended-properties" Target="/docProps/app.xml" Id="Rc0226bf59d9d41a7" /><Relationship Type="http://schemas.openxmlformats.org/officeDocument/2006/relationships/officeDocument" Target="/ppt/presentation.xml" Id="Rc263d645da9f4a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6d90bd32084199"/>
  </p:sldMasterIdLst>
  <p:notesMasterIdLst>
    <p:notesMasterId xmlns:r="http://schemas.openxmlformats.org/officeDocument/2006/relationships" r:id="R39d48f7dfd294ee1"/>
  </p:notesMasterIdLst>
  <p:sldIdLst>
    <p:sldId xmlns:r="http://schemas.openxmlformats.org/officeDocument/2006/relationships" id="256" r:id="Rcb34d628da884c70"/>
    <p:sldId xmlns:r="http://schemas.openxmlformats.org/officeDocument/2006/relationships" id="257" r:id="Ree7713c4a5404633"/>
    <p:sldId xmlns:r="http://schemas.openxmlformats.org/officeDocument/2006/relationships" id="258" r:id="Rf9122a4d21264edf"/>
    <p:sldId xmlns:r="http://schemas.openxmlformats.org/officeDocument/2006/relationships" id="259" r:id="Re40f46475ac44a39"/>
    <p:sldId xmlns:r="http://schemas.openxmlformats.org/officeDocument/2006/relationships" id="260" r:id="R567c66209b194a3e"/>
    <p:sldId xmlns:r="http://schemas.openxmlformats.org/officeDocument/2006/relationships" id="261" r:id="Rfa8523e8aa694fc1"/>
    <p:sldId xmlns:r="http://schemas.openxmlformats.org/officeDocument/2006/relationships" id="262" r:id="R7d7c9abd0d724caf"/>
    <p:sldId xmlns:r="http://schemas.openxmlformats.org/officeDocument/2006/relationships" id="263" r:id="Rcc15f9f5c906434e"/>
    <p:sldId xmlns:r="http://schemas.openxmlformats.org/officeDocument/2006/relationships" id="264" r:id="R760e1f39ac534056"/>
    <p:sldId xmlns:r="http://schemas.openxmlformats.org/officeDocument/2006/relationships" id="265" r:id="R9a31ba0878b248fc"/>
    <p:sldId xmlns:r="http://schemas.openxmlformats.org/officeDocument/2006/relationships" id="266" r:id="Ra0ebb269b6894f6b"/>
    <p:sldId xmlns:r="http://schemas.openxmlformats.org/officeDocument/2006/relationships" id="267" r:id="R0e7e3700eaaa436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d6db013e0a474f" /><Relationship Type="http://schemas.openxmlformats.org/officeDocument/2006/relationships/slideMaster" Target="/ppt/slideMasters/slideMaster1.xml" Id="R2e6d90bd32084199" /><Relationship Type="http://schemas.openxmlformats.org/officeDocument/2006/relationships/notesMaster" Target="/ppt/notesMasters/notesMaster1.xml" Id="R39d48f7dfd294ee1" /><Relationship Type="http://schemas.openxmlformats.org/officeDocument/2006/relationships/presProps" Target="/ppt/presProps.xml" Id="Re5de2a09dc4046ec" /><Relationship Type="http://schemas.openxmlformats.org/officeDocument/2006/relationships/tableStyles" Target="/ppt/tableStyles.xml" Id="R2b42f7f4ae8743ba" /><Relationship Type="http://schemas.openxmlformats.org/officeDocument/2006/relationships/slide" Target="/ppt/slides/slide1.xml" Id="Rcb34d628da884c70" /><Relationship Type="http://schemas.openxmlformats.org/officeDocument/2006/relationships/slide" Target="/ppt/slides/slide2.xml" Id="Ree7713c4a5404633" /><Relationship Type="http://schemas.openxmlformats.org/officeDocument/2006/relationships/slide" Target="/ppt/slides/slide3.xml" Id="Rf9122a4d21264edf" /><Relationship Type="http://schemas.openxmlformats.org/officeDocument/2006/relationships/slide" Target="/ppt/slides/slide4.xml" Id="Re40f46475ac44a39" /><Relationship Type="http://schemas.openxmlformats.org/officeDocument/2006/relationships/slide" Target="/ppt/slides/slide5.xml" Id="R567c66209b194a3e" /><Relationship Type="http://schemas.openxmlformats.org/officeDocument/2006/relationships/slide" Target="/ppt/slides/slide6.xml" Id="Rfa8523e8aa694fc1" /><Relationship Type="http://schemas.openxmlformats.org/officeDocument/2006/relationships/slide" Target="/ppt/slides/slide7.xml" Id="R7d7c9abd0d724caf" /><Relationship Type="http://schemas.openxmlformats.org/officeDocument/2006/relationships/slide" Target="/ppt/slides/slide8.xml" Id="Rcc15f9f5c906434e" /><Relationship Type="http://schemas.openxmlformats.org/officeDocument/2006/relationships/slide" Target="/ppt/slides/slide9.xml" Id="R760e1f39ac534056" /><Relationship Type="http://schemas.openxmlformats.org/officeDocument/2006/relationships/slide" Target="/ppt/slides/slide10.xml" Id="R9a31ba0878b248fc" /><Relationship Type="http://schemas.openxmlformats.org/officeDocument/2006/relationships/slide" Target="/ppt/slides/slide11.xml" Id="Ra0ebb269b6894f6b" /><Relationship Type="http://schemas.openxmlformats.org/officeDocument/2006/relationships/slide" Target="/ppt/slides/slide12.xml" Id="R0e7e3700eaaa43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1851404f8f4d3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153ff94d4c448e" /><Relationship Type="http://schemas.openxmlformats.org/officeDocument/2006/relationships/notesMaster" Target="/ppt/notesMasters/notesMaster1.xml" Id="Rcbc707d810ef47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09ba5e002c4e58" /><Relationship Type="http://schemas.openxmlformats.org/officeDocument/2006/relationships/notesMaster" Target="/ppt/notesMasters/notesMaster1.xml" Id="R8ef42803ae0549c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b78d0409774bf9" /><Relationship Type="http://schemas.openxmlformats.org/officeDocument/2006/relationships/notesMaster" Target="/ppt/notesMasters/notesMaster1.xml" Id="R0a1979caa44741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cd7fc2dcb04c63" /><Relationship Type="http://schemas.openxmlformats.org/officeDocument/2006/relationships/notesMaster" Target="/ppt/notesMasters/notesMaster1.xml" Id="Rb21a553d22e945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4237cfa1ea4a93" /><Relationship Type="http://schemas.openxmlformats.org/officeDocument/2006/relationships/notesMaster" Target="/ppt/notesMasters/notesMaster1.xml" Id="R2a177438fe8242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922f2bd9e44d7a" /><Relationship Type="http://schemas.openxmlformats.org/officeDocument/2006/relationships/notesMaster" Target="/ppt/notesMasters/notesMaster1.xml" Id="R6b96702ce47f42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00c4db2f0640f0" /><Relationship Type="http://schemas.openxmlformats.org/officeDocument/2006/relationships/notesMaster" Target="/ppt/notesMasters/notesMaster1.xml" Id="Rd28b69fb202d45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92254a07c5946e6" /><Relationship Type="http://schemas.openxmlformats.org/officeDocument/2006/relationships/notesMaster" Target="/ppt/notesMasters/notesMaster1.xml" Id="R93ee9b7b76f9464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3e46e82cbf4200" /><Relationship Type="http://schemas.openxmlformats.org/officeDocument/2006/relationships/notesMaster" Target="/ppt/notesMasters/notesMaster1.xml" Id="Ra1b4e4ff9a1d43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b975a5380c4312" /><Relationship Type="http://schemas.openxmlformats.org/officeDocument/2006/relationships/notesMaster" Target="/ppt/notesMasters/notesMaster1.xml" Id="Rb3c98e156daf49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0690285de147fc" /><Relationship Type="http://schemas.openxmlformats.org/officeDocument/2006/relationships/notesMaster" Target="/ppt/notesMasters/notesMaster1.xml" Id="R0938876aa00140f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6148da285b443da" /><Relationship Type="http://schemas.openxmlformats.org/officeDocument/2006/relationships/notesMaster" Target="/ppt/notesMasters/notesMaster1.xml" Id="R0515750c37634e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 x 96, 2 x 48, 3 x 32, 4 x 24, 6 x 16 and 8 x 12. | State whether the task concerns factors or multiples. | Odd composite numbers have factors other than 1 and themselves, for example 9 and 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72.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 x 96, 2 x 48, 3 x 32, 4 x 24, 6 x 16 and 8 x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Odd composite numbers have factors other than 1 and themselves, for example 9 and 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 x 96, 2 x 48, 3 x 32, 4 x 24, 6 x 16 and 8 x 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 x 2 x 3 x 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23 and 37.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 x 2 x 3 x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 x 2 x 3 x 7. | Odd composite numbers have factors other than 1 and themselves, for example 9 and 15.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18691aa2904d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87fd0ca8804470" /><Relationship Type="http://schemas.openxmlformats.org/officeDocument/2006/relationships/slideLayout" Target="/ppt/slideLayouts/slideLayout1.xml" Id="Re0f9a095bfde49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f9a095bfde49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bdda29e63408d" /><Relationship Type="http://schemas.openxmlformats.org/officeDocument/2006/relationships/notesSlide" Target="/ppt/notesSlides/notesSlide1.xml" Id="R5bc8bfe22a1641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fa2618cf046bc" /><Relationship Type="http://schemas.openxmlformats.org/officeDocument/2006/relationships/notesSlide" Target="/ppt/notesSlides/notesSlide2.xml" Id="Rb1b75634731a4b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508a2770b3444a" /><Relationship Type="http://schemas.openxmlformats.org/officeDocument/2006/relationships/notesSlide" Target="/ppt/notesSlides/notesSlide3.xml" Id="R4fa386ed3ce34b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ffc49d35d4e4c" /><Relationship Type="http://schemas.openxmlformats.org/officeDocument/2006/relationships/notesSlide" Target="/ppt/notesSlides/notesSlide4.xml" Id="Rd80fcd756e8c45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1e7b18da5454a" /><Relationship Type="http://schemas.openxmlformats.org/officeDocument/2006/relationships/notesSlide" Target="/ppt/notesSlides/notesSlide5.xml" Id="Rc3e9e7ce484d43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b7b2f92244e5a" /><Relationship Type="http://schemas.openxmlformats.org/officeDocument/2006/relationships/notesSlide" Target="/ppt/notesSlides/notesSlide6.xml" Id="R2c3b6d38c1cc4e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f4fca4afa4b79" /><Relationship Type="http://schemas.openxmlformats.org/officeDocument/2006/relationships/image" Target="/ppt/media/image.png" Id="R3d566df40ad44a88" /><Relationship Type="http://schemas.openxmlformats.org/officeDocument/2006/relationships/notesSlide" Target="/ppt/notesSlides/notesSlide7.xml" Id="R47cb4d2f086d49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8966fea1fe4dfa" /><Relationship Type="http://schemas.openxmlformats.org/officeDocument/2006/relationships/notesSlide" Target="/ppt/notesSlides/notesSlide8.xml" Id="Rd1f1f9c9ac6e47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4c39ae2df468f" /><Relationship Type="http://schemas.openxmlformats.org/officeDocument/2006/relationships/notesSlide" Target="/ppt/notesSlides/notesSlide9.xml" Id="R5219f0e1d9f74e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cd095b5aa440c" /><Relationship Type="http://schemas.openxmlformats.org/officeDocument/2006/relationships/notesSlide" Target="/ppt/notesSlides/notesSlide10.xml" Id="R54e3b31c8cd849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2258937b1d4cf0" /><Relationship Type="http://schemas.openxmlformats.org/officeDocument/2006/relationships/notesSlide" Target="/ppt/notesSlides/notesSlide11.xml" Id="R6a7577b73d7c4ed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dda35f2524617" /><Relationship Type="http://schemas.openxmlformats.org/officeDocument/2006/relationships/notesSlide" Target="/ppt/notesSlides/notesSlide12.xml" Id="R7794b16692ce4d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769180-D9B0-460B-BE5F-E9D2EDD9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B91521-CD84-498E-A8F3-01C21FFD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4FC02-AF6F-4620-BF9C-FF1E4C23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0880A-72DD-4F9A-9526-D99A31CE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770B0E-3BF4-4F84-9210-C1812EA7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B4B58-C8BB-4658-AC5E-9A9BFE6A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1BCFF9-9C7B-4050-97E4-665A1E62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AEA2B7-D84E-4A7F-A19E-DA749D6A5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using factors, multiples and primes.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EA2278-6F3F-4BF8-B76C-6B05F08F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A6354-63FF-4AF7-BC89-5CD53CCF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FBF8BF-1B35-4C14-B0B3-C7A1F426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501296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6A316-D355-4DA3-BFC9-97126341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2F1521-8E59-48A5-A9C5-2FFF70E9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BE2239-F327-4726-9274-9D8386DB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B42AEE-1F56-4809-A1E4-61ECDF59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50265-7638-4170-910E-108727AC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8FCF6A-0181-4E0A-A446-1EE80A4A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8C3C25-B3D3-477D-A62C-BE99F3A9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4CE185-57A9-40F7-B4BD-CD2E9462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54DDF-67C3-4142-8129-F6F19C4E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F7605B-70A2-486D-80E6-861883DC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14699A-1CA7-44BF-8E19-37CE317C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6FA2BF-F74E-45D3-B046-E9F032CE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B3BD0C-6A0A-4C65-9BBC-252651C3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A9AAC2-63BE-4564-8B63-22D05BCE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829C3E-013F-420A-8A7B-475B0026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0B1A6F-91B5-48EB-805F-13CFE85E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9D44F1-73BB-4E96-B748-2284C924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has area 96 square units and whole-number sides. Give every possible side pair.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3987FB-EECD-4A6D-8619-9A94CA3D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AE122C-78A3-4AA1-8765-63F0863C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9EDF70-01C3-4BCF-AB52-7629D5EF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3BA555-B5ED-43DB-A06B-E08BB509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smallest number divisible by 6, 8 and 9.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275DAF-1BC7-4AF7-8A19-ABCCB0A3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573051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034F87-C7DC-4313-865C-922A52D9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7BC832-3AAA-4861-B8BA-E908C10A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F95FD7-07A9-4965-96E4-55EC4535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46C21-FA59-441B-8110-91152D4E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A3D0F-104F-4B5D-AAAF-72AD8BF3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3BEAC6-B297-4FA1-B97D-768D3266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A54BBC-5C8C-46EA-8ABC-C9F590F9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A371E-4302-4D96-A8AF-648DD503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3AF7F2-CDEB-4517-9093-443AD3AD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106FA4-72DA-4EF6-9791-FA0240D2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using factors, multiples and primes.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FBD9B2-BF8C-4857-B902-9CC32BF8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70AAD9-EA72-4AF9-B938-5496620C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D84D2-3341-4127-B06E-4F52F921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82CC40-EC5F-4231-B876-F466A2961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7B5431-68E8-4FC6-9E93-0FF34487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19691818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77C51D-E4CA-4FB7-9287-AC161DF6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888774-F829-4D11-B75B-731032E6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97910D-D9DC-43E2-B435-AB5FA82B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E8F75A-C8F6-4E95-AA97-07F8A2E1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3CF849-9004-4522-86E3-6CD342BE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5B995-4FDD-4769-B360-BCE3F27F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10508-E9A0-4BC7-BADE-129B99C5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0F9226-BB2A-4A1E-B6D5-E9E323B8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4AF1FF-71A7-4806-8FE0-056B9177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E23BA-04B3-4ADF-9753-8C0A8F20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smallest number divisible by 6, 8 and 9.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E930C2-0455-4799-B8FB-DC6D00EB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0C0FF6-29E3-49CD-9235-B9508329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193D25-F0BD-422E-B461-E9CB8AE6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State whether the task concerns factors or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16859A-791D-44EA-A182-42EDF27D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7C7914-92A8-4AEE-8117-1DDFDCCD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5269A6-3FA9-4177-8734-3C6CCB5D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Work systematically from the smallest possible factor or multiple.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2D7C96-BEE9-423F-A9DF-CA8ECCEF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1D4860-FD54-46C8-A3B7-20F2E28D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C79787-14B0-4E76-9920-5DE44217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72.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09E391-C8BF-439B-BF46-72B6CFD1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7FE07B-9C6D-4D60-ACA1-69243046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5A89F1-ACE6-4828-ACC8-B94BBE7B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that the list is complete and use it to justify the conclusion.</a:t>
            </a:r>
          </a:p>
        </p:txBody>
      </p:sp>
    </p:spTree>
    <p:extLst>
      <p:ext uri="{BB962C8B-B14F-4D97-AF65-F5344CB8AC3E}">
        <p14:creationId xmlns:p14="http://schemas.microsoft.com/office/powerpoint/2010/main" val="9017096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F1D8C2-5E82-4044-B957-844613A7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2E6D66-E31F-4E19-BC8E-06D5F874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0098B5-110C-4F69-943D-227E30A7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0EADD-41AC-46F5-9327-ABCB3209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089EE8-98AE-4FC9-BA41-17876FD5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7D51A5-052D-4F4A-A648-74EB3FAA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C8241-2F1C-4BBB-8E8D-77623D10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CB2F63-1C51-4128-A533-0B3696A6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2157D-F57F-448E-814B-20AC81F7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75636C-2873-4300-B16F-CC4916C9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D16783-7FDD-427E-A91F-F17ED16A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F3C250-E9BF-44F0-BAB0-6257171F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B53C11-060E-4427-8E9F-F9C5B944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06E306-B14F-4FC1-95AD-A7BE93FA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5085030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55635E-89E6-49E8-9C4A-8A567186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228F6C-7D79-4FB4-802A-D8A9B987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44050-BAA8-493E-B2F8-412FE2D5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CA5C7-576E-4FD1-9081-54909C02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838AB-0F7B-4D05-B789-2C66D6C9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2453B4-550E-4762-BEA0-45DBC665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1BDF79-1A57-4E46-AA46-AB7FA253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414AE4-9542-4F14-BD80-EEB1760D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C4632C-3935-4BE6-A93D-3C78126F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8A88AB-8D87-4F8A-896F-4313A025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has area 96 square units and whole-number sides. Give every possible side pair.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32AE83-F80D-41E5-8902-227C1CAC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CC7DC9-56C6-4DAC-AB4A-DFF2A45C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8F1594-9A78-483C-A211-1A7E9E73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43B15D-6194-46DB-93E1-0EA471E8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37CE14-60B9-40D2-99AE-D92A1703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922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x 96, 2 x 48, 3 x 32, 4 x 24, 6 x 16 and 8 x 12.</a:t>
            </a:r>
          </a:p>
        </p:txBody>
      </p:sp>
    </p:spTree>
    <p:extLst>
      <p:ext uri="{BB962C8B-B14F-4D97-AF65-F5344CB8AC3E}">
        <p14:creationId xmlns:p14="http://schemas.microsoft.com/office/powerpoint/2010/main" val="74510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6D1869-A62A-462C-A765-CBB1001C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B691D-C3DC-479D-A52E-8C325EA7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24135-7929-4BA0-9504-51328352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6266FA-E098-48E6-BE49-120328B2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4F3A5-266F-49B5-821F-90B5C678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9BF862-85AE-4BF6-B28E-9EF72CFF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4305E-286E-4838-9D7C-8151B731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0303A-2E5B-4EE8-9960-BB50621C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69A517-7B6C-4F67-B09C-A3C8D463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566df40ad44a88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1EEE7C-BFDC-44B7-BBF0-1A1DC738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1A03FD-EA10-4902-ADBC-BDC7F5FE9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assumes every odd number is prime.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2AB8D-05F3-4062-A1F4-93782A5A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8435F0-F3DE-41B2-AFAA-E5D35DB3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BB55DD-EA8A-430E-90BA-B5E91DBF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Odd composite numbers have factors other than 1 and themselves, for example 9 and 15.</a:t>
            </a:r>
          </a:p>
        </p:txBody>
      </p:sp>
    </p:spTree>
    <p:extLst>
      <p:ext uri="{BB962C8B-B14F-4D97-AF65-F5344CB8AC3E}">
        <p14:creationId xmlns:p14="http://schemas.microsoft.com/office/powerpoint/2010/main" val="1259273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2128B0-5D07-4A37-8695-9E7FB2DE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5A8C75-B64A-435C-86E5-7F6A8A7A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10760-3798-4F88-AD0D-104F2A78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6930D4-EAF7-41B7-9B6A-BCC05767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700F6-3897-4C28-BA49-09F47F51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456F4B-ACF4-4348-B238-0064B5E5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383E77-259F-45E6-9F6F-61E46354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BC9C73-0500-49E2-8C4C-9DF08305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21EB13-4E16-4466-8726-07494884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BAC519-DCB3-4D03-BF16-B45C5365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E2680E-C0BE-4975-9468-CC635DF3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023063-8F9B-4F78-8FAC-2E66F1CD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B4E0AD-5B1A-4DE3-A161-C27D9FBB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has area 96 square units and whole-number sides. Give every possible side pair.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E6B4BE-3D7B-4357-9777-A40C41E0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092113-6912-4008-B471-7EED7D3C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980E0D-F538-4FD7-A7FB-B8720817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B69EFA-4922-4575-9DCE-803ADF98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F3A494-0B1A-4D9A-9303-67D2B12C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C5F4A2-E441-432F-9254-66542008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42A324-D21C-4A77-8293-CE3F836C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37F640-EC04-4028-81AF-33FFDD3C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x 96, 2 x 48, 3 x 32, 4 x 24, 6 x 16 and 8 x 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4578AC-8434-4829-8F7A-134923AA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932651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0AD8CC-9A8A-48FF-9E27-697368CA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6751B8-F9EC-4706-AC57-1EE99842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19D42-EA8A-48EC-82D0-B85F13DF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36AC01-A287-4B62-B00D-2BBF5B36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9CD34-5834-4EDA-B4AA-5CE0FA40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7781DF-F882-46D6-82D9-FA0F4C6A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E8F7DB-6F79-422D-ACA7-5A0A773D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8CEE42-14D4-4F9F-B7C0-B6CB9AE4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225182-1875-4C7F-8150-D2DF5AD7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EFD08D-98D5-45E9-A824-75D71715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68744-24F4-48FE-9311-4440127C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57A76A-7F35-4220-945B-3749AFF3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AC3C6B-5407-44A1-B638-B62C991E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prime factors make 84?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EF7704-1718-4ED5-8EA4-B8F86EAA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460071-D2AF-463E-9541-79A20C95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4165A-EA19-40C7-980D-F5595EEA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CA40CF-8CBF-4830-A46A-68F8766F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23C53-442C-4155-AE38-84D1A09A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D1C09F-7F9E-46F7-A9EE-4CF4CAC4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422D6F-7A0A-4673-8FD1-3F441983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E84118-B56E-46F4-B944-6A4CA4CA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768537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086360-B8BE-4B52-9F82-DFB888C0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2CDBA7-D129-42B9-A467-3659511F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BE37AC-F017-44F1-A15B-BC1BF306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971CD-54BD-43DF-8639-B671B58EF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76E3BB-DD34-4241-86F1-31BD31E9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C0315-6626-4A54-B69E-B2C66305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08633-31F7-4FA2-9619-8CA76A0F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30F3CD-1A54-433A-99A0-D8344D9D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E96B59-7500-4333-8DC5-4AA11B0D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D629FE-788C-4A67-95BF-E190407C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two prime numbers with a sum of 60 and a difference of 14.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2ED455-F8AF-425A-B520-928E1384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80862A-76FD-4F14-A5A8-36BC4789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09D1DF-438A-427E-BA6A-7849038F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23 and 37.</a:t>
            </a:r>
          </a:p>
        </p:txBody>
      </p:sp>
    </p:spTree>
    <p:extLst>
      <p:ext uri="{BB962C8B-B14F-4D97-AF65-F5344CB8AC3E}">
        <p14:creationId xmlns:p14="http://schemas.microsoft.com/office/powerpoint/2010/main" val="3675417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F20EF3-7A63-4E7D-A970-16B51FBA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4937F4-0F13-4379-B21A-0159ED0A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FED1E4-8DD2-4548-A768-A0F3342A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D277F-2EFB-40B4-8B55-46F4BF1F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18F801-BE69-4922-B08B-C6AB1C2E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D10B7F-59A2-4524-9121-EFB15D20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4233E4-348B-456A-B521-8E240E37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30D91-A159-45A9-971A-9CFE8536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A29FB6-B37A-4E8B-AC8A-A5E0CE12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96B8D3-DD81-4752-9530-467756CB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B41E52-3F28-48E8-9261-EF30FBC0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E47CAA-3390-47CC-83A3-6E8F1290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prime factors make 84?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808080-5037-4699-9671-3649031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53A70E-30B2-4AB6-A887-A99FA937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B459B7-C57B-44F2-8294-43BF9D8D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10215F-69E7-43AA-94D2-AC78EC22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 x 2 x 3 x 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3FB019-9F51-4C45-AC75-51BBB0D3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DBFEAF-1B7E-45CF-BED6-798B96AF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818455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2E4459-A157-4D24-9FE6-6003F6DE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6895ED-BCB0-4B6C-A1DB-CBD06046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898803-8597-4851-B10F-03AAAB42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2B3242-0E0F-47F0-B7A1-18115BCC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FAE0E5-788A-4974-8A88-F7A3B571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A87C4-1FAB-4652-837C-417651DF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1DA2F4-FD83-4E8F-BBAC-B542F072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4EFBBB-06DE-44B4-8E39-A6949164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6F38A-6A43-4774-8C8D-07024CDC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D4054-03A1-48FD-9E7C-EE37BAF1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B784C0-9AD2-425D-8757-52181FD0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908471-1356-4D14-9705-9B428869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4DA027-E5BE-4743-AA55-268322E7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prime factors make 84?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E0C53B-3BEC-4E02-B2F1-0A2BE96E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4D89E0-1198-4D80-9DB0-20E73104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15A276-5DCE-470E-BBEA-16EE4331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D4C55-9336-47AB-A909-0937529A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assumes every odd number is prime.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423263-E86F-4ACB-82C1-0A909015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DE6FE9-355F-4D67-95ED-3FCC2913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BA0E44-FE3E-4788-9615-23C8D59F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904B7F-F6D2-41A2-85B7-762D5B37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8A8FB8-141A-4CFB-8655-89E6C2AA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760343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2026-09-09T20:45:24.7280000Z</dcterms:created>
  <dcterms:modified xsi:type="dcterms:W3CDTF">2026-09-09T20:45:24.7280000Z</dcterms:modified>
</coreProperties>
</file>