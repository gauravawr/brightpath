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5:30.953" v="59"/>
      <pc:docMkLst>
        <pc:docMk/>
      </pc:docMkLst>
      <pc:sldChg chg="modSp mod modAnim">
        <pc:chgData name="Garima Sharma" userId="c5ca40beb9a8554c" providerId="LiveId" clId="{2265D429-760C-4FF0-9653-4AF4BA9B0970}" dt="2026-09-09T11:05:29.928" v="5"/>
        <pc:sldMkLst>
          <pc:docMk/>
          <pc:sldMk cId="772937147" sldId="257"/>
        </pc:sldMkLst>
        <pc:spChg chg="mod">
          <ac:chgData name="Garima Sharma" userId="c5ca40beb9a8554c" providerId="LiveId" clId="{2265D429-760C-4FF0-9653-4AF4BA9B0970}" dt="2026-09-09T11:05:29.877" v="0" actId="20577"/>
          <ac:spMkLst>
            <pc:docMk/>
            <pc:sldMk cId="772937147" sldId="257"/>
            <ac:spMk id="13" creationId="{04156803-CED6-41F4-85FD-5C353D248219}"/>
          </ac:spMkLst>
        </pc:spChg>
        <pc:spChg chg="mod">
          <ac:chgData name="Garima Sharma" userId="c5ca40beb9a8554c" providerId="LiveId" clId="{2265D429-760C-4FF0-9653-4AF4BA9B0970}" dt="2026-09-09T11:05:29.902" v="2" actId="20577"/>
          <ac:spMkLst>
            <pc:docMk/>
            <pc:sldMk cId="772937147" sldId="257"/>
            <ac:spMk id="17" creationId="{2B066A75-DD20-4F35-BAE8-78680E4011AB}"/>
          </ac:spMkLst>
        </pc:spChg>
        <pc:spChg chg="mod">
          <ac:chgData name="Garima Sharma" userId="c5ca40beb9a8554c" providerId="LiveId" clId="{2265D429-760C-4FF0-9653-4AF4BA9B0970}" dt="2026-09-09T11:05:29.926" v="4" actId="20577"/>
          <ac:spMkLst>
            <pc:docMk/>
            <pc:sldMk cId="772937147" sldId="257"/>
            <ac:spMk id="21" creationId="{86E0A457-C213-4B1C-93D1-EBF5841F05F7}"/>
          </ac:spMkLst>
        </pc:spChg>
      </pc:sldChg>
      <pc:sldChg chg="modSp mod modAnim">
        <pc:chgData name="Garima Sharma" userId="c5ca40beb9a8554c" providerId="LiveId" clId="{2265D429-760C-4FF0-9653-4AF4BA9B0970}" dt="2026-09-09T11:05:30.029" v="11"/>
        <pc:sldMkLst>
          <pc:docMk/>
          <pc:sldMk cId="644291317" sldId="258"/>
        </pc:sldMkLst>
        <pc:spChg chg="mod">
          <ac:chgData name="Garima Sharma" userId="c5ca40beb9a8554c" providerId="LiveId" clId="{2265D429-760C-4FF0-9653-4AF4BA9B0970}" dt="2026-09-09T11:05:30" v="6" actId="20577"/>
          <ac:spMkLst>
            <pc:docMk/>
            <pc:sldMk cId="644291317" sldId="258"/>
            <ac:spMk id="12" creationId="{42073591-872E-4E5A-85FE-EF1AF657618A}"/>
          </ac:spMkLst>
        </pc:spChg>
        <pc:spChg chg="mod">
          <ac:chgData name="Garima Sharma" userId="c5ca40beb9a8554c" providerId="LiveId" clId="{2265D429-760C-4FF0-9653-4AF4BA9B0970}" dt="2026-09-09T11:05:30.014" v="8" actId="20577"/>
          <ac:spMkLst>
            <pc:docMk/>
            <pc:sldMk cId="644291317" sldId="258"/>
            <ac:spMk id="13" creationId="{38F68437-CAD9-4BBB-9C73-37D3E3C993BB}"/>
          </ac:spMkLst>
        </pc:spChg>
        <pc:spChg chg="mod">
          <ac:chgData name="Garima Sharma" userId="c5ca40beb9a8554c" providerId="LiveId" clId="{2265D429-760C-4FF0-9653-4AF4BA9B0970}" dt="2026-09-09T11:05:30.027" v="10" actId="20577"/>
          <ac:spMkLst>
            <pc:docMk/>
            <pc:sldMk cId="644291317" sldId="258"/>
            <ac:spMk id="14" creationId="{20D6A456-98E2-410D-BFB8-83C5A0A55C4C}"/>
          </ac:spMkLst>
        </pc:spChg>
      </pc:sldChg>
      <pc:sldChg chg="modSp mod modAnim">
        <pc:chgData name="Garima Sharma" userId="c5ca40beb9a8554c" providerId="LiveId" clId="{2265D429-760C-4FF0-9653-4AF4BA9B0970}" dt="2026-09-09T11:05:30.151" v="17"/>
        <pc:sldMkLst>
          <pc:docMk/>
          <pc:sldMk cId="361836859" sldId="259"/>
        </pc:sldMkLst>
        <pc:spChg chg="mod">
          <ac:chgData name="Garima Sharma" userId="c5ca40beb9a8554c" providerId="LiveId" clId="{2265D429-760C-4FF0-9653-4AF4BA9B0970}" dt="2026-09-09T11:05:30.104" v="12" actId="20577"/>
          <ac:spMkLst>
            <pc:docMk/>
            <pc:sldMk cId="361836859" sldId="259"/>
            <ac:spMk id="14" creationId="{FA6E4858-7EAF-4763-BDD0-3A02369AD659}"/>
          </ac:spMkLst>
        </pc:spChg>
        <pc:spChg chg="mod">
          <ac:chgData name="Garima Sharma" userId="c5ca40beb9a8554c" providerId="LiveId" clId="{2265D429-760C-4FF0-9653-4AF4BA9B0970}" dt="2026-09-09T11:05:30.127" v="14" actId="20577"/>
          <ac:spMkLst>
            <pc:docMk/>
            <pc:sldMk cId="361836859" sldId="259"/>
            <ac:spMk id="18" creationId="{C0FCA995-3BC1-4B60-A38D-7E86A1730F03}"/>
          </ac:spMkLst>
        </pc:spChg>
        <pc:spChg chg="mod">
          <ac:chgData name="Garima Sharma" userId="c5ca40beb9a8554c" providerId="LiveId" clId="{2265D429-760C-4FF0-9653-4AF4BA9B0970}" dt="2026-09-09T11:05:30.148" v="16" actId="20577"/>
          <ac:spMkLst>
            <pc:docMk/>
            <pc:sldMk cId="361836859" sldId="259"/>
            <ac:spMk id="22" creationId="{D516D997-63CE-4C0C-A464-92657B937CEA}"/>
          </ac:spMkLst>
        </pc:spChg>
      </pc:sldChg>
      <pc:sldChg chg="modSp mod modAnim">
        <pc:chgData name="Garima Sharma" userId="c5ca40beb9a8554c" providerId="LiveId" clId="{2265D429-760C-4FF0-9653-4AF4BA9B0970}" dt="2026-09-09T11:05:30.234" v="23"/>
        <pc:sldMkLst>
          <pc:docMk/>
          <pc:sldMk cId="91989869" sldId="260"/>
        </pc:sldMkLst>
        <pc:spChg chg="mod">
          <ac:chgData name="Garima Sharma" userId="c5ca40beb9a8554c" providerId="LiveId" clId="{2265D429-760C-4FF0-9653-4AF4BA9B0970}" dt="2026-09-09T11:05:30.203" v="18" actId="20577"/>
          <ac:spMkLst>
            <pc:docMk/>
            <pc:sldMk cId="91989869" sldId="260"/>
            <ac:spMk id="11" creationId="{CAAA972C-8F90-4252-A6E9-C12E958D848C}"/>
          </ac:spMkLst>
        </pc:spChg>
        <pc:spChg chg="mod">
          <ac:chgData name="Garima Sharma" userId="c5ca40beb9a8554c" providerId="LiveId" clId="{2265D429-760C-4FF0-9653-4AF4BA9B0970}" dt="2026-09-09T11:05:30.220" v="20" actId="20577"/>
          <ac:spMkLst>
            <pc:docMk/>
            <pc:sldMk cId="91989869" sldId="260"/>
            <ac:spMk id="13" creationId="{E2EA1B6D-6720-4E20-BAA4-3501D8D4291C}"/>
          </ac:spMkLst>
        </pc:spChg>
        <pc:spChg chg="mod">
          <ac:chgData name="Garima Sharma" userId="c5ca40beb9a8554c" providerId="LiveId" clId="{2265D429-760C-4FF0-9653-4AF4BA9B0970}" dt="2026-09-09T11:05:30.232" v="22" actId="20577"/>
          <ac:spMkLst>
            <pc:docMk/>
            <pc:sldMk cId="91989869" sldId="260"/>
            <ac:spMk id="14" creationId="{64557E03-A380-4277-B285-8F1163266837}"/>
          </ac:spMkLst>
        </pc:spChg>
      </pc:sldChg>
      <pc:sldChg chg="modSp mod modAnim">
        <pc:chgData name="Garima Sharma" userId="c5ca40beb9a8554c" providerId="LiveId" clId="{2265D429-760C-4FF0-9653-4AF4BA9B0970}" dt="2026-09-09T11:05:30.319" v="27"/>
        <pc:sldMkLst>
          <pc:docMk/>
          <pc:sldMk cId="583732579" sldId="261"/>
        </pc:sldMkLst>
        <pc:spChg chg="mod">
          <ac:chgData name="Garima Sharma" userId="c5ca40beb9a8554c" providerId="LiveId" clId="{2265D429-760C-4FF0-9653-4AF4BA9B0970}" dt="2026-09-09T11:05:30.303" v="24" actId="20577"/>
          <ac:spMkLst>
            <pc:docMk/>
            <pc:sldMk cId="583732579" sldId="261"/>
            <ac:spMk id="14" creationId="{CC23D4FA-832B-4EAF-BE09-859F541CB9D5}"/>
          </ac:spMkLst>
        </pc:spChg>
        <pc:spChg chg="mod">
          <ac:chgData name="Garima Sharma" userId="c5ca40beb9a8554c" providerId="LiveId" clId="{2265D429-760C-4FF0-9653-4AF4BA9B0970}" dt="2026-09-09T11:05:30.317" v="26" actId="20577"/>
          <ac:spMkLst>
            <pc:docMk/>
            <pc:sldMk cId="583732579" sldId="261"/>
            <ac:spMk id="15" creationId="{B33F9C4D-35BA-45F2-9BC4-2E1CFE06D8E8}"/>
          </ac:spMkLst>
        </pc:spChg>
      </pc:sldChg>
      <pc:sldChg chg="modSp mod modAnim">
        <pc:chgData name="Garima Sharma" userId="c5ca40beb9a8554c" providerId="LiveId" clId="{2265D429-760C-4FF0-9653-4AF4BA9B0970}" dt="2026-09-09T11:05:30.404" v="31"/>
        <pc:sldMkLst>
          <pc:docMk/>
          <pc:sldMk cId="639338499" sldId="262"/>
        </pc:sldMkLst>
        <pc:spChg chg="mod">
          <ac:chgData name="Garima Sharma" userId="c5ca40beb9a8554c" providerId="LiveId" clId="{2265D429-760C-4FF0-9653-4AF4BA9B0970}" dt="2026-09-09T11:05:30.380" v="28" actId="20577"/>
          <ac:spMkLst>
            <pc:docMk/>
            <pc:sldMk cId="639338499" sldId="262"/>
            <ac:spMk id="12" creationId="{F6E34D2C-6774-4F53-8926-280A8703E041}"/>
          </ac:spMkLst>
        </pc:spChg>
        <pc:spChg chg="mod">
          <ac:chgData name="Garima Sharma" userId="c5ca40beb9a8554c" providerId="LiveId" clId="{2265D429-760C-4FF0-9653-4AF4BA9B0970}" dt="2026-09-09T11:05:30.403" v="30" actId="20577"/>
          <ac:spMkLst>
            <pc:docMk/>
            <pc:sldMk cId="639338499" sldId="262"/>
            <ac:spMk id="15" creationId="{CDF0CCC0-AD80-4C79-A841-ACBFE3213A64}"/>
          </ac:spMkLst>
        </pc:spChg>
      </pc:sldChg>
      <pc:sldChg chg="modSp mod modAnim">
        <pc:chgData name="Garima Sharma" userId="c5ca40beb9a8554c" providerId="LiveId" clId="{2265D429-760C-4FF0-9653-4AF4BA9B0970}" dt="2026-09-09T11:05:30.509" v="37"/>
        <pc:sldMkLst>
          <pc:docMk/>
          <pc:sldMk cId="330929454" sldId="263"/>
        </pc:sldMkLst>
        <pc:spChg chg="mod">
          <ac:chgData name="Garima Sharma" userId="c5ca40beb9a8554c" providerId="LiveId" clId="{2265D429-760C-4FF0-9653-4AF4BA9B0970}" dt="2026-09-09T11:05:30.463" v="32" actId="20577"/>
          <ac:spMkLst>
            <pc:docMk/>
            <pc:sldMk cId="330929454" sldId="263"/>
            <ac:spMk id="13" creationId="{7E7773CA-1889-483F-BAFD-940CC343EE49}"/>
          </ac:spMkLst>
        </pc:spChg>
        <pc:spChg chg="mod">
          <ac:chgData name="Garima Sharma" userId="c5ca40beb9a8554c" providerId="LiveId" clId="{2265D429-760C-4FF0-9653-4AF4BA9B0970}" dt="2026-09-09T11:05:30.486" v="34" actId="20577"/>
          <ac:spMkLst>
            <pc:docMk/>
            <pc:sldMk cId="330929454" sldId="263"/>
            <ac:spMk id="17" creationId="{25F59F68-5153-41EB-93A5-15E312868566}"/>
          </ac:spMkLst>
        </pc:spChg>
        <pc:spChg chg="mod">
          <ac:chgData name="Garima Sharma" userId="c5ca40beb9a8554c" providerId="LiveId" clId="{2265D429-760C-4FF0-9653-4AF4BA9B0970}" dt="2026-09-09T11:05:30.507" v="36" actId="20577"/>
          <ac:spMkLst>
            <pc:docMk/>
            <pc:sldMk cId="330929454" sldId="263"/>
            <ac:spMk id="21" creationId="{A143F7BB-DAFC-49CE-89BF-B665D3CB2FAC}"/>
          </ac:spMkLst>
        </pc:spChg>
      </pc:sldChg>
      <pc:sldChg chg="modSp mod modAnim">
        <pc:chgData name="Garima Sharma" userId="c5ca40beb9a8554c" providerId="LiveId" clId="{2265D429-760C-4FF0-9653-4AF4BA9B0970}" dt="2026-09-09T11:05:30.635" v="43"/>
        <pc:sldMkLst>
          <pc:docMk/>
          <pc:sldMk cId="1865492660" sldId="264"/>
        </pc:sldMkLst>
        <pc:spChg chg="mod">
          <ac:chgData name="Garima Sharma" userId="c5ca40beb9a8554c" providerId="LiveId" clId="{2265D429-760C-4FF0-9653-4AF4BA9B0970}" dt="2026-09-09T11:05:30.578" v="38" actId="20577"/>
          <ac:spMkLst>
            <pc:docMk/>
            <pc:sldMk cId="1865492660" sldId="264"/>
            <ac:spMk id="13" creationId="{71D131AA-231A-4A4A-BC8C-E25D8BA880CE}"/>
          </ac:spMkLst>
        </pc:spChg>
        <pc:spChg chg="mod">
          <ac:chgData name="Garima Sharma" userId="c5ca40beb9a8554c" providerId="LiveId" clId="{2265D429-760C-4FF0-9653-4AF4BA9B0970}" dt="2026-09-09T11:05:30.605" v="40" actId="20577"/>
          <ac:spMkLst>
            <pc:docMk/>
            <pc:sldMk cId="1865492660" sldId="264"/>
            <ac:spMk id="17" creationId="{1E561325-76A2-4F54-9C33-65905E957CA7}"/>
          </ac:spMkLst>
        </pc:spChg>
        <pc:spChg chg="mod">
          <ac:chgData name="Garima Sharma" userId="c5ca40beb9a8554c" providerId="LiveId" clId="{2265D429-760C-4FF0-9653-4AF4BA9B0970}" dt="2026-09-09T11:05:30.631" v="42" actId="20577"/>
          <ac:spMkLst>
            <pc:docMk/>
            <pc:sldMk cId="1865492660" sldId="264"/>
            <ac:spMk id="21" creationId="{FBBC2762-0D87-4685-87AD-7CE859D7346A}"/>
          </ac:spMkLst>
        </pc:spChg>
      </pc:sldChg>
      <pc:sldChg chg="modSp mod modAnim">
        <pc:chgData name="Garima Sharma" userId="c5ca40beb9a8554c" providerId="LiveId" clId="{2265D429-760C-4FF0-9653-4AF4BA9B0970}" dt="2026-09-09T11:05:30.728" v="49"/>
        <pc:sldMkLst>
          <pc:docMk/>
          <pc:sldMk cId="679119529" sldId="265"/>
        </pc:sldMkLst>
        <pc:spChg chg="mod">
          <ac:chgData name="Garima Sharma" userId="c5ca40beb9a8554c" providerId="LiveId" clId="{2265D429-760C-4FF0-9653-4AF4BA9B0970}" dt="2026-09-09T11:05:30.700" v="44" actId="20577"/>
          <ac:spMkLst>
            <pc:docMk/>
            <pc:sldMk cId="679119529" sldId="265"/>
            <ac:spMk id="11" creationId="{16B8B0BB-F5BA-4937-9139-522C39F29226}"/>
          </ac:spMkLst>
        </pc:spChg>
        <pc:spChg chg="mod">
          <ac:chgData name="Garima Sharma" userId="c5ca40beb9a8554c" providerId="LiveId" clId="{2265D429-760C-4FF0-9653-4AF4BA9B0970}" dt="2026-09-09T11:05:30.713" v="46" actId="20577"/>
          <ac:spMkLst>
            <pc:docMk/>
            <pc:sldMk cId="679119529" sldId="265"/>
            <ac:spMk id="12" creationId="{AF572FB6-5358-4E0F-81A1-D7083BFA970F}"/>
          </ac:spMkLst>
        </pc:spChg>
        <pc:spChg chg="mod">
          <ac:chgData name="Garima Sharma" userId="c5ca40beb9a8554c" providerId="LiveId" clId="{2265D429-760C-4FF0-9653-4AF4BA9B0970}" dt="2026-09-09T11:05:30.727" v="48" actId="20577"/>
          <ac:spMkLst>
            <pc:docMk/>
            <pc:sldMk cId="679119529" sldId="265"/>
            <ac:spMk id="13" creationId="{C0CCE1EB-619F-4A8F-B173-5F028A121F22}"/>
          </ac:spMkLst>
        </pc:spChg>
      </pc:sldChg>
      <pc:sldChg chg="modSp mod modAnim">
        <pc:chgData name="Garima Sharma" userId="c5ca40beb9a8554c" providerId="LiveId" clId="{2265D429-760C-4FF0-9653-4AF4BA9B0970}" dt="2026-09-09T11:05:30.828" v="53"/>
        <pc:sldMkLst>
          <pc:docMk/>
          <pc:sldMk cId="1202985473" sldId="266"/>
        </pc:sldMkLst>
        <pc:spChg chg="mod">
          <ac:chgData name="Garima Sharma" userId="c5ca40beb9a8554c" providerId="LiveId" clId="{2265D429-760C-4FF0-9653-4AF4BA9B0970}" dt="2026-09-09T11:05:30.811" v="50" actId="20577"/>
          <ac:spMkLst>
            <pc:docMk/>
            <pc:sldMk cId="1202985473" sldId="266"/>
            <ac:spMk id="16" creationId="{BD93529D-C694-4EB4-B46C-E5E618341778}"/>
          </ac:spMkLst>
        </pc:spChg>
        <pc:spChg chg="mod">
          <ac:chgData name="Garima Sharma" userId="c5ca40beb9a8554c" providerId="LiveId" clId="{2265D429-760C-4FF0-9653-4AF4BA9B0970}" dt="2026-09-09T11:05:30.826" v="52" actId="20577"/>
          <ac:spMkLst>
            <pc:docMk/>
            <pc:sldMk cId="1202985473" sldId="266"/>
            <ac:spMk id="17" creationId="{ACE617DF-F41A-47D4-BC4D-EDCAB990FDB5}"/>
          </ac:spMkLst>
        </pc:spChg>
      </pc:sldChg>
      <pc:sldChg chg="modSp mod modAnim">
        <pc:chgData name="Garima Sharma" userId="c5ca40beb9a8554c" providerId="LiveId" clId="{2265D429-760C-4FF0-9653-4AF4BA9B0970}" dt="2026-09-09T11:05:30.953" v="59"/>
        <pc:sldMkLst>
          <pc:docMk/>
          <pc:sldMk cId="1535992167" sldId="267"/>
        </pc:sldMkLst>
        <pc:spChg chg="mod">
          <ac:chgData name="Garima Sharma" userId="c5ca40beb9a8554c" providerId="LiveId" clId="{2265D429-760C-4FF0-9653-4AF4BA9B0970}" dt="2026-09-09T11:05:30.898" v="54" actId="20577"/>
          <ac:spMkLst>
            <pc:docMk/>
            <pc:sldMk cId="1535992167" sldId="267"/>
            <ac:spMk id="13" creationId="{C7A5E38B-8164-4BCD-AC71-8FADD600FD8C}"/>
          </ac:spMkLst>
        </pc:spChg>
        <pc:spChg chg="mod">
          <ac:chgData name="Garima Sharma" userId="c5ca40beb9a8554c" providerId="LiveId" clId="{2265D429-760C-4FF0-9653-4AF4BA9B0970}" dt="2026-09-09T11:05:30.927" v="56" actId="20577"/>
          <ac:spMkLst>
            <pc:docMk/>
            <pc:sldMk cId="1535992167" sldId="267"/>
            <ac:spMk id="17" creationId="{2490494D-892E-451A-B0D6-161E6BA531BC}"/>
          </ac:spMkLst>
        </pc:spChg>
        <pc:spChg chg="mod">
          <ac:chgData name="Garima Sharma" userId="c5ca40beb9a8554c" providerId="LiveId" clId="{2265D429-760C-4FF0-9653-4AF4BA9B0970}" dt="2026-09-09T11:05:30.951" v="58" actId="20577"/>
          <ac:spMkLst>
            <pc:docMk/>
            <pc:sldMk cId="1535992167" sldId="267"/>
            <ac:spMk id="21" creationId="{6164CC27-D81E-4409-BF4C-A34F77553A9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 x 96, 2 x 48, 3 x 32, 4 x 24, 6 x 16 and 8 x 12. | State whether the task concerns factors or multiples. | Odd composite numbers have factors other than 1 and themselves, for example 9 and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smallest number divisible by 6, 8 and 9. Answer: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 x 96, 2 x 48, 3 x 32, 4 x 24, 6 x 16 and 8 x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Odd composite numbers have factors other than 1 and themselves, for example 9 and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 x 96, 2 x 48, 3 x 32, 4 x 24, 6 x 16 and 8 x 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 x 2 x 3 x 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23 and 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 x 2 x 3 x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 x 2 x 3 x 7. | Odd composite numbers have factors other than 1 and themselves, for example 9 and 15.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EFE65A6-EF04-4AA5-AF6A-F47AF957C1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C1FD49-CC91-4029-ABE4-DC07362B9CF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798E47-063A-4C63-B0B7-D5D00133A1A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51D71B-AA6E-4E67-A31D-426BE0DA3404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7A30D6-EEB2-409D-9BB2-C144A3631E5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121D01-1761-46DF-8901-8AA0102DF6AF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F94BBA-2197-4BA7-AE22-573FD4A13A6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3691F6-59C5-482F-ADE5-B87326862FC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factors, multiples and primes.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44901C-3F8B-4FA0-B68F-BD04328BC89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A0949C-2BA2-4A0E-8FFB-7309C1293FE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FB9075-037B-403C-AEEB-1413C89EE80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22204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A2A3833-805D-4473-9D47-2A1D57FF5B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A7D6A8-5529-4571-8E2D-FFD412E402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AF3519D-DA08-41E3-A508-2D8D554861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79E885-A6C7-4666-8F04-1E74B19D7C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8E51D4-E246-4FEF-9DA5-A08CF75E61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45E1BB-91EC-4359-8829-326E6D58CE8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4AD02-C042-4A8D-AAC9-B45133A1F64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493491-5AFB-4FCE-8A1F-3BBE9771F53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CCF2E6-9695-4311-A034-56EE6C628C1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E6F02B-014B-400C-8643-92BD3E21DFA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054738D-7F1E-4B34-8206-256D0D057D9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401739-C8C0-40D2-9A3B-407CADEFA54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156803-CED6-41F4-85FD-5C353D24821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700806-512B-410B-AFAA-08A25C2DD5C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9F6D191-19E8-4DD2-94CD-D76A93C6E85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D86FF0-D4B8-4F54-824A-F72D38D5BE5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066A75-DD20-4F35-BAE8-78680E4011A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9EF6B35-8E2C-46D3-B02B-D5EE848415E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03E9979-4F58-418B-8FFA-27842C8D3B7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761B0E-26DC-40C6-AA92-3E517797652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E0A457-C213-4B1C-93D1-EBF5841F05F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smallest number divisible by 6, 8 and 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002850-46E7-4FD9-AE8F-539FC535C7E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72937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B2047A9-1689-4816-B77E-FCDBD8F453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7E716E-5307-405A-A7CC-4DEA036508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C947FB-8C50-4AF5-961F-294C5D523A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E77AA4-5E7E-4BAC-ABB6-DBFCEE203DE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DA9108-8E67-4195-A70D-8D28A784503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E419F0-2ACC-45AC-A0E5-93E24A9D747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631D51-4CAD-488D-9EA7-131D1082A3F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6DEE0-E055-4B0E-91F2-B0224EF604C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186C23-5318-406E-AC4B-F63C04BDD9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9F0CDC-0957-4061-B3AA-5DA524E9951D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factors, multiples and primes.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C48DBC-6FDF-4B97-AE09-14B7B797FF8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073591-872E-4E5A-85FE-EF1AF657618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F68437-CAD9-4BBB-9C73-37D3E3C993B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D6A456-98E2-410D-BFB8-83C5A0A55C4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CAEF97-51E3-45D3-957F-809D1D3276FF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64429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A9BD884-EED5-488C-AD42-1B16C1618F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2B951E-0778-42D8-AC73-004D8E3E87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B478C39-82DC-4D63-AFF3-60A051D54E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C9B05-9EFA-4703-8019-DEC353B703C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293D85-21D9-4A63-9CA4-52AC3BBD580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FD99E6-0398-4757-BDC1-2D1EFF7EE2E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C743D3-BDC1-4B25-8895-D6289C868F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3CDC4C-1EFF-4EC7-8654-F77F09BFE39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34061C-4D08-460E-9B7A-62813C9FCC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8AC216-BE2A-426C-B63C-92480390163D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smallest number divisible by 6, 8 and 9.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3C4C39-2F8A-4C26-88AA-20E5C7E2584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1CB0FE6-6B37-40C2-B9BA-818898EEA7F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758006-15EA-4BC4-BE33-7A66F31C663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6E4858-7EAF-4763-BDD0-3A02369AD659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C828CB-48A0-45CB-9EF1-591FDDC1BBB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E80A092-12FB-45A3-A079-1972B7E20E1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26F9DE-6803-4F73-AAA2-A17FDFD8B87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FCA995-3BC1-4B60-A38D-7E86A1730F0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14904D-E5EC-4CEC-BEED-9E3ADB0020C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E6EA83E-F779-4FE4-A3A3-36E2A32BBFE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7DC59A-A1A1-4581-8683-2AC72121C1F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16D997-63CE-4C0C-A464-92657B937CEA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836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809F75A-AD09-4771-A139-5497A769E0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6492C3-CCB7-414C-BDAA-209C810D51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5EF10D8-D0E8-4B39-8346-9A79995FD7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298BC9-00B1-4405-BDA7-9A7A3616D6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5073F1-F40A-484E-A03E-1C12FC7BF77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5A55F8-C518-4B0E-9296-AE747CD578F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E2E257-1FD4-4547-B23C-1713BA785A0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CECB9A-CD4A-49BE-8CD3-3A509CEADFE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B1D0B8-C5B9-494E-963E-758E137FF33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FBA77A-EC1C-42DA-B5DB-5E55556A986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AA972C-8F90-4252-A6E9-C12E958D848C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0DB613-90AF-40B1-9DEC-3DDE13EB026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EA1B6D-6720-4E20-BAA4-3501D8D4291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557E03-A380-4277-B285-8F1163266837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989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C388DAA-4FCE-4734-A3F7-AD884BD4C3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2D118-23E1-4ECF-B837-AE930C90C7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DBC861-0242-47BC-8E09-890FB511E5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859516-39CC-4F88-8BEE-B2A2846270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BEBA26-CCB7-4A72-AEA0-882D85E64D3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E1075E-2107-4E85-B62B-081CA083983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3DDF21-747A-44FE-B420-73FCA99728E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20F93B-ED4A-4AF4-A06B-2AB99EEEE4E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842A8B-4278-465C-B56C-9877FCC878F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099166-19B1-4243-AA10-027583D8C7C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4243C7-139E-4CF7-982F-312E6DED0F5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3A450B-A886-4048-AC7F-B0B0861E2BB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BCD288-55ED-4FA6-A19E-1CE068E3EE4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23D4FA-832B-4EAF-BE09-859F541CB9D5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3F9C4D-35BA-45F2-9BC4-2E1CFE06D8E8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922"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x 96, 2 x 48, 3 x 32, 4 x 24, 6 x 16 and 8 x 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373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A62239C-A3AA-45B3-BEAA-644F6BC6D0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0FC9F5-D7AB-4D89-B5C7-5C7EDDC1881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741741-6B51-42C5-AA6A-648DCF6606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F76E74-4E4F-4295-835B-FE72DFA519B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6781B1-4DD3-441D-8719-5B06306809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1D574D-8E84-4E4C-AE90-E86B160DC8D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E2C0A0-84FD-4802-90A1-C94F2F13DF0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C3B2C3-2937-4490-B9C8-82C8BBFDB0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7274D6-26EE-4F61-ACBE-48A6E821A1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AF83EE1-2A7E-49BD-A26C-AAAF8BCADD7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E34D2C-6774-4F53-8926-280A8703E04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every odd number is prime.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8784AC-850B-4DCD-9DAA-4DFD28A74FFB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844605-5D88-4A38-A006-DD2751802D5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F0CCC0-AD80-4C79-A841-ACBFE3213A64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Odd composite numbers have factors other than 1 and themselves, for example 9 and 15.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933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6AE8EB5-8F85-4579-AC7C-FB60156850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3D7D26-16AE-488A-9A92-C86DE99576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B0BD0A-F56E-4A9E-AA5A-17E4F4DFD57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4533F6-19E9-487E-9CEF-99FA31C27F0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AFF7FD-97A2-4E7E-9057-7FFACF7E37D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5C1869-F934-46DA-BF5E-677A6EC05E7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E91D1A-0D45-4130-929A-F6F075C654A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944765-CEDB-4604-A9FB-773D86FC48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EF9A78-0779-42EB-9483-47542D1610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E6BC8B5-85A9-4CBB-BBEE-9B2CC7D3034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961697-A2AB-469A-A4B4-F5394E1289F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9CE2D3-4493-4CCE-B758-6E103EA1661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7773CA-1889-483F-BAFD-940CC343EE4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02C9C19-BD03-46CB-8C93-63F275F1486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87F5C39-5C94-4BF8-AAE6-52B7738D2D0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E970CB-08B6-4729-ACF5-4C76C46A8D9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5F59F68-5153-41EB-93A5-15E31286856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02C4D8-45D3-42C9-9600-651B529CD72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5A2CAD2-8232-4930-8BF0-EF9B738C23A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216A00-6164-4801-8050-E10A02BCEB9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43F7BB-DAFC-49CE-89BF-B665D3CB2FA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x 96, 2 x 48, 3 x 32, 4 x 24, 6 x 16 and 8 x 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866414-25E7-4D31-BCA2-BE347597339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30929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629CBFF-B511-4333-834C-EA9D1CCEC0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B65782-7D95-41E9-9E2D-F6C8E2B1F6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8FAE09-EFE2-4618-9A17-B0BEC6C08B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09124B-6A00-4F8E-9185-1AB238ECF92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45FCA-EDA6-43D0-8780-63AFDEF1883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CC3A68-4DE5-4142-942E-CCD619DDEAB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13129-8F47-458A-BB24-C4E29910902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97D80C-A633-4C7A-B343-DEC81639223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634364-E078-4ADC-BC15-F97D2DDB778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C677606-8054-4740-B323-389BE109C56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4D67FAF-08FA-4859-BBEC-E32DC00942F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A90FDA-6CAD-47A1-8A5C-74C4B3BDEB9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D131AA-231A-4A4A-BC8C-E25D8BA880C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D32CB11-8051-48C4-8290-2B6728EBF14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6F1EC48-09B7-404B-A48D-A7FBA757AB3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C78380-27ED-4F3E-9F19-DF64BFEB1E1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561325-76A2-4F54-9C33-65905E957CA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757380C-26DB-4772-8D00-797608BF3B3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63CAC72-2828-470D-A395-DBDB0CE1629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61181C-D2EF-44EB-9EFA-F102C4734D5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BC2762-0D87-4685-87AD-7CE859D7346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5492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ED5162-CE0B-4020-9CA6-090ECCDF2A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0AD12B-6105-4EDF-92C8-7E35548797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35E2FB2-A8CC-4D52-8C9F-877F8C5DD9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AF85AB-CE51-4250-A2AB-39FC8C2DE99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890356-345D-4DFD-BDAA-1DBA43E7B62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C2BED1-4503-4797-AF53-1470E56621F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DABDFC-6536-4887-B67E-25706B1DC5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682A8B-DC3B-43BE-BC74-C8310BC0ED1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41104F-9BB0-400C-B9BA-43B7D4D2C89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D0997D-5C46-4053-A87E-94A5FF54AB5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two prime numbers with a sum of 60 and a difference of 14.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8B0BB-F5BA-4937-9139-522C39F2922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572FB6-5358-4E0F-81A1-D7083BFA970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CCE1EB-619F-4A8F-B173-5F028A121F2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23 and 37.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9119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F07CAF4-5D8E-4ACB-920E-1F1D2C3CE9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7BB31A-CF1D-4749-902B-D20C67D5B9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3A75B97-E6AA-48D3-A6F6-D8B0996AE7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5B96FA-C6B8-4171-B805-87399607827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CAA0AD-4FAE-4AA1-8450-7A28F45494D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00139-F9BF-42A0-8024-77026E9D30C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12EE3-0700-4C9D-850F-36F2F41D2C0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34304C-8C26-4B4D-BE4E-0F2BF37C36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528454-9020-47DE-98C5-81CF7C0A1D0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008AFC-D05F-4932-8412-776FEA1CA600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E370F13-6729-49BE-95B3-637CF6A4FC8D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DA4D00-CA14-48CD-813F-FDD0EE95CF8F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1F4581-2304-4415-AE9F-6FAA10DA1303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5253D4-E5DE-49BD-A067-5BEE8A6D7054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F6E27E4-7426-438B-86BB-9C3FC7F51216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93529D-C694-4EB4-B46C-E5E618341778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x 2 x 3 x 7.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E617DF-F41A-47D4-BC4D-EDCAB990FDB5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ABD25A-7300-44AE-8BB3-FBACF0888684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0298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E4925EE-6523-4A7A-B893-AA9C4FC03B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13A134-A776-4CEE-A3FD-D263FA234B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9BDDDF-D57C-458E-AB9E-5A37F29C92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F84C2E-9706-46C8-8811-D77E3A19383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78838D-7065-4260-B9DA-A846BF51AF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F0EB87-A47C-40B3-8F86-A8E544B052B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CB52D-C201-49B2-862A-96747BCBA98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51624-BAEF-47C3-96A1-DFBFDD10BB8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0D0D2F-FB4C-481A-8259-EB0BF47AC8A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411FFC-27AD-496A-B52B-1C9A64576F4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03F5F9-3D32-4295-B43F-3ECCF6197BE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BBB70F-F9BD-4DA2-A702-E629065C4AE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A5E38B-8164-4BCD-AC71-8FADD600FD8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CD396B3-EB11-4EA0-A6D8-3AA7785DFCC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54D6F76-9AD6-4974-AD42-9A718080666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D69E59-B9ED-41EC-95EA-38F53948AF5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90494D-892E-451A-B0D6-161E6BA531B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every odd number is prime.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22C7361-9C66-48E8-BAE1-59F3E50FF2F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4496744-2740-4573-94AD-569F2F6FBE8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0657A3-E1A1-4193-B3F2-CB23C9DD2F4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64CC27-D81E-4409-BF4C-A34F77553A9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7F9AAF-595F-4FA7-B4BA-CE6B7E672A9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3599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1284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2026-09-09T10:56:25Z</dcterms:created>
  <dcterms:modified xsi:type="dcterms:W3CDTF">2026-09-09T11:05:30Z</dcterms:modified>
</cp:coreProperties>
</file>