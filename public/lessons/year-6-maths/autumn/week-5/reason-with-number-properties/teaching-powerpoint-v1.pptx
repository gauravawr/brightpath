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9e884d04d4239" /><Relationship Type="http://schemas.openxmlformats.org/officeDocument/2006/relationships/extended-properties" Target="/docProps/app.xml" Id="R5cdd45448c614342" /><Relationship Type="http://schemas.openxmlformats.org/officeDocument/2006/relationships/officeDocument" Target="/ppt/presentation.xml" Id="R2839e955b7e144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e06b6f0f749b8"/>
  </p:sldMasterIdLst>
  <p:notesMasterIdLst>
    <p:notesMasterId xmlns:r="http://schemas.openxmlformats.org/officeDocument/2006/relationships" r:id="R9a13c55b590d4d6e"/>
  </p:notesMasterIdLst>
  <p:sldIdLst>
    <p:sldId xmlns:r="http://schemas.openxmlformats.org/officeDocument/2006/relationships" id="256" r:id="R88a8cff170d44877"/>
    <p:sldId xmlns:r="http://schemas.openxmlformats.org/officeDocument/2006/relationships" id="257" r:id="Rf0df421007ee43b5"/>
    <p:sldId xmlns:r="http://schemas.openxmlformats.org/officeDocument/2006/relationships" id="258" r:id="Rec513aa561f5427b"/>
    <p:sldId xmlns:r="http://schemas.openxmlformats.org/officeDocument/2006/relationships" id="259" r:id="Rd9451fe7d9a943c3"/>
    <p:sldId xmlns:r="http://schemas.openxmlformats.org/officeDocument/2006/relationships" id="260" r:id="R4ffab4eeebc34638"/>
    <p:sldId xmlns:r="http://schemas.openxmlformats.org/officeDocument/2006/relationships" id="261" r:id="R1f8f377b91b648b1"/>
    <p:sldId xmlns:r="http://schemas.openxmlformats.org/officeDocument/2006/relationships" id="262" r:id="R0697f3ab31024428"/>
    <p:sldId xmlns:r="http://schemas.openxmlformats.org/officeDocument/2006/relationships" id="263" r:id="R303b60957f7d40b2"/>
    <p:sldId xmlns:r="http://schemas.openxmlformats.org/officeDocument/2006/relationships" id="264" r:id="R7f08a22dc7de409e"/>
    <p:sldId xmlns:r="http://schemas.openxmlformats.org/officeDocument/2006/relationships" id="265" r:id="R48b4fd2e8c314383"/>
    <p:sldId xmlns:r="http://schemas.openxmlformats.org/officeDocument/2006/relationships" id="266" r:id="R882eaecb4e384eb7"/>
    <p:sldId xmlns:r="http://schemas.openxmlformats.org/officeDocument/2006/relationships" id="267" r:id="R3da03f4b52e7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f2d0853d648e6" /><Relationship Type="http://schemas.openxmlformats.org/officeDocument/2006/relationships/slideMaster" Target="/ppt/slideMasters/slideMaster1.xml" Id="R31fe06b6f0f749b8" /><Relationship Type="http://schemas.openxmlformats.org/officeDocument/2006/relationships/notesMaster" Target="/ppt/notesMasters/notesMaster1.xml" Id="R9a13c55b590d4d6e" /><Relationship Type="http://schemas.openxmlformats.org/officeDocument/2006/relationships/presProps" Target="/ppt/presProps.xml" Id="Rc4d56c406fc74cd8" /><Relationship Type="http://schemas.openxmlformats.org/officeDocument/2006/relationships/tableStyles" Target="/ppt/tableStyles.xml" Id="Re36f2a9cbc374417" /><Relationship Type="http://schemas.openxmlformats.org/officeDocument/2006/relationships/slide" Target="/ppt/slides/slide1.xml" Id="R88a8cff170d44877" /><Relationship Type="http://schemas.openxmlformats.org/officeDocument/2006/relationships/slide" Target="/ppt/slides/slide2.xml" Id="Rf0df421007ee43b5" /><Relationship Type="http://schemas.openxmlformats.org/officeDocument/2006/relationships/slide" Target="/ppt/slides/slide3.xml" Id="Rec513aa561f5427b" /><Relationship Type="http://schemas.openxmlformats.org/officeDocument/2006/relationships/slide" Target="/ppt/slides/slide4.xml" Id="Rd9451fe7d9a943c3" /><Relationship Type="http://schemas.openxmlformats.org/officeDocument/2006/relationships/slide" Target="/ppt/slides/slide5.xml" Id="R4ffab4eeebc34638" /><Relationship Type="http://schemas.openxmlformats.org/officeDocument/2006/relationships/slide" Target="/ppt/slides/slide6.xml" Id="R1f8f377b91b648b1" /><Relationship Type="http://schemas.openxmlformats.org/officeDocument/2006/relationships/slide" Target="/ppt/slides/slide7.xml" Id="R0697f3ab31024428" /><Relationship Type="http://schemas.openxmlformats.org/officeDocument/2006/relationships/slide" Target="/ppt/slides/slide8.xml" Id="R303b60957f7d40b2" /><Relationship Type="http://schemas.openxmlformats.org/officeDocument/2006/relationships/slide" Target="/ppt/slides/slide9.xml" Id="R7f08a22dc7de409e" /><Relationship Type="http://schemas.openxmlformats.org/officeDocument/2006/relationships/slide" Target="/ppt/slides/slide10.xml" Id="R48b4fd2e8c314383" /><Relationship Type="http://schemas.openxmlformats.org/officeDocument/2006/relationships/slide" Target="/ppt/slides/slide11.xml" Id="R882eaecb4e384eb7" /><Relationship Type="http://schemas.openxmlformats.org/officeDocument/2006/relationships/slide" Target="/ppt/slides/slide12.xml" Id="R3da03f4b52e7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434108a98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325418f744336" /><Relationship Type="http://schemas.openxmlformats.org/officeDocument/2006/relationships/notesMaster" Target="/ppt/notesMasters/notesMaster1.xml" Id="R3c601d77c39e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bdcb3a97e4bf4" /><Relationship Type="http://schemas.openxmlformats.org/officeDocument/2006/relationships/notesMaster" Target="/ppt/notesMasters/notesMaster1.xml" Id="R2a005a13a2f148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8e54155225418f" /><Relationship Type="http://schemas.openxmlformats.org/officeDocument/2006/relationships/notesMaster" Target="/ppt/notesMasters/notesMaster1.xml" Id="Rb5235840f24f40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56692489c41ec" /><Relationship Type="http://schemas.openxmlformats.org/officeDocument/2006/relationships/notesMaster" Target="/ppt/notesMasters/notesMaster1.xml" Id="R700a4d0c7acd4a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551c8dad4d4134" /><Relationship Type="http://schemas.openxmlformats.org/officeDocument/2006/relationships/notesMaster" Target="/ppt/notesMasters/notesMaster1.xml" Id="R952936b3c4424d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d931e11804cbe" /><Relationship Type="http://schemas.openxmlformats.org/officeDocument/2006/relationships/notesMaster" Target="/ppt/notesMasters/notesMaster1.xml" Id="Rd9602b1d9bbc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f86b982567424a" /><Relationship Type="http://schemas.openxmlformats.org/officeDocument/2006/relationships/notesMaster" Target="/ppt/notesMasters/notesMaster1.xml" Id="R4e51699fc3fc4e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ab4e4a203948f0" /><Relationship Type="http://schemas.openxmlformats.org/officeDocument/2006/relationships/notesMaster" Target="/ppt/notesMasters/notesMaster1.xml" Id="Rbd31f5311df040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1fa9fb10541ad" /><Relationship Type="http://schemas.openxmlformats.org/officeDocument/2006/relationships/notesMaster" Target="/ppt/notesMasters/notesMaster1.xml" Id="Rf2389437e13e4e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a31fa8e8194917" /><Relationship Type="http://schemas.openxmlformats.org/officeDocument/2006/relationships/notesMaster" Target="/ppt/notesMasters/notesMaster1.xml" Id="Rf833091f3050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379eaa0d4d4f0c" /><Relationship Type="http://schemas.openxmlformats.org/officeDocument/2006/relationships/notesMaster" Target="/ppt/notesMasters/notesMaster1.xml" Id="R173873041e7545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da9f951ee04a08" /><Relationship Type="http://schemas.openxmlformats.org/officeDocument/2006/relationships/notesMaster" Target="/ppt/notesMasters/notesMaster1.xml" Id="R15c360a06e9b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factor rainbows, counters, hundred square,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 x 96, 2 x 48, 3 x 32, 4 x 24, 6 x 16 and 8 x 12. | State whether the task concerns factors or multiples. | Odd composite numbers have factors other than 1 and themselves, for example 9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factor, multiple, common, prime, composite, square, cube.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 x 96, 2 x 48, 3 x 32, 4 x 24, 6 x 16 and 8 x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Odd composite numbers have factors other than 1 and themselves, for example 9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 x 96, 2 x 48, 3 x 32, 4 x 24, 6 x 16 and 8 x 12..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 x 2 x 3 x 7..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23 and 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 x 2 x 3 x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 x 2 x 3 x 7. | Odd composite numbers have factors other than 1 and themselves, for example 9 and 15.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5293383c6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07b7cbf924ec1" /><Relationship Type="http://schemas.openxmlformats.org/officeDocument/2006/relationships/slideLayout" Target="/ppt/slideLayouts/slideLayout1.xml" Id="Rf58b3e26ce0f43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b3e26ce0f43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a70e4412d41b5" /><Relationship Type="http://schemas.openxmlformats.org/officeDocument/2006/relationships/notesSlide" Target="/ppt/notesSlides/notesSlide1.xml" Id="Re4fa3ee4b407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af51d513420d" /><Relationship Type="http://schemas.openxmlformats.org/officeDocument/2006/relationships/notesSlide" Target="/ppt/notesSlides/notesSlide2.xml" Id="R9d068fbf99b841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1f9e617bc4917" /><Relationship Type="http://schemas.openxmlformats.org/officeDocument/2006/relationships/notesSlide" Target="/ppt/notesSlides/notesSlide3.xml" Id="Ra36a141bdb924e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78507a35741da" /><Relationship Type="http://schemas.openxmlformats.org/officeDocument/2006/relationships/notesSlide" Target="/ppt/notesSlides/notesSlide4.xml" Id="Red6d62ff6927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ba2a07bd54cf5" /><Relationship Type="http://schemas.openxmlformats.org/officeDocument/2006/relationships/notesSlide" Target="/ppt/notesSlides/notesSlide5.xml" Id="R6871b85e6ae3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2731f1fe74a7e" /><Relationship Type="http://schemas.openxmlformats.org/officeDocument/2006/relationships/notesSlide" Target="/ppt/notesSlides/notesSlide6.xml" Id="R16fbe3bc8d11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7d8616220470b" /><Relationship Type="http://schemas.openxmlformats.org/officeDocument/2006/relationships/image" Target="/ppt/media/image.png" Id="Rfe392202fe8a4b88" /><Relationship Type="http://schemas.openxmlformats.org/officeDocument/2006/relationships/notesSlide" Target="/ppt/notesSlides/notesSlide7.xml" Id="Rb8bf72f6efdb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796a1ee6b4523" /><Relationship Type="http://schemas.openxmlformats.org/officeDocument/2006/relationships/notesSlide" Target="/ppt/notesSlides/notesSlide8.xml" Id="R37548a02a08e44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df3ca8c014f7a" /><Relationship Type="http://schemas.openxmlformats.org/officeDocument/2006/relationships/notesSlide" Target="/ppt/notesSlides/notesSlide9.xml" Id="R9ee0355c191442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df4284b8d4c4b" /><Relationship Type="http://schemas.openxmlformats.org/officeDocument/2006/relationships/notesSlide" Target="/ppt/notesSlides/notesSlide10.xml" Id="R6c6560dd23e641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a4ef748bf46ff" /><Relationship Type="http://schemas.openxmlformats.org/officeDocument/2006/relationships/notesSlide" Target="/ppt/notesSlides/notesSlide11.xml" Id="Re7201513c60c40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e96422a14515" /><Relationship Type="http://schemas.openxmlformats.org/officeDocument/2006/relationships/notesSlide" Target="/ppt/notesSlides/notesSlide12.xml" Id="R5fbf85000b404a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A2138-9B9B-48CB-906B-783BFA9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F7116-1CE0-4C2A-BAB2-FC990B8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2124D-AFFF-4E42-B1CF-F56C8FC9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B3E37-4E2D-45F6-BE22-A4CED64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D3A2D-602F-4B49-A88D-E66B8212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EA5A9-3D9D-4955-84E5-97CB17B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3A945-5AE4-48B7-BA93-62B0147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260F9-14F2-410A-ABA8-7C7592E3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using factors, multiples and primes.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EB0B3-FA45-4631-BFA0-F4AA24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7B3E8-B78F-4109-AB11-5181E8E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A356D-D601-4988-8C4F-2A49F5C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56159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6EBF6-2B40-4AF0-AD1C-BFE732C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ED945-7022-40C4-8656-C91D8F2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6C68A-3517-4608-BB7C-BF7040B9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3D870-7C6C-4AC9-BE83-26459A12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294C-FF72-4EC7-8E54-1A4B560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002A4-24FD-4162-854A-0954B8BC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B23DA-97B4-4C9C-871F-B85AE9C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3A488-7DDD-44AF-8BFC-607A9E9A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C07C8-B013-4CA4-84BB-533FC94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5222D-F867-43C8-8839-CBCE91E7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2D46F-85C4-4442-B762-5916C6C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98DA7-48FE-48EA-9E07-EFB0AF2D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88C1B-496C-41BF-AFCB-369CADDF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multiplication facts, recognise factor pairs and identify square and cube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ED687-172A-466E-A757-AE7E16F3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24498-0CD9-4CC5-9F69-ABA574A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497CD-DF3C-481E-9125-7537592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04911-53FF-4DB9-9947-68E2509A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rectangle has area 96 square units and whole-number sides. Give every possible side pair.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4CE12-EDFE-4F8A-8EFF-98F1384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D2DB8-57A6-434C-A6ED-26F0AF09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53EF6-1865-4ABE-B069-8A4B890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94005-AE39-4BA6-9F29-2E3EC91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smallest number divisible by 6, 8 and 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25544-C025-4168-BAB5-E44CAA92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084624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D9124-1967-40D1-ABE6-BE7189C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8697-C685-4EAD-9207-B4C98CDA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78F5-8C47-4FE9-96AD-8485E25A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657CA-E3E5-4518-A882-B3DE1F29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4DB42-26F4-436E-8ACE-9CBE5B7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CDAC1-A21E-4A68-80D0-A9C99B4C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ECCEC-D3BB-43C7-B087-9D7B751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624B-6766-4587-8F9D-76F8F080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060AF-3D05-4494-8AEF-B2EBDB52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0AF05-D01B-4982-880C-6A7D49EA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using factors, multiples and primes.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EF182-E5D6-4F1B-9903-41B894A7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1DF4B-1D2B-404F-946C-FF13BAAA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State whether the task concerns factors or multiples.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88813-8FA7-4274-A6D6-CE12FA6F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systematically from the smallest possible factor or multiple.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573E0-ADD7-493D-B687-E194793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that the list is complete and use it to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89C49-2EE2-4A6E-9938-3F99D036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factor  |  multiple  |  common  |  prime  |  composite  |  square  |  cube</a:t>
            </a:r>
          </a:p>
        </p:txBody>
      </p:sp>
    </p:spTree>
    <p:extLst>
      <p:ext uri="{BB962C8B-B14F-4D97-AF65-F5344CB8AC3E}">
        <p14:creationId xmlns:p14="http://schemas.microsoft.com/office/powerpoint/2010/main" val="4958728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20541-E2AE-40A9-9A2A-A541229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46E4D-42C0-4089-8FDA-6083C67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0BFD4-8853-4AC6-9636-EADE653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732A6-4291-4054-9E5E-CFA57524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9C5F3-9CB0-4961-8EB3-21F2187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C0B4-5937-4F12-8836-B504B34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F5615-9A45-4552-9E05-AA9ABEDC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2762D-0207-444B-B1EE-4FBEDB91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A8DAF-A855-453E-A6C0-EF953268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C4B68-6DED-4496-9D49-F71C6BD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smallest number divisible by 6, 8 and 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4C005-762A-4D38-A02D-4BAB99C7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117B9-4785-46CB-8D19-F825750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F94F7-0C92-452B-B9E7-6A18FC6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= 2 × 3     8 = 2³     9 = 3²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D65DF-BC6A-415C-BC9D-44F3417F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64691-B014-4FC4-B55F-09B011B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316DE-9E04-40FA-B68C-2B221F8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the greatest power of each prime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C6B0E-C32B-4C9D-A850-99567539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F0FEF-9F21-4433-887C-2FD5021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F200B-ED93-4985-BDBB-19873A4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2³ × 3² = 8 ×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36931-B383-4E87-A3D4-E21C200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1C45B-5DAD-46F9-AB99-162A9EB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78429-2696-4B8B-A5FE-1EE7C0E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Smallest common multiple = 72</a:t>
            </a:r>
          </a:p>
        </p:txBody>
      </p:sp>
    </p:spTree>
    <p:extLst>
      <p:ext uri="{BB962C8B-B14F-4D97-AF65-F5344CB8AC3E}">
        <p14:creationId xmlns:p14="http://schemas.microsoft.com/office/powerpoint/2010/main" val="2818580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8CC00-8B4F-4294-8065-32CC16A8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B9670-6B47-48EB-87C2-1668EBA4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375AB-CD9D-4155-B21E-5A9E252D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80C1A-91B1-49AF-9E60-6C14B2C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988F7-1A53-49B4-8A03-4C34AE2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AE125-9A8F-4229-9A8B-689AA5F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15F04-6A33-431B-BD46-5AD074E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1CD4B-F070-4162-852D-F6C2C91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AF9E7-5E98-44FD-818B-AAA57E1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9296F-8BAF-449F-B300-310035C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8A868-4F42-428B-9333-145DF408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E3A76-B04C-4959-84B5-7021107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F9419-F2CD-4637-89C2-87371E15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that the list is complete and use it to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970FC-8BB9-427D-B2CC-77836C8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509462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7BFCF-78B6-465C-8C0F-0B8064A8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2B02-9267-4379-8AFA-7686EEED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99D16-D390-400A-ACF8-3AF1179E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A8459-F1C4-4D73-84B4-8A18930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DE4E2-D1F1-4F99-AF48-C122F512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90CB1-5B4C-4712-AD47-3A57D677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02799-61B7-4850-8C36-0BBD235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31DB6-3A9D-487C-AA64-3731F334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7412E-17F1-48D8-BC15-DDE0D4E9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A0825-08F0-49CB-81D5-6A479A3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rectangle has area 96 square units and whole-number sides. Give every possible side pair.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341A5-C09C-4F3A-9937-F8728A1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7B225-B8ED-4036-AA84-4E9FCF4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2D410-A8EC-4280-A68A-7B035916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CF4C2-CF93-4C9C-8B14-0F09B28C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EFD47-0A27-4ED5-B0FB-683A59B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 x 96, 2 x 48, 3 x 32, 4 x 24, 6 x 16 and 8 x 12.</a:t>
            </a:r>
          </a:p>
        </p:txBody>
      </p:sp>
    </p:spTree>
    <p:extLst>
      <p:ext uri="{BB962C8B-B14F-4D97-AF65-F5344CB8AC3E}">
        <p14:creationId xmlns:p14="http://schemas.microsoft.com/office/powerpoint/2010/main" val="8367492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FCC4-8B57-491B-9A47-70B830F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3AD83-C828-48C8-B7FE-51DEF10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A7F50-7AFA-48D1-839F-A6EDB035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F0DE-81BC-4C49-A4B5-FE138A84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807B4-6D76-4BBA-BBA1-026846A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DC4C0-11A5-40B9-8569-DF01915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5F296-CC3D-44A8-8581-E101434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428B2-0C23-4DFC-B64E-A5EA70F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6138-2FCB-4556-88FA-66C8BF2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92202fe8a4b8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7F440-D7E2-4EC9-B482-2A5492EE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1EF9A-F127-4A6A-A64B-14C20CD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assumes every odd number is prime.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9795D-31A3-4204-A51D-5A501D08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D7EF2-56FE-44AA-8F28-52697F3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53BEE-56C8-4971-91BA-3180282A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Odd composite numbers have factors other than 1 and themselves, for example 9 and 15.</a:t>
            </a:r>
          </a:p>
        </p:txBody>
      </p:sp>
    </p:spTree>
    <p:extLst>
      <p:ext uri="{BB962C8B-B14F-4D97-AF65-F5344CB8AC3E}">
        <p14:creationId xmlns:p14="http://schemas.microsoft.com/office/powerpoint/2010/main" val="11265449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DFC9B-9916-43B6-958E-B17F076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2DA5B-EE50-4392-88A1-F4B099F5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47BCB-EAA9-4B7B-AF66-4E3D84E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C9A0E-BE84-42BD-B71B-838220BE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1A039-7820-479F-8174-D796F7D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A34C1-FAD8-4DE9-9C2D-5442B29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CA384-B1BA-4BF6-A949-67E820A4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A5692-A108-42BD-A562-F39AE90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12304-FC6A-4BF0-A51A-F981FF8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BA6B3-6DFA-448A-B286-6DADC3DB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E2317-721C-4517-993E-35EB3141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61355-6268-4E93-AA79-FF3B202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811B6-2277-48E4-AB2B-C87A1364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rectangle has area 96 square units and whole-number sides. Give every possible side pair.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6A665-3931-440B-BB45-FE05042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15957-3BC2-4A40-B0A0-BEE07EE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5108C-2116-4AD6-83EA-58662A3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1F789-8030-4A78-BDC2-1D3C58C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71B60-485D-4785-BBF3-0AA42D3E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C8F0D-3F0C-4A71-B04A-B568EDCE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12A69-48F2-4B1D-A2CA-08583C40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D33AA-B80B-4592-BC17-4E3390A2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 x 96, 2 x 48, 3 x 32, 4 x 24, 6 x 16 and 8 x 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F7762-4418-4219-B5C2-50A24E0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094152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CA36C-398B-4A91-A7A8-AC4B61D0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BACD2-D3E4-4EDE-8618-A2C764B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72B5B-352E-4DF8-B8DA-EC6B5F16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3FE94-341D-4BA7-99E5-0443AC0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D7AEE-443D-44ED-9C87-D51FB32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9C58B-1FB6-4665-B4BC-6200760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AE801-D9E5-4138-9135-F9C24586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151F-2E13-4903-93EB-A871913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22EB7-DC38-4415-B562-EA8B12E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AF029-6A32-4AA8-8C6C-22BE681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ED146-B3FB-41FA-A038-CA44EA2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2DFCC-0BBE-430E-959C-2261949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4D9EB-B2A1-40D1-97D0-DB078EB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prime factors make 84?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E481E-5CE6-4860-9040-4B6EA4B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62AB2-F308-40FE-8729-E4406D0E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0DC31-8381-4FB9-A200-717151D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4BC4F-6841-4C22-A1DC-27EF8E9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CC3B0-9DFD-46A0-9ED0-47B474B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5A5E7-FC0D-4577-8A54-DA869E1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C246A-1298-41E0-AEF0-5B16C0D9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3D81D-5AF4-4763-B86A-DAB14CC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103317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4984-F4AD-43D7-94E0-FB817CF3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74A2-AD64-4F51-AE7D-5738DD39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0EE1E-A8C7-47F2-A9B8-CF9419B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4AC17-1F53-4548-A3D3-67569640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C66D6-EF21-472A-B11A-3D5E9958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E127-C72D-4833-9EB5-56543C5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6D3F-2E30-4263-A5BE-F9BFCF1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6272-1000-4A8B-9E8A-621B0A48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64477-D8BE-4358-BC71-791AA71F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A455E-2996-488C-9879-57677CE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two prime numbers with a sum of 60 and a difference of 14.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B1E9D-9AC0-4234-8D37-498CC159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50C16-D7ED-4440-8F5D-3B9AC93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33F87-9780-4F12-BDFF-0FF270D3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23 and 37.</a:t>
            </a:r>
          </a:p>
        </p:txBody>
      </p:sp>
    </p:spTree>
    <p:extLst>
      <p:ext uri="{BB962C8B-B14F-4D97-AF65-F5344CB8AC3E}">
        <p14:creationId xmlns:p14="http://schemas.microsoft.com/office/powerpoint/2010/main" val="191966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DC9E9-98D7-44B7-BA3E-734DD8E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56A3E-945C-43C0-96C2-50559DF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1DC30-782A-4A7B-AABD-01B07A06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6FEC9-03C1-43FD-8082-6AC3380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5932B-4B49-4EA5-9217-F6EF1E4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2DA75-7F19-473A-9867-06C48A8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3352E-9D08-42C9-9F5C-1EC101FE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93B4-1DEF-4033-BD9A-4C9DF31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6F60C-7AB4-4C0F-A127-C97DF6E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E568B-9E2B-4735-A69C-73BB4E2E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096D2-8A97-43BC-AFB5-2345B15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E586-2B82-4EA9-8F13-F49DF55E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prime factors make 84?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412E7-2027-4AFE-B5B4-753241F6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0D3B3-F5A8-4C41-A7E6-74F61A5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A7258-2739-477F-8EDE-365D103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020C7-4A13-4A2E-86D9-A63E04D9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 x 2 x 3 x 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37988-B594-4541-9012-C776DC18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C636A-FA07-45AF-957A-BD4E3001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929980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8876E-A43F-4EBB-9C80-94135FB7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E9E82-0D33-4BDF-83A6-21734FF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C33B8-F4F8-4381-9E48-DDE5321D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309A2-9B32-4B71-AB22-4783EC7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38236-C07F-4A34-A4CE-3EC6812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1D29C-C5A0-4E1E-A244-958456A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87ED5-6948-4591-B597-B48F764C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0AA0E-C641-4F09-ADC0-C3A9070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9ED5D-CDC1-477D-92B0-4DB76A2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with number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7BCF7-CAA6-45C6-89B4-1BA31BFA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6429E-64D2-4097-93A2-910A6489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83B26-71EE-4CC9-8E42-BA4AA8E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0D142-6F0B-4295-98C0-745EFC3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prime factors make 84?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5C09-ACF6-4467-A052-959EBA4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F4479-E8C3-480D-8F86-5C10AF92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10A34-7C39-4DBB-8789-41A0A53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7C907-95DD-431B-B148-CF43A3E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assumes every odd number is prime.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48D0F-AF2A-45EA-809C-C3BAD6A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87B9E-3A91-4C8C-AB4E-A695A5A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2A01E-3B2B-4ED6-8DBE-A6A83AB8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85375-B5CA-4AF0-BDD8-2B6B63FD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EF498-36E5-4B17-B3D3-1C9CD97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4108309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2026-09-09T22:14:05.8050000Z</dcterms:created>
  <dcterms:modified xsi:type="dcterms:W3CDTF">2026-09-09T22:14:05.8050000Z</dcterms:modified>
</coreProperties>
</file>