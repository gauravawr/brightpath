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Reason with number properties.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with number properties.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59C392F-B108-49E4-A5D7-BCBA47C67E02}"/>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Reason with number properties</a:t>
            </a:r>
          </a:p>
        </p:txBody>
      </p:sp>
      <p:sp>
        <p:nvSpPr>
          <p:cNvPr id="2" name="object-2">
            <a:extLst>
              <a:ext uri="{FF2B5EF4-FFF2-40B4-BE49-F238E27FC236}">
                <a16:creationId xmlns:a16="http://schemas.microsoft.com/office/drawing/2014/main" id="{0E5C96C2-735A-4ED0-93AE-A19E8E227C52}"/>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13F7760D-F1A6-4865-AEFA-0DA41E12019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215FF87-5EAE-422F-AD45-452C280F50D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5" name="object-5">
            <a:extLst>
              <a:ext uri="{FF2B5EF4-FFF2-40B4-BE49-F238E27FC236}">
                <a16:creationId xmlns:a16="http://schemas.microsoft.com/office/drawing/2014/main" id="{DDEF5A0A-B797-48E2-8510-2D23BE5970F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CA65366F-BD7F-463A-9534-CFE8D49ED293}"/>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solve problems using factors, multiples and primes.</a:t>
            </a:r>
          </a:p>
        </p:txBody>
      </p:sp>
    </p:spTree>
    <p:extLst>
      <p:ext uri="{BB962C8B-B14F-4D97-AF65-F5344CB8AC3E}">
        <p14:creationId xmlns:p14="http://schemas.microsoft.com/office/powerpoint/2010/main" val="13900151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object-1">
            <a:extLst>
              <a:ext uri="{FF2B5EF4-FFF2-40B4-BE49-F238E27FC236}">
                <a16:creationId xmlns:a16="http://schemas.microsoft.com/office/drawing/2014/main" id="{0FC6018A-93B0-43BB-A9DB-3EBE4EE247E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559BFF53-B2B0-4996-84FD-2F972FD9E3A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lowest common multiple of 6 and 8 and 9.</a:t>
            </a:r>
          </a:p>
        </p:txBody>
      </p:sp>
      <p:sp>
        <p:nvSpPr>
          <p:cNvPr id="3" name="object-3">
            <a:extLst>
              <a:ext uri="{FF2B5EF4-FFF2-40B4-BE49-F238E27FC236}">
                <a16:creationId xmlns:a16="http://schemas.microsoft.com/office/drawing/2014/main" id="{3F3D6380-74A0-43F5-A2A2-EF0E11C33DA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08A9E96-42B9-4093-894D-8D936F46B26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5" name="object-5">
            <a:extLst>
              <a:ext uri="{FF2B5EF4-FFF2-40B4-BE49-F238E27FC236}">
                <a16:creationId xmlns:a16="http://schemas.microsoft.com/office/drawing/2014/main" id="{55DADE94-2379-488A-9573-B8C21211DFA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89F6F922-9072-4336-AF46-17CA00B14629}"/>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6</a:t>
            </a:r>
          </a:p>
        </p:txBody>
      </p:sp>
      <p:sp>
        <p:nvSpPr>
          <p:cNvPr id="7" name="object-7">
            <a:extLst>
              <a:ext uri="{FF2B5EF4-FFF2-40B4-BE49-F238E27FC236}">
                <a16:creationId xmlns:a16="http://schemas.microsoft.com/office/drawing/2014/main" id="{8A5AB054-BDE2-436E-8627-1403F723475F}"/>
              </a:ext>
            </a:extLst>
          </p:cNvPr>
          <p:cNvSpPr>
            <a:spLocks noGrp="1"/>
          </p:cNvSpPr>
          <p:nvPr/>
        </p:nvSpPr>
        <p:spPr>
          <a:xfrm>
            <a:off x="20240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8" name="object-8">
            <a:extLst>
              <a:ext uri="{FF2B5EF4-FFF2-40B4-BE49-F238E27FC236}">
                <a16:creationId xmlns:a16="http://schemas.microsoft.com/office/drawing/2014/main" id="{D5E29E77-74BB-4EFB-AEFD-4B901DF8EA9C}"/>
              </a:ext>
            </a:extLst>
          </p:cNvPr>
          <p:cNvSpPr>
            <a:spLocks noGrp="1"/>
          </p:cNvSpPr>
          <p:nvPr/>
        </p:nvSpPr>
        <p:spPr>
          <a:xfrm>
            <a:off x="30162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9" name="object-9">
            <a:extLst>
              <a:ext uri="{FF2B5EF4-FFF2-40B4-BE49-F238E27FC236}">
                <a16:creationId xmlns:a16="http://schemas.microsoft.com/office/drawing/2014/main" id="{D3889636-C9FC-442E-81B1-B8EB95E88293}"/>
              </a:ext>
            </a:extLst>
          </p:cNvPr>
          <p:cNvSpPr>
            <a:spLocks noGrp="1"/>
          </p:cNvSpPr>
          <p:nvPr/>
        </p:nvSpPr>
        <p:spPr>
          <a:xfrm>
            <a:off x="40084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10" name="object-10">
            <a:extLst>
              <a:ext uri="{FF2B5EF4-FFF2-40B4-BE49-F238E27FC236}">
                <a16:creationId xmlns:a16="http://schemas.microsoft.com/office/drawing/2014/main" id="{3E4B64D9-8B86-4EF9-8A4B-74466A0D7224}"/>
              </a:ext>
            </a:extLst>
          </p:cNvPr>
          <p:cNvSpPr>
            <a:spLocks noGrp="1"/>
          </p:cNvSpPr>
          <p:nvPr/>
        </p:nvSpPr>
        <p:spPr>
          <a:xfrm>
            <a:off x="50006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1" name="object-11">
            <a:extLst>
              <a:ext uri="{FF2B5EF4-FFF2-40B4-BE49-F238E27FC236}">
                <a16:creationId xmlns:a16="http://schemas.microsoft.com/office/drawing/2014/main" id="{5F076429-DD35-457E-A4FF-B7C47A2AC6C5}"/>
              </a:ext>
            </a:extLst>
          </p:cNvPr>
          <p:cNvSpPr>
            <a:spLocks noGrp="1"/>
          </p:cNvSpPr>
          <p:nvPr/>
        </p:nvSpPr>
        <p:spPr>
          <a:xfrm>
            <a:off x="599281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30</a:t>
            </a:r>
          </a:p>
        </p:txBody>
      </p:sp>
      <p:sp>
        <p:nvSpPr>
          <p:cNvPr id="12" name="object-12">
            <a:extLst>
              <a:ext uri="{FF2B5EF4-FFF2-40B4-BE49-F238E27FC236}">
                <a16:creationId xmlns:a16="http://schemas.microsoft.com/office/drawing/2014/main" id="{F084E553-3169-47FE-BB2D-DE4F1DF7F9CD}"/>
              </a:ext>
            </a:extLst>
          </p:cNvPr>
          <p:cNvSpPr>
            <a:spLocks noGrp="1"/>
          </p:cNvSpPr>
          <p:nvPr/>
        </p:nvSpPr>
        <p:spPr>
          <a:xfrm>
            <a:off x="698500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13" name="object-13">
            <a:extLst>
              <a:ext uri="{FF2B5EF4-FFF2-40B4-BE49-F238E27FC236}">
                <a16:creationId xmlns:a16="http://schemas.microsoft.com/office/drawing/2014/main" id="{28F4F72F-28EB-448E-8C5C-91C8C6CF2C60}"/>
              </a:ext>
            </a:extLst>
          </p:cNvPr>
          <p:cNvSpPr>
            <a:spLocks noGrp="1"/>
          </p:cNvSpPr>
          <p:nvPr/>
        </p:nvSpPr>
        <p:spPr>
          <a:xfrm>
            <a:off x="7977188"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42</a:t>
            </a:r>
          </a:p>
        </p:txBody>
      </p:sp>
      <p:sp>
        <p:nvSpPr>
          <p:cNvPr id="14" name="object-14">
            <a:extLst>
              <a:ext uri="{FF2B5EF4-FFF2-40B4-BE49-F238E27FC236}">
                <a16:creationId xmlns:a16="http://schemas.microsoft.com/office/drawing/2014/main" id="{06F891E6-FEC0-487E-9559-686B94F0936A}"/>
              </a:ext>
            </a:extLst>
          </p:cNvPr>
          <p:cNvSpPr>
            <a:spLocks noGrp="1"/>
          </p:cNvSpPr>
          <p:nvPr/>
        </p:nvSpPr>
        <p:spPr>
          <a:xfrm>
            <a:off x="896937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5" name="object-15">
            <a:extLst>
              <a:ext uri="{FF2B5EF4-FFF2-40B4-BE49-F238E27FC236}">
                <a16:creationId xmlns:a16="http://schemas.microsoft.com/office/drawing/2014/main" id="{49950F02-EAC7-47D8-B7F5-F4B815F4A2F1}"/>
              </a:ext>
            </a:extLst>
          </p:cNvPr>
          <p:cNvSpPr>
            <a:spLocks noGrp="1"/>
          </p:cNvSpPr>
          <p:nvPr/>
        </p:nvSpPr>
        <p:spPr>
          <a:xfrm>
            <a:off x="99615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16" name="object-16">
            <a:extLst>
              <a:ext uri="{FF2B5EF4-FFF2-40B4-BE49-F238E27FC236}">
                <a16:creationId xmlns:a16="http://schemas.microsoft.com/office/drawing/2014/main" id="{797AD162-2BA7-4570-84DF-C26047DF03B8}"/>
              </a:ext>
            </a:extLst>
          </p:cNvPr>
          <p:cNvSpPr>
            <a:spLocks noGrp="1"/>
          </p:cNvSpPr>
          <p:nvPr/>
        </p:nvSpPr>
        <p:spPr>
          <a:xfrm>
            <a:off x="109537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60</a:t>
            </a:r>
          </a:p>
        </p:txBody>
      </p:sp>
      <p:sp>
        <p:nvSpPr>
          <p:cNvPr id="17" name="object-17">
            <a:extLst>
              <a:ext uri="{FF2B5EF4-FFF2-40B4-BE49-F238E27FC236}">
                <a16:creationId xmlns:a16="http://schemas.microsoft.com/office/drawing/2014/main" id="{F0A63082-8860-4997-BCB1-F22A434FB2F0}"/>
              </a:ext>
            </a:extLst>
          </p:cNvPr>
          <p:cNvSpPr>
            <a:spLocks noGrp="1"/>
          </p:cNvSpPr>
          <p:nvPr/>
        </p:nvSpPr>
        <p:spPr>
          <a:xfrm>
            <a:off x="119459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66</a:t>
            </a:r>
          </a:p>
        </p:txBody>
      </p:sp>
      <p:sp>
        <p:nvSpPr>
          <p:cNvPr id="18" name="object-18">
            <a:extLst>
              <a:ext uri="{FF2B5EF4-FFF2-40B4-BE49-F238E27FC236}">
                <a16:creationId xmlns:a16="http://schemas.microsoft.com/office/drawing/2014/main" id="{972C5971-AFB3-4DE7-AA65-472884D359D1}"/>
              </a:ext>
            </a:extLst>
          </p:cNvPr>
          <p:cNvSpPr>
            <a:spLocks noGrp="1"/>
          </p:cNvSpPr>
          <p:nvPr/>
        </p:nvSpPr>
        <p:spPr>
          <a:xfrm>
            <a:off x="129381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19" name="object-19">
            <a:extLst>
              <a:ext uri="{FF2B5EF4-FFF2-40B4-BE49-F238E27FC236}">
                <a16:creationId xmlns:a16="http://schemas.microsoft.com/office/drawing/2014/main" id="{29D55D2A-ECE7-4451-9E3E-AB6575272A7E}"/>
              </a:ext>
            </a:extLst>
          </p:cNvPr>
          <p:cNvSpPr>
            <a:spLocks noGrp="1"/>
          </p:cNvSpPr>
          <p:nvPr/>
        </p:nvSpPr>
        <p:spPr>
          <a:xfrm>
            <a:off x="13057187" y="3762375"/>
            <a:ext cx="754062" cy="47625"/>
          </a:xfrm>
          <a:prstGeom prst="rect">
            <a:avLst/>
          </a:prstGeom>
          <a:solidFill>
            <a:srgbClr val="9A5800"/>
          </a:solidFill>
          <a:ln w="0">
            <a:noFill/>
          </a:ln>
        </p:spPr>
      </p:sp>
      <p:sp>
        <p:nvSpPr>
          <p:cNvPr id="20" name="object-20">
            <a:extLst>
              <a:ext uri="{FF2B5EF4-FFF2-40B4-BE49-F238E27FC236}">
                <a16:creationId xmlns:a16="http://schemas.microsoft.com/office/drawing/2014/main" id="{61648B85-2BF8-4D0B-A32B-A44AF0745BB0}"/>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6E4B81BE-0543-42CC-AC58-E4BCFE48B507}"/>
              </a:ext>
            </a:extLst>
          </p:cNvPr>
          <p:cNvSpPr>
            <a:spLocks noGrp="1"/>
          </p:cNvSpPr>
          <p:nvPr/>
        </p:nvSpPr>
        <p:spPr>
          <a:xfrm>
            <a:off x="20240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22" name="object-22">
            <a:extLst>
              <a:ext uri="{FF2B5EF4-FFF2-40B4-BE49-F238E27FC236}">
                <a16:creationId xmlns:a16="http://schemas.microsoft.com/office/drawing/2014/main" id="{FCB70B59-0079-481B-912B-1532DD874775}"/>
              </a:ext>
            </a:extLst>
          </p:cNvPr>
          <p:cNvSpPr>
            <a:spLocks noGrp="1"/>
          </p:cNvSpPr>
          <p:nvPr/>
        </p:nvSpPr>
        <p:spPr>
          <a:xfrm>
            <a:off x="33469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a:t>
            </a:r>
          </a:p>
        </p:txBody>
      </p:sp>
      <p:sp>
        <p:nvSpPr>
          <p:cNvPr id="23" name="object-23">
            <a:extLst>
              <a:ext uri="{FF2B5EF4-FFF2-40B4-BE49-F238E27FC236}">
                <a16:creationId xmlns:a16="http://schemas.microsoft.com/office/drawing/2014/main" id="{FE526834-BB4A-4D2D-BC0B-4E046F1CC2E0}"/>
              </a:ext>
            </a:extLst>
          </p:cNvPr>
          <p:cNvSpPr>
            <a:spLocks noGrp="1"/>
          </p:cNvSpPr>
          <p:nvPr/>
        </p:nvSpPr>
        <p:spPr>
          <a:xfrm>
            <a:off x="46698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24" name="object-24">
            <a:extLst>
              <a:ext uri="{FF2B5EF4-FFF2-40B4-BE49-F238E27FC236}">
                <a16:creationId xmlns:a16="http://schemas.microsoft.com/office/drawing/2014/main" id="{EF5EA938-0C96-40C4-A89D-C5AEC77B5FE8}"/>
              </a:ext>
            </a:extLst>
          </p:cNvPr>
          <p:cNvSpPr>
            <a:spLocks noGrp="1"/>
          </p:cNvSpPr>
          <p:nvPr/>
        </p:nvSpPr>
        <p:spPr>
          <a:xfrm>
            <a:off x="599281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32</a:t>
            </a:r>
          </a:p>
        </p:txBody>
      </p:sp>
      <p:sp>
        <p:nvSpPr>
          <p:cNvPr id="25" name="object-25">
            <a:extLst>
              <a:ext uri="{FF2B5EF4-FFF2-40B4-BE49-F238E27FC236}">
                <a16:creationId xmlns:a16="http://schemas.microsoft.com/office/drawing/2014/main" id="{15104F2A-0BA6-4EF8-8F7B-6E54174E7906}"/>
              </a:ext>
            </a:extLst>
          </p:cNvPr>
          <p:cNvSpPr>
            <a:spLocks noGrp="1"/>
          </p:cNvSpPr>
          <p:nvPr/>
        </p:nvSpPr>
        <p:spPr>
          <a:xfrm>
            <a:off x="731572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40</a:t>
            </a:r>
          </a:p>
        </p:txBody>
      </p:sp>
      <p:sp>
        <p:nvSpPr>
          <p:cNvPr id="26" name="object-26">
            <a:extLst>
              <a:ext uri="{FF2B5EF4-FFF2-40B4-BE49-F238E27FC236}">
                <a16:creationId xmlns:a16="http://schemas.microsoft.com/office/drawing/2014/main" id="{B390AC13-43CC-4CA0-BE17-E5097F67F340}"/>
              </a:ext>
            </a:extLst>
          </p:cNvPr>
          <p:cNvSpPr>
            <a:spLocks noGrp="1"/>
          </p:cNvSpPr>
          <p:nvPr/>
        </p:nvSpPr>
        <p:spPr>
          <a:xfrm>
            <a:off x="863864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27" name="object-27">
            <a:extLst>
              <a:ext uri="{FF2B5EF4-FFF2-40B4-BE49-F238E27FC236}">
                <a16:creationId xmlns:a16="http://schemas.microsoft.com/office/drawing/2014/main" id="{F78DF86D-A7E5-477A-8273-077280741D83}"/>
              </a:ext>
            </a:extLst>
          </p:cNvPr>
          <p:cNvSpPr>
            <a:spLocks noGrp="1"/>
          </p:cNvSpPr>
          <p:nvPr/>
        </p:nvSpPr>
        <p:spPr>
          <a:xfrm>
            <a:off x="99615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56</a:t>
            </a:r>
          </a:p>
        </p:txBody>
      </p:sp>
      <p:sp>
        <p:nvSpPr>
          <p:cNvPr id="28" name="object-28">
            <a:extLst>
              <a:ext uri="{FF2B5EF4-FFF2-40B4-BE49-F238E27FC236}">
                <a16:creationId xmlns:a16="http://schemas.microsoft.com/office/drawing/2014/main" id="{87C7C480-6581-4B74-9231-647CAFD3C99D}"/>
              </a:ext>
            </a:extLst>
          </p:cNvPr>
          <p:cNvSpPr>
            <a:spLocks noGrp="1"/>
          </p:cNvSpPr>
          <p:nvPr/>
        </p:nvSpPr>
        <p:spPr>
          <a:xfrm>
            <a:off x="112844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64</a:t>
            </a:r>
          </a:p>
        </p:txBody>
      </p:sp>
      <p:sp>
        <p:nvSpPr>
          <p:cNvPr id="29" name="object-29">
            <a:extLst>
              <a:ext uri="{FF2B5EF4-FFF2-40B4-BE49-F238E27FC236}">
                <a16:creationId xmlns:a16="http://schemas.microsoft.com/office/drawing/2014/main" id="{E547316E-B3B7-45D2-A20F-2D50683116F9}"/>
              </a:ext>
            </a:extLst>
          </p:cNvPr>
          <p:cNvSpPr>
            <a:spLocks noGrp="1"/>
          </p:cNvSpPr>
          <p:nvPr/>
        </p:nvSpPr>
        <p:spPr>
          <a:xfrm>
            <a:off x="126073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30" name="object-30">
            <a:extLst>
              <a:ext uri="{FF2B5EF4-FFF2-40B4-BE49-F238E27FC236}">
                <a16:creationId xmlns:a16="http://schemas.microsoft.com/office/drawing/2014/main" id="{78731B56-CEA3-427F-A416-D544DB6E5F51}"/>
              </a:ext>
            </a:extLst>
          </p:cNvPr>
          <p:cNvSpPr>
            <a:spLocks noGrp="1"/>
          </p:cNvSpPr>
          <p:nvPr/>
        </p:nvSpPr>
        <p:spPr>
          <a:xfrm>
            <a:off x="12726458" y="5131594"/>
            <a:ext cx="1084792" cy="47625"/>
          </a:xfrm>
          <a:prstGeom prst="rect">
            <a:avLst/>
          </a:prstGeom>
          <a:solidFill>
            <a:srgbClr val="9A5800"/>
          </a:solidFill>
          <a:ln w="0">
            <a:noFill/>
          </a:ln>
        </p:spPr>
      </p:sp>
      <p:sp>
        <p:nvSpPr>
          <p:cNvPr id="31" name="object-31">
            <a:extLst>
              <a:ext uri="{FF2B5EF4-FFF2-40B4-BE49-F238E27FC236}">
                <a16:creationId xmlns:a16="http://schemas.microsoft.com/office/drawing/2014/main" id="{EFC1D2E2-9719-4353-8C00-E678539B852D}"/>
              </a:ext>
            </a:extLst>
          </p:cNvPr>
          <p:cNvSpPr>
            <a:spLocks noGrp="1"/>
          </p:cNvSpPr>
          <p:nvPr/>
        </p:nvSpPr>
        <p:spPr>
          <a:xfrm>
            <a:off x="714375" y="5750719"/>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9</a:t>
            </a:r>
          </a:p>
        </p:txBody>
      </p:sp>
      <p:sp>
        <p:nvSpPr>
          <p:cNvPr id="32" name="object-32">
            <a:extLst>
              <a:ext uri="{FF2B5EF4-FFF2-40B4-BE49-F238E27FC236}">
                <a16:creationId xmlns:a16="http://schemas.microsoft.com/office/drawing/2014/main" id="{B659C093-461D-4315-9CA4-1BE7523D45CE}"/>
              </a:ext>
            </a:extLst>
          </p:cNvPr>
          <p:cNvSpPr>
            <a:spLocks noGrp="1"/>
          </p:cNvSpPr>
          <p:nvPr/>
        </p:nvSpPr>
        <p:spPr>
          <a:xfrm>
            <a:off x="2024063"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33" name="object-33">
            <a:extLst>
              <a:ext uri="{FF2B5EF4-FFF2-40B4-BE49-F238E27FC236}">
                <a16:creationId xmlns:a16="http://schemas.microsoft.com/office/drawing/2014/main" id="{FEE07216-14C1-43F7-8B6D-13F6DDC3667A}"/>
              </a:ext>
            </a:extLst>
          </p:cNvPr>
          <p:cNvSpPr>
            <a:spLocks noGrp="1"/>
          </p:cNvSpPr>
          <p:nvPr/>
        </p:nvSpPr>
        <p:spPr>
          <a:xfrm>
            <a:off x="3512344"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34" name="object-34">
            <a:extLst>
              <a:ext uri="{FF2B5EF4-FFF2-40B4-BE49-F238E27FC236}">
                <a16:creationId xmlns:a16="http://schemas.microsoft.com/office/drawing/2014/main" id="{92AC92B2-8DC3-487E-915D-18692F76E010}"/>
              </a:ext>
            </a:extLst>
          </p:cNvPr>
          <p:cNvSpPr>
            <a:spLocks noGrp="1"/>
          </p:cNvSpPr>
          <p:nvPr/>
        </p:nvSpPr>
        <p:spPr>
          <a:xfrm>
            <a:off x="5000625"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27</a:t>
            </a:r>
          </a:p>
        </p:txBody>
      </p:sp>
      <p:sp>
        <p:nvSpPr>
          <p:cNvPr id="35" name="object-35">
            <a:extLst>
              <a:ext uri="{FF2B5EF4-FFF2-40B4-BE49-F238E27FC236}">
                <a16:creationId xmlns:a16="http://schemas.microsoft.com/office/drawing/2014/main" id="{9F65BDCA-248E-47BF-9F36-583C4CFBF44A}"/>
              </a:ext>
            </a:extLst>
          </p:cNvPr>
          <p:cNvSpPr>
            <a:spLocks noGrp="1"/>
          </p:cNvSpPr>
          <p:nvPr/>
        </p:nvSpPr>
        <p:spPr>
          <a:xfrm>
            <a:off x="6488906"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36" name="object-36">
            <a:extLst>
              <a:ext uri="{FF2B5EF4-FFF2-40B4-BE49-F238E27FC236}">
                <a16:creationId xmlns:a16="http://schemas.microsoft.com/office/drawing/2014/main" id="{95393D83-EA79-4AAB-8240-3C351BD091F8}"/>
              </a:ext>
            </a:extLst>
          </p:cNvPr>
          <p:cNvSpPr>
            <a:spLocks noGrp="1"/>
          </p:cNvSpPr>
          <p:nvPr/>
        </p:nvSpPr>
        <p:spPr>
          <a:xfrm>
            <a:off x="7977188"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45</a:t>
            </a:r>
          </a:p>
        </p:txBody>
      </p:sp>
      <p:sp>
        <p:nvSpPr>
          <p:cNvPr id="37" name="object-37">
            <a:extLst>
              <a:ext uri="{FF2B5EF4-FFF2-40B4-BE49-F238E27FC236}">
                <a16:creationId xmlns:a16="http://schemas.microsoft.com/office/drawing/2014/main" id="{656083C5-FCBE-4921-9811-CB01E1B834D4}"/>
              </a:ext>
            </a:extLst>
          </p:cNvPr>
          <p:cNvSpPr>
            <a:spLocks noGrp="1"/>
          </p:cNvSpPr>
          <p:nvPr/>
        </p:nvSpPr>
        <p:spPr>
          <a:xfrm>
            <a:off x="9465469"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38" name="object-38">
            <a:extLst>
              <a:ext uri="{FF2B5EF4-FFF2-40B4-BE49-F238E27FC236}">
                <a16:creationId xmlns:a16="http://schemas.microsoft.com/office/drawing/2014/main" id="{2CE31DE8-9CB6-417A-80B8-C68D5B658702}"/>
              </a:ext>
            </a:extLst>
          </p:cNvPr>
          <p:cNvSpPr>
            <a:spLocks noGrp="1"/>
          </p:cNvSpPr>
          <p:nvPr/>
        </p:nvSpPr>
        <p:spPr>
          <a:xfrm>
            <a:off x="10953750"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63</a:t>
            </a:r>
          </a:p>
        </p:txBody>
      </p:sp>
      <p:sp>
        <p:nvSpPr>
          <p:cNvPr id="39" name="object-39">
            <a:extLst>
              <a:ext uri="{FF2B5EF4-FFF2-40B4-BE49-F238E27FC236}">
                <a16:creationId xmlns:a16="http://schemas.microsoft.com/office/drawing/2014/main" id="{07AA2848-DDBC-42F9-8B63-CFB41B4F9EDB}"/>
              </a:ext>
            </a:extLst>
          </p:cNvPr>
          <p:cNvSpPr>
            <a:spLocks noGrp="1"/>
          </p:cNvSpPr>
          <p:nvPr/>
        </p:nvSpPr>
        <p:spPr>
          <a:xfrm>
            <a:off x="12442031"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40" name="object-40">
            <a:extLst>
              <a:ext uri="{FF2B5EF4-FFF2-40B4-BE49-F238E27FC236}">
                <a16:creationId xmlns:a16="http://schemas.microsoft.com/office/drawing/2014/main" id="{4CFD9FED-7696-4BA9-909D-DC6186A4651F}"/>
              </a:ext>
            </a:extLst>
          </p:cNvPr>
          <p:cNvSpPr>
            <a:spLocks noGrp="1"/>
          </p:cNvSpPr>
          <p:nvPr/>
        </p:nvSpPr>
        <p:spPr>
          <a:xfrm>
            <a:off x="12561094" y="6500813"/>
            <a:ext cx="1250156" cy="47625"/>
          </a:xfrm>
          <a:prstGeom prst="rect">
            <a:avLst/>
          </a:prstGeom>
          <a:solidFill>
            <a:srgbClr val="9A5800"/>
          </a:solidFill>
          <a:ln w="0">
            <a:noFill/>
          </a:ln>
        </p:spPr>
      </p:sp>
      <p:sp>
        <p:nvSpPr>
          <p:cNvPr id="41" name="object-41">
            <a:extLst>
              <a:ext uri="{FF2B5EF4-FFF2-40B4-BE49-F238E27FC236}">
                <a16:creationId xmlns:a16="http://schemas.microsoft.com/office/drawing/2014/main" id="{37ECBEDD-0FFD-4CAE-9E78-D4A5736B663C}"/>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LCM = 72</a:t>
            </a:r>
          </a:p>
        </p:txBody>
      </p:sp>
    </p:spTree>
    <p:extLst>
      <p:ext uri="{BB962C8B-B14F-4D97-AF65-F5344CB8AC3E}">
        <p14:creationId xmlns:p14="http://schemas.microsoft.com/office/powerpoint/2010/main" val="152255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40"/>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21" grpId="0"/>
      <p:bldP spid="22" grpId="0"/>
      <p:bldP spid="23" grpId="0"/>
      <p:bldP spid="24" grpId="0"/>
      <p:bldP spid="25" grpId="0"/>
      <p:bldP spid="26" grpId="0"/>
      <p:bldP spid="27" grpId="0"/>
      <p:bldP spid="28" grpId="0"/>
      <p:bldP spid="29" grpId="0"/>
      <p:bldP spid="32" grpId="0"/>
      <p:bldP spid="33" grpId="0"/>
      <p:bldP spid="34" grpId="0"/>
      <p:bldP spid="35" grpId="0"/>
      <p:bldP spid="36" grpId="0"/>
      <p:bldP spid="37" grpId="0"/>
      <p:bldP spid="38" grpId="0"/>
      <p:bldP spid="39" grpId="0"/>
      <p:bldP spid="41"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object-1">
            <a:extLst>
              <a:ext uri="{FF2B5EF4-FFF2-40B4-BE49-F238E27FC236}">
                <a16:creationId xmlns:a16="http://schemas.microsoft.com/office/drawing/2014/main" id="{0769939E-2852-4C4B-9DD5-F989A326C3F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E9D567F-D53F-4558-8B71-842255D9AC7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259409F-C486-4098-99F6-B3091870695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lowest common multiple of 12 and 16 and 9.</a:t>
            </a:r>
          </a:p>
        </p:txBody>
      </p:sp>
      <p:sp>
        <p:nvSpPr>
          <p:cNvPr id="4" name="object-4">
            <a:extLst>
              <a:ext uri="{FF2B5EF4-FFF2-40B4-BE49-F238E27FC236}">
                <a16:creationId xmlns:a16="http://schemas.microsoft.com/office/drawing/2014/main" id="{0CCE44FA-8D9F-40E5-A46C-F65909B6F38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0E9669CD-8DE2-41A9-99DB-AC9C8D71BF4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6" name="object-6">
            <a:extLst>
              <a:ext uri="{FF2B5EF4-FFF2-40B4-BE49-F238E27FC236}">
                <a16:creationId xmlns:a16="http://schemas.microsoft.com/office/drawing/2014/main" id="{E154B8E8-72AF-422A-9190-73AF34A07D0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DE4DE31E-7A7D-47D9-B607-636C0886E4D8}"/>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12</a:t>
            </a:r>
          </a:p>
        </p:txBody>
      </p:sp>
      <p:sp>
        <p:nvSpPr>
          <p:cNvPr id="8" name="object-8">
            <a:extLst>
              <a:ext uri="{FF2B5EF4-FFF2-40B4-BE49-F238E27FC236}">
                <a16:creationId xmlns:a16="http://schemas.microsoft.com/office/drawing/2014/main" id="{D209F6C1-EB04-419F-9181-B2F2723E60B9}"/>
              </a:ext>
            </a:extLst>
          </p:cNvPr>
          <p:cNvSpPr>
            <a:spLocks noGrp="1"/>
          </p:cNvSpPr>
          <p:nvPr/>
        </p:nvSpPr>
        <p:spPr>
          <a:xfrm>
            <a:off x="20240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9" name="object-9">
            <a:extLst>
              <a:ext uri="{FF2B5EF4-FFF2-40B4-BE49-F238E27FC236}">
                <a16:creationId xmlns:a16="http://schemas.microsoft.com/office/drawing/2014/main" id="{705BFB3C-663E-406F-8F81-E37AA370D453}"/>
              </a:ext>
            </a:extLst>
          </p:cNvPr>
          <p:cNvSpPr>
            <a:spLocks noGrp="1"/>
          </p:cNvSpPr>
          <p:nvPr/>
        </p:nvSpPr>
        <p:spPr>
          <a:xfrm>
            <a:off x="30162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0" name="object-10">
            <a:extLst>
              <a:ext uri="{FF2B5EF4-FFF2-40B4-BE49-F238E27FC236}">
                <a16:creationId xmlns:a16="http://schemas.microsoft.com/office/drawing/2014/main" id="{8B599FB2-8B29-40DD-81BA-1D0C820C654C}"/>
              </a:ext>
            </a:extLst>
          </p:cNvPr>
          <p:cNvSpPr>
            <a:spLocks noGrp="1"/>
          </p:cNvSpPr>
          <p:nvPr/>
        </p:nvSpPr>
        <p:spPr>
          <a:xfrm>
            <a:off x="40084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11" name="object-11">
            <a:extLst>
              <a:ext uri="{FF2B5EF4-FFF2-40B4-BE49-F238E27FC236}">
                <a16:creationId xmlns:a16="http://schemas.microsoft.com/office/drawing/2014/main" id="{E4C2A612-E469-441E-A35F-676E65349133}"/>
              </a:ext>
            </a:extLst>
          </p:cNvPr>
          <p:cNvSpPr>
            <a:spLocks noGrp="1"/>
          </p:cNvSpPr>
          <p:nvPr/>
        </p:nvSpPr>
        <p:spPr>
          <a:xfrm>
            <a:off x="50006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2" name="object-12">
            <a:extLst>
              <a:ext uri="{FF2B5EF4-FFF2-40B4-BE49-F238E27FC236}">
                <a16:creationId xmlns:a16="http://schemas.microsoft.com/office/drawing/2014/main" id="{CF72EFDE-36E4-4E25-8F4A-207334335FA9}"/>
              </a:ext>
            </a:extLst>
          </p:cNvPr>
          <p:cNvSpPr>
            <a:spLocks noGrp="1"/>
          </p:cNvSpPr>
          <p:nvPr/>
        </p:nvSpPr>
        <p:spPr>
          <a:xfrm>
            <a:off x="599281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60</a:t>
            </a:r>
          </a:p>
        </p:txBody>
      </p:sp>
      <p:sp>
        <p:nvSpPr>
          <p:cNvPr id="13" name="object-13">
            <a:extLst>
              <a:ext uri="{FF2B5EF4-FFF2-40B4-BE49-F238E27FC236}">
                <a16:creationId xmlns:a16="http://schemas.microsoft.com/office/drawing/2014/main" id="{5C2D156F-40DE-4E19-A021-685468458176}"/>
              </a:ext>
            </a:extLst>
          </p:cNvPr>
          <p:cNvSpPr>
            <a:spLocks noGrp="1"/>
          </p:cNvSpPr>
          <p:nvPr/>
        </p:nvSpPr>
        <p:spPr>
          <a:xfrm>
            <a:off x="698500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14" name="object-14">
            <a:extLst>
              <a:ext uri="{FF2B5EF4-FFF2-40B4-BE49-F238E27FC236}">
                <a16:creationId xmlns:a16="http://schemas.microsoft.com/office/drawing/2014/main" id="{6208D7CA-4436-40C1-BCDF-8997FA58DE10}"/>
              </a:ext>
            </a:extLst>
          </p:cNvPr>
          <p:cNvSpPr>
            <a:spLocks noGrp="1"/>
          </p:cNvSpPr>
          <p:nvPr/>
        </p:nvSpPr>
        <p:spPr>
          <a:xfrm>
            <a:off x="7977188"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84</a:t>
            </a:r>
          </a:p>
        </p:txBody>
      </p:sp>
      <p:sp>
        <p:nvSpPr>
          <p:cNvPr id="15" name="object-15">
            <a:extLst>
              <a:ext uri="{FF2B5EF4-FFF2-40B4-BE49-F238E27FC236}">
                <a16:creationId xmlns:a16="http://schemas.microsoft.com/office/drawing/2014/main" id="{0484F349-4276-40B4-8E16-923817D80F1E}"/>
              </a:ext>
            </a:extLst>
          </p:cNvPr>
          <p:cNvSpPr>
            <a:spLocks noGrp="1"/>
          </p:cNvSpPr>
          <p:nvPr/>
        </p:nvSpPr>
        <p:spPr>
          <a:xfrm>
            <a:off x="896937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96</a:t>
            </a:r>
          </a:p>
        </p:txBody>
      </p:sp>
      <p:sp>
        <p:nvSpPr>
          <p:cNvPr id="16" name="object-16">
            <a:extLst>
              <a:ext uri="{FF2B5EF4-FFF2-40B4-BE49-F238E27FC236}">
                <a16:creationId xmlns:a16="http://schemas.microsoft.com/office/drawing/2014/main" id="{0A666034-D9C8-437B-83D1-DCDB6F274AE2}"/>
              </a:ext>
            </a:extLst>
          </p:cNvPr>
          <p:cNvSpPr>
            <a:spLocks noGrp="1"/>
          </p:cNvSpPr>
          <p:nvPr/>
        </p:nvSpPr>
        <p:spPr>
          <a:xfrm>
            <a:off x="99615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108</a:t>
            </a:r>
          </a:p>
        </p:txBody>
      </p:sp>
      <p:sp>
        <p:nvSpPr>
          <p:cNvPr id="17" name="object-17">
            <a:extLst>
              <a:ext uri="{FF2B5EF4-FFF2-40B4-BE49-F238E27FC236}">
                <a16:creationId xmlns:a16="http://schemas.microsoft.com/office/drawing/2014/main" id="{54766F95-7D6A-4657-9B45-4F9C691465BF}"/>
              </a:ext>
            </a:extLst>
          </p:cNvPr>
          <p:cNvSpPr>
            <a:spLocks noGrp="1"/>
          </p:cNvSpPr>
          <p:nvPr/>
        </p:nvSpPr>
        <p:spPr>
          <a:xfrm>
            <a:off x="109537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120</a:t>
            </a:r>
          </a:p>
        </p:txBody>
      </p:sp>
      <p:sp>
        <p:nvSpPr>
          <p:cNvPr id="18" name="object-18">
            <a:extLst>
              <a:ext uri="{FF2B5EF4-FFF2-40B4-BE49-F238E27FC236}">
                <a16:creationId xmlns:a16="http://schemas.microsoft.com/office/drawing/2014/main" id="{CCF8A7C6-11D4-4ECA-9E4D-7C2FFF6618CA}"/>
              </a:ext>
            </a:extLst>
          </p:cNvPr>
          <p:cNvSpPr>
            <a:spLocks noGrp="1"/>
          </p:cNvSpPr>
          <p:nvPr/>
        </p:nvSpPr>
        <p:spPr>
          <a:xfrm>
            <a:off x="119459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132</a:t>
            </a:r>
          </a:p>
        </p:txBody>
      </p:sp>
      <p:sp>
        <p:nvSpPr>
          <p:cNvPr id="19" name="object-19">
            <a:extLst>
              <a:ext uri="{FF2B5EF4-FFF2-40B4-BE49-F238E27FC236}">
                <a16:creationId xmlns:a16="http://schemas.microsoft.com/office/drawing/2014/main" id="{035B2B54-26A8-4990-BF11-A85E1CAB5432}"/>
              </a:ext>
            </a:extLst>
          </p:cNvPr>
          <p:cNvSpPr>
            <a:spLocks noGrp="1"/>
          </p:cNvSpPr>
          <p:nvPr/>
        </p:nvSpPr>
        <p:spPr>
          <a:xfrm>
            <a:off x="129381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144</a:t>
            </a:r>
          </a:p>
        </p:txBody>
      </p:sp>
      <p:sp>
        <p:nvSpPr>
          <p:cNvPr id="20" name="object-20">
            <a:extLst>
              <a:ext uri="{FF2B5EF4-FFF2-40B4-BE49-F238E27FC236}">
                <a16:creationId xmlns:a16="http://schemas.microsoft.com/office/drawing/2014/main" id="{C7B7DC1E-02CF-4782-9FAB-67984D3D6325}"/>
              </a:ext>
            </a:extLst>
          </p:cNvPr>
          <p:cNvSpPr>
            <a:spLocks noGrp="1"/>
          </p:cNvSpPr>
          <p:nvPr/>
        </p:nvSpPr>
        <p:spPr>
          <a:xfrm>
            <a:off x="13057187" y="3762375"/>
            <a:ext cx="754062" cy="47625"/>
          </a:xfrm>
          <a:prstGeom prst="rect">
            <a:avLst/>
          </a:prstGeom>
          <a:solidFill>
            <a:srgbClr val="9A5800"/>
          </a:solidFill>
          <a:ln w="0">
            <a:noFill/>
          </a:ln>
        </p:spPr>
      </p:sp>
      <p:sp>
        <p:nvSpPr>
          <p:cNvPr id="21" name="object-21">
            <a:extLst>
              <a:ext uri="{FF2B5EF4-FFF2-40B4-BE49-F238E27FC236}">
                <a16:creationId xmlns:a16="http://schemas.microsoft.com/office/drawing/2014/main" id="{C68A804A-0E9C-4E96-9543-85A37F87F0BC}"/>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16</a:t>
            </a:r>
          </a:p>
        </p:txBody>
      </p:sp>
      <p:sp>
        <p:nvSpPr>
          <p:cNvPr id="22" name="object-22">
            <a:extLst>
              <a:ext uri="{FF2B5EF4-FFF2-40B4-BE49-F238E27FC236}">
                <a16:creationId xmlns:a16="http://schemas.microsoft.com/office/drawing/2014/main" id="{33FF9DF8-F508-4B59-B190-2F436456795F}"/>
              </a:ext>
            </a:extLst>
          </p:cNvPr>
          <p:cNvSpPr>
            <a:spLocks noGrp="1"/>
          </p:cNvSpPr>
          <p:nvPr/>
        </p:nvSpPr>
        <p:spPr>
          <a:xfrm>
            <a:off x="20240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a:t>
            </a:r>
          </a:p>
        </p:txBody>
      </p:sp>
      <p:sp>
        <p:nvSpPr>
          <p:cNvPr id="23" name="object-23">
            <a:extLst>
              <a:ext uri="{FF2B5EF4-FFF2-40B4-BE49-F238E27FC236}">
                <a16:creationId xmlns:a16="http://schemas.microsoft.com/office/drawing/2014/main" id="{A4F3EA88-451D-4381-9563-F31770D0AC19}"/>
              </a:ext>
            </a:extLst>
          </p:cNvPr>
          <p:cNvSpPr>
            <a:spLocks noGrp="1"/>
          </p:cNvSpPr>
          <p:nvPr/>
        </p:nvSpPr>
        <p:spPr>
          <a:xfrm>
            <a:off x="33469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32</a:t>
            </a:r>
          </a:p>
        </p:txBody>
      </p:sp>
      <p:sp>
        <p:nvSpPr>
          <p:cNvPr id="24" name="object-24">
            <a:extLst>
              <a:ext uri="{FF2B5EF4-FFF2-40B4-BE49-F238E27FC236}">
                <a16:creationId xmlns:a16="http://schemas.microsoft.com/office/drawing/2014/main" id="{8ED07AE7-7CD4-4BF4-91D0-97083135978A}"/>
              </a:ext>
            </a:extLst>
          </p:cNvPr>
          <p:cNvSpPr>
            <a:spLocks noGrp="1"/>
          </p:cNvSpPr>
          <p:nvPr/>
        </p:nvSpPr>
        <p:spPr>
          <a:xfrm>
            <a:off x="46698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25" name="object-25">
            <a:extLst>
              <a:ext uri="{FF2B5EF4-FFF2-40B4-BE49-F238E27FC236}">
                <a16:creationId xmlns:a16="http://schemas.microsoft.com/office/drawing/2014/main" id="{E90737C5-A597-4F8D-B1BA-207D8421D059}"/>
              </a:ext>
            </a:extLst>
          </p:cNvPr>
          <p:cNvSpPr>
            <a:spLocks noGrp="1"/>
          </p:cNvSpPr>
          <p:nvPr/>
        </p:nvSpPr>
        <p:spPr>
          <a:xfrm>
            <a:off x="599281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64</a:t>
            </a:r>
          </a:p>
        </p:txBody>
      </p:sp>
      <p:sp>
        <p:nvSpPr>
          <p:cNvPr id="26" name="object-26">
            <a:extLst>
              <a:ext uri="{FF2B5EF4-FFF2-40B4-BE49-F238E27FC236}">
                <a16:creationId xmlns:a16="http://schemas.microsoft.com/office/drawing/2014/main" id="{CA3445E4-1544-4F1A-81BA-9DB2D8A6A156}"/>
              </a:ext>
            </a:extLst>
          </p:cNvPr>
          <p:cNvSpPr>
            <a:spLocks noGrp="1"/>
          </p:cNvSpPr>
          <p:nvPr/>
        </p:nvSpPr>
        <p:spPr>
          <a:xfrm>
            <a:off x="731572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80</a:t>
            </a:r>
          </a:p>
        </p:txBody>
      </p:sp>
      <p:sp>
        <p:nvSpPr>
          <p:cNvPr id="27" name="object-27">
            <a:extLst>
              <a:ext uri="{FF2B5EF4-FFF2-40B4-BE49-F238E27FC236}">
                <a16:creationId xmlns:a16="http://schemas.microsoft.com/office/drawing/2014/main" id="{050699B3-6A82-4E7B-94A4-ADFFFC7E2927}"/>
              </a:ext>
            </a:extLst>
          </p:cNvPr>
          <p:cNvSpPr>
            <a:spLocks noGrp="1"/>
          </p:cNvSpPr>
          <p:nvPr/>
        </p:nvSpPr>
        <p:spPr>
          <a:xfrm>
            <a:off x="863864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96</a:t>
            </a:r>
          </a:p>
        </p:txBody>
      </p:sp>
      <p:sp>
        <p:nvSpPr>
          <p:cNvPr id="28" name="object-28">
            <a:extLst>
              <a:ext uri="{FF2B5EF4-FFF2-40B4-BE49-F238E27FC236}">
                <a16:creationId xmlns:a16="http://schemas.microsoft.com/office/drawing/2014/main" id="{BA799F53-D685-416B-B4E0-90713D335900}"/>
              </a:ext>
            </a:extLst>
          </p:cNvPr>
          <p:cNvSpPr>
            <a:spLocks noGrp="1"/>
          </p:cNvSpPr>
          <p:nvPr/>
        </p:nvSpPr>
        <p:spPr>
          <a:xfrm>
            <a:off x="99615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112</a:t>
            </a:r>
          </a:p>
        </p:txBody>
      </p:sp>
      <p:sp>
        <p:nvSpPr>
          <p:cNvPr id="29" name="object-29">
            <a:extLst>
              <a:ext uri="{FF2B5EF4-FFF2-40B4-BE49-F238E27FC236}">
                <a16:creationId xmlns:a16="http://schemas.microsoft.com/office/drawing/2014/main" id="{EEB569C8-E8A3-436D-BAA3-941E7DC51384}"/>
              </a:ext>
            </a:extLst>
          </p:cNvPr>
          <p:cNvSpPr>
            <a:spLocks noGrp="1"/>
          </p:cNvSpPr>
          <p:nvPr/>
        </p:nvSpPr>
        <p:spPr>
          <a:xfrm>
            <a:off x="112844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128</a:t>
            </a:r>
          </a:p>
        </p:txBody>
      </p:sp>
      <p:sp>
        <p:nvSpPr>
          <p:cNvPr id="30" name="object-30">
            <a:extLst>
              <a:ext uri="{FF2B5EF4-FFF2-40B4-BE49-F238E27FC236}">
                <a16:creationId xmlns:a16="http://schemas.microsoft.com/office/drawing/2014/main" id="{5FA393FC-05E0-4060-A975-0E5116957136}"/>
              </a:ext>
            </a:extLst>
          </p:cNvPr>
          <p:cNvSpPr>
            <a:spLocks noGrp="1"/>
          </p:cNvSpPr>
          <p:nvPr/>
        </p:nvSpPr>
        <p:spPr>
          <a:xfrm>
            <a:off x="126073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144</a:t>
            </a:r>
          </a:p>
        </p:txBody>
      </p:sp>
      <p:sp>
        <p:nvSpPr>
          <p:cNvPr id="31" name="object-31">
            <a:extLst>
              <a:ext uri="{FF2B5EF4-FFF2-40B4-BE49-F238E27FC236}">
                <a16:creationId xmlns:a16="http://schemas.microsoft.com/office/drawing/2014/main" id="{7AA44844-58B9-4D84-89DA-0BDC57322DFF}"/>
              </a:ext>
            </a:extLst>
          </p:cNvPr>
          <p:cNvSpPr>
            <a:spLocks noGrp="1"/>
          </p:cNvSpPr>
          <p:nvPr/>
        </p:nvSpPr>
        <p:spPr>
          <a:xfrm>
            <a:off x="12726458" y="5131594"/>
            <a:ext cx="1084792" cy="47625"/>
          </a:xfrm>
          <a:prstGeom prst="rect">
            <a:avLst/>
          </a:prstGeom>
          <a:solidFill>
            <a:srgbClr val="9A5800"/>
          </a:solidFill>
          <a:ln w="0">
            <a:noFill/>
          </a:ln>
        </p:spPr>
      </p:sp>
      <p:sp>
        <p:nvSpPr>
          <p:cNvPr id="32" name="object-32">
            <a:extLst>
              <a:ext uri="{FF2B5EF4-FFF2-40B4-BE49-F238E27FC236}">
                <a16:creationId xmlns:a16="http://schemas.microsoft.com/office/drawing/2014/main" id="{FBF288B1-7C1E-42FA-AC60-D4BB129C2BE6}"/>
              </a:ext>
            </a:extLst>
          </p:cNvPr>
          <p:cNvSpPr>
            <a:spLocks noGrp="1"/>
          </p:cNvSpPr>
          <p:nvPr/>
        </p:nvSpPr>
        <p:spPr>
          <a:xfrm>
            <a:off x="714375" y="5750719"/>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9</a:t>
            </a:r>
          </a:p>
        </p:txBody>
      </p:sp>
      <p:sp>
        <p:nvSpPr>
          <p:cNvPr id="33" name="object-33">
            <a:extLst>
              <a:ext uri="{FF2B5EF4-FFF2-40B4-BE49-F238E27FC236}">
                <a16:creationId xmlns:a16="http://schemas.microsoft.com/office/drawing/2014/main" id="{78F04738-D527-4B44-B298-8B32525C9F6D}"/>
              </a:ext>
            </a:extLst>
          </p:cNvPr>
          <p:cNvSpPr>
            <a:spLocks noGrp="1"/>
          </p:cNvSpPr>
          <p:nvPr/>
        </p:nvSpPr>
        <p:spPr>
          <a:xfrm>
            <a:off x="202406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34" name="object-34">
            <a:extLst>
              <a:ext uri="{FF2B5EF4-FFF2-40B4-BE49-F238E27FC236}">
                <a16:creationId xmlns:a16="http://schemas.microsoft.com/office/drawing/2014/main" id="{7F89F1F3-86D3-4620-8431-EFACCA2DBE4A}"/>
              </a:ext>
            </a:extLst>
          </p:cNvPr>
          <p:cNvSpPr>
            <a:spLocks noGrp="1"/>
          </p:cNvSpPr>
          <p:nvPr/>
        </p:nvSpPr>
        <p:spPr>
          <a:xfrm>
            <a:off x="301625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35" name="object-35">
            <a:extLst>
              <a:ext uri="{FF2B5EF4-FFF2-40B4-BE49-F238E27FC236}">
                <a16:creationId xmlns:a16="http://schemas.microsoft.com/office/drawing/2014/main" id="{D07F1D32-4FD9-42DE-8E29-444708A0393D}"/>
              </a:ext>
            </a:extLst>
          </p:cNvPr>
          <p:cNvSpPr>
            <a:spLocks noGrp="1"/>
          </p:cNvSpPr>
          <p:nvPr/>
        </p:nvSpPr>
        <p:spPr>
          <a:xfrm>
            <a:off x="4008437"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27</a:t>
            </a:r>
          </a:p>
        </p:txBody>
      </p:sp>
      <p:sp>
        <p:nvSpPr>
          <p:cNvPr id="36" name="object-36">
            <a:extLst>
              <a:ext uri="{FF2B5EF4-FFF2-40B4-BE49-F238E27FC236}">
                <a16:creationId xmlns:a16="http://schemas.microsoft.com/office/drawing/2014/main" id="{A74F3D3F-17B2-45A3-AEC8-EC938937FDC3}"/>
              </a:ext>
            </a:extLst>
          </p:cNvPr>
          <p:cNvSpPr>
            <a:spLocks noGrp="1"/>
          </p:cNvSpPr>
          <p:nvPr/>
        </p:nvSpPr>
        <p:spPr>
          <a:xfrm>
            <a:off x="500062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37" name="object-37">
            <a:extLst>
              <a:ext uri="{FF2B5EF4-FFF2-40B4-BE49-F238E27FC236}">
                <a16:creationId xmlns:a16="http://schemas.microsoft.com/office/drawing/2014/main" id="{433C5E60-F3BC-401B-A2BB-4292F8E56A29}"/>
              </a:ext>
            </a:extLst>
          </p:cNvPr>
          <p:cNvSpPr>
            <a:spLocks noGrp="1"/>
          </p:cNvSpPr>
          <p:nvPr/>
        </p:nvSpPr>
        <p:spPr>
          <a:xfrm>
            <a:off x="599281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45</a:t>
            </a:r>
          </a:p>
        </p:txBody>
      </p:sp>
      <p:sp>
        <p:nvSpPr>
          <p:cNvPr id="38" name="object-38">
            <a:extLst>
              <a:ext uri="{FF2B5EF4-FFF2-40B4-BE49-F238E27FC236}">
                <a16:creationId xmlns:a16="http://schemas.microsoft.com/office/drawing/2014/main" id="{4C67B707-12BE-4776-BE39-7D8385709A9F}"/>
              </a:ext>
            </a:extLst>
          </p:cNvPr>
          <p:cNvSpPr>
            <a:spLocks noGrp="1"/>
          </p:cNvSpPr>
          <p:nvPr/>
        </p:nvSpPr>
        <p:spPr>
          <a:xfrm>
            <a:off x="698500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39" name="object-39">
            <a:extLst>
              <a:ext uri="{FF2B5EF4-FFF2-40B4-BE49-F238E27FC236}">
                <a16:creationId xmlns:a16="http://schemas.microsoft.com/office/drawing/2014/main" id="{95AA3956-BDA7-4207-A65F-EFA4268B7B46}"/>
              </a:ext>
            </a:extLst>
          </p:cNvPr>
          <p:cNvSpPr>
            <a:spLocks noGrp="1"/>
          </p:cNvSpPr>
          <p:nvPr/>
        </p:nvSpPr>
        <p:spPr>
          <a:xfrm>
            <a:off x="7977188"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63</a:t>
            </a:r>
          </a:p>
        </p:txBody>
      </p:sp>
      <p:sp>
        <p:nvSpPr>
          <p:cNvPr id="40" name="object-40">
            <a:extLst>
              <a:ext uri="{FF2B5EF4-FFF2-40B4-BE49-F238E27FC236}">
                <a16:creationId xmlns:a16="http://schemas.microsoft.com/office/drawing/2014/main" id="{3DE8B309-8C04-4AED-A71B-B6A1A9024566}"/>
              </a:ext>
            </a:extLst>
          </p:cNvPr>
          <p:cNvSpPr>
            <a:spLocks noGrp="1"/>
          </p:cNvSpPr>
          <p:nvPr/>
        </p:nvSpPr>
        <p:spPr>
          <a:xfrm>
            <a:off x="896937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41" name="object-41">
            <a:extLst>
              <a:ext uri="{FF2B5EF4-FFF2-40B4-BE49-F238E27FC236}">
                <a16:creationId xmlns:a16="http://schemas.microsoft.com/office/drawing/2014/main" id="{5B1E741D-362F-4484-845D-C86449CC240A}"/>
              </a:ext>
            </a:extLst>
          </p:cNvPr>
          <p:cNvSpPr>
            <a:spLocks noGrp="1"/>
          </p:cNvSpPr>
          <p:nvPr/>
        </p:nvSpPr>
        <p:spPr>
          <a:xfrm>
            <a:off x="996156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81</a:t>
            </a:r>
          </a:p>
        </p:txBody>
      </p:sp>
      <p:sp>
        <p:nvSpPr>
          <p:cNvPr id="42" name="object-42">
            <a:extLst>
              <a:ext uri="{FF2B5EF4-FFF2-40B4-BE49-F238E27FC236}">
                <a16:creationId xmlns:a16="http://schemas.microsoft.com/office/drawing/2014/main" id="{0BFC3D29-2B6A-4DFA-8F38-6C27CF73A815}"/>
              </a:ext>
            </a:extLst>
          </p:cNvPr>
          <p:cNvSpPr>
            <a:spLocks noGrp="1"/>
          </p:cNvSpPr>
          <p:nvPr/>
        </p:nvSpPr>
        <p:spPr>
          <a:xfrm>
            <a:off x="1095375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90</a:t>
            </a:r>
          </a:p>
        </p:txBody>
      </p:sp>
      <p:sp>
        <p:nvSpPr>
          <p:cNvPr id="43" name="object-43">
            <a:extLst>
              <a:ext uri="{FF2B5EF4-FFF2-40B4-BE49-F238E27FC236}">
                <a16:creationId xmlns:a16="http://schemas.microsoft.com/office/drawing/2014/main" id="{5DEA3C51-86FC-49A3-ABB2-B2B3C0FC84F8}"/>
              </a:ext>
            </a:extLst>
          </p:cNvPr>
          <p:cNvSpPr>
            <a:spLocks noGrp="1"/>
          </p:cNvSpPr>
          <p:nvPr/>
        </p:nvSpPr>
        <p:spPr>
          <a:xfrm>
            <a:off x="11945937"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99</a:t>
            </a:r>
          </a:p>
        </p:txBody>
      </p:sp>
      <p:sp>
        <p:nvSpPr>
          <p:cNvPr id="44" name="object-44">
            <a:extLst>
              <a:ext uri="{FF2B5EF4-FFF2-40B4-BE49-F238E27FC236}">
                <a16:creationId xmlns:a16="http://schemas.microsoft.com/office/drawing/2014/main" id="{E81A82C4-883B-410D-B53B-B42F8F0387F8}"/>
              </a:ext>
            </a:extLst>
          </p:cNvPr>
          <p:cNvSpPr>
            <a:spLocks noGrp="1"/>
          </p:cNvSpPr>
          <p:nvPr/>
        </p:nvSpPr>
        <p:spPr>
          <a:xfrm>
            <a:off x="1293812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108</a:t>
            </a:r>
          </a:p>
        </p:txBody>
      </p:sp>
      <p:sp>
        <p:nvSpPr>
          <p:cNvPr id="45" name="object-45">
            <a:extLst>
              <a:ext uri="{FF2B5EF4-FFF2-40B4-BE49-F238E27FC236}">
                <a16:creationId xmlns:a16="http://schemas.microsoft.com/office/drawing/2014/main" id="{B9250CDB-AE55-44B4-A199-4D6A0A14F544}"/>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LCM = 144</a:t>
            </a:r>
          </a:p>
        </p:txBody>
      </p:sp>
    </p:spTree>
    <p:extLst>
      <p:ext uri="{BB962C8B-B14F-4D97-AF65-F5344CB8AC3E}">
        <p14:creationId xmlns:p14="http://schemas.microsoft.com/office/powerpoint/2010/main" val="1352448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P spid="18" grpId="0"/>
      <p:bldP spid="19" grpId="0"/>
      <p:bldP spid="22" grpId="0"/>
      <p:bldP spid="23" grpId="0"/>
      <p:bldP spid="24" grpId="0"/>
      <p:bldP spid="25" grpId="0"/>
      <p:bldP spid="26" grpId="0"/>
      <p:bldP spid="27" grpId="0"/>
      <p:bldP spid="28" grpId="0"/>
      <p:bldP spid="29" grpId="0"/>
      <p:bldP spid="30" grpId="0"/>
      <p:bldP spid="33" grpId="0"/>
      <p:bldP spid="34" grpId="0"/>
      <p:bldP spid="35" grpId="0"/>
      <p:bldP spid="36" grpId="0"/>
      <p:bldP spid="37" grpId="0"/>
      <p:bldP spid="38" grpId="0"/>
      <p:bldP spid="39" grpId="0"/>
      <p:bldP spid="40" grpId="0"/>
      <p:bldP spid="41" grpId="0"/>
      <p:bldP spid="42" grpId="0"/>
      <p:bldP spid="43" grpId="0"/>
      <p:bldP spid="44" grpId="0"/>
      <p:bldP spid="45"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object-1">
            <a:extLst>
              <a:ext uri="{FF2B5EF4-FFF2-40B4-BE49-F238E27FC236}">
                <a16:creationId xmlns:a16="http://schemas.microsoft.com/office/drawing/2014/main" id="{9C46F6F7-49D6-4EA1-A986-0E4AFA08500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51244191-419F-411E-8663-B535CDFA23B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lowest common multiple of 18 and 24 and 9.</a:t>
            </a:r>
          </a:p>
        </p:txBody>
      </p:sp>
      <p:sp>
        <p:nvSpPr>
          <p:cNvPr id="3" name="object-3">
            <a:extLst>
              <a:ext uri="{FF2B5EF4-FFF2-40B4-BE49-F238E27FC236}">
                <a16:creationId xmlns:a16="http://schemas.microsoft.com/office/drawing/2014/main" id="{F68515A2-F176-40A3-AC6B-F5D14821421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A041C63-46D8-4174-8BC6-40851072AE6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5" name="object-5">
            <a:extLst>
              <a:ext uri="{FF2B5EF4-FFF2-40B4-BE49-F238E27FC236}">
                <a16:creationId xmlns:a16="http://schemas.microsoft.com/office/drawing/2014/main" id="{C602F74A-8A20-43BD-98AB-4F5438B44B4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9BFF03E5-1FF3-4697-9A6E-A4C16D1F5994}"/>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18</a:t>
            </a:r>
          </a:p>
        </p:txBody>
      </p:sp>
      <p:sp>
        <p:nvSpPr>
          <p:cNvPr id="7" name="object-7">
            <a:extLst>
              <a:ext uri="{FF2B5EF4-FFF2-40B4-BE49-F238E27FC236}">
                <a16:creationId xmlns:a16="http://schemas.microsoft.com/office/drawing/2014/main" id="{ECC3028A-AD13-4808-89F7-62EB8D48CFA3}"/>
              </a:ext>
            </a:extLst>
          </p:cNvPr>
          <p:cNvSpPr>
            <a:spLocks noGrp="1"/>
          </p:cNvSpPr>
          <p:nvPr/>
        </p:nvSpPr>
        <p:spPr>
          <a:xfrm>
            <a:off x="2024063" y="3012281"/>
            <a:ext cx="2976563"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8" name="object-8">
            <a:extLst>
              <a:ext uri="{FF2B5EF4-FFF2-40B4-BE49-F238E27FC236}">
                <a16:creationId xmlns:a16="http://schemas.microsoft.com/office/drawing/2014/main" id="{FE4EC75E-3B88-47D6-92A3-AE0C0B4A10CE}"/>
              </a:ext>
            </a:extLst>
          </p:cNvPr>
          <p:cNvSpPr>
            <a:spLocks noGrp="1"/>
          </p:cNvSpPr>
          <p:nvPr/>
        </p:nvSpPr>
        <p:spPr>
          <a:xfrm>
            <a:off x="5000625" y="3012281"/>
            <a:ext cx="2976563"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9" name="object-9">
            <a:extLst>
              <a:ext uri="{FF2B5EF4-FFF2-40B4-BE49-F238E27FC236}">
                <a16:creationId xmlns:a16="http://schemas.microsoft.com/office/drawing/2014/main" id="{FF83409B-3416-4293-8560-338EC4B4F2DE}"/>
              </a:ext>
            </a:extLst>
          </p:cNvPr>
          <p:cNvSpPr>
            <a:spLocks noGrp="1"/>
          </p:cNvSpPr>
          <p:nvPr/>
        </p:nvSpPr>
        <p:spPr>
          <a:xfrm>
            <a:off x="7977188" y="3012281"/>
            <a:ext cx="2976563"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10" name="object-10">
            <a:extLst>
              <a:ext uri="{FF2B5EF4-FFF2-40B4-BE49-F238E27FC236}">
                <a16:creationId xmlns:a16="http://schemas.microsoft.com/office/drawing/2014/main" id="{C8DBFB0F-B1A3-4CDA-8ED7-C290EB65E72B}"/>
              </a:ext>
            </a:extLst>
          </p:cNvPr>
          <p:cNvSpPr>
            <a:spLocks noGrp="1"/>
          </p:cNvSpPr>
          <p:nvPr/>
        </p:nvSpPr>
        <p:spPr>
          <a:xfrm>
            <a:off x="10953750" y="3012281"/>
            <a:ext cx="2976563"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11" name="object-11">
            <a:extLst>
              <a:ext uri="{FF2B5EF4-FFF2-40B4-BE49-F238E27FC236}">
                <a16:creationId xmlns:a16="http://schemas.microsoft.com/office/drawing/2014/main" id="{5415A0B3-0830-4D32-828E-CBF88845261D}"/>
              </a:ext>
            </a:extLst>
          </p:cNvPr>
          <p:cNvSpPr>
            <a:spLocks noGrp="1"/>
          </p:cNvSpPr>
          <p:nvPr/>
        </p:nvSpPr>
        <p:spPr>
          <a:xfrm>
            <a:off x="11072813" y="3762375"/>
            <a:ext cx="2738438" cy="47625"/>
          </a:xfrm>
          <a:prstGeom prst="rect">
            <a:avLst/>
          </a:prstGeom>
          <a:solidFill>
            <a:srgbClr val="9A5800"/>
          </a:solidFill>
          <a:ln w="0">
            <a:noFill/>
          </a:ln>
        </p:spPr>
      </p:sp>
      <p:sp>
        <p:nvSpPr>
          <p:cNvPr id="12" name="object-12">
            <a:extLst>
              <a:ext uri="{FF2B5EF4-FFF2-40B4-BE49-F238E27FC236}">
                <a16:creationId xmlns:a16="http://schemas.microsoft.com/office/drawing/2014/main" id="{192FAF56-1599-4500-B533-0E648A6669DB}"/>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24</a:t>
            </a:r>
          </a:p>
        </p:txBody>
      </p:sp>
      <p:sp>
        <p:nvSpPr>
          <p:cNvPr id="13" name="object-13">
            <a:extLst>
              <a:ext uri="{FF2B5EF4-FFF2-40B4-BE49-F238E27FC236}">
                <a16:creationId xmlns:a16="http://schemas.microsoft.com/office/drawing/2014/main" id="{41FDDC3F-FE0E-4CA5-8961-D3F5A773B08B}"/>
              </a:ext>
            </a:extLst>
          </p:cNvPr>
          <p:cNvSpPr>
            <a:spLocks noGrp="1"/>
          </p:cNvSpPr>
          <p:nvPr/>
        </p:nvSpPr>
        <p:spPr>
          <a:xfrm>
            <a:off x="2024063" y="4381500"/>
            <a:ext cx="3968750"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4" name="object-14">
            <a:extLst>
              <a:ext uri="{FF2B5EF4-FFF2-40B4-BE49-F238E27FC236}">
                <a16:creationId xmlns:a16="http://schemas.microsoft.com/office/drawing/2014/main" id="{CCCC982D-2BCA-45BB-810F-07513C0C745C}"/>
              </a:ext>
            </a:extLst>
          </p:cNvPr>
          <p:cNvSpPr>
            <a:spLocks noGrp="1"/>
          </p:cNvSpPr>
          <p:nvPr/>
        </p:nvSpPr>
        <p:spPr>
          <a:xfrm>
            <a:off x="5992813" y="4381500"/>
            <a:ext cx="3968750"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5" name="object-15">
            <a:extLst>
              <a:ext uri="{FF2B5EF4-FFF2-40B4-BE49-F238E27FC236}">
                <a16:creationId xmlns:a16="http://schemas.microsoft.com/office/drawing/2014/main" id="{BB3E03D8-1F75-4BE2-BE19-FEDC775429E6}"/>
              </a:ext>
            </a:extLst>
          </p:cNvPr>
          <p:cNvSpPr>
            <a:spLocks noGrp="1"/>
          </p:cNvSpPr>
          <p:nvPr/>
        </p:nvSpPr>
        <p:spPr>
          <a:xfrm>
            <a:off x="9961563" y="4381500"/>
            <a:ext cx="3968750"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16" name="object-16">
            <a:extLst>
              <a:ext uri="{FF2B5EF4-FFF2-40B4-BE49-F238E27FC236}">
                <a16:creationId xmlns:a16="http://schemas.microsoft.com/office/drawing/2014/main" id="{AD5ED180-3882-4FA7-8C02-834C5FC37C36}"/>
              </a:ext>
            </a:extLst>
          </p:cNvPr>
          <p:cNvSpPr>
            <a:spLocks noGrp="1"/>
          </p:cNvSpPr>
          <p:nvPr/>
        </p:nvSpPr>
        <p:spPr>
          <a:xfrm>
            <a:off x="10080625" y="5131594"/>
            <a:ext cx="3730625" cy="47625"/>
          </a:xfrm>
          <a:prstGeom prst="rect">
            <a:avLst/>
          </a:prstGeom>
          <a:solidFill>
            <a:srgbClr val="9A5800"/>
          </a:solidFill>
          <a:ln w="0">
            <a:noFill/>
          </a:ln>
        </p:spPr>
      </p:sp>
      <p:sp>
        <p:nvSpPr>
          <p:cNvPr id="17" name="object-17">
            <a:extLst>
              <a:ext uri="{FF2B5EF4-FFF2-40B4-BE49-F238E27FC236}">
                <a16:creationId xmlns:a16="http://schemas.microsoft.com/office/drawing/2014/main" id="{984CDB57-0F70-43EC-9D35-CC2FF1955856}"/>
              </a:ext>
            </a:extLst>
          </p:cNvPr>
          <p:cNvSpPr>
            <a:spLocks noGrp="1"/>
          </p:cNvSpPr>
          <p:nvPr/>
        </p:nvSpPr>
        <p:spPr>
          <a:xfrm>
            <a:off x="714375" y="5750719"/>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9</a:t>
            </a:r>
          </a:p>
        </p:txBody>
      </p:sp>
      <p:sp>
        <p:nvSpPr>
          <p:cNvPr id="18" name="object-18">
            <a:extLst>
              <a:ext uri="{FF2B5EF4-FFF2-40B4-BE49-F238E27FC236}">
                <a16:creationId xmlns:a16="http://schemas.microsoft.com/office/drawing/2014/main" id="{E6681C35-61B3-4764-9EB2-4793D6EE05E9}"/>
              </a:ext>
            </a:extLst>
          </p:cNvPr>
          <p:cNvSpPr>
            <a:spLocks noGrp="1"/>
          </p:cNvSpPr>
          <p:nvPr/>
        </p:nvSpPr>
        <p:spPr>
          <a:xfrm>
            <a:off x="2024063"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19" name="object-19">
            <a:extLst>
              <a:ext uri="{FF2B5EF4-FFF2-40B4-BE49-F238E27FC236}">
                <a16:creationId xmlns:a16="http://schemas.microsoft.com/office/drawing/2014/main" id="{DD4D61D6-AD11-487F-AEF4-F5A771F9B776}"/>
              </a:ext>
            </a:extLst>
          </p:cNvPr>
          <p:cNvSpPr>
            <a:spLocks noGrp="1"/>
          </p:cNvSpPr>
          <p:nvPr/>
        </p:nvSpPr>
        <p:spPr>
          <a:xfrm>
            <a:off x="3512344"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20" name="object-20">
            <a:extLst>
              <a:ext uri="{FF2B5EF4-FFF2-40B4-BE49-F238E27FC236}">
                <a16:creationId xmlns:a16="http://schemas.microsoft.com/office/drawing/2014/main" id="{A87F7748-CB32-4442-B80B-4D2F00BCDAED}"/>
              </a:ext>
            </a:extLst>
          </p:cNvPr>
          <p:cNvSpPr>
            <a:spLocks noGrp="1"/>
          </p:cNvSpPr>
          <p:nvPr/>
        </p:nvSpPr>
        <p:spPr>
          <a:xfrm>
            <a:off x="5000625"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27</a:t>
            </a:r>
          </a:p>
        </p:txBody>
      </p:sp>
      <p:sp>
        <p:nvSpPr>
          <p:cNvPr id="21" name="object-21">
            <a:extLst>
              <a:ext uri="{FF2B5EF4-FFF2-40B4-BE49-F238E27FC236}">
                <a16:creationId xmlns:a16="http://schemas.microsoft.com/office/drawing/2014/main" id="{AD345C1C-EB08-4B78-8CB2-48360D1D7956}"/>
              </a:ext>
            </a:extLst>
          </p:cNvPr>
          <p:cNvSpPr>
            <a:spLocks noGrp="1"/>
          </p:cNvSpPr>
          <p:nvPr/>
        </p:nvSpPr>
        <p:spPr>
          <a:xfrm>
            <a:off x="6488906"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22" name="object-22">
            <a:extLst>
              <a:ext uri="{FF2B5EF4-FFF2-40B4-BE49-F238E27FC236}">
                <a16:creationId xmlns:a16="http://schemas.microsoft.com/office/drawing/2014/main" id="{EFDAB91E-FBFF-4285-81AB-090A9A14B372}"/>
              </a:ext>
            </a:extLst>
          </p:cNvPr>
          <p:cNvSpPr>
            <a:spLocks noGrp="1"/>
          </p:cNvSpPr>
          <p:nvPr/>
        </p:nvSpPr>
        <p:spPr>
          <a:xfrm>
            <a:off x="7977188"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45</a:t>
            </a:r>
          </a:p>
        </p:txBody>
      </p:sp>
      <p:sp>
        <p:nvSpPr>
          <p:cNvPr id="23" name="object-23">
            <a:extLst>
              <a:ext uri="{FF2B5EF4-FFF2-40B4-BE49-F238E27FC236}">
                <a16:creationId xmlns:a16="http://schemas.microsoft.com/office/drawing/2014/main" id="{F644EA9C-0718-4414-90D7-20FE8CE0F8F8}"/>
              </a:ext>
            </a:extLst>
          </p:cNvPr>
          <p:cNvSpPr>
            <a:spLocks noGrp="1"/>
          </p:cNvSpPr>
          <p:nvPr/>
        </p:nvSpPr>
        <p:spPr>
          <a:xfrm>
            <a:off x="9465469"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24" name="object-24">
            <a:extLst>
              <a:ext uri="{FF2B5EF4-FFF2-40B4-BE49-F238E27FC236}">
                <a16:creationId xmlns:a16="http://schemas.microsoft.com/office/drawing/2014/main" id="{02ECAB4F-D496-4A92-81D6-5D81B0924EED}"/>
              </a:ext>
            </a:extLst>
          </p:cNvPr>
          <p:cNvSpPr>
            <a:spLocks noGrp="1"/>
          </p:cNvSpPr>
          <p:nvPr/>
        </p:nvSpPr>
        <p:spPr>
          <a:xfrm>
            <a:off x="10953750"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63</a:t>
            </a:r>
          </a:p>
        </p:txBody>
      </p:sp>
      <p:sp>
        <p:nvSpPr>
          <p:cNvPr id="25" name="object-25">
            <a:extLst>
              <a:ext uri="{FF2B5EF4-FFF2-40B4-BE49-F238E27FC236}">
                <a16:creationId xmlns:a16="http://schemas.microsoft.com/office/drawing/2014/main" id="{E7F9303E-7AF5-41B0-86D1-8E6C77D89643}"/>
              </a:ext>
            </a:extLst>
          </p:cNvPr>
          <p:cNvSpPr>
            <a:spLocks noGrp="1"/>
          </p:cNvSpPr>
          <p:nvPr/>
        </p:nvSpPr>
        <p:spPr>
          <a:xfrm>
            <a:off x="12442031" y="5750719"/>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26" name="object-26">
            <a:extLst>
              <a:ext uri="{FF2B5EF4-FFF2-40B4-BE49-F238E27FC236}">
                <a16:creationId xmlns:a16="http://schemas.microsoft.com/office/drawing/2014/main" id="{037D185E-C0AE-4C19-AF92-E892AB8BE6DB}"/>
              </a:ext>
            </a:extLst>
          </p:cNvPr>
          <p:cNvSpPr>
            <a:spLocks noGrp="1"/>
          </p:cNvSpPr>
          <p:nvPr/>
        </p:nvSpPr>
        <p:spPr>
          <a:xfrm>
            <a:off x="12561094" y="6500813"/>
            <a:ext cx="1250156" cy="47625"/>
          </a:xfrm>
          <a:prstGeom prst="rect">
            <a:avLst/>
          </a:prstGeom>
          <a:solidFill>
            <a:srgbClr val="9A5800"/>
          </a:solidFill>
          <a:ln w="0">
            <a:noFill/>
          </a:ln>
        </p:spPr>
      </p:sp>
      <p:sp>
        <p:nvSpPr>
          <p:cNvPr id="27" name="object-27">
            <a:extLst>
              <a:ext uri="{FF2B5EF4-FFF2-40B4-BE49-F238E27FC236}">
                <a16:creationId xmlns:a16="http://schemas.microsoft.com/office/drawing/2014/main" id="{20AD34EC-7715-4643-B3FC-E0A4F38DFA41}"/>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LCM = 72</a:t>
            </a:r>
          </a:p>
        </p:txBody>
      </p:sp>
    </p:spTree>
    <p:extLst>
      <p:ext uri="{BB962C8B-B14F-4D97-AF65-F5344CB8AC3E}">
        <p14:creationId xmlns:p14="http://schemas.microsoft.com/office/powerpoint/2010/main" val="1408334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3" grpId="0"/>
      <p:bldP spid="14" grpId="0"/>
      <p:bldP spid="15" grpId="0"/>
      <p:bldP spid="18" grpId="0"/>
      <p:bldP spid="19" grpId="0"/>
      <p:bldP spid="20" grpId="0"/>
      <p:bldP spid="21" grpId="0"/>
      <p:bldP spid="22" grpId="0"/>
      <p:bldP spid="23" grpId="0"/>
      <p:bldP spid="24" grpId="0"/>
      <p:bldP spid="25" grpId="0"/>
      <p:bldP spid="2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object-1">
            <a:extLst>
              <a:ext uri="{FF2B5EF4-FFF2-40B4-BE49-F238E27FC236}">
                <a16:creationId xmlns:a16="http://schemas.microsoft.com/office/drawing/2014/main" id="{FF925E0D-31BF-4B0A-9A5B-7B566F9FBD0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D77699C-8658-41E1-B994-44BC886BDC8F}"/>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81670C2-1226-4F1B-8EB2-5A7943FDF2C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lowest common multiple of 24 and 32 and 9.</a:t>
            </a:r>
          </a:p>
        </p:txBody>
      </p:sp>
      <p:sp>
        <p:nvSpPr>
          <p:cNvPr id="4" name="object-4">
            <a:extLst>
              <a:ext uri="{FF2B5EF4-FFF2-40B4-BE49-F238E27FC236}">
                <a16:creationId xmlns:a16="http://schemas.microsoft.com/office/drawing/2014/main" id="{CE68E0EE-8DF8-4BA5-A706-24EF6D33518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E01FBB9-D058-4D5B-810D-09ABC5D8FAB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6" name="object-6">
            <a:extLst>
              <a:ext uri="{FF2B5EF4-FFF2-40B4-BE49-F238E27FC236}">
                <a16:creationId xmlns:a16="http://schemas.microsoft.com/office/drawing/2014/main" id="{9BF862B9-0536-4A0C-ADAE-1E1752C363E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07D8ADF1-DA9B-4F53-B2C7-DDE5AB92419C}"/>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EFB6057D-C17A-410E-BC14-7F48883FB5F8}"/>
              </a:ext>
            </a:extLst>
          </p:cNvPr>
          <p:cNvSpPr>
            <a:spLocks noGrp="1"/>
          </p:cNvSpPr>
          <p:nvPr/>
        </p:nvSpPr>
        <p:spPr>
          <a:xfrm>
            <a:off x="20240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9" name="object-9">
            <a:extLst>
              <a:ext uri="{FF2B5EF4-FFF2-40B4-BE49-F238E27FC236}">
                <a16:creationId xmlns:a16="http://schemas.microsoft.com/office/drawing/2014/main" id="{AC7A004A-DC7D-423F-92A5-2ACAA3E68521}"/>
              </a:ext>
            </a:extLst>
          </p:cNvPr>
          <p:cNvSpPr>
            <a:spLocks noGrp="1"/>
          </p:cNvSpPr>
          <p:nvPr/>
        </p:nvSpPr>
        <p:spPr>
          <a:xfrm>
            <a:off x="30162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0" name="object-10">
            <a:extLst>
              <a:ext uri="{FF2B5EF4-FFF2-40B4-BE49-F238E27FC236}">
                <a16:creationId xmlns:a16="http://schemas.microsoft.com/office/drawing/2014/main" id="{D74F4043-8A6E-4DC3-92CC-FF48BF739E3E}"/>
              </a:ext>
            </a:extLst>
          </p:cNvPr>
          <p:cNvSpPr>
            <a:spLocks noGrp="1"/>
          </p:cNvSpPr>
          <p:nvPr/>
        </p:nvSpPr>
        <p:spPr>
          <a:xfrm>
            <a:off x="40084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11" name="object-11">
            <a:extLst>
              <a:ext uri="{FF2B5EF4-FFF2-40B4-BE49-F238E27FC236}">
                <a16:creationId xmlns:a16="http://schemas.microsoft.com/office/drawing/2014/main" id="{8FDA354E-CC8C-4ED5-8226-B410A20D5B56}"/>
              </a:ext>
            </a:extLst>
          </p:cNvPr>
          <p:cNvSpPr>
            <a:spLocks noGrp="1"/>
          </p:cNvSpPr>
          <p:nvPr/>
        </p:nvSpPr>
        <p:spPr>
          <a:xfrm>
            <a:off x="50006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96</a:t>
            </a:r>
          </a:p>
        </p:txBody>
      </p:sp>
      <p:sp>
        <p:nvSpPr>
          <p:cNvPr id="12" name="object-12">
            <a:extLst>
              <a:ext uri="{FF2B5EF4-FFF2-40B4-BE49-F238E27FC236}">
                <a16:creationId xmlns:a16="http://schemas.microsoft.com/office/drawing/2014/main" id="{580AC8E7-58A2-4A41-90DD-013C4B8740FA}"/>
              </a:ext>
            </a:extLst>
          </p:cNvPr>
          <p:cNvSpPr>
            <a:spLocks noGrp="1"/>
          </p:cNvSpPr>
          <p:nvPr/>
        </p:nvSpPr>
        <p:spPr>
          <a:xfrm>
            <a:off x="599281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120</a:t>
            </a:r>
          </a:p>
        </p:txBody>
      </p:sp>
      <p:sp>
        <p:nvSpPr>
          <p:cNvPr id="13" name="object-13">
            <a:extLst>
              <a:ext uri="{FF2B5EF4-FFF2-40B4-BE49-F238E27FC236}">
                <a16:creationId xmlns:a16="http://schemas.microsoft.com/office/drawing/2014/main" id="{9190BE6F-DAD9-492C-930D-C97ABE590FD6}"/>
              </a:ext>
            </a:extLst>
          </p:cNvPr>
          <p:cNvSpPr>
            <a:spLocks noGrp="1"/>
          </p:cNvSpPr>
          <p:nvPr/>
        </p:nvSpPr>
        <p:spPr>
          <a:xfrm>
            <a:off x="698500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144</a:t>
            </a:r>
          </a:p>
        </p:txBody>
      </p:sp>
      <p:sp>
        <p:nvSpPr>
          <p:cNvPr id="14" name="object-14">
            <a:extLst>
              <a:ext uri="{FF2B5EF4-FFF2-40B4-BE49-F238E27FC236}">
                <a16:creationId xmlns:a16="http://schemas.microsoft.com/office/drawing/2014/main" id="{7CE16FFB-44CB-4A92-A807-BFFF5DDCD9D7}"/>
              </a:ext>
            </a:extLst>
          </p:cNvPr>
          <p:cNvSpPr>
            <a:spLocks noGrp="1"/>
          </p:cNvSpPr>
          <p:nvPr/>
        </p:nvSpPr>
        <p:spPr>
          <a:xfrm>
            <a:off x="7977188"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168</a:t>
            </a:r>
          </a:p>
        </p:txBody>
      </p:sp>
      <p:sp>
        <p:nvSpPr>
          <p:cNvPr id="15" name="object-15">
            <a:extLst>
              <a:ext uri="{FF2B5EF4-FFF2-40B4-BE49-F238E27FC236}">
                <a16:creationId xmlns:a16="http://schemas.microsoft.com/office/drawing/2014/main" id="{AA934E90-7FAD-415A-83FD-B095E78BB1AA}"/>
              </a:ext>
            </a:extLst>
          </p:cNvPr>
          <p:cNvSpPr>
            <a:spLocks noGrp="1"/>
          </p:cNvSpPr>
          <p:nvPr/>
        </p:nvSpPr>
        <p:spPr>
          <a:xfrm>
            <a:off x="896937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192</a:t>
            </a:r>
          </a:p>
        </p:txBody>
      </p:sp>
      <p:sp>
        <p:nvSpPr>
          <p:cNvPr id="16" name="object-16">
            <a:extLst>
              <a:ext uri="{FF2B5EF4-FFF2-40B4-BE49-F238E27FC236}">
                <a16:creationId xmlns:a16="http://schemas.microsoft.com/office/drawing/2014/main" id="{2DEE5921-563D-412D-8E47-5F6BB6C7E017}"/>
              </a:ext>
            </a:extLst>
          </p:cNvPr>
          <p:cNvSpPr>
            <a:spLocks noGrp="1"/>
          </p:cNvSpPr>
          <p:nvPr/>
        </p:nvSpPr>
        <p:spPr>
          <a:xfrm>
            <a:off x="99615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216</a:t>
            </a:r>
          </a:p>
        </p:txBody>
      </p:sp>
      <p:sp>
        <p:nvSpPr>
          <p:cNvPr id="17" name="object-17">
            <a:extLst>
              <a:ext uri="{FF2B5EF4-FFF2-40B4-BE49-F238E27FC236}">
                <a16:creationId xmlns:a16="http://schemas.microsoft.com/office/drawing/2014/main" id="{D58BC842-E974-443B-822B-B9A36035B1F8}"/>
              </a:ext>
            </a:extLst>
          </p:cNvPr>
          <p:cNvSpPr>
            <a:spLocks noGrp="1"/>
          </p:cNvSpPr>
          <p:nvPr/>
        </p:nvSpPr>
        <p:spPr>
          <a:xfrm>
            <a:off x="109537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240</a:t>
            </a:r>
          </a:p>
        </p:txBody>
      </p:sp>
      <p:sp>
        <p:nvSpPr>
          <p:cNvPr id="18" name="object-18">
            <a:extLst>
              <a:ext uri="{FF2B5EF4-FFF2-40B4-BE49-F238E27FC236}">
                <a16:creationId xmlns:a16="http://schemas.microsoft.com/office/drawing/2014/main" id="{1FC24BCD-5E74-4598-9976-3A0B4E8985F3}"/>
              </a:ext>
            </a:extLst>
          </p:cNvPr>
          <p:cNvSpPr>
            <a:spLocks noGrp="1"/>
          </p:cNvSpPr>
          <p:nvPr/>
        </p:nvSpPr>
        <p:spPr>
          <a:xfrm>
            <a:off x="119459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264</a:t>
            </a:r>
          </a:p>
        </p:txBody>
      </p:sp>
      <p:sp>
        <p:nvSpPr>
          <p:cNvPr id="19" name="object-19">
            <a:extLst>
              <a:ext uri="{FF2B5EF4-FFF2-40B4-BE49-F238E27FC236}">
                <a16:creationId xmlns:a16="http://schemas.microsoft.com/office/drawing/2014/main" id="{DA1E1A23-B63D-41CA-916B-55315BC8A61F}"/>
              </a:ext>
            </a:extLst>
          </p:cNvPr>
          <p:cNvSpPr>
            <a:spLocks noGrp="1"/>
          </p:cNvSpPr>
          <p:nvPr/>
        </p:nvSpPr>
        <p:spPr>
          <a:xfrm>
            <a:off x="129381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288</a:t>
            </a:r>
          </a:p>
        </p:txBody>
      </p:sp>
      <p:sp>
        <p:nvSpPr>
          <p:cNvPr id="20" name="object-20">
            <a:extLst>
              <a:ext uri="{FF2B5EF4-FFF2-40B4-BE49-F238E27FC236}">
                <a16:creationId xmlns:a16="http://schemas.microsoft.com/office/drawing/2014/main" id="{F8C826B5-1ADB-4318-9A6B-9D522B09C09E}"/>
              </a:ext>
            </a:extLst>
          </p:cNvPr>
          <p:cNvSpPr>
            <a:spLocks noGrp="1"/>
          </p:cNvSpPr>
          <p:nvPr/>
        </p:nvSpPr>
        <p:spPr>
          <a:xfrm>
            <a:off x="13057187" y="3762375"/>
            <a:ext cx="754062" cy="47625"/>
          </a:xfrm>
          <a:prstGeom prst="rect">
            <a:avLst/>
          </a:prstGeom>
          <a:solidFill>
            <a:srgbClr val="9A5800"/>
          </a:solidFill>
          <a:ln w="0">
            <a:noFill/>
          </a:ln>
        </p:spPr>
      </p:sp>
      <p:sp>
        <p:nvSpPr>
          <p:cNvPr id="21" name="object-21">
            <a:extLst>
              <a:ext uri="{FF2B5EF4-FFF2-40B4-BE49-F238E27FC236}">
                <a16:creationId xmlns:a16="http://schemas.microsoft.com/office/drawing/2014/main" id="{AF0F2E9C-C69D-42D3-9ABC-109DD69C9EB6}"/>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32</a:t>
            </a:r>
          </a:p>
        </p:txBody>
      </p:sp>
      <p:sp>
        <p:nvSpPr>
          <p:cNvPr id="22" name="object-22">
            <a:extLst>
              <a:ext uri="{FF2B5EF4-FFF2-40B4-BE49-F238E27FC236}">
                <a16:creationId xmlns:a16="http://schemas.microsoft.com/office/drawing/2014/main" id="{8832E8C0-C4C5-4892-A114-B66DF33814B3}"/>
              </a:ext>
            </a:extLst>
          </p:cNvPr>
          <p:cNvSpPr>
            <a:spLocks noGrp="1"/>
          </p:cNvSpPr>
          <p:nvPr/>
        </p:nvSpPr>
        <p:spPr>
          <a:xfrm>
            <a:off x="20240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32</a:t>
            </a:r>
          </a:p>
        </p:txBody>
      </p:sp>
      <p:sp>
        <p:nvSpPr>
          <p:cNvPr id="23" name="object-23">
            <a:extLst>
              <a:ext uri="{FF2B5EF4-FFF2-40B4-BE49-F238E27FC236}">
                <a16:creationId xmlns:a16="http://schemas.microsoft.com/office/drawing/2014/main" id="{BA7D14DF-801C-4DF5-A1E3-5D9793DA561E}"/>
              </a:ext>
            </a:extLst>
          </p:cNvPr>
          <p:cNvSpPr>
            <a:spLocks noGrp="1"/>
          </p:cNvSpPr>
          <p:nvPr/>
        </p:nvSpPr>
        <p:spPr>
          <a:xfrm>
            <a:off x="33469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64</a:t>
            </a:r>
          </a:p>
        </p:txBody>
      </p:sp>
      <p:sp>
        <p:nvSpPr>
          <p:cNvPr id="24" name="object-24">
            <a:extLst>
              <a:ext uri="{FF2B5EF4-FFF2-40B4-BE49-F238E27FC236}">
                <a16:creationId xmlns:a16="http://schemas.microsoft.com/office/drawing/2014/main" id="{5EA4676B-14BF-4BC5-A16F-635656EA8719}"/>
              </a:ext>
            </a:extLst>
          </p:cNvPr>
          <p:cNvSpPr>
            <a:spLocks noGrp="1"/>
          </p:cNvSpPr>
          <p:nvPr/>
        </p:nvSpPr>
        <p:spPr>
          <a:xfrm>
            <a:off x="46698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96</a:t>
            </a:r>
          </a:p>
        </p:txBody>
      </p:sp>
      <p:sp>
        <p:nvSpPr>
          <p:cNvPr id="25" name="object-25">
            <a:extLst>
              <a:ext uri="{FF2B5EF4-FFF2-40B4-BE49-F238E27FC236}">
                <a16:creationId xmlns:a16="http://schemas.microsoft.com/office/drawing/2014/main" id="{1B5E8F21-6B45-4E40-9EF2-8DA216A98FD3}"/>
              </a:ext>
            </a:extLst>
          </p:cNvPr>
          <p:cNvSpPr>
            <a:spLocks noGrp="1"/>
          </p:cNvSpPr>
          <p:nvPr/>
        </p:nvSpPr>
        <p:spPr>
          <a:xfrm>
            <a:off x="599281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128</a:t>
            </a:r>
          </a:p>
        </p:txBody>
      </p:sp>
      <p:sp>
        <p:nvSpPr>
          <p:cNvPr id="26" name="object-26">
            <a:extLst>
              <a:ext uri="{FF2B5EF4-FFF2-40B4-BE49-F238E27FC236}">
                <a16:creationId xmlns:a16="http://schemas.microsoft.com/office/drawing/2014/main" id="{B5164B6F-B3CF-46E0-88BF-F879E95E5BB0}"/>
              </a:ext>
            </a:extLst>
          </p:cNvPr>
          <p:cNvSpPr>
            <a:spLocks noGrp="1"/>
          </p:cNvSpPr>
          <p:nvPr/>
        </p:nvSpPr>
        <p:spPr>
          <a:xfrm>
            <a:off x="731572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160</a:t>
            </a:r>
          </a:p>
        </p:txBody>
      </p:sp>
      <p:sp>
        <p:nvSpPr>
          <p:cNvPr id="27" name="object-27">
            <a:extLst>
              <a:ext uri="{FF2B5EF4-FFF2-40B4-BE49-F238E27FC236}">
                <a16:creationId xmlns:a16="http://schemas.microsoft.com/office/drawing/2014/main" id="{6E7AB387-5CAB-4B4C-98EB-FE77F3F28F9F}"/>
              </a:ext>
            </a:extLst>
          </p:cNvPr>
          <p:cNvSpPr>
            <a:spLocks noGrp="1"/>
          </p:cNvSpPr>
          <p:nvPr/>
        </p:nvSpPr>
        <p:spPr>
          <a:xfrm>
            <a:off x="863864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192</a:t>
            </a:r>
          </a:p>
        </p:txBody>
      </p:sp>
      <p:sp>
        <p:nvSpPr>
          <p:cNvPr id="28" name="object-28">
            <a:extLst>
              <a:ext uri="{FF2B5EF4-FFF2-40B4-BE49-F238E27FC236}">
                <a16:creationId xmlns:a16="http://schemas.microsoft.com/office/drawing/2014/main" id="{838A4339-25C0-4087-BB35-D17AB3849D9A}"/>
              </a:ext>
            </a:extLst>
          </p:cNvPr>
          <p:cNvSpPr>
            <a:spLocks noGrp="1"/>
          </p:cNvSpPr>
          <p:nvPr/>
        </p:nvSpPr>
        <p:spPr>
          <a:xfrm>
            <a:off x="99615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224</a:t>
            </a:r>
          </a:p>
        </p:txBody>
      </p:sp>
      <p:sp>
        <p:nvSpPr>
          <p:cNvPr id="29" name="object-29">
            <a:extLst>
              <a:ext uri="{FF2B5EF4-FFF2-40B4-BE49-F238E27FC236}">
                <a16:creationId xmlns:a16="http://schemas.microsoft.com/office/drawing/2014/main" id="{7FD18242-D12F-45CF-A301-761EF7CDFB5A}"/>
              </a:ext>
            </a:extLst>
          </p:cNvPr>
          <p:cNvSpPr>
            <a:spLocks noGrp="1"/>
          </p:cNvSpPr>
          <p:nvPr/>
        </p:nvSpPr>
        <p:spPr>
          <a:xfrm>
            <a:off x="112844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256</a:t>
            </a:r>
          </a:p>
        </p:txBody>
      </p:sp>
      <p:sp>
        <p:nvSpPr>
          <p:cNvPr id="30" name="object-30">
            <a:extLst>
              <a:ext uri="{FF2B5EF4-FFF2-40B4-BE49-F238E27FC236}">
                <a16:creationId xmlns:a16="http://schemas.microsoft.com/office/drawing/2014/main" id="{0EDF05AF-4D0C-462C-A91C-B6EE17E121CF}"/>
              </a:ext>
            </a:extLst>
          </p:cNvPr>
          <p:cNvSpPr>
            <a:spLocks noGrp="1"/>
          </p:cNvSpPr>
          <p:nvPr/>
        </p:nvSpPr>
        <p:spPr>
          <a:xfrm>
            <a:off x="126073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288</a:t>
            </a:r>
          </a:p>
        </p:txBody>
      </p:sp>
      <p:sp>
        <p:nvSpPr>
          <p:cNvPr id="31" name="object-31">
            <a:extLst>
              <a:ext uri="{FF2B5EF4-FFF2-40B4-BE49-F238E27FC236}">
                <a16:creationId xmlns:a16="http://schemas.microsoft.com/office/drawing/2014/main" id="{258CF5E4-1BD2-4F66-9416-9F0D49D04FB0}"/>
              </a:ext>
            </a:extLst>
          </p:cNvPr>
          <p:cNvSpPr>
            <a:spLocks noGrp="1"/>
          </p:cNvSpPr>
          <p:nvPr/>
        </p:nvSpPr>
        <p:spPr>
          <a:xfrm>
            <a:off x="12726458" y="5131594"/>
            <a:ext cx="1084792" cy="47625"/>
          </a:xfrm>
          <a:prstGeom prst="rect">
            <a:avLst/>
          </a:prstGeom>
          <a:solidFill>
            <a:srgbClr val="9A5800"/>
          </a:solidFill>
          <a:ln w="0">
            <a:noFill/>
          </a:ln>
        </p:spPr>
      </p:sp>
      <p:sp>
        <p:nvSpPr>
          <p:cNvPr id="32" name="object-32">
            <a:extLst>
              <a:ext uri="{FF2B5EF4-FFF2-40B4-BE49-F238E27FC236}">
                <a16:creationId xmlns:a16="http://schemas.microsoft.com/office/drawing/2014/main" id="{1C2B5076-9897-4E3C-B096-A461E94E95A2}"/>
              </a:ext>
            </a:extLst>
          </p:cNvPr>
          <p:cNvSpPr>
            <a:spLocks noGrp="1"/>
          </p:cNvSpPr>
          <p:nvPr/>
        </p:nvSpPr>
        <p:spPr>
          <a:xfrm>
            <a:off x="714375" y="5750719"/>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9</a:t>
            </a:r>
          </a:p>
        </p:txBody>
      </p:sp>
      <p:sp>
        <p:nvSpPr>
          <p:cNvPr id="33" name="object-33">
            <a:extLst>
              <a:ext uri="{FF2B5EF4-FFF2-40B4-BE49-F238E27FC236}">
                <a16:creationId xmlns:a16="http://schemas.microsoft.com/office/drawing/2014/main" id="{083CEF71-222F-42AA-99C7-6F6DDEE8C984}"/>
              </a:ext>
            </a:extLst>
          </p:cNvPr>
          <p:cNvSpPr>
            <a:spLocks noGrp="1"/>
          </p:cNvSpPr>
          <p:nvPr/>
        </p:nvSpPr>
        <p:spPr>
          <a:xfrm>
            <a:off x="202406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34" name="object-34">
            <a:extLst>
              <a:ext uri="{FF2B5EF4-FFF2-40B4-BE49-F238E27FC236}">
                <a16:creationId xmlns:a16="http://schemas.microsoft.com/office/drawing/2014/main" id="{E1874AEA-AB41-4A0C-A56B-6BB7E0872F67}"/>
              </a:ext>
            </a:extLst>
          </p:cNvPr>
          <p:cNvSpPr>
            <a:spLocks noGrp="1"/>
          </p:cNvSpPr>
          <p:nvPr/>
        </p:nvSpPr>
        <p:spPr>
          <a:xfrm>
            <a:off x="301625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35" name="object-35">
            <a:extLst>
              <a:ext uri="{FF2B5EF4-FFF2-40B4-BE49-F238E27FC236}">
                <a16:creationId xmlns:a16="http://schemas.microsoft.com/office/drawing/2014/main" id="{72C58BFC-85B8-4235-BC1C-6F1CBAF7203E}"/>
              </a:ext>
            </a:extLst>
          </p:cNvPr>
          <p:cNvSpPr>
            <a:spLocks noGrp="1"/>
          </p:cNvSpPr>
          <p:nvPr/>
        </p:nvSpPr>
        <p:spPr>
          <a:xfrm>
            <a:off x="4008437"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27</a:t>
            </a:r>
          </a:p>
        </p:txBody>
      </p:sp>
      <p:sp>
        <p:nvSpPr>
          <p:cNvPr id="36" name="object-36">
            <a:extLst>
              <a:ext uri="{FF2B5EF4-FFF2-40B4-BE49-F238E27FC236}">
                <a16:creationId xmlns:a16="http://schemas.microsoft.com/office/drawing/2014/main" id="{C74A0FB0-D14B-4E09-AB16-FEFDF03DD31B}"/>
              </a:ext>
            </a:extLst>
          </p:cNvPr>
          <p:cNvSpPr>
            <a:spLocks noGrp="1"/>
          </p:cNvSpPr>
          <p:nvPr/>
        </p:nvSpPr>
        <p:spPr>
          <a:xfrm>
            <a:off x="500062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37" name="object-37">
            <a:extLst>
              <a:ext uri="{FF2B5EF4-FFF2-40B4-BE49-F238E27FC236}">
                <a16:creationId xmlns:a16="http://schemas.microsoft.com/office/drawing/2014/main" id="{76CC0347-272B-4289-AB1A-F694AE045C3E}"/>
              </a:ext>
            </a:extLst>
          </p:cNvPr>
          <p:cNvSpPr>
            <a:spLocks noGrp="1"/>
          </p:cNvSpPr>
          <p:nvPr/>
        </p:nvSpPr>
        <p:spPr>
          <a:xfrm>
            <a:off x="599281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45</a:t>
            </a:r>
          </a:p>
        </p:txBody>
      </p:sp>
      <p:sp>
        <p:nvSpPr>
          <p:cNvPr id="38" name="object-38">
            <a:extLst>
              <a:ext uri="{FF2B5EF4-FFF2-40B4-BE49-F238E27FC236}">
                <a16:creationId xmlns:a16="http://schemas.microsoft.com/office/drawing/2014/main" id="{1D2C05B8-38A5-4DC3-B2C5-62683BDF8A08}"/>
              </a:ext>
            </a:extLst>
          </p:cNvPr>
          <p:cNvSpPr>
            <a:spLocks noGrp="1"/>
          </p:cNvSpPr>
          <p:nvPr/>
        </p:nvSpPr>
        <p:spPr>
          <a:xfrm>
            <a:off x="698500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39" name="object-39">
            <a:extLst>
              <a:ext uri="{FF2B5EF4-FFF2-40B4-BE49-F238E27FC236}">
                <a16:creationId xmlns:a16="http://schemas.microsoft.com/office/drawing/2014/main" id="{DDBC8F83-8232-491B-8E8C-CF3D9413A345}"/>
              </a:ext>
            </a:extLst>
          </p:cNvPr>
          <p:cNvSpPr>
            <a:spLocks noGrp="1"/>
          </p:cNvSpPr>
          <p:nvPr/>
        </p:nvSpPr>
        <p:spPr>
          <a:xfrm>
            <a:off x="7977188"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63</a:t>
            </a:r>
          </a:p>
        </p:txBody>
      </p:sp>
      <p:sp>
        <p:nvSpPr>
          <p:cNvPr id="40" name="object-40">
            <a:extLst>
              <a:ext uri="{FF2B5EF4-FFF2-40B4-BE49-F238E27FC236}">
                <a16:creationId xmlns:a16="http://schemas.microsoft.com/office/drawing/2014/main" id="{FC261CED-D0B3-4F34-B8AF-25B236789BFE}"/>
              </a:ext>
            </a:extLst>
          </p:cNvPr>
          <p:cNvSpPr>
            <a:spLocks noGrp="1"/>
          </p:cNvSpPr>
          <p:nvPr/>
        </p:nvSpPr>
        <p:spPr>
          <a:xfrm>
            <a:off x="896937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41" name="object-41">
            <a:extLst>
              <a:ext uri="{FF2B5EF4-FFF2-40B4-BE49-F238E27FC236}">
                <a16:creationId xmlns:a16="http://schemas.microsoft.com/office/drawing/2014/main" id="{D619A242-4AC7-4751-876A-27C0CFD5F6FE}"/>
              </a:ext>
            </a:extLst>
          </p:cNvPr>
          <p:cNvSpPr>
            <a:spLocks noGrp="1"/>
          </p:cNvSpPr>
          <p:nvPr/>
        </p:nvSpPr>
        <p:spPr>
          <a:xfrm>
            <a:off x="9961563"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81</a:t>
            </a:r>
          </a:p>
        </p:txBody>
      </p:sp>
      <p:sp>
        <p:nvSpPr>
          <p:cNvPr id="42" name="object-42">
            <a:extLst>
              <a:ext uri="{FF2B5EF4-FFF2-40B4-BE49-F238E27FC236}">
                <a16:creationId xmlns:a16="http://schemas.microsoft.com/office/drawing/2014/main" id="{7DC582A8-F63A-40ED-88BB-A760628D1DD3}"/>
              </a:ext>
            </a:extLst>
          </p:cNvPr>
          <p:cNvSpPr>
            <a:spLocks noGrp="1"/>
          </p:cNvSpPr>
          <p:nvPr/>
        </p:nvSpPr>
        <p:spPr>
          <a:xfrm>
            <a:off x="10953750"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90</a:t>
            </a:r>
          </a:p>
        </p:txBody>
      </p:sp>
      <p:sp>
        <p:nvSpPr>
          <p:cNvPr id="43" name="object-43">
            <a:extLst>
              <a:ext uri="{FF2B5EF4-FFF2-40B4-BE49-F238E27FC236}">
                <a16:creationId xmlns:a16="http://schemas.microsoft.com/office/drawing/2014/main" id="{C547D50E-3384-4217-A4F6-9CF9AB36FB24}"/>
              </a:ext>
            </a:extLst>
          </p:cNvPr>
          <p:cNvSpPr>
            <a:spLocks noGrp="1"/>
          </p:cNvSpPr>
          <p:nvPr/>
        </p:nvSpPr>
        <p:spPr>
          <a:xfrm>
            <a:off x="11945937"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99</a:t>
            </a:r>
          </a:p>
        </p:txBody>
      </p:sp>
      <p:sp>
        <p:nvSpPr>
          <p:cNvPr id="44" name="object-44">
            <a:extLst>
              <a:ext uri="{FF2B5EF4-FFF2-40B4-BE49-F238E27FC236}">
                <a16:creationId xmlns:a16="http://schemas.microsoft.com/office/drawing/2014/main" id="{B0641199-3D84-409C-BE5D-23FAAD944191}"/>
              </a:ext>
            </a:extLst>
          </p:cNvPr>
          <p:cNvSpPr>
            <a:spLocks noGrp="1"/>
          </p:cNvSpPr>
          <p:nvPr/>
        </p:nvSpPr>
        <p:spPr>
          <a:xfrm>
            <a:off x="12938125" y="5750719"/>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108</a:t>
            </a:r>
          </a:p>
        </p:txBody>
      </p:sp>
      <p:sp>
        <p:nvSpPr>
          <p:cNvPr id="45" name="object-45">
            <a:extLst>
              <a:ext uri="{FF2B5EF4-FFF2-40B4-BE49-F238E27FC236}">
                <a16:creationId xmlns:a16="http://schemas.microsoft.com/office/drawing/2014/main" id="{2B4BD49C-7C0C-4F2B-A208-60F371647B92}"/>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LCM = 288</a:t>
            </a:r>
          </a:p>
        </p:txBody>
      </p:sp>
    </p:spTree>
    <p:extLst>
      <p:ext uri="{BB962C8B-B14F-4D97-AF65-F5344CB8AC3E}">
        <p14:creationId xmlns:p14="http://schemas.microsoft.com/office/powerpoint/2010/main" val="1265414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P spid="18" grpId="0"/>
      <p:bldP spid="19" grpId="0"/>
      <p:bldP spid="22" grpId="0"/>
      <p:bldP spid="23" grpId="0"/>
      <p:bldP spid="24" grpId="0"/>
      <p:bldP spid="25" grpId="0"/>
      <p:bldP spid="26" grpId="0"/>
      <p:bldP spid="27" grpId="0"/>
      <p:bldP spid="28" grpId="0"/>
      <p:bldP spid="29" grpId="0"/>
      <p:bldP spid="30" grpId="0"/>
      <p:bldP spid="33" grpId="0"/>
      <p:bldP spid="34" grpId="0"/>
      <p:bldP spid="35" grpId="0"/>
      <p:bldP spid="36" grpId="0"/>
      <p:bldP spid="37" grpId="0"/>
      <p:bldP spid="38" grpId="0"/>
      <p:bldP spid="39" grpId="0"/>
      <p:bldP spid="40" grpId="0"/>
      <p:bldP spid="41" grpId="0"/>
      <p:bldP spid="42" grpId="0"/>
      <p:bldP spid="43" grpId="0"/>
      <p:bldP spid="44" grpId="0"/>
      <p:bldP spid="4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73D4B4B9-5651-43CD-824A-3C6532E3490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4B422D6-DA4E-49AB-A3C7-78016534D31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551119A-548C-438C-BF7F-6668A7B0E96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C8A2280F-5C23-4995-BB16-D812F72C9C8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7C65123E-5379-4587-89F0-57B7AC81F30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6" name="object-6">
            <a:extLst>
              <a:ext uri="{FF2B5EF4-FFF2-40B4-BE49-F238E27FC236}">
                <a16:creationId xmlns:a16="http://schemas.microsoft.com/office/drawing/2014/main" id="{92FB42ED-A294-48C1-A66F-8F57DD2E407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6DD9CCF7-035E-442D-8787-7299F9767497}"/>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8DAB7EC8-827D-4490-A3B6-8A50923C1B06}"/>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the smallest number divisible by 6, 8 and 9.</a:t>
            </a:r>
          </a:p>
        </p:txBody>
      </p:sp>
      <p:sp>
        <p:nvSpPr>
          <p:cNvPr id="9" name="object-9">
            <a:extLst>
              <a:ext uri="{FF2B5EF4-FFF2-40B4-BE49-F238E27FC236}">
                <a16:creationId xmlns:a16="http://schemas.microsoft.com/office/drawing/2014/main" id="{8B0C6B51-1951-4E11-8C71-6E0FBFB5687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D463CA68-7DA1-4C96-8C74-589067FD8780}"/>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rectangle has area 96 square units and whole-number sides. Give every possible side pair.</a:t>
            </a:r>
          </a:p>
        </p:txBody>
      </p:sp>
      <p:sp>
        <p:nvSpPr>
          <p:cNvPr id="11" name="object-11">
            <a:extLst>
              <a:ext uri="{FF2B5EF4-FFF2-40B4-BE49-F238E27FC236}">
                <a16:creationId xmlns:a16="http://schemas.microsoft.com/office/drawing/2014/main" id="{18947F45-905C-4D34-A6A1-A15709EB8551}"/>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9A4ADB80-0A3A-4C32-94C3-030D761121EA}"/>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Which prime factors make 84?</a:t>
            </a:r>
          </a:p>
        </p:txBody>
      </p:sp>
      <p:sp>
        <p:nvSpPr>
          <p:cNvPr id="13" name="object-13">
            <a:extLst>
              <a:ext uri="{FF2B5EF4-FFF2-40B4-BE49-F238E27FC236}">
                <a16:creationId xmlns:a16="http://schemas.microsoft.com/office/drawing/2014/main" id="{E8D804D4-CED8-47BB-9288-2B9E7A58B71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69EC9776-E2BC-44BE-BBF6-038FBC947BA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Find the smallest number divisible by 6, 8 and 9.</a:t>
            </a:r>
          </a:p>
        </p:txBody>
      </p:sp>
      <p:sp>
        <p:nvSpPr>
          <p:cNvPr id="15" name="object-15">
            <a:extLst>
              <a:ext uri="{FF2B5EF4-FFF2-40B4-BE49-F238E27FC236}">
                <a16:creationId xmlns:a16="http://schemas.microsoft.com/office/drawing/2014/main" id="{029C0541-94BD-41F6-8194-F3D3D4F4D721}"/>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FAF09E87-8E22-4101-ADE6-2F5EDD89812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rectangle has area 96 square units and whole-number sides. Give every possible side pair.</a:t>
            </a:r>
          </a:p>
        </p:txBody>
      </p:sp>
      <p:sp>
        <p:nvSpPr>
          <p:cNvPr id="17" name="object-17">
            <a:extLst>
              <a:ext uri="{FF2B5EF4-FFF2-40B4-BE49-F238E27FC236}">
                <a16:creationId xmlns:a16="http://schemas.microsoft.com/office/drawing/2014/main" id="{DB5B80B4-9D0A-4C97-904D-E9CD726846F2}"/>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02E6F965-22FA-445C-BA86-12DE7DA54E0D}"/>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Which prime factors make 84?</a:t>
            </a:r>
          </a:p>
        </p:txBody>
      </p:sp>
      <p:sp>
        <p:nvSpPr>
          <p:cNvPr id="19" name="object-19">
            <a:extLst>
              <a:ext uri="{FF2B5EF4-FFF2-40B4-BE49-F238E27FC236}">
                <a16:creationId xmlns:a16="http://schemas.microsoft.com/office/drawing/2014/main" id="{933C86CD-619F-4982-9693-FC895BBFB75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D136FDFF-0EFB-4D71-9B5B-A2915A4B989F}"/>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two prime numbers with a sum of 60 and a difference of 14.</a:t>
            </a:r>
          </a:p>
        </p:txBody>
      </p:sp>
      <p:sp>
        <p:nvSpPr>
          <p:cNvPr id="21" name="object-21">
            <a:extLst>
              <a:ext uri="{FF2B5EF4-FFF2-40B4-BE49-F238E27FC236}">
                <a16:creationId xmlns:a16="http://schemas.microsoft.com/office/drawing/2014/main" id="{AFDBA502-D2B3-403F-8C48-ED218B0BF60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A99F7A3F-3179-462A-9446-198063AB341A}"/>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assumes every odd number is prime.</a:t>
            </a:r>
          </a:p>
        </p:txBody>
      </p:sp>
      <p:sp>
        <p:nvSpPr>
          <p:cNvPr id="23" name="object-23">
            <a:extLst>
              <a:ext uri="{FF2B5EF4-FFF2-40B4-BE49-F238E27FC236}">
                <a16:creationId xmlns:a16="http://schemas.microsoft.com/office/drawing/2014/main" id="{5E4A0248-7F1A-4B66-A368-1F246420976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C6CC8311-28AC-4FE0-95D6-4A675FA7AE94}"/>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E7E87A5D-4AF0-4D01-8E5F-5916B027E45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3FBDE358-ED59-4470-BDF8-508FBFEFFCC4}"/>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Which prime factors make 84?</a:t>
            </a:r>
          </a:p>
        </p:txBody>
      </p:sp>
    </p:spTree>
    <p:extLst>
      <p:ext uri="{BB962C8B-B14F-4D97-AF65-F5344CB8AC3E}">
        <p14:creationId xmlns:p14="http://schemas.microsoft.com/office/powerpoint/2010/main" val="20698572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822B0CAF-06E5-4786-8CE0-8674F5974FE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DBC8FD9-0D60-4631-8C4D-33870398E0C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9B4E2B68-8F1B-40A1-B961-C91536E22B9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D5EA57F-340B-44B1-B93D-5A0F40ED849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with number properties</a:t>
            </a:r>
          </a:p>
        </p:txBody>
      </p:sp>
      <p:sp>
        <p:nvSpPr>
          <p:cNvPr id="5" name="object-5">
            <a:extLst>
              <a:ext uri="{FF2B5EF4-FFF2-40B4-BE49-F238E27FC236}">
                <a16:creationId xmlns:a16="http://schemas.microsoft.com/office/drawing/2014/main" id="{583E00F7-4832-4302-82BB-7E73A79F487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C59AF856-6938-4486-8315-04F9ED046189}"/>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B55A68C7-1DE5-487C-8A54-55C474A9735B}"/>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72.</a:t>
            </a:r>
          </a:p>
        </p:txBody>
      </p:sp>
      <p:sp>
        <p:nvSpPr>
          <p:cNvPr id="8" name="object-8">
            <a:extLst>
              <a:ext uri="{FF2B5EF4-FFF2-40B4-BE49-F238E27FC236}">
                <a16:creationId xmlns:a16="http://schemas.microsoft.com/office/drawing/2014/main" id="{85E1BB70-52D1-426B-8E34-BA2AD51108F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525A3CA-7BF6-4C87-A160-63D1B6F83162}"/>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x 96, 2 x 48, 3 x 32, 4 x 24, 6 x 16 and 8 x 12.</a:t>
            </a:r>
          </a:p>
        </p:txBody>
      </p:sp>
      <p:sp>
        <p:nvSpPr>
          <p:cNvPr id="10" name="object-10">
            <a:extLst>
              <a:ext uri="{FF2B5EF4-FFF2-40B4-BE49-F238E27FC236}">
                <a16:creationId xmlns:a16="http://schemas.microsoft.com/office/drawing/2014/main" id="{2D2F7616-B975-47BD-BAF1-DB21C17E53A7}"/>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5D119391-ABB4-4B16-9CDC-44A804717F07}"/>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 x 2 x 3 x 7.</a:t>
            </a:r>
          </a:p>
        </p:txBody>
      </p:sp>
      <p:sp>
        <p:nvSpPr>
          <p:cNvPr id="12" name="object-12">
            <a:extLst>
              <a:ext uri="{FF2B5EF4-FFF2-40B4-BE49-F238E27FC236}">
                <a16:creationId xmlns:a16="http://schemas.microsoft.com/office/drawing/2014/main" id="{3BAFAF45-9FA6-4ED8-8B87-3BE92162696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1F587CD2-2749-45ED-972F-67D631309560}"/>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72.</a:t>
            </a:r>
          </a:p>
        </p:txBody>
      </p:sp>
      <p:sp>
        <p:nvSpPr>
          <p:cNvPr id="14" name="object-14">
            <a:extLst>
              <a:ext uri="{FF2B5EF4-FFF2-40B4-BE49-F238E27FC236}">
                <a16:creationId xmlns:a16="http://schemas.microsoft.com/office/drawing/2014/main" id="{5A0EF861-08E4-4760-ACDF-2706E6974CD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3011D64A-0E91-4268-92A5-5AFAA4D5079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 x 96, 2 x 48, 3 x 32, 4 x 24, 6 x 16 and 8 x 12. Method or representation may vary.</a:t>
            </a:r>
          </a:p>
        </p:txBody>
      </p:sp>
      <p:sp>
        <p:nvSpPr>
          <p:cNvPr id="16" name="object-16">
            <a:extLst>
              <a:ext uri="{FF2B5EF4-FFF2-40B4-BE49-F238E27FC236}">
                <a16:creationId xmlns:a16="http://schemas.microsoft.com/office/drawing/2014/main" id="{7B1B5237-18A2-4EEC-BA95-BB3F04F6FE88}"/>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A032286C-197D-4E19-AC7E-41C95C4C366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 x 2 x 3 x 7. A valid check must be shown.</a:t>
            </a:r>
          </a:p>
        </p:txBody>
      </p:sp>
      <p:sp>
        <p:nvSpPr>
          <p:cNvPr id="18" name="object-18">
            <a:extLst>
              <a:ext uri="{FF2B5EF4-FFF2-40B4-BE49-F238E27FC236}">
                <a16:creationId xmlns:a16="http://schemas.microsoft.com/office/drawing/2014/main" id="{7B0C3D9D-F89C-4F90-ADDA-759E89E058A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D373CDAB-7F21-40CA-BB69-2F9E7D037423}"/>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23 and 37.</a:t>
            </a:r>
          </a:p>
        </p:txBody>
      </p:sp>
      <p:sp>
        <p:nvSpPr>
          <p:cNvPr id="20" name="object-20">
            <a:extLst>
              <a:ext uri="{FF2B5EF4-FFF2-40B4-BE49-F238E27FC236}">
                <a16:creationId xmlns:a16="http://schemas.microsoft.com/office/drawing/2014/main" id="{09C6C46E-D1AB-4F4B-8F1B-C8507F70D0F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933FFB0D-7DE8-408F-A986-37216E7A81ED}"/>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Odd composite numbers have factors other than 1 and themselves, for example 9 and 15.</a:t>
            </a:r>
          </a:p>
        </p:txBody>
      </p:sp>
      <p:sp>
        <p:nvSpPr>
          <p:cNvPr id="22" name="object-22">
            <a:extLst>
              <a:ext uri="{FF2B5EF4-FFF2-40B4-BE49-F238E27FC236}">
                <a16:creationId xmlns:a16="http://schemas.microsoft.com/office/drawing/2014/main" id="{EDB8B8E7-D397-4F71-8C20-708A3961BA1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352262DB-A361-4411-ABB8-17F7C2A5D53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E39B8A55-EFD7-43ED-8249-99F0377000F3}"/>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B1E8C4DD-A07F-4AED-B6CD-2B09E0070E6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71899653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1037</Words>
  <Application>Microsoft Office PowerPoint</Application>
  <DocSecurity>0</DocSecurity>
  <PresentationFormat>Custom</PresentationFormat>
  <Paragraphs>212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2026-09-14T13:14:17Z</dcterms:created>
  <dcterms:modified xsi:type="dcterms:W3CDTF">2026-09-14T13:18:34Z</dcterms:modified>
</cp:coreProperties>
</file>