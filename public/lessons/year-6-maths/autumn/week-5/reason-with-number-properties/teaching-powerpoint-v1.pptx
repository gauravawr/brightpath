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Multiplication grids, factor rainbows, counters, hundred square,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1 x 96, 2 x 48, 3 x 32, 4 x 24, 6 x 16 and 8 x 12. | State whether the task concerns factors or multiples. | Odd composite numbers have factors other than 1 and themselves, for example 9 and 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factor, multiple, common, prime, composite, square, cube.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Find the smallest number divisible by 6, 8 and 9. Answer: 72.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1 x 96, 2 x 48, 3 x 32, 4 x 24, 6 x 16 and 8 x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Odd composite numbers have factors other than 1 and themselves, for example 9 and 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1 x 96, 2 x 48, 3 x 32, 4 x 24, 6 x 16 and 8 x 12..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2 x 2 x 3 x 7..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23 and 37.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A rectangle has area 96 square units and whole-number sides. Give every possible side pair. Expected: Which prime factors make 84? Higher: Find two prime numbers with a sum of 60 and a difference of 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2 x 2 x 3 x 7. | Odd composite numbers have factors other than 1 and themselves, for example 9 and 15.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43566E79-9A5D-4F9B-81C3-5242577317C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3A65342-D4C7-45E8-81CC-E3685753E1CA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54F6EEC-FD1D-4E9D-A0BC-6D1D2408108A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EE4077-10E7-43B9-8E05-865B09AF87B0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0B0EE46-E272-4C40-8A29-8D113FBD9C0D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5  |  Day 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02E9D3-7A7F-4E94-BC39-B211163C983A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7777C9E-DAE5-40E5-92AB-E397B0E6792F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D4A308-A727-4381-A8EC-DB85AAD7FECF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87C7656-DA85-48B8-B958-9EF43C3EEA05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problems using factors, multiples and primes.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FB4AA4A-7059-45E9-9FBE-A1839852D4D9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2F29749-553F-48C2-9948-23CA08C1CBF9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Multiplication grids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9817BF-75FD-43B9-98F4-61E2CCEEF5FA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3393817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C67A814B-2134-44A7-8C6D-C374237F220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C5CE855-E5F8-4E88-86C6-4DB026AD7610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EB516C-774A-4C17-9E01-5809789BF6E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AB594CD-9BA5-41A9-AC6F-A81EAE6E7C9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76B6CB3-3312-475B-B0BC-8F3FC5F1EF5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FB3253-B3EF-4B27-8A9A-90A4488BDB9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650C5F-A4DA-4049-8C3C-BACF4E2D9C0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A6B9C1-7493-4CEA-9D8E-374AFA35199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54AF629-EC10-44AE-BB3D-07E5A1D1FE0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68FE3E-A7B8-4AF0-AF88-1C5A22D596C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3836CAA-800C-4AE3-BE9F-315347F4674C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D41DB9FE-E19B-47A0-99B5-EF8AA1714BEA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5989A4-1720-42D0-B56B-8348EA1731A9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BF44271-015B-499E-A789-7C5A7AC31F6E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Recall multiplication facts, recognise factor pairs and identify square and cube numbers.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BAA9233-F234-4286-8AA1-66A106BB6EA1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ACE431F-BC2A-44B7-B347-02BF07118814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FAEEBE8-2847-43CA-9F0D-073582A7F61D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F86A224-DEA3-4F50-86C3-72F1FACC6C9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rectangle has area 96 square units and whole-number sides. Give every possible side pair.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2C7B37B-C4CC-439A-8886-0EE3F27E0F73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B924BED-58F3-4BF6-977B-515E9E61597D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453B20A-156B-424E-BDAB-EF0C8A403500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C167030-639D-45E9-AA1B-AE0EEA5628DC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Find the smallest number divisible by 6, 8 and 9.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FDA7DBA-D607-4F55-837A-641A4BD21955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1179225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5FBFC17-0102-45BB-9ACB-3856F0D58A8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FD6E9FE-CDC2-4E77-98B9-200E107B395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BECD37A-BBCA-4DA5-A498-2BC379003B5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71AD1B0-D097-451D-9BFE-CDA0BED396D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96708D-D6DB-4222-9CA7-76CA5F4689C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3231A3-38DD-4B93-ACAB-0FDBC813DDD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695942C-7514-40EF-97FA-ECC930A7776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28E2851-F8A7-40A5-97AC-32DB01F6615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F79A603-D847-4D81-988F-E515788CEB5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2D244D-2A41-4959-8DFC-E6CEDB4254C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1AEECD0-5973-48B9-9EBC-09AE74E518AF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problems using factors, multiples and primes.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2EF877C-C828-4E64-9BE3-4014E999CF85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50A9CC3-5C81-44E8-89F3-1EA59176D4C5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State whether the task concerns factors or multiples.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3C1729C-4513-4990-B88A-638A30C1B940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Work systematically from the smallest possible factor or multiple.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2B8C797-906D-40E3-B9C7-28976A63E0E1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that the list is complete and use it to justify the conclusion.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296881F-EFB6-470F-9D79-28FFF591A7C2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multiple  |  common  |  prime  |  composite  |  square  |  cube</a:t>
            </a:r>
          </a:p>
        </p:txBody>
      </p:sp>
    </p:spTree>
    <p:extLst>
      <p:ext uri="{BB962C8B-B14F-4D97-AF65-F5344CB8AC3E}">
        <p14:creationId xmlns:p14="http://schemas.microsoft.com/office/powerpoint/2010/main" val="695162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6218B828-D42C-4325-8537-370BDB86851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82D1CE9-7666-45C2-A402-3A32D66822A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12384F-F6E7-42BE-91CD-BCBAE0FECFD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C94A853-1642-49E9-8E4B-358D6FCA5BD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814B636-D79E-4979-84A1-88BF63C9432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AA1B7E-3F1C-4E3C-892B-999B503122C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839917-61BA-4349-8548-F4265D8C9C3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CF01CA7-EB11-4B35-9866-E215758A71F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16A1F7D-E2F8-4102-A4B3-90CB9B00317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B93B772-81A6-4E17-B582-7475A60EAF3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57BB37-39D2-441E-845C-94D7686CF935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smallest number divisible by 6, 8 and 9.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BE9667C-F263-4EE0-BE50-D7B6856291DB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E3FFEA0-6BC0-44D8-9461-E8A45E004F0E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03FBF2-AE92-40BB-80CE-639B6EA8ABAD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456D120-9A01-4C7D-BD71-FF7BBAAD613D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State whether the task concerns factors or multiples.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497219A-AF99-4963-9039-3B2F4A7547AE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62F8579-9004-4B4C-BF37-BEA99704F842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56A1EE-1BEF-4214-B9A7-55348469EDF2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F2364F2-D4DA-4514-8ABE-12D59A62244C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 systematically from the smallest possible factor or multiple.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9585CC6-B247-462E-BFD2-074DCC530831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350E855-C82E-483F-A6A2-7DF8A672D387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EC291E6-9A35-45C0-BA06-F95543FB003C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43D207A-15B2-46A6-8FF1-EA45F5BAF46D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that the list is complete and use it to justify the conclusion.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07860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9D5C303-9FD8-4472-8412-4FD33125F3F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2837915-E8EB-46CD-8DAE-D0D883326042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F87B5DE-ECCD-4BDE-9444-062B115524C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316F74F-152B-42E5-8567-605072C8E33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78A836-B71D-4AAE-9313-363B3001FCD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C4B5F06-B9AB-4A03-B478-2A9D653DFAE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D50E2F3-C299-481D-86C8-133509192E6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3B8734-D1E2-44B9-9B23-464F7D99556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8420C86-69CA-43DE-8223-85274D77E60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42E4F2-20A8-4470-B134-56C8C944845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BF5AE3-8142-4472-902E-2FAD3338C613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DDE1206-7F6C-419E-9411-D2E026A6C136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72.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D70AF1-EB20-4579-B64A-E2039D729036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998C91-A924-4D0F-8CA3-6E366071FA78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that the list is complete and use it to justify the conclusion.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F333D2-7A29-4CB0-A311-68504D743B1C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66741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D5614E8-CD22-451E-85FA-AE818AB1AA6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8293805-AED6-44A5-A20E-66C55676351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A75D43-B1E2-43F2-8BBC-A0F7EBE1662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DB365AA-CC3C-4916-B579-206535EAFDA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D2371AC-3AE3-480D-909F-CC4F8E3F547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3BF5AC-1040-4D62-A36F-68A2E79DFFF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699066-F6E6-4AF7-A5B2-1A2B69CCFC3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0F45AB-B2AB-4F64-808F-D0B80B17F9E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7F7BCD-548A-4D71-A33A-BE53A374B84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1BDADB8-AB04-4317-AE18-DFBAFA69AF4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511198-FEB6-45BC-9B29-85A307AACA7B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rectangle has area 96 square units and whole-number sides. Give every possible side pair.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4BF85A-AA42-4D7C-B639-F7036B155EE7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C343656-CF4E-4B78-B673-CF321FB85BEE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A4D7E05-E0AE-4AA6-A994-20839B9669A4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256829-5979-4C80-B569-3FBC50494482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297D2B5-3F96-4688-8BCA-700EE35BE9B1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922"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 x 96, 2 x 48, 3 x 32, 4 x 24, 6 x 16 and 8 x 12.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61298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FACD6C7-012B-4064-814A-876278F550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755C043-D1B8-4F6B-A2DD-969C6FA39071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47F89C0-1D34-4055-843E-D401532D1A3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4F62AED-05FB-44AB-B4A1-FC8C374FB50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F1779B-D864-4DB9-9839-07A6FED055D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2D4EF0-C225-41D9-90A4-D965DE5DF02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64F20D-6E4C-4F40-A8DF-A88E343E4E2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537D95-584C-47E3-BE59-E0F8C82A38C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3B12774-F4B6-4AF1-974B-D374133C678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C0BD6C5-2B01-4860-B414-2C40EDB386D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A7C5A10-D6BA-48DC-9835-A761E6695EF6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C09134-CCC0-44DB-9373-0F770A1B7170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assumes every odd number is prime.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A254CD7-DA17-4ED0-8C9C-055F3B335FC1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8F71792-9CAF-4041-9E55-A826B2FA4B6C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AFF6CA5-0401-48A5-9304-716A0BD6BFD7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Odd composite numbers have factors other than 1 and themselves, for example 9 and 15.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53016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721290F7-89DA-40DE-AAAC-3B1AFD6492F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ABD271-2C79-4DE7-B159-14681F7792D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F2AD7CF-93D7-4058-A0A4-90529323BE6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A20EE58-829D-4CC1-9F0C-C61431A3698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3A0D3A-DA1A-48F5-B0CB-0A31E2DE4A6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72B834-B026-4D82-AA6D-1B33D50B6B9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465E797-B433-42B6-A43B-DD3441A75E6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53DDCAD-EF59-4B88-A402-C33AE02A076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8C9A07-EAF4-4FDF-A47D-A2FA96A3CD9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B8CD9FC-D719-415A-A894-2C25EBDA2D8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0AB31E6-160E-4D6C-B640-D1BA173D4CE2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731E773-9E43-47A9-BE19-1AC08BC2EA41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C277A68-20A2-46E7-A08B-46262BC47EAA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7C1F19-C18B-4C92-87CF-95FD338D1A0C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rectangle has area 96 square units and whole-number sides. Give every possible side pair.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763E07E-DB9A-4696-B1BF-F29E3B01D858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90CBB3A-7410-482B-96E7-0EEABE454E16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FE5BCBB-A101-401E-8BC5-0E2E46245375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F592947-13A9-4B9F-8A9F-DE72BD822E88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7B6C3E0-700A-4CA9-953D-238619459CF3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F77C769-A490-4EF6-B4E3-008CA9FDD223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EB7A3D3-2BF3-4A0E-8590-650AD8878EE5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012B48F-26A1-4D9F-8EE1-6770C764DD4E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 x 96, 2 x 48, 3 x 32, 4 x 24, 6 x 16 and 8 x 12.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A6E0B91-84E0-4B10-B797-C26495D8DE34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830855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04EA5FC0-6920-4E06-8D34-6741210196F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2B5A306-305F-4438-8EBC-56F5E30E390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04C3D3-89F0-4BA6-917E-2A0A0D9D8D0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0C32829-305A-4462-8EAA-2C16272E244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1C4614-ADFB-4E0B-ABF7-8BFD2DA88FC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6E9A537-4464-461C-A29F-91969A9B09B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05B7A1-2D3D-46CB-AC3F-9FC9CBAE741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178C50A-872C-4809-AEBD-065518DD268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8B37122-0048-4F7C-9359-56E3BC6A53E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356FC-BACF-4AFB-ACFF-288C609F083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5C00FEE6-E069-4667-B78E-8EFDD87271AF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039653E-FBF6-49FC-9859-84859AB06FB5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80044B5-C35E-42A1-8DF4-0D064E579317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C804CE-2CD3-4C83-B164-07E6CFED5EEF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prime factors make 84?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F35A3F1-5FBE-497C-900C-474D90D7F4C6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39E0B84-155D-4A41-A73A-05FFD7E688DE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DAA844C-4028-469E-945C-0D8ABD7B3DE9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AB8DD42-73A1-459C-AF64-2A2CB57983B7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C59D8CA-AFC9-48FE-A1BE-D7ECEE91B5AF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6F80CD3-1ABD-440B-B8B3-C48BEF09FB9A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B933D9F-3B82-4A5C-9F37-CB3BE0D7F5E2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3A96F4A-6FAE-42C0-AD19-1E0EF6D27016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70425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D25F549-D4A7-43C3-89DC-DBA8A11E5F7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796876B-157A-4D95-AD79-01202B972AE1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14DEC4-0B08-4088-A042-D6BE97C2C62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5B97900-FDA4-43D1-9F38-110DE849FCE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08E8BC-4643-4F04-896E-31BFBA033CC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1032A5-5AA8-4D6E-83CD-A39524EBF67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331E06-22B0-4B47-BA64-9B11B273B9C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4FA0221-8065-4DFF-8AF6-E2775A701A3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4BD330E-7C70-4AB3-AA45-0239B1346A3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9A815FD-243E-4147-9B39-513C43834BD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7FCE39-DB40-49CC-982C-FD49B0545AB8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two prime numbers with a sum of 60 and a difference of 14.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A9E8C8F-25A2-4D00-9468-1A1CFD0991D4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8A76D9-A0BC-46F5-A822-E91A72CAD4AB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8DAE19E-DA99-47B6-80B1-AE6BB08720E3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23 and 37.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09549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52A33815-E4E0-424E-BAE5-17632C49EE6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DF55408-136A-4126-97A0-9C1C9BF3182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0C2270E-D567-4D94-8134-A20297ADB6E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4AF10AC-3CA9-470C-8BE9-072FCD960ED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EA6C70-8826-4C32-86CE-C81A916C703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40F591-E84A-49C5-8FA9-5A5897CF894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D9496B-89FF-4B78-BE08-12E63D4C78F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020A885-0B38-4DEA-99A9-5C5950EE75B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DBB328-2696-408A-8312-ABDDBC12615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6C4A9C6-EB0E-49F3-9856-BFD7120AE43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7B2AA3-9DD7-48A9-A413-BF6245A90DAC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7E6BD3F-464F-4395-9996-C1F183B05ECA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3F6BE36-359B-4366-9997-527B44699DC2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FAF877F-3E66-4474-B6B1-EDDD1030BF64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FE756EE-F732-4E4E-82CF-D3023F19BD33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5D5A990-6AC2-4DD6-AE93-CE38FCA0C3CC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729B318-4A82-4192-8A92-FE825AB5DA9F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2BA9FD2-0A83-4723-8D5B-2C0229B3B6A7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F68868D-7E91-4CC3-AF9A-FD05720EA377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87EA4C8-9112-49CE-AF1D-7ABF6B5359DD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0D05E0B-997E-43A6-AC06-3B94C0CE2CED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CF90B4E-CB80-46AB-AD58-B93E6EDF546D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0B1CEF7-ABF9-4B11-BA48-B6D6417EEA98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0B28CD6-CC19-425B-99DB-88095C8A4166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1542E9C-44BF-4948-A6DC-B1D05CB3AD68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2616757-4F89-4C84-A0A6-9D6AB2CBB1EB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6944326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F066CAA9-3437-4BEA-AE86-D88589EB708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939F08D-1B5D-44FD-B237-6DBE6E5FA27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5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8953118-F82D-49EA-A9BC-0D3F3318969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A3EDA9F-F42F-4EFF-A7C7-F8E4B9EB318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039E63-AB73-4313-8F9F-000D8C405F5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A6A9EF5-2E08-4435-B549-DF41DD01797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129CAD4-6493-45DE-9DC9-863A7CEF859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665B63-9EA3-41FD-BCE1-C1B8A7A250D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A24B982-A48C-4DD4-8054-877BDE4CD50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0B707C2-1F63-4682-87A5-0356B06A739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 with number properties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4858BC1-63FA-4B3F-9A33-00B4E7A9E81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D697A3E-8BF0-4130-926A-2E8CE8AE4BB5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2E6FF2B-19C8-47B5-8075-158349EAA6FF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BAE0628-AF32-43B1-BF22-8123144C950E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prime factors make 84?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98B5254-CCBC-420D-8DCB-FD9E178EFA8B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C211635-8591-4BA9-81FA-5C2FCE01A37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AC06EFF-495B-41A0-B242-5F1B576881F3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D20A060-1BE1-43EB-BE50-95EF3D3C66F8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assumes every odd number is prime.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C30D26D-9BFC-4BA4-9A29-D288FBDA1B2C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9A905B0-2B85-4C92-87E9-E95491CE47B0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1D435B-826F-4837-88FA-B8329B90B010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24F5F7F-0CE2-4AEE-9318-E8899B3B5E88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86CB836-2AA3-4DF0-93AC-0A139D4BD490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8040394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1468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2026-09-08T22:36:38Z</dcterms:created>
  <dcterms:modified xsi:type="dcterms:W3CDTF">2026-09-08T22:48:31Z</dcterms:modified>
</cp:coreProperties>
</file>