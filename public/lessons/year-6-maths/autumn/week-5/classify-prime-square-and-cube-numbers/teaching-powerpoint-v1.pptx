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No, because 91 = 7 x 13. | State whether the task concerns factors or multiples. | A prime number has exactly two factors. The number 1 has only one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Classify 97, 144 and 125. Answer: 97 is prime; 144 is square; 125 is cube.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No, because 91 = 7 x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 prime number has exactly two factors. The number 1 has only one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No, because 91 = 7 x 13..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64, 81, 100, 121 and 144..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Is 91 prime? Explain. Expected: Write the square numbers between 50 and 150. Higher: Find a number below 200 that is both a square and a cube.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64, 81, 100, 121 and 144. | A prime number has exactly two factors. The number 1 has only one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6B0D684-02A4-4E4C-BAA6-908F27CDDC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D809B0-F0AE-409E-B10F-DA8F63E3A512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206E2DA-E9C4-41B5-8FA4-A66B459B1A99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A67FE4-E9E3-49B6-97BE-1B4044248D0E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5C15E8-CB5D-411A-97C8-460ACCDB66FB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5  |  Day 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11D00-679A-4423-AE8F-0BE1E4537A58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401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A6E237-6E6E-47A1-AA89-16A8C0EF680C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ABF4-7C8B-4E00-91FF-8F8FF64B3827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157B31-0469-459D-AC85-3557814166A8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prime, square and cube numbers.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5AACD7-4913-4069-A770-458449BD72F8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7D4846-ED3D-4B11-97B9-6E5FA7197099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E56278-3E6B-4A4A-8F11-DB3DA58700A1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622950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D473AFE-E93E-472F-95F3-C728836401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A496B3-E1AF-448B-AFC1-CCC9735EB97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1A2C21-D934-4E60-9B06-6BFDFDB2F8C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9680769-3DB4-4353-871C-E2AE652AEC5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DCFD9E-9138-41D9-884B-0C198F485EC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41A3CF-6DDD-4BC1-BDBE-F0E80848A7F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F2D8FD-0C24-4784-94E3-0C1B0CF7441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3A6B18-58B8-408F-91DF-29E962A5365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2C2453-4424-4DBE-80DA-3C19EB8EF3F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381337-54A7-4471-90FC-1B7564DF80D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F9E61C4-A961-4683-B3C7-6F41AC4F348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1A6B53A-553E-4634-AFF3-5AB9E12566D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320C2D-B8D1-4BB7-A477-5B48CEB0B55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406254-AE55-4F38-8173-EA0C8DB5115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DB69F67-1C51-44F4-A0F7-49C83C7AE2D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2C790EC-7C36-4285-83CB-DCFB0C96280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90C791-0F25-44A6-994C-6DEBCC95875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AE8F6BA-2835-487A-BBEA-8DDEFDC4049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91 prime? Explain.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11B3D84-C7DC-4195-8963-15719C898C7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0CBC28-C64B-49B7-AF0F-6F471B30400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24E989-D689-451D-9300-6BB75CE9887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1E3B06-F0E0-4C32-9280-980357992DB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Classify 97, 144 and 125.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078A05-9300-4D42-8AFB-4AF3BECF480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350393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F5B010A-1883-40F7-93FA-CFF597429A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CADFF4-E23D-4BAF-BF45-EA126A76A43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2DEBB8-857C-432A-BF00-6D98D7318B1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C68906-9D1F-4FE1-948E-1A33FC35D92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A31C25-475D-4F94-8E91-7661C7A3B1E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8E5732-D7EA-4E06-B027-1AD0682612B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0AA626-B5D9-48CB-B53C-0B74CF743E3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8DE54F-8BD8-4386-82CD-16F0E95F656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2BE88D-005C-4C9A-8A70-B31538CF50B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EF96BC-79AB-45DB-8FF6-8722AD21349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E06C40-91BB-4383-98FA-BDAB34E35868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prime, square and cube numbers.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8D081D-114F-453E-BE6E-2D1B3457D2E7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69CC72-770E-4F9D-BB39-FB4B360583DF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041094-3095-4082-A8BB-18C4FCFCA5D8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987711C-A043-4E44-B0B6-4A58BE73EF98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4A9C79-E473-47EE-AFCD-525D11B17DCB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1508935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D124814-DA44-427E-AD85-0633CE65E0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13F4AD-F15C-40A6-ADC9-2FAFD4BAB2F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763DB8-5BB7-49DE-BEAA-E673CD257AB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21D8A7-109E-4C82-A301-1ABF5830B74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EC19F1-BEC4-434A-92D1-ED257E9B7CB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EBFE8D-FD88-48DC-B040-8F77CD64B91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73652E-D789-43C4-B480-D4416A8DEEE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8AC10D-000A-4EAC-9807-34D4D322CE7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F5D9A2-640B-4689-BCCA-8F916C750E2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26E313-9C17-47B9-B28A-01CB09B1092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29F374-6E8B-4346-A461-B08AAA55C904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Classify 97, 144 and 125.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C84448-DC84-4550-9CC2-B4FD1212F80E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7754637-C486-4B88-8260-E778BCF780F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17396-3448-49DF-B9B1-8072139DB1FA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E41DA9-3EFC-49F0-A1A0-26AC888747F8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State whether the task concerns factors or multiples.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255D48-797A-4267-9804-F1943CC8A18E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AD8858C-A224-4667-9903-E651DEB3D278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33C0F53-3081-44F1-9B68-AA17112954A8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F534DA-114E-4387-A560-EDBA42FE5905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systematically from the smallest possible factor or multiple.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CB3FCF4-C3D4-4767-86C0-CC64F22BBE9F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9A6B378-59E7-4339-95EB-4562052C156E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20E41AE-6918-49F5-B6BA-9AEC66F5A78F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F4A14B-F716-4384-A777-3C702A45899E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that the list is complete and use it to justify the conclusion.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4629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B48DCF8-8CFA-4098-A4C0-F4E4A28F4B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39CE3C-3583-4541-83B2-B234A4BF1D6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6767FC-9CD5-466C-AB13-29471BC9FF2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942CD00-2AE3-4BDC-83DB-2DCC1401D98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FFFF3E-CC8F-4CC4-90F0-59C7639E33A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AEC26E-D438-4B80-87FB-06FEA0B0A2D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9BF77D-EF23-4285-8517-05D58E65C1A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1DD45-BAD1-419B-8570-A1CBE79F963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322C41-D83F-49C5-8980-05C2C60D7F7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5098CD-4E8D-4459-967D-D76FE464E15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856D219-6283-42FC-834B-D2FC6A89C69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23DE5F-36C0-4650-8D87-D75BD06E8824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97 is prime; 144 is square; 125 is cube.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49AABA-2D83-48DE-9241-AE4884EA3312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6D9C2F-0CEB-4ED0-B6F1-94FD31A8B348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AA0BA75-48EF-4D2E-B5FE-71EB0612DD82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5201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B6E1E85-C936-42C5-8789-30EB83210C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91A5F7-8D23-4BCF-B466-F8E03E786E0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685716-388F-4FD6-8CDF-6E7A8403461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6C7264-CC8E-44BB-AB76-BA3B41B33E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F9F864-4182-4866-8817-47EB84A983F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F04528-1CE0-46DA-B0E7-C0BD1EF24D9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0A35D1-A425-423D-B655-240783487E7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09A289-E378-4F20-841F-0B5B743774E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F344DF-E792-43D3-8B18-E3C5D3EAE4A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CC9296-8955-4295-906E-86673EA63BA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CC46A6-54A5-4201-9450-E785EA13E639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91 prime? Explain.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D6FFEA-97CC-4032-AC1C-D2BBA0BC67F0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586AC9-D6B5-4613-95BF-8CE7235EF8B3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10768F-2791-4650-819C-A909CB12BCD3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4C39562-8D9A-4D94-96E2-0FF0BD3D7069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2F4D151-3CF4-40DD-A74D-CF4F9338D1CE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No, because 91 = 7 x 13.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13975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2553410-EC2A-4032-9B42-AE8CC7325E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5E222-BFB5-4002-8AEC-AA42E063F49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BAB7EB-45C8-459B-8873-82EB51AFEAE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0CDDB8B-0247-4684-A29A-4C9778E42E5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1F7AD4-DF2B-46CF-8B6B-62AE49EA234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3B657A-326D-4CF5-B117-F3815C098D1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D44EB0-BFAD-43C5-A2A9-D85116C7FFB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C07D86-AD64-4875-A82C-E5E887B0C5E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C93DE2-0160-4C88-932E-4CE74427E87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E63310-E45E-4F3E-A25F-4AA9FF05AD0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6C4F865-67D6-4C94-98F1-849709A9D806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2184B4-5F8D-42B1-8D89-1169E60FC7FE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says 1 is prime because it has no factor pairs apart from itself.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5D5088-BAD6-40CE-8439-07441FB75448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BC4CFCA-85B7-4F4B-BDA0-391E501BBAC2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A08771-9F60-49AE-9298-53130CF44976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prime number has exactly two factors. The number 1 has only one factor.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8279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C3BD668-F43C-431F-A2CA-13A0334A25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BBDC50-6F2B-4742-8E91-91C8A0D581E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DA41-B0BC-4D25-8345-1585BBF27FB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0FA29E2-DB57-44F0-A631-91D5D20641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F26860-2C28-4736-B63D-03994346CFB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1CDB51-BE3E-4B43-BA7D-833800287F8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842247-8637-41DB-8CAC-B229A2A0B96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C64F59-CD26-4EF8-A04F-21582B25C62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6CA0C4-2336-4BDB-B200-68DA9E89C0E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75E69C-B0A8-4F7C-8599-89245B24C70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B478F4E-D760-4CDC-A965-B1102A8B94C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35F6C8C-5716-4943-9C45-112051E8CA7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EA4C65-7BCD-42E0-AA75-FF674C99D15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C7DC20-F351-4E3C-B0F5-15C13D9E166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91 prime? Explain.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69F4EB7-BDDB-411F-B051-4F7B01DD8DE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1AB7DA-7C70-4197-9DDE-55ED7082264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48CBC-DD47-4B9C-A6CB-1CF8E681D03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F56E4A-6AD7-43E2-BAEC-CE91BD3A6D3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7264DE7-3E63-4E8B-9276-AC3FBD11BF24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094D370-F854-4253-B576-0D4F6423177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EECD87-48BF-4135-B9B6-47C85348A74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03F4A5-0B85-4078-B015-BA3EEBEA1E0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No, because 91 = 7 x 13.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52BB94-2770-4E15-94A0-1E5BE3460701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51169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72A7F2F-10E0-43D4-97C8-EC53544B26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F4A97A-798E-448D-AAAD-2A5A62E8D3A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3A3FC5-8F6C-49F8-97A1-7C911344AA5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1C01F2-4549-490A-82BC-E473B2FA0DA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F8BE75-DDD1-43E7-8A18-EBA36993391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2B5D57-DD15-453F-8750-54695BE901A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01BB5D-EE47-4E06-89DB-01BB69F9F9A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B74799-09CF-433E-A245-C0541DADB02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FF7EE0-138B-4721-AC94-2EDEC3C188B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2433B5-D329-464C-B52F-5853AEC3C17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EF7809F-46CD-4337-8638-917BABCC462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35E00F5-49FB-44F0-A301-366CA1B32BC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386F17-9D5E-40E1-AB27-6C7F40C700F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49A4CA-2539-445F-A293-FD7D41DC10F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square numbers between 50 and 150.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7E3F350-7B60-42DD-B9B3-5C9C7434C92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367BB2B-3C66-495A-AC14-449BEE2E9F3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ABCC7D-706C-471D-BD65-49C60C6C46C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EDF559-2677-4727-9CC7-67F96ACC08D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56D46BC-AFC7-4B4F-B8F9-B7D440D79E2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48E3622-F498-4FA7-B985-FDF8A4F4E8E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D80552-AB6C-4DBF-AA2B-F2CAA2CE25A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075DE95-9F8D-41A8-9C35-0BEB8DC9AFA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8703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D391196-2408-46B9-BE0A-70451E3A82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7E810E-578E-4E3A-91D4-C02E9EDD868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86CFEC-9ADA-4584-A0E7-DEB63F5CF55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D13CAA-9A59-4B12-A50D-420F29FDAD0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445EA4-C383-4D08-80E8-0F321E575CE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603C5D-6983-4FDB-9026-C6F3CD9905B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D75019-C0C6-4759-94F6-CAB3541ADE7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B0D0BB-438B-44F7-BAA9-E96B2550F15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D2C1FE-4FF0-4092-9934-E1EAC1B5E35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F1F50F-B5DC-4DEC-BDEE-C884D309605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E600E7-92FF-4BFF-99A8-AE47B77AF5A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number below 200 that is both a square and a cube.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C42A41-D49F-486F-9491-A5E50CE7EB8F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D0F1F9-FF17-4838-81B0-12488A9A12E0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EF1429-C274-43A0-B1D3-4584D4F5F2EC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64.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7539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2A919A7-419C-4B3A-982F-2FA20E36FE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BBEE83-6009-42E2-A52D-E3000524941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BC2CD3-D033-478A-B081-98A8912DE77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3676F29-E6FE-4A20-B96E-9D9651341FF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671506-5CD4-4C90-B310-8A3052097F5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00045-C57E-4A26-87E4-E8B0603834B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7A640A-BCEB-4ED0-8808-BBDDCFAE08D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921C0F-961A-41CA-9205-99B72C2CF38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1E97C7-CDA3-463E-9EE2-0EDE33FB7F6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FE99C8-9640-4C24-866A-8474976FA70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71D8BE-F67D-4D72-A16F-9014728DAAB9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2A38F75-3465-4B6E-91A8-4AC49F246754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5C6989-0453-4876-AD4B-6E2654FB15DB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E4911-B39A-4B4A-AE2D-F75DB1F75F02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692B5C-2A90-4DE5-B350-B75B04BAF485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000A00-7F62-4736-A535-AC29B22EA014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D5DBE85-DE5B-481B-8311-52BFCF91FDFE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53ED28C-D75F-4B6B-AC89-19291BB97EF4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249BBEB-526E-4988-B144-10FA5D1F6763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50C8E3-3C2D-4E64-A369-9E3BCEE58CF6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DF6151A-03A1-4858-8154-A05339430902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E46C5F8-AF77-4ACF-9D4E-891402294AF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AA46FF-C7A8-4F0F-B8B8-CC5F903D9D86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B865F5E-38CA-4C66-B0CB-E199A7DCEA8F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53CD47B-F1DA-4587-BF65-F9BAB09FE9F0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025294D-C469-4516-BC74-72E179B9D2B2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358040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D17F203-0D1E-46A2-A0DD-869A25C65A8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F3FEBD-16A4-4661-B95E-412D7513141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28FA1E-C3B5-46C8-9233-35B28734AC5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89E3C6E-0DC9-4CCA-9E0B-3C5AF5F0A47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604BCB-A4AB-4F9E-B9E9-243D5CD5BB4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590A67-B146-41B7-929F-AAA069A38DB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D88BBC-6857-4DD4-9900-A08977FAFAB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76EC1E-3B0B-4216-A351-7A45181F0DD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55FBD6-140D-4057-BE73-984648C0CAC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9C2159-0A7C-49DC-ACF1-8230A26C2AD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96AF5C1-C84E-4C0C-9740-70D72BB076B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4454C75-7590-4DF2-AE07-D551FB640E2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F16D4C-65A7-4626-8944-F9B632496A0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C1438A-A97E-461E-AF2B-04FDA6BBDBA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square numbers between 50 and 150.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EEE63B0-8A12-46BD-804F-3A120B89882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0205468-F849-4842-A55D-4D6BF512BEA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53E46C-1E27-4F1A-8709-84E841E2596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BDCD6D-4B42-4935-A86F-35237068FA3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says 1 is prime because it has no factor pairs apart from itself.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45586BB-EB80-48C6-AE8D-34F7370168D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0AAFF1D-CB46-456F-94D3-E289C85C4E1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390B6A8-804A-40E1-BFDC-9D1E541B8DF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CFD771-60E1-445D-86A4-BF59036F898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7FB109-5508-460E-B3CE-7A66A1353F7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046358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1405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2026-09-08T22:36:32Z</dcterms:created>
  <dcterms:modified xsi:type="dcterms:W3CDTF">2026-09-08T22:48:25Z</dcterms:modified>
</cp:coreProperties>
</file>