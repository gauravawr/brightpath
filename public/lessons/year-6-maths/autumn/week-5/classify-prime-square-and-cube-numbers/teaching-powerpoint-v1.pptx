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5:21.358" v="59"/>
      <pc:docMkLst>
        <pc:docMk/>
      </pc:docMkLst>
      <pc:sldChg chg="modSp mod modAnim">
        <pc:chgData name="Garima Sharma" userId="c5ca40beb9a8554c" providerId="LiveId" clId="{2265D429-760C-4FF0-9653-4AF4BA9B0970}" dt="2026-09-09T11:05:20.491" v="5"/>
        <pc:sldMkLst>
          <pc:docMk/>
          <pc:sldMk cId="856056501" sldId="257"/>
        </pc:sldMkLst>
        <pc:spChg chg="mod">
          <ac:chgData name="Garima Sharma" userId="c5ca40beb9a8554c" providerId="LiveId" clId="{2265D429-760C-4FF0-9653-4AF4BA9B0970}" dt="2026-09-09T11:05:20.442" v="0" actId="20577"/>
          <ac:spMkLst>
            <pc:docMk/>
            <pc:sldMk cId="856056501" sldId="257"/>
            <ac:spMk id="13" creationId="{39B6AFDE-4E57-4094-929D-F1A984D1696B}"/>
          </ac:spMkLst>
        </pc:spChg>
        <pc:spChg chg="mod">
          <ac:chgData name="Garima Sharma" userId="c5ca40beb9a8554c" providerId="LiveId" clId="{2265D429-760C-4FF0-9653-4AF4BA9B0970}" dt="2026-09-09T11:05:20.467" v="2" actId="20577"/>
          <ac:spMkLst>
            <pc:docMk/>
            <pc:sldMk cId="856056501" sldId="257"/>
            <ac:spMk id="17" creationId="{344B6A0E-1D41-4B6B-9A5C-6F587DCF1DE6}"/>
          </ac:spMkLst>
        </pc:spChg>
        <pc:spChg chg="mod">
          <ac:chgData name="Garima Sharma" userId="c5ca40beb9a8554c" providerId="LiveId" clId="{2265D429-760C-4FF0-9653-4AF4BA9B0970}" dt="2026-09-09T11:05:20.490" v="4" actId="20577"/>
          <ac:spMkLst>
            <pc:docMk/>
            <pc:sldMk cId="856056501" sldId="257"/>
            <ac:spMk id="21" creationId="{213D736C-455A-4215-8474-2CA68AC53071}"/>
          </ac:spMkLst>
        </pc:spChg>
      </pc:sldChg>
      <pc:sldChg chg="modSp mod modAnim">
        <pc:chgData name="Garima Sharma" userId="c5ca40beb9a8554c" providerId="LiveId" clId="{2265D429-760C-4FF0-9653-4AF4BA9B0970}" dt="2026-09-09T11:05:20.586" v="11"/>
        <pc:sldMkLst>
          <pc:docMk/>
          <pc:sldMk cId="2115961657" sldId="258"/>
        </pc:sldMkLst>
        <pc:spChg chg="mod">
          <ac:chgData name="Garima Sharma" userId="c5ca40beb9a8554c" providerId="LiveId" clId="{2265D429-760C-4FF0-9653-4AF4BA9B0970}" dt="2026-09-09T11:05:20.557" v="6" actId="20577"/>
          <ac:spMkLst>
            <pc:docMk/>
            <pc:sldMk cId="2115961657" sldId="258"/>
            <ac:spMk id="12" creationId="{3E3E69DE-0CE8-4106-85AA-A4305DFFC6AE}"/>
          </ac:spMkLst>
        </pc:spChg>
        <pc:spChg chg="mod">
          <ac:chgData name="Garima Sharma" userId="c5ca40beb9a8554c" providerId="LiveId" clId="{2265D429-760C-4FF0-9653-4AF4BA9B0970}" dt="2026-09-09T11:05:20.571" v="8" actId="20577"/>
          <ac:spMkLst>
            <pc:docMk/>
            <pc:sldMk cId="2115961657" sldId="258"/>
            <ac:spMk id="13" creationId="{715C53BA-EC73-468E-9696-B08B3AE1BBFC}"/>
          </ac:spMkLst>
        </pc:spChg>
        <pc:spChg chg="mod">
          <ac:chgData name="Garima Sharma" userId="c5ca40beb9a8554c" providerId="LiveId" clId="{2265D429-760C-4FF0-9653-4AF4BA9B0970}" dt="2026-09-09T11:05:20.585" v="10" actId="20577"/>
          <ac:spMkLst>
            <pc:docMk/>
            <pc:sldMk cId="2115961657" sldId="258"/>
            <ac:spMk id="14" creationId="{03811F53-9C73-47C0-9E9F-E4F075333ACA}"/>
          </ac:spMkLst>
        </pc:spChg>
      </pc:sldChg>
      <pc:sldChg chg="modSp mod modAnim">
        <pc:chgData name="Garima Sharma" userId="c5ca40beb9a8554c" providerId="LiveId" clId="{2265D429-760C-4FF0-9653-4AF4BA9B0970}" dt="2026-09-09T11:05:20.710" v="17"/>
        <pc:sldMkLst>
          <pc:docMk/>
          <pc:sldMk cId="500223649" sldId="259"/>
        </pc:sldMkLst>
        <pc:spChg chg="mod">
          <ac:chgData name="Garima Sharma" userId="c5ca40beb9a8554c" providerId="LiveId" clId="{2265D429-760C-4FF0-9653-4AF4BA9B0970}" dt="2026-09-09T11:05:20.663" v="12" actId="20577"/>
          <ac:spMkLst>
            <pc:docMk/>
            <pc:sldMk cId="500223649" sldId="259"/>
            <ac:spMk id="14" creationId="{BC210FF5-D9D4-42EA-87BC-B07E56940C95}"/>
          </ac:spMkLst>
        </pc:spChg>
        <pc:spChg chg="mod">
          <ac:chgData name="Garima Sharma" userId="c5ca40beb9a8554c" providerId="LiveId" clId="{2265D429-760C-4FF0-9653-4AF4BA9B0970}" dt="2026-09-09T11:05:20.689" v="14" actId="20577"/>
          <ac:spMkLst>
            <pc:docMk/>
            <pc:sldMk cId="500223649" sldId="259"/>
            <ac:spMk id="18" creationId="{F433D011-8A3D-4FDE-9809-8A959D2CE833}"/>
          </ac:spMkLst>
        </pc:spChg>
        <pc:spChg chg="mod">
          <ac:chgData name="Garima Sharma" userId="c5ca40beb9a8554c" providerId="LiveId" clId="{2265D429-760C-4FF0-9653-4AF4BA9B0970}" dt="2026-09-09T11:05:20.709" v="16" actId="20577"/>
          <ac:spMkLst>
            <pc:docMk/>
            <pc:sldMk cId="500223649" sldId="259"/>
            <ac:spMk id="22" creationId="{3D16BBB5-C193-4A5E-97C1-B5EC38BF2E78}"/>
          </ac:spMkLst>
        </pc:spChg>
      </pc:sldChg>
      <pc:sldChg chg="modSp mod modAnim">
        <pc:chgData name="Garima Sharma" userId="c5ca40beb9a8554c" providerId="LiveId" clId="{2265D429-760C-4FF0-9653-4AF4BA9B0970}" dt="2026-09-09T11:05:20.778" v="23"/>
        <pc:sldMkLst>
          <pc:docMk/>
          <pc:sldMk cId="1711848458" sldId="260"/>
        </pc:sldMkLst>
        <pc:spChg chg="mod">
          <ac:chgData name="Garima Sharma" userId="c5ca40beb9a8554c" providerId="LiveId" clId="{2265D429-760C-4FF0-9653-4AF4BA9B0970}" dt="2026-09-09T11:05:20.756" v="18" actId="20577"/>
          <ac:spMkLst>
            <pc:docMk/>
            <pc:sldMk cId="1711848458" sldId="260"/>
            <ac:spMk id="11" creationId="{BC7B7E2C-7C1B-412F-A24C-313AAD612612}"/>
          </ac:spMkLst>
        </pc:spChg>
        <pc:spChg chg="mod">
          <ac:chgData name="Garima Sharma" userId="c5ca40beb9a8554c" providerId="LiveId" clId="{2265D429-760C-4FF0-9653-4AF4BA9B0970}" dt="2026-09-09T11:05:20.767" v="20" actId="20577"/>
          <ac:spMkLst>
            <pc:docMk/>
            <pc:sldMk cId="1711848458" sldId="260"/>
            <ac:spMk id="13" creationId="{D644B93D-F2AE-410F-AF21-136A19A15671}"/>
          </ac:spMkLst>
        </pc:spChg>
        <pc:spChg chg="mod">
          <ac:chgData name="Garima Sharma" userId="c5ca40beb9a8554c" providerId="LiveId" clId="{2265D429-760C-4FF0-9653-4AF4BA9B0970}" dt="2026-09-09T11:05:20.776" v="22" actId="20577"/>
          <ac:spMkLst>
            <pc:docMk/>
            <pc:sldMk cId="1711848458" sldId="260"/>
            <ac:spMk id="14" creationId="{72200AA9-4A34-4C49-BA84-6A5CDA59001B}"/>
          </ac:spMkLst>
        </pc:spChg>
      </pc:sldChg>
      <pc:sldChg chg="modSp mod modAnim">
        <pc:chgData name="Garima Sharma" userId="c5ca40beb9a8554c" providerId="LiveId" clId="{2265D429-760C-4FF0-9653-4AF4BA9B0970}" dt="2026-09-09T11:05:20.847" v="27"/>
        <pc:sldMkLst>
          <pc:docMk/>
          <pc:sldMk cId="90523389" sldId="261"/>
        </pc:sldMkLst>
        <pc:spChg chg="mod">
          <ac:chgData name="Garima Sharma" userId="c5ca40beb9a8554c" providerId="LiveId" clId="{2265D429-760C-4FF0-9653-4AF4BA9B0970}" dt="2026-09-09T11:05:20.836" v="24" actId="20577"/>
          <ac:spMkLst>
            <pc:docMk/>
            <pc:sldMk cId="90523389" sldId="261"/>
            <ac:spMk id="14" creationId="{7F87B932-CBC1-42EB-B75C-47CAD3157E67}"/>
          </ac:spMkLst>
        </pc:spChg>
        <pc:spChg chg="mod">
          <ac:chgData name="Garima Sharma" userId="c5ca40beb9a8554c" providerId="LiveId" clId="{2265D429-760C-4FF0-9653-4AF4BA9B0970}" dt="2026-09-09T11:05:20.846" v="26" actId="20577"/>
          <ac:spMkLst>
            <pc:docMk/>
            <pc:sldMk cId="90523389" sldId="261"/>
            <ac:spMk id="15" creationId="{CDFB75A8-D73A-4239-A5B4-672CD6DB7587}"/>
          </ac:spMkLst>
        </pc:spChg>
      </pc:sldChg>
      <pc:sldChg chg="modSp mod modAnim">
        <pc:chgData name="Garima Sharma" userId="c5ca40beb9a8554c" providerId="LiveId" clId="{2265D429-760C-4FF0-9653-4AF4BA9B0970}" dt="2026-09-09T11:05:20.903" v="31"/>
        <pc:sldMkLst>
          <pc:docMk/>
          <pc:sldMk cId="1816467997" sldId="262"/>
        </pc:sldMkLst>
        <pc:spChg chg="mod">
          <ac:chgData name="Garima Sharma" userId="c5ca40beb9a8554c" providerId="LiveId" clId="{2265D429-760C-4FF0-9653-4AF4BA9B0970}" dt="2026-09-09T11:05:20.887" v="28" actId="20577"/>
          <ac:spMkLst>
            <pc:docMk/>
            <pc:sldMk cId="1816467997" sldId="262"/>
            <ac:spMk id="12" creationId="{7866B351-5C92-4538-8258-196882F2620B}"/>
          </ac:spMkLst>
        </pc:spChg>
        <pc:spChg chg="mod">
          <ac:chgData name="Garima Sharma" userId="c5ca40beb9a8554c" providerId="LiveId" clId="{2265D429-760C-4FF0-9653-4AF4BA9B0970}" dt="2026-09-09T11:05:20.902" v="30" actId="20577"/>
          <ac:spMkLst>
            <pc:docMk/>
            <pc:sldMk cId="1816467997" sldId="262"/>
            <ac:spMk id="15" creationId="{B72A6F2A-B08A-4659-92DF-56081B349543}"/>
          </ac:spMkLst>
        </pc:spChg>
      </pc:sldChg>
      <pc:sldChg chg="modSp mod modAnim">
        <pc:chgData name="Garima Sharma" userId="c5ca40beb9a8554c" providerId="LiveId" clId="{2265D429-760C-4FF0-9653-4AF4BA9B0970}" dt="2026-09-09T11:05:21.002" v="37"/>
        <pc:sldMkLst>
          <pc:docMk/>
          <pc:sldMk cId="66554325" sldId="263"/>
        </pc:sldMkLst>
        <pc:spChg chg="mod">
          <ac:chgData name="Garima Sharma" userId="c5ca40beb9a8554c" providerId="LiveId" clId="{2265D429-760C-4FF0-9653-4AF4BA9B0970}" dt="2026-09-09T11:05:20.963" v="32" actId="20577"/>
          <ac:spMkLst>
            <pc:docMk/>
            <pc:sldMk cId="66554325" sldId="263"/>
            <ac:spMk id="13" creationId="{171EDB01-C500-444F-8801-DB23E5179E5D}"/>
          </ac:spMkLst>
        </pc:spChg>
        <pc:spChg chg="mod">
          <ac:chgData name="Garima Sharma" userId="c5ca40beb9a8554c" providerId="LiveId" clId="{2265D429-760C-4FF0-9653-4AF4BA9B0970}" dt="2026-09-09T11:05:20.986" v="34" actId="20577"/>
          <ac:spMkLst>
            <pc:docMk/>
            <pc:sldMk cId="66554325" sldId="263"/>
            <ac:spMk id="17" creationId="{07B03941-5754-493D-8AB1-5C48098488A9}"/>
          </ac:spMkLst>
        </pc:spChg>
        <pc:spChg chg="mod">
          <ac:chgData name="Garima Sharma" userId="c5ca40beb9a8554c" providerId="LiveId" clId="{2265D429-760C-4FF0-9653-4AF4BA9B0970}" dt="2026-09-09T11:05:21.001" v="36" actId="20577"/>
          <ac:spMkLst>
            <pc:docMk/>
            <pc:sldMk cId="66554325" sldId="263"/>
            <ac:spMk id="21" creationId="{B6A5E381-A861-446F-8DA8-5A51C5CA19A1}"/>
          </ac:spMkLst>
        </pc:spChg>
      </pc:sldChg>
      <pc:sldChg chg="modSp mod modAnim">
        <pc:chgData name="Garima Sharma" userId="c5ca40beb9a8554c" providerId="LiveId" clId="{2265D429-760C-4FF0-9653-4AF4BA9B0970}" dt="2026-09-09T11:05:21.106" v="43"/>
        <pc:sldMkLst>
          <pc:docMk/>
          <pc:sldMk cId="1085120861" sldId="264"/>
        </pc:sldMkLst>
        <pc:spChg chg="mod">
          <ac:chgData name="Garima Sharma" userId="c5ca40beb9a8554c" providerId="LiveId" clId="{2265D429-760C-4FF0-9653-4AF4BA9B0970}" dt="2026-09-09T11:05:21.057" v="38" actId="20577"/>
          <ac:spMkLst>
            <pc:docMk/>
            <pc:sldMk cId="1085120861" sldId="264"/>
            <ac:spMk id="13" creationId="{1E32E55C-E4BC-410A-9E75-472BDB0F09C7}"/>
          </ac:spMkLst>
        </pc:spChg>
        <pc:spChg chg="mod">
          <ac:chgData name="Garima Sharma" userId="c5ca40beb9a8554c" providerId="LiveId" clId="{2265D429-760C-4FF0-9653-4AF4BA9B0970}" dt="2026-09-09T11:05:21.079" v="40" actId="20577"/>
          <ac:spMkLst>
            <pc:docMk/>
            <pc:sldMk cId="1085120861" sldId="264"/>
            <ac:spMk id="17" creationId="{5517FDF0-1D29-40ED-93CB-B2A648CE3025}"/>
          </ac:spMkLst>
        </pc:spChg>
        <pc:spChg chg="mod">
          <ac:chgData name="Garima Sharma" userId="c5ca40beb9a8554c" providerId="LiveId" clId="{2265D429-760C-4FF0-9653-4AF4BA9B0970}" dt="2026-09-09T11:05:21.105" v="42" actId="20577"/>
          <ac:spMkLst>
            <pc:docMk/>
            <pc:sldMk cId="1085120861" sldId="264"/>
            <ac:spMk id="21" creationId="{CC9B4766-C293-4A12-933D-A1C90C580AD0}"/>
          </ac:spMkLst>
        </pc:spChg>
      </pc:sldChg>
      <pc:sldChg chg="modSp mod modAnim">
        <pc:chgData name="Garima Sharma" userId="c5ca40beb9a8554c" providerId="LiveId" clId="{2265D429-760C-4FF0-9653-4AF4BA9B0970}" dt="2026-09-09T11:05:21.176" v="49"/>
        <pc:sldMkLst>
          <pc:docMk/>
          <pc:sldMk cId="1657205826" sldId="265"/>
        </pc:sldMkLst>
        <pc:spChg chg="mod">
          <ac:chgData name="Garima Sharma" userId="c5ca40beb9a8554c" providerId="LiveId" clId="{2265D429-760C-4FF0-9653-4AF4BA9B0970}" dt="2026-09-09T11:05:21.154" v="44" actId="20577"/>
          <ac:spMkLst>
            <pc:docMk/>
            <pc:sldMk cId="1657205826" sldId="265"/>
            <ac:spMk id="11" creationId="{D0E76CF5-713F-472D-8DBE-56B03AF620CB}"/>
          </ac:spMkLst>
        </pc:spChg>
        <pc:spChg chg="mod">
          <ac:chgData name="Garima Sharma" userId="c5ca40beb9a8554c" providerId="LiveId" clId="{2265D429-760C-4FF0-9653-4AF4BA9B0970}" dt="2026-09-09T11:05:21.164" v="46" actId="20577"/>
          <ac:spMkLst>
            <pc:docMk/>
            <pc:sldMk cId="1657205826" sldId="265"/>
            <ac:spMk id="12" creationId="{4009E4BD-2959-4BB2-AA20-72A368DAD76A}"/>
          </ac:spMkLst>
        </pc:spChg>
        <pc:spChg chg="mod">
          <ac:chgData name="Garima Sharma" userId="c5ca40beb9a8554c" providerId="LiveId" clId="{2265D429-760C-4FF0-9653-4AF4BA9B0970}" dt="2026-09-09T11:05:21.175" v="48" actId="20577"/>
          <ac:spMkLst>
            <pc:docMk/>
            <pc:sldMk cId="1657205826" sldId="265"/>
            <ac:spMk id="13" creationId="{3D04922B-7658-46C1-8C6B-6492A5639E82}"/>
          </ac:spMkLst>
        </pc:spChg>
      </pc:sldChg>
      <pc:sldChg chg="modSp mod modAnim">
        <pc:chgData name="Garima Sharma" userId="c5ca40beb9a8554c" providerId="LiveId" clId="{2265D429-760C-4FF0-9653-4AF4BA9B0970}" dt="2026-09-09T11:05:21.261" v="53"/>
        <pc:sldMkLst>
          <pc:docMk/>
          <pc:sldMk cId="1613524611" sldId="266"/>
        </pc:sldMkLst>
        <pc:spChg chg="mod">
          <ac:chgData name="Garima Sharma" userId="c5ca40beb9a8554c" providerId="LiveId" clId="{2265D429-760C-4FF0-9653-4AF4BA9B0970}" dt="2026-09-09T11:05:21.249" v="50" actId="20577"/>
          <ac:spMkLst>
            <pc:docMk/>
            <pc:sldMk cId="1613524611" sldId="266"/>
            <ac:spMk id="16" creationId="{CECE11AE-F1EC-4A3D-8532-B282E489E1F7}"/>
          </ac:spMkLst>
        </pc:spChg>
        <pc:spChg chg="mod">
          <ac:chgData name="Garima Sharma" userId="c5ca40beb9a8554c" providerId="LiveId" clId="{2265D429-760C-4FF0-9653-4AF4BA9B0970}" dt="2026-09-09T11:05:21.260" v="52" actId="20577"/>
          <ac:spMkLst>
            <pc:docMk/>
            <pc:sldMk cId="1613524611" sldId="266"/>
            <ac:spMk id="17" creationId="{846A9F76-36C9-4E1C-938F-D1307A10ECE5}"/>
          </ac:spMkLst>
        </pc:spChg>
      </pc:sldChg>
      <pc:sldChg chg="modSp mod modAnim">
        <pc:chgData name="Garima Sharma" userId="c5ca40beb9a8554c" providerId="LiveId" clId="{2265D429-760C-4FF0-9653-4AF4BA9B0970}" dt="2026-09-09T11:05:21.358" v="59"/>
        <pc:sldMkLst>
          <pc:docMk/>
          <pc:sldMk cId="24644359" sldId="267"/>
        </pc:sldMkLst>
        <pc:spChg chg="mod">
          <ac:chgData name="Garima Sharma" userId="c5ca40beb9a8554c" providerId="LiveId" clId="{2265D429-760C-4FF0-9653-4AF4BA9B0970}" dt="2026-09-09T11:05:21.318" v="54" actId="20577"/>
          <ac:spMkLst>
            <pc:docMk/>
            <pc:sldMk cId="24644359" sldId="267"/>
            <ac:spMk id="13" creationId="{92B18AE5-47C3-40FA-828D-FCD5E123B966}"/>
          </ac:spMkLst>
        </pc:spChg>
        <pc:spChg chg="mod">
          <ac:chgData name="Garima Sharma" userId="c5ca40beb9a8554c" providerId="LiveId" clId="{2265D429-760C-4FF0-9653-4AF4BA9B0970}" dt="2026-09-09T11:05:21.340" v="56" actId="20577"/>
          <ac:spMkLst>
            <pc:docMk/>
            <pc:sldMk cId="24644359" sldId="267"/>
            <ac:spMk id="17" creationId="{5F193C58-DA6B-43BB-85E2-77D3F4F851DB}"/>
          </ac:spMkLst>
        </pc:spChg>
        <pc:spChg chg="mod">
          <ac:chgData name="Garima Sharma" userId="c5ca40beb9a8554c" providerId="LiveId" clId="{2265D429-760C-4FF0-9653-4AF4BA9B0970}" dt="2026-09-09T11:05:21.357" v="58" actId="20577"/>
          <ac:spMkLst>
            <pc:docMk/>
            <pc:sldMk cId="24644359" sldId="267"/>
            <ac:spMk id="21" creationId="{46361E73-BD96-4544-B996-7939E3143A8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No, because 91 = 7 x 13. | State whether the task concerns factors or multiples. | A prime number has exactly two factors. The number 1 has only one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Classify 97, 144 and 125. Answer: 97 is prime; 144 is square; 125 is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No, because 91 = 7 x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 prime number has exactly two factors. The number 1 has only one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No, because 91 = 7 x 13..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64, 81, 100, 121 and 144..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64, 81, 100, 121 and 144.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64, 81, 100, 121 and 144. | A prime number has exactly two factors. The number 1 has only one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77668B6-53B4-4B33-A7EA-2544806874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D6B26E-3E6F-45DB-B90A-43992BD702D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ECD9C64-41B4-4360-B8E0-37288CA005C1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9C2EB8-4793-4708-A880-438501ADF091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A09731-8B93-43C4-9E7C-9E73B1C77203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401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6C0A34-91F3-41B4-B85D-2C738DC56467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D2B1E3-8B2D-4F4A-9C53-710B063E0405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429479-F134-4775-82B3-9E044FE626B9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prime, square and cube numbers.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C11691-5332-4F68-9CA5-40E97A0F1383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361020-D558-4877-A7DF-FE741E99165D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5A5385-90AD-462E-AAA3-AF0CDC3A01E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48771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DC0E010-E0BC-447D-BBE0-B6F02AD941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EED851-D340-4CA1-9738-FD5E83F3B8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877953E-C69D-4D48-A04F-11B19566AED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B6CE68-4FEC-4210-B3C6-4F45D57B24C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50B6C1-F678-4214-B66E-2BAC3407D79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6CC21E-3E92-470F-9737-D5A7D0A1EDA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B2246F-152D-4F33-AD01-5CAAB3F753C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EF573B-A592-41CC-97CB-F7957BCB4A8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E95D47-0C84-4F24-A226-51B09E9F34B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700CDBA-93AA-4ADB-B6AE-8A11DBE0997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1080485-84BE-48FD-A6B3-62A094B4E1D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02E8A3-D7DC-4E2A-8751-2EC5D425E08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B6AFDE-4E57-4094-929D-F1A984D1696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DA6AA-984A-409F-9A62-323808D0B2A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6F23685-8892-42CD-B9D3-87BD4DFAC52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762857-7804-4981-8C27-34F6504819F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4B6A0E-1D41-4B6B-9A5C-6F587DCF1DE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91 prime? Explain.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7BE7EBE-7709-4CD5-B2FE-B7A5DAC55E0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4F79D6-FAC3-4C8D-AAB5-8306259431D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380439-17A3-40E1-8442-97BA3E8C69A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3D736C-455A-4215-8474-2CA68AC5307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Classify 97, 144 and 125.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83AAFE-6D2A-4875-A30D-0871D529A83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56056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EFEE4F-EC39-4D9A-929A-B7E61A0004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99884C-BA16-410A-AA91-F3FA08D6D2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D463B16-6898-4F40-BD13-586048E1ABF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884A17-C67E-4269-857C-9BED2AEBFEE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680338-A8A3-4FD3-B200-0EC2333873E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59F046-D2AD-4535-B635-27A51293EE8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21FADA-7BE7-4447-8C9E-413143319A1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2C8602-1006-436F-BE14-A7C75AD572B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9DC759-BCB0-45AB-8713-83BD904C5E9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D2FF-3660-49B8-BF16-E28F844A4E16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prime, square and cube numbers.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54FF96-B7AE-472B-86A5-B53E406F4D01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3E69DE-0CE8-4106-85AA-A4305DFFC6AE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5C53BA-EC73-468E-9696-B08B3AE1BBFC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811F53-9C73-47C0-9E9F-E4F075333ACA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CF95C9-E5B2-48EC-BD76-36193FC6112A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2115961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E317DF7-AC25-46D0-8B46-BA637886BC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62458E-EBC7-4C89-9688-518D6D89240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3311AF0-B8AA-4C21-B4F5-6B0605423CD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E7C72E-F104-4F3D-858E-EE7FC5BBECA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23CC89-1A72-49E2-8314-3738B6CFB43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ED2147-8794-4D97-8741-C9833E99B16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0EE335-2C75-449E-B273-5E9FE76D781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10A7F8-183E-46FF-A717-BFE676F9929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931851-D46D-4FB3-AF9C-33A54FA51F0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1D8EC8-1D56-4490-8909-F5C85CE4467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Classify 97, 144 and 125.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84C58E-51A5-47F6-9CA5-AD26F81B71B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AB98597-1ABC-4E34-A018-0472D5C2E73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411739-C1F4-41A7-8239-422EBD17CF04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210FF5-D9D4-42EA-87BC-B07E56940C9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3241E9-3E0A-497D-91AB-6DB3409A8F77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E6B0BF6-90EF-410A-95D8-7D04906367C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912457-D506-476F-9C35-41133C4266C4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433D011-8A3D-4FDE-9809-8A959D2CE833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341B3A-ECCE-4D1C-8DBB-D447C652D6D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55CC186-4AF8-4D98-8CC3-8EA4A62A6FB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83FC22-82DF-4905-982C-C64DBC95BF79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D16BBB5-C193-4A5E-97C1-B5EC38BF2E78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00223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628B59D-1A55-4EDE-87B4-BB745B6E9C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60A3D1-7867-49F0-9661-D5AAEA89BF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B3ED95B-A490-4480-9FB1-A7DEB70A68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ED71B7-C1C3-4296-831A-0F142898138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F595B0-68DD-461A-9ED2-38EDE7A5B83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7609A0-90A0-43FF-85C7-0E95A8284C7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5564E7-04BF-4EA3-ADFB-0E78F8B8244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A339A0-0F52-4EB1-BCA3-3105EEC9892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DAF39E-33E0-4DB3-A88D-46D58285EA8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8F56AD-B946-402E-9D25-D6D17D1F901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7B7E2C-7C1B-412F-A24C-313AAD61261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97 is prime; 144 is square; 125 is cube.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566DC5-C889-4615-A98F-8B3B09C37219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44B93D-F2AE-410F-AF21-136A19A15671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200AA9-4A34-4C49-BA84-6A5CDA59001B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1848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9494CCC-51FD-4091-90D1-5452179E59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6EB2B0-4B42-4A6B-B97F-C53DB7BB55F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ED8DD96-6943-447D-8BBE-E18AB67ED9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CA4359-2F23-49DC-A5FF-E72F8682D27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667407-517F-4A8B-A94A-5A449E66A2E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CF8B19-8ED8-4B81-90C1-D4E8C6487F1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64E7E8-6980-4A08-8AE9-086EC5ECCD6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F92774-4BFA-48B2-A2F9-9F3BF6B46A2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B95AD0-8EA3-4087-A580-9C2B42C166A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0F4F7C-5422-4499-89CE-9616D0E9B4D1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91 prime? Explain.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8A668D-D7FA-4CD0-896B-6A92CE9EB36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ED3EE46-0E99-4E1B-AE8A-1385F74E03BF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5747D3-118B-4E3C-8C2F-CE349D08ACFE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87B932-CBC1-42EB-B75C-47CAD3157E67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FB75A8-D73A-4239-A5B4-672CD6DB7587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No, because 91 = 7 x 13.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52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5B01A79-0583-44CC-A177-EDAEACD604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620C8A-91A5-4C09-9193-8ADC88F6B0D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131952-6414-4FFF-9FC2-F2EE1881E2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4AE303-20F5-4660-AE5E-63F098B1166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1B79FC-622E-4C08-B068-A5461AFC620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A9CBFF-4EF3-4A1E-BE33-F67B393AED0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B55B74-11E6-4BAD-AEEC-7A40469B62C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ACABEC-DFCB-438C-A3C5-6F106305DDE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9F63C7-C00C-461C-B86A-D0E396BE35D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9C1F931-52C5-40E3-8518-89F53826827C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66B351-5C92-4538-8258-196882F2620B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says 1 is prime because it has no factor pairs apart from itself.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9EB78E-1F2F-4C5F-BEB4-CE62247168DE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683E1A-B24A-4E4D-B898-53710D37CDF6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2A6F2A-B08A-4659-92DF-56081B349543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prime number has exactly two factors. The number 1 has only one factor.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6467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F4B3E05-E504-40AE-A338-DE9B0255C5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C2045A-56D9-4375-BAA4-20A4064CAD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E086A7-5BD9-428D-A825-D134F7D4241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F1D6D7-602B-46AB-BC37-ACE58AE51AF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356214-CF0C-4F55-A86D-002EC9C11B8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3C4F8F-2B33-4EF8-B37D-C009E1CAFA2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B99CC6-19FE-4E0F-AE2E-04E33202954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E6D0D2-F624-46F8-A4F1-B9B76264BEC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EE776B-9849-47E9-B1EF-9C6A8ACE60F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5A7334C-5725-44AB-BB4C-57C402FF6D6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F97D3E-22E1-4A48-8AD4-49B186B4BC0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90F2FD-1B87-4710-B79D-1FDDCAF454C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1EDB01-C500-444F-8801-DB23E5179E5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91 prime? Explain.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28217C-8696-475C-A19F-84F8A42D963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89397D3-9C25-4834-B643-D975D286E5A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687DB-B5E8-4AFE-98BD-63FD0D40007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B03941-5754-493D-8AB1-5C48098488A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3732B07-1AFD-4926-9AB0-B168F520C17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9024D36-E50B-4E36-8D7B-1D51EFB1E0E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CC2896-F61D-475D-B863-2405A4270C7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A5E381-A861-446F-8DA8-5A51C5CA19A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No, because 91 = 7 x 13.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57D0C2-AA5F-45B6-BE3B-FBF25C14CE5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6554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88F442F7-7220-45B5-B70D-2BB7975903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E64335-AA3F-4584-8D45-56A8195AA4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FF1BEF-7DDB-452D-ABF8-49BA3322B1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F9C6DE-0A12-4F0B-BB99-DA585890E55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A98D91-C493-4062-822B-8954529C383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86F838-9FBF-4AE6-BAD8-F47111A4DAE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E46DAD-0570-4F35-9624-7F7B16E3A3B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1E60F8-6DC3-425D-813B-2C97B3FE724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249D02-A2AC-4E90-9F27-43D58BCFDD3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9707A43-8051-4C5C-BA05-D78DC8F846C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4E0DEFB-EEA0-49FE-97A3-522D5973751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43E9C1-FF9B-4EDE-8970-7B585D73490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32E55C-E4BC-410A-9E75-472BDB0F09C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square numbers between 50 and 150.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F5DF85E-5D90-4D0D-AC79-A784E5F46DA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D3D9D9D-3DB3-41F1-A22F-B71036CF928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620784-92F3-4831-A387-E962C76C290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17FDF0-1D29-40ED-93CB-B2A648CE302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3E0D693-9DD3-4918-90F6-A46D5D9289B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406FA19-7753-4986-B65A-39F9491DDEE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427B331-DFB1-4252-AB58-A821A4AF350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9B4766-C293-4A12-933D-A1C90C580AD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5120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FB4F144-F433-4E6A-B88D-F99B63D574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7E9D6A-A6D6-4B58-9340-909B6C9C437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1A6010-A253-4B7A-9489-AF35EAA0D0C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0C459A-DE5F-4A31-857F-950FB4397B4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E3539-88A1-49C1-A321-1917F531B10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EC2D4E-AEEF-46FC-A17D-25E215A50CB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DF570E-22BA-431B-8833-8DB5821DC86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EE4C47-8075-4983-AEF8-419BA2D53B7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084D1D-1FC2-4ACE-9B5F-250E5C82F16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C3D296-A070-44CD-A9BC-6BE826DE151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number below 200 that is both a square and a cube.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E76CF5-713F-472D-8DBE-56B03AF620CB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09E4BD-2959-4BB2-AA20-72A368DAD76A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04922B-7658-46C1-8C6B-6492A5639E8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7205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35EB0BA-04F8-4118-B860-C59A608D45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3F61AF-7B37-434E-A578-D46F20DB0D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1D0DCD7-290E-4188-86E5-4D7379F46C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1F8B18-8A7C-4000-9243-3E72CF3AAF3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724BC8-7B5F-4D89-99E4-E6E2E97F11D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04F0FD-757A-4C05-BBC0-46255AB2DEC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9C6DD2-335C-4DFA-B033-980F1CD1E33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3BE38D-F854-4E90-985B-AAD3E85FA10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447D9D-8536-4A07-923F-7EFC3EC539E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519D16-7802-4215-A96F-52C67BC8EEAD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1953523-B4E0-405E-AFCC-3D6AD84D86B7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94A8D0-495D-4C38-9268-C6BFBD71CC08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square numbers between 50 and 150.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EA2EF6-2FEE-48A2-B3DD-1B96EC83709C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C91FBB-0BBB-44DB-833D-647BE733C83F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E3BADC2-627E-406A-881B-0620C0880C75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CE11AE-F1EC-4A3D-8532-B282E489E1F7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66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64, 81, 100, 121 and 144.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A9F76-36C9-4E1C-938F-D1307A10ECE5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7F4035-70EA-4246-80C2-0316AF7B3CC4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1352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C33D0BB-E4E0-49C2-AC9E-B7945BCDA2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779AE2-56B8-412B-8ECB-50E4F69646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9367C38-B57B-4DEC-96B1-3ECD72882BD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DA9568-AF4C-4BED-AC4D-554CE8D7E98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D05891-4087-4866-9C37-F3D76816497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D6821B-0AA6-4BE9-9252-3A35FE61459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3DABB2-0276-459F-A63D-4953180E288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B5E069-CB73-484E-86FC-E9A61CC5F91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4B0086-2DB6-4EB7-9813-ECD5A278240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Classify prime, square and cube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7FC54FA-B4C9-45B5-B75A-95F782D70ED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D6239B3-87BF-4F12-86C9-716BEF7631A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6F6C2B-DE75-4193-8690-7EA5D1D1840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B18AE5-47C3-40FA-828D-FCD5E123B96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square numbers between 50 and 150.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62A574-55F8-4515-AA88-C003E57626B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F22D329-20C8-4A8E-AB15-FD115DE918C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094C01-EF1B-4A23-947C-7EEA119E9A0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193C58-DA6B-43BB-85E2-77D3F4F851D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says 1 is prime because it has no factor pairs apart from itself.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8A3EC87-CF58-4BA9-BD4C-013F6E4D33A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3BD30BD-E73F-4EE7-901B-FE7C679BFDB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7983F2-DE1F-44A0-B3A1-0AA5D07B933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361E73-BD96-4544-B996-7939E3143A8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45BB06-4A8D-4468-83C0-E996622A913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4644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1237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2026-09-09T10:56:23Z</dcterms:created>
  <dcterms:modified xsi:type="dcterms:W3CDTF">2026-09-09T11:05:21Z</dcterms:modified>
</cp:coreProperties>
</file>