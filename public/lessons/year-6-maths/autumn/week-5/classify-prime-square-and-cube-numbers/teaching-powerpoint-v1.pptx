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Classify prime, square and cube numbers.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I do. Use arrays to show square and cube structure. For the prime, test prime divisors no greater than its square root.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You do. Pause before clicking. Let pupils try independently, then reveal and discuss every step. Use arrays to show square and cube structure. For the prime, test prime divisors no greater than its square root.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I do. Use arrays to show square and cube structure. For the prime, test prime divisors no greater than its square root.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You do. Pause before clicking. Let pupils try independently, then reveal and discuss every step. Use arrays to show square and cube structure. For the prime, test prime divisors no greater than its square root.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Classify prime, square and cube numbers.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FFBE3B9C-E034-4C72-957D-6AC963CF7D59}"/>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Classify prime, square and cube numbers</a:t>
            </a:r>
          </a:p>
        </p:txBody>
      </p:sp>
      <p:sp>
        <p:nvSpPr>
          <p:cNvPr id="2" name="object-2">
            <a:extLst>
              <a:ext uri="{FF2B5EF4-FFF2-40B4-BE49-F238E27FC236}">
                <a16:creationId xmlns:a16="http://schemas.microsoft.com/office/drawing/2014/main" id="{EE1A77A4-A6F1-47A0-A5F9-BD2D6C494FD8}"/>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B15ACB5E-F962-4F04-9876-7FAA10C221C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04C1EF1-7E55-46E8-99BA-17D46E19B3E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5" name="object-5">
            <a:extLst>
              <a:ext uri="{FF2B5EF4-FFF2-40B4-BE49-F238E27FC236}">
                <a16:creationId xmlns:a16="http://schemas.microsoft.com/office/drawing/2014/main" id="{1E5D1EEE-E58D-4F4E-8497-90B5EC4C3A9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31CDA082-E14F-4B53-80CA-74397492D270}"/>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identify prime, square and cube numbers.</a:t>
            </a:r>
          </a:p>
        </p:txBody>
      </p:sp>
    </p:spTree>
    <p:extLst>
      <p:ext uri="{BB962C8B-B14F-4D97-AF65-F5344CB8AC3E}">
        <p14:creationId xmlns:p14="http://schemas.microsoft.com/office/powerpoint/2010/main" val="83625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4" name="object-1">
            <a:extLst>
              <a:ext uri="{FF2B5EF4-FFF2-40B4-BE49-F238E27FC236}">
                <a16:creationId xmlns:a16="http://schemas.microsoft.com/office/drawing/2014/main" id="{01E32DA1-5889-4AA8-8885-6272A2E967C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BBDCED5-6FAF-47F8-82AA-E7673822EFA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Which are prime, square or cube numbers: 97, 144, 125?</a:t>
            </a:r>
          </a:p>
        </p:txBody>
      </p:sp>
      <p:sp>
        <p:nvSpPr>
          <p:cNvPr id="3" name="object-3">
            <a:extLst>
              <a:ext uri="{FF2B5EF4-FFF2-40B4-BE49-F238E27FC236}">
                <a16:creationId xmlns:a16="http://schemas.microsoft.com/office/drawing/2014/main" id="{15B6805C-108B-422E-8BCE-E17BD3B166A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F8086A6-7995-4361-9CF2-B54E136E53A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5" name="object-5">
            <a:extLst>
              <a:ext uri="{FF2B5EF4-FFF2-40B4-BE49-F238E27FC236}">
                <a16:creationId xmlns:a16="http://schemas.microsoft.com/office/drawing/2014/main" id="{D16F5FEE-1BDE-43A5-B863-06347C63103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B5D3F266-BF94-48CA-928A-8FEB607AB1BB}"/>
              </a:ext>
            </a:extLst>
          </p:cNvPr>
          <p:cNvSpPr>
            <a:spLocks noGrp="1"/>
          </p:cNvSpPr>
          <p:nvPr/>
        </p:nvSpPr>
        <p:spPr>
          <a:xfrm>
            <a:off x="5476875" y="3036094"/>
            <a:ext cx="226219" cy="226219"/>
          </a:xfrm>
          <a:prstGeom prst="rect">
            <a:avLst/>
          </a:prstGeom>
          <a:solidFill>
            <a:srgbClr val="1D4ED8"/>
          </a:solidFill>
          <a:ln w="11906">
            <a:solidFill>
              <a:srgbClr val="FFFFFF"/>
            </a:solidFill>
          </a:ln>
        </p:spPr>
      </p:sp>
      <p:sp>
        <p:nvSpPr>
          <p:cNvPr id="7" name="object-7">
            <a:extLst>
              <a:ext uri="{FF2B5EF4-FFF2-40B4-BE49-F238E27FC236}">
                <a16:creationId xmlns:a16="http://schemas.microsoft.com/office/drawing/2014/main" id="{12CEFFFA-8E8F-4E8B-AFF4-BB8942C0A96A}"/>
              </a:ext>
            </a:extLst>
          </p:cNvPr>
          <p:cNvSpPr>
            <a:spLocks noGrp="1"/>
          </p:cNvSpPr>
          <p:nvPr/>
        </p:nvSpPr>
        <p:spPr>
          <a:xfrm>
            <a:off x="5703094" y="3036094"/>
            <a:ext cx="226219" cy="226219"/>
          </a:xfrm>
          <a:prstGeom prst="rect">
            <a:avLst/>
          </a:prstGeom>
          <a:solidFill>
            <a:srgbClr val="1D4ED8"/>
          </a:solidFill>
          <a:ln w="11906">
            <a:solidFill>
              <a:srgbClr val="FFFFFF"/>
            </a:solidFill>
          </a:ln>
        </p:spPr>
      </p:sp>
      <p:sp>
        <p:nvSpPr>
          <p:cNvPr id="8" name="object-8">
            <a:extLst>
              <a:ext uri="{FF2B5EF4-FFF2-40B4-BE49-F238E27FC236}">
                <a16:creationId xmlns:a16="http://schemas.microsoft.com/office/drawing/2014/main" id="{AD818FC2-1A11-4163-A5C6-B4727156538D}"/>
              </a:ext>
            </a:extLst>
          </p:cNvPr>
          <p:cNvSpPr>
            <a:spLocks noGrp="1"/>
          </p:cNvSpPr>
          <p:nvPr/>
        </p:nvSpPr>
        <p:spPr>
          <a:xfrm>
            <a:off x="5929313" y="3036094"/>
            <a:ext cx="226219" cy="226219"/>
          </a:xfrm>
          <a:prstGeom prst="rect">
            <a:avLst/>
          </a:prstGeom>
          <a:solidFill>
            <a:srgbClr val="1D4ED8"/>
          </a:solidFill>
          <a:ln w="11906">
            <a:solidFill>
              <a:srgbClr val="FFFFFF"/>
            </a:solidFill>
          </a:ln>
        </p:spPr>
      </p:sp>
      <p:sp>
        <p:nvSpPr>
          <p:cNvPr id="9" name="object-9">
            <a:extLst>
              <a:ext uri="{FF2B5EF4-FFF2-40B4-BE49-F238E27FC236}">
                <a16:creationId xmlns:a16="http://schemas.microsoft.com/office/drawing/2014/main" id="{CD57DE52-0F78-4990-8400-D7DAA1E812BA}"/>
              </a:ext>
            </a:extLst>
          </p:cNvPr>
          <p:cNvSpPr>
            <a:spLocks noGrp="1"/>
          </p:cNvSpPr>
          <p:nvPr/>
        </p:nvSpPr>
        <p:spPr>
          <a:xfrm>
            <a:off x="6155531" y="3036094"/>
            <a:ext cx="226219" cy="226219"/>
          </a:xfrm>
          <a:prstGeom prst="rect">
            <a:avLst/>
          </a:prstGeom>
          <a:solidFill>
            <a:srgbClr val="1D4ED8"/>
          </a:solidFill>
          <a:ln w="11906">
            <a:solidFill>
              <a:srgbClr val="FFFFFF"/>
            </a:solidFill>
          </a:ln>
        </p:spPr>
      </p:sp>
      <p:sp>
        <p:nvSpPr>
          <p:cNvPr id="10" name="object-10">
            <a:extLst>
              <a:ext uri="{FF2B5EF4-FFF2-40B4-BE49-F238E27FC236}">
                <a16:creationId xmlns:a16="http://schemas.microsoft.com/office/drawing/2014/main" id="{C2016A6E-E398-43CF-B49C-48A7187DB3DC}"/>
              </a:ext>
            </a:extLst>
          </p:cNvPr>
          <p:cNvSpPr>
            <a:spLocks noGrp="1"/>
          </p:cNvSpPr>
          <p:nvPr/>
        </p:nvSpPr>
        <p:spPr>
          <a:xfrm>
            <a:off x="6381750" y="3036094"/>
            <a:ext cx="226219" cy="226219"/>
          </a:xfrm>
          <a:prstGeom prst="rect">
            <a:avLst/>
          </a:prstGeom>
          <a:solidFill>
            <a:srgbClr val="1D4ED8"/>
          </a:solidFill>
          <a:ln w="11906">
            <a:solidFill>
              <a:srgbClr val="FFFFFF"/>
            </a:solidFill>
          </a:ln>
        </p:spPr>
      </p:sp>
      <p:sp>
        <p:nvSpPr>
          <p:cNvPr id="11" name="object-11">
            <a:extLst>
              <a:ext uri="{FF2B5EF4-FFF2-40B4-BE49-F238E27FC236}">
                <a16:creationId xmlns:a16="http://schemas.microsoft.com/office/drawing/2014/main" id="{83061E95-3596-4AF7-9E3E-77608E5FAAD4}"/>
              </a:ext>
            </a:extLst>
          </p:cNvPr>
          <p:cNvSpPr>
            <a:spLocks noGrp="1"/>
          </p:cNvSpPr>
          <p:nvPr/>
        </p:nvSpPr>
        <p:spPr>
          <a:xfrm>
            <a:off x="6607969" y="3036094"/>
            <a:ext cx="226219" cy="226219"/>
          </a:xfrm>
          <a:prstGeom prst="rect">
            <a:avLst/>
          </a:prstGeom>
          <a:solidFill>
            <a:srgbClr val="1D4ED8"/>
          </a:solidFill>
          <a:ln w="11906">
            <a:solidFill>
              <a:srgbClr val="FFFFFF"/>
            </a:solidFill>
          </a:ln>
        </p:spPr>
      </p:sp>
      <p:sp>
        <p:nvSpPr>
          <p:cNvPr id="12" name="object-12">
            <a:extLst>
              <a:ext uri="{FF2B5EF4-FFF2-40B4-BE49-F238E27FC236}">
                <a16:creationId xmlns:a16="http://schemas.microsoft.com/office/drawing/2014/main" id="{6786E7E2-7018-4B2E-B091-3031285E4DE1}"/>
              </a:ext>
            </a:extLst>
          </p:cNvPr>
          <p:cNvSpPr>
            <a:spLocks noGrp="1"/>
          </p:cNvSpPr>
          <p:nvPr/>
        </p:nvSpPr>
        <p:spPr>
          <a:xfrm>
            <a:off x="6834188" y="3036094"/>
            <a:ext cx="226219" cy="226219"/>
          </a:xfrm>
          <a:prstGeom prst="rect">
            <a:avLst/>
          </a:prstGeom>
          <a:solidFill>
            <a:srgbClr val="1D4ED8"/>
          </a:solidFill>
          <a:ln w="11906">
            <a:solidFill>
              <a:srgbClr val="FFFFFF"/>
            </a:solidFill>
          </a:ln>
        </p:spPr>
      </p:sp>
      <p:sp>
        <p:nvSpPr>
          <p:cNvPr id="13" name="object-13">
            <a:extLst>
              <a:ext uri="{FF2B5EF4-FFF2-40B4-BE49-F238E27FC236}">
                <a16:creationId xmlns:a16="http://schemas.microsoft.com/office/drawing/2014/main" id="{AD4BAEF8-462C-4643-9676-F6DA2DF23F94}"/>
              </a:ext>
            </a:extLst>
          </p:cNvPr>
          <p:cNvSpPr>
            <a:spLocks noGrp="1"/>
          </p:cNvSpPr>
          <p:nvPr/>
        </p:nvSpPr>
        <p:spPr>
          <a:xfrm>
            <a:off x="7060406" y="3036094"/>
            <a:ext cx="226219" cy="226219"/>
          </a:xfrm>
          <a:prstGeom prst="rect">
            <a:avLst/>
          </a:prstGeom>
          <a:solidFill>
            <a:srgbClr val="1D4ED8"/>
          </a:solidFill>
          <a:ln w="11906">
            <a:solidFill>
              <a:srgbClr val="FFFFFF"/>
            </a:solidFill>
          </a:ln>
        </p:spPr>
      </p:sp>
      <p:sp>
        <p:nvSpPr>
          <p:cNvPr id="14" name="object-14">
            <a:extLst>
              <a:ext uri="{FF2B5EF4-FFF2-40B4-BE49-F238E27FC236}">
                <a16:creationId xmlns:a16="http://schemas.microsoft.com/office/drawing/2014/main" id="{93EF38A4-83FA-4A2E-B526-B474313AC66D}"/>
              </a:ext>
            </a:extLst>
          </p:cNvPr>
          <p:cNvSpPr>
            <a:spLocks noGrp="1"/>
          </p:cNvSpPr>
          <p:nvPr/>
        </p:nvSpPr>
        <p:spPr>
          <a:xfrm>
            <a:off x="7286625" y="3036094"/>
            <a:ext cx="226219" cy="226219"/>
          </a:xfrm>
          <a:prstGeom prst="rect">
            <a:avLst/>
          </a:prstGeom>
          <a:solidFill>
            <a:srgbClr val="1D4ED8"/>
          </a:solidFill>
          <a:ln w="11906">
            <a:solidFill>
              <a:srgbClr val="FFFFFF"/>
            </a:solidFill>
          </a:ln>
        </p:spPr>
      </p:sp>
      <p:sp>
        <p:nvSpPr>
          <p:cNvPr id="15" name="object-15">
            <a:extLst>
              <a:ext uri="{FF2B5EF4-FFF2-40B4-BE49-F238E27FC236}">
                <a16:creationId xmlns:a16="http://schemas.microsoft.com/office/drawing/2014/main" id="{E552A727-89A4-467E-8D12-1523B376D02D}"/>
              </a:ext>
            </a:extLst>
          </p:cNvPr>
          <p:cNvSpPr>
            <a:spLocks noGrp="1"/>
          </p:cNvSpPr>
          <p:nvPr/>
        </p:nvSpPr>
        <p:spPr>
          <a:xfrm>
            <a:off x="7512844" y="3036094"/>
            <a:ext cx="226219" cy="226219"/>
          </a:xfrm>
          <a:prstGeom prst="rect">
            <a:avLst/>
          </a:prstGeom>
          <a:solidFill>
            <a:srgbClr val="1D4ED8"/>
          </a:solidFill>
          <a:ln w="11906">
            <a:solidFill>
              <a:srgbClr val="FFFFFF"/>
            </a:solidFill>
          </a:ln>
        </p:spPr>
      </p:sp>
      <p:sp>
        <p:nvSpPr>
          <p:cNvPr id="16" name="object-16">
            <a:extLst>
              <a:ext uri="{FF2B5EF4-FFF2-40B4-BE49-F238E27FC236}">
                <a16:creationId xmlns:a16="http://schemas.microsoft.com/office/drawing/2014/main" id="{8B198921-91E6-4F80-9E29-A28F9AD225B4}"/>
              </a:ext>
            </a:extLst>
          </p:cNvPr>
          <p:cNvSpPr>
            <a:spLocks noGrp="1"/>
          </p:cNvSpPr>
          <p:nvPr/>
        </p:nvSpPr>
        <p:spPr>
          <a:xfrm>
            <a:off x="7739063" y="3036094"/>
            <a:ext cx="226219" cy="226219"/>
          </a:xfrm>
          <a:prstGeom prst="rect">
            <a:avLst/>
          </a:prstGeom>
          <a:solidFill>
            <a:srgbClr val="1D4ED8"/>
          </a:solidFill>
          <a:ln w="11906">
            <a:solidFill>
              <a:srgbClr val="FFFFFF"/>
            </a:solidFill>
          </a:ln>
        </p:spPr>
      </p:sp>
      <p:sp>
        <p:nvSpPr>
          <p:cNvPr id="17" name="object-17">
            <a:extLst>
              <a:ext uri="{FF2B5EF4-FFF2-40B4-BE49-F238E27FC236}">
                <a16:creationId xmlns:a16="http://schemas.microsoft.com/office/drawing/2014/main" id="{6A8C0D06-7C95-4810-A81E-2DF279EA0338}"/>
              </a:ext>
            </a:extLst>
          </p:cNvPr>
          <p:cNvSpPr>
            <a:spLocks noGrp="1"/>
          </p:cNvSpPr>
          <p:nvPr/>
        </p:nvSpPr>
        <p:spPr>
          <a:xfrm>
            <a:off x="7965281" y="3036094"/>
            <a:ext cx="226219" cy="226219"/>
          </a:xfrm>
          <a:prstGeom prst="rect">
            <a:avLst/>
          </a:prstGeom>
          <a:solidFill>
            <a:srgbClr val="1D4ED8"/>
          </a:solidFill>
          <a:ln w="11906">
            <a:solidFill>
              <a:srgbClr val="FFFFFF"/>
            </a:solidFill>
          </a:ln>
        </p:spPr>
      </p:sp>
      <p:sp>
        <p:nvSpPr>
          <p:cNvPr id="18" name="object-18">
            <a:extLst>
              <a:ext uri="{FF2B5EF4-FFF2-40B4-BE49-F238E27FC236}">
                <a16:creationId xmlns:a16="http://schemas.microsoft.com/office/drawing/2014/main" id="{E4569008-11DE-403A-A27C-254C6EFA8836}"/>
              </a:ext>
            </a:extLst>
          </p:cNvPr>
          <p:cNvSpPr>
            <a:spLocks noGrp="1"/>
          </p:cNvSpPr>
          <p:nvPr/>
        </p:nvSpPr>
        <p:spPr>
          <a:xfrm>
            <a:off x="5476875" y="3262313"/>
            <a:ext cx="226219" cy="226219"/>
          </a:xfrm>
          <a:prstGeom prst="rect">
            <a:avLst/>
          </a:prstGeom>
          <a:solidFill>
            <a:srgbClr val="1D4ED8"/>
          </a:solidFill>
          <a:ln w="11906">
            <a:solidFill>
              <a:srgbClr val="FFFFFF"/>
            </a:solidFill>
          </a:ln>
        </p:spPr>
      </p:sp>
      <p:sp>
        <p:nvSpPr>
          <p:cNvPr id="19" name="object-19">
            <a:extLst>
              <a:ext uri="{FF2B5EF4-FFF2-40B4-BE49-F238E27FC236}">
                <a16:creationId xmlns:a16="http://schemas.microsoft.com/office/drawing/2014/main" id="{8F00C6D2-C2A1-409A-A0C7-3C9600216E68}"/>
              </a:ext>
            </a:extLst>
          </p:cNvPr>
          <p:cNvSpPr>
            <a:spLocks noGrp="1"/>
          </p:cNvSpPr>
          <p:nvPr/>
        </p:nvSpPr>
        <p:spPr>
          <a:xfrm>
            <a:off x="5703094" y="3262313"/>
            <a:ext cx="226219" cy="226219"/>
          </a:xfrm>
          <a:prstGeom prst="rect">
            <a:avLst/>
          </a:prstGeom>
          <a:solidFill>
            <a:srgbClr val="1D4ED8"/>
          </a:solidFill>
          <a:ln w="11906">
            <a:solidFill>
              <a:srgbClr val="FFFFFF"/>
            </a:solidFill>
          </a:ln>
        </p:spPr>
      </p:sp>
      <p:sp>
        <p:nvSpPr>
          <p:cNvPr id="20" name="object-20">
            <a:extLst>
              <a:ext uri="{FF2B5EF4-FFF2-40B4-BE49-F238E27FC236}">
                <a16:creationId xmlns:a16="http://schemas.microsoft.com/office/drawing/2014/main" id="{345F859A-C733-4302-BE5C-B967A7D25154}"/>
              </a:ext>
            </a:extLst>
          </p:cNvPr>
          <p:cNvSpPr>
            <a:spLocks noGrp="1"/>
          </p:cNvSpPr>
          <p:nvPr/>
        </p:nvSpPr>
        <p:spPr>
          <a:xfrm>
            <a:off x="5929313" y="3262313"/>
            <a:ext cx="226219" cy="226219"/>
          </a:xfrm>
          <a:prstGeom prst="rect">
            <a:avLst/>
          </a:prstGeom>
          <a:solidFill>
            <a:srgbClr val="1D4ED8"/>
          </a:solidFill>
          <a:ln w="11906">
            <a:solidFill>
              <a:srgbClr val="FFFFFF"/>
            </a:solidFill>
          </a:ln>
        </p:spPr>
      </p:sp>
      <p:sp>
        <p:nvSpPr>
          <p:cNvPr id="21" name="object-21">
            <a:extLst>
              <a:ext uri="{FF2B5EF4-FFF2-40B4-BE49-F238E27FC236}">
                <a16:creationId xmlns:a16="http://schemas.microsoft.com/office/drawing/2014/main" id="{F4F51C2D-2C61-42A4-A516-DD7AB32DADD9}"/>
              </a:ext>
            </a:extLst>
          </p:cNvPr>
          <p:cNvSpPr>
            <a:spLocks noGrp="1"/>
          </p:cNvSpPr>
          <p:nvPr/>
        </p:nvSpPr>
        <p:spPr>
          <a:xfrm>
            <a:off x="6155531" y="3262313"/>
            <a:ext cx="226219" cy="226219"/>
          </a:xfrm>
          <a:prstGeom prst="rect">
            <a:avLst/>
          </a:prstGeom>
          <a:solidFill>
            <a:srgbClr val="1D4ED8"/>
          </a:solidFill>
          <a:ln w="11906">
            <a:solidFill>
              <a:srgbClr val="FFFFFF"/>
            </a:solidFill>
          </a:ln>
        </p:spPr>
      </p:sp>
      <p:sp>
        <p:nvSpPr>
          <p:cNvPr id="22" name="object-22">
            <a:extLst>
              <a:ext uri="{FF2B5EF4-FFF2-40B4-BE49-F238E27FC236}">
                <a16:creationId xmlns:a16="http://schemas.microsoft.com/office/drawing/2014/main" id="{D1C3B878-1371-423F-95F2-FB012C756A21}"/>
              </a:ext>
            </a:extLst>
          </p:cNvPr>
          <p:cNvSpPr>
            <a:spLocks noGrp="1"/>
          </p:cNvSpPr>
          <p:nvPr/>
        </p:nvSpPr>
        <p:spPr>
          <a:xfrm>
            <a:off x="6381750" y="3262313"/>
            <a:ext cx="226219" cy="226219"/>
          </a:xfrm>
          <a:prstGeom prst="rect">
            <a:avLst/>
          </a:prstGeom>
          <a:solidFill>
            <a:srgbClr val="1D4ED8"/>
          </a:solidFill>
          <a:ln w="11906">
            <a:solidFill>
              <a:srgbClr val="FFFFFF"/>
            </a:solidFill>
          </a:ln>
        </p:spPr>
      </p:sp>
      <p:sp>
        <p:nvSpPr>
          <p:cNvPr id="23" name="object-23">
            <a:extLst>
              <a:ext uri="{FF2B5EF4-FFF2-40B4-BE49-F238E27FC236}">
                <a16:creationId xmlns:a16="http://schemas.microsoft.com/office/drawing/2014/main" id="{D75356F0-FEC5-4DF7-AB75-B6A6D09CF201}"/>
              </a:ext>
            </a:extLst>
          </p:cNvPr>
          <p:cNvSpPr>
            <a:spLocks noGrp="1"/>
          </p:cNvSpPr>
          <p:nvPr/>
        </p:nvSpPr>
        <p:spPr>
          <a:xfrm>
            <a:off x="6607969" y="3262313"/>
            <a:ext cx="226219" cy="226219"/>
          </a:xfrm>
          <a:prstGeom prst="rect">
            <a:avLst/>
          </a:prstGeom>
          <a:solidFill>
            <a:srgbClr val="1D4ED8"/>
          </a:solidFill>
          <a:ln w="11906">
            <a:solidFill>
              <a:srgbClr val="FFFFFF"/>
            </a:solidFill>
          </a:ln>
        </p:spPr>
      </p:sp>
      <p:sp>
        <p:nvSpPr>
          <p:cNvPr id="24" name="object-24">
            <a:extLst>
              <a:ext uri="{FF2B5EF4-FFF2-40B4-BE49-F238E27FC236}">
                <a16:creationId xmlns:a16="http://schemas.microsoft.com/office/drawing/2014/main" id="{8234F629-4C36-4021-9DAE-65285631F916}"/>
              </a:ext>
            </a:extLst>
          </p:cNvPr>
          <p:cNvSpPr>
            <a:spLocks noGrp="1"/>
          </p:cNvSpPr>
          <p:nvPr/>
        </p:nvSpPr>
        <p:spPr>
          <a:xfrm>
            <a:off x="6834188" y="3262313"/>
            <a:ext cx="226219" cy="226219"/>
          </a:xfrm>
          <a:prstGeom prst="rect">
            <a:avLst/>
          </a:prstGeom>
          <a:solidFill>
            <a:srgbClr val="1D4ED8"/>
          </a:solidFill>
          <a:ln w="11906">
            <a:solidFill>
              <a:srgbClr val="FFFFFF"/>
            </a:solidFill>
          </a:ln>
        </p:spPr>
      </p:sp>
      <p:sp>
        <p:nvSpPr>
          <p:cNvPr id="25" name="object-25">
            <a:extLst>
              <a:ext uri="{FF2B5EF4-FFF2-40B4-BE49-F238E27FC236}">
                <a16:creationId xmlns:a16="http://schemas.microsoft.com/office/drawing/2014/main" id="{82647752-8F63-4667-99D7-2EB4AAC5C7E1}"/>
              </a:ext>
            </a:extLst>
          </p:cNvPr>
          <p:cNvSpPr>
            <a:spLocks noGrp="1"/>
          </p:cNvSpPr>
          <p:nvPr/>
        </p:nvSpPr>
        <p:spPr>
          <a:xfrm>
            <a:off x="7060406" y="3262313"/>
            <a:ext cx="226219" cy="226219"/>
          </a:xfrm>
          <a:prstGeom prst="rect">
            <a:avLst/>
          </a:prstGeom>
          <a:solidFill>
            <a:srgbClr val="1D4ED8"/>
          </a:solidFill>
          <a:ln w="11906">
            <a:solidFill>
              <a:srgbClr val="FFFFFF"/>
            </a:solidFill>
          </a:ln>
        </p:spPr>
      </p:sp>
      <p:sp>
        <p:nvSpPr>
          <p:cNvPr id="26" name="object-26">
            <a:extLst>
              <a:ext uri="{FF2B5EF4-FFF2-40B4-BE49-F238E27FC236}">
                <a16:creationId xmlns:a16="http://schemas.microsoft.com/office/drawing/2014/main" id="{783D4FAE-20D4-433F-B57F-55E8E9046A8F}"/>
              </a:ext>
            </a:extLst>
          </p:cNvPr>
          <p:cNvSpPr>
            <a:spLocks noGrp="1"/>
          </p:cNvSpPr>
          <p:nvPr/>
        </p:nvSpPr>
        <p:spPr>
          <a:xfrm>
            <a:off x="7286625" y="3262313"/>
            <a:ext cx="226219" cy="226219"/>
          </a:xfrm>
          <a:prstGeom prst="rect">
            <a:avLst/>
          </a:prstGeom>
          <a:solidFill>
            <a:srgbClr val="1D4ED8"/>
          </a:solidFill>
          <a:ln w="11906">
            <a:solidFill>
              <a:srgbClr val="FFFFFF"/>
            </a:solidFill>
          </a:ln>
        </p:spPr>
      </p:sp>
      <p:sp>
        <p:nvSpPr>
          <p:cNvPr id="27" name="object-27">
            <a:extLst>
              <a:ext uri="{FF2B5EF4-FFF2-40B4-BE49-F238E27FC236}">
                <a16:creationId xmlns:a16="http://schemas.microsoft.com/office/drawing/2014/main" id="{9B80AA4C-AC4A-40BD-85C9-A246217674C8}"/>
              </a:ext>
            </a:extLst>
          </p:cNvPr>
          <p:cNvSpPr>
            <a:spLocks noGrp="1"/>
          </p:cNvSpPr>
          <p:nvPr/>
        </p:nvSpPr>
        <p:spPr>
          <a:xfrm>
            <a:off x="7512844" y="3262313"/>
            <a:ext cx="226219" cy="226219"/>
          </a:xfrm>
          <a:prstGeom prst="rect">
            <a:avLst/>
          </a:prstGeom>
          <a:solidFill>
            <a:srgbClr val="1D4ED8"/>
          </a:solidFill>
          <a:ln w="11906">
            <a:solidFill>
              <a:srgbClr val="FFFFFF"/>
            </a:solidFill>
          </a:ln>
        </p:spPr>
      </p:sp>
      <p:sp>
        <p:nvSpPr>
          <p:cNvPr id="28" name="object-28">
            <a:extLst>
              <a:ext uri="{FF2B5EF4-FFF2-40B4-BE49-F238E27FC236}">
                <a16:creationId xmlns:a16="http://schemas.microsoft.com/office/drawing/2014/main" id="{B9ECDC71-6CD1-4ABE-A3B5-D5D37855FF0C}"/>
              </a:ext>
            </a:extLst>
          </p:cNvPr>
          <p:cNvSpPr>
            <a:spLocks noGrp="1"/>
          </p:cNvSpPr>
          <p:nvPr/>
        </p:nvSpPr>
        <p:spPr>
          <a:xfrm>
            <a:off x="7739063" y="3262313"/>
            <a:ext cx="226219" cy="226219"/>
          </a:xfrm>
          <a:prstGeom prst="rect">
            <a:avLst/>
          </a:prstGeom>
          <a:solidFill>
            <a:srgbClr val="1D4ED8"/>
          </a:solidFill>
          <a:ln w="11906">
            <a:solidFill>
              <a:srgbClr val="FFFFFF"/>
            </a:solidFill>
          </a:ln>
        </p:spPr>
      </p:sp>
      <p:sp>
        <p:nvSpPr>
          <p:cNvPr id="29" name="object-29">
            <a:extLst>
              <a:ext uri="{FF2B5EF4-FFF2-40B4-BE49-F238E27FC236}">
                <a16:creationId xmlns:a16="http://schemas.microsoft.com/office/drawing/2014/main" id="{7EE5B4B1-1427-465F-938F-9A9EA667D46B}"/>
              </a:ext>
            </a:extLst>
          </p:cNvPr>
          <p:cNvSpPr>
            <a:spLocks noGrp="1"/>
          </p:cNvSpPr>
          <p:nvPr/>
        </p:nvSpPr>
        <p:spPr>
          <a:xfrm>
            <a:off x="7965281" y="3262313"/>
            <a:ext cx="226219" cy="226219"/>
          </a:xfrm>
          <a:prstGeom prst="rect">
            <a:avLst/>
          </a:prstGeom>
          <a:solidFill>
            <a:srgbClr val="1D4ED8"/>
          </a:solidFill>
          <a:ln w="11906">
            <a:solidFill>
              <a:srgbClr val="FFFFFF"/>
            </a:solidFill>
          </a:ln>
        </p:spPr>
      </p:sp>
      <p:sp>
        <p:nvSpPr>
          <p:cNvPr id="30" name="object-30">
            <a:extLst>
              <a:ext uri="{FF2B5EF4-FFF2-40B4-BE49-F238E27FC236}">
                <a16:creationId xmlns:a16="http://schemas.microsoft.com/office/drawing/2014/main" id="{02CC3C9E-8F21-4E2F-8572-77ADA5AD3DCF}"/>
              </a:ext>
            </a:extLst>
          </p:cNvPr>
          <p:cNvSpPr>
            <a:spLocks noGrp="1"/>
          </p:cNvSpPr>
          <p:nvPr/>
        </p:nvSpPr>
        <p:spPr>
          <a:xfrm>
            <a:off x="5476875" y="3488531"/>
            <a:ext cx="226219" cy="226219"/>
          </a:xfrm>
          <a:prstGeom prst="rect">
            <a:avLst/>
          </a:prstGeom>
          <a:solidFill>
            <a:srgbClr val="1D4ED8"/>
          </a:solidFill>
          <a:ln w="11906">
            <a:solidFill>
              <a:srgbClr val="FFFFFF"/>
            </a:solidFill>
          </a:ln>
        </p:spPr>
      </p:sp>
      <p:sp>
        <p:nvSpPr>
          <p:cNvPr id="31" name="object-31">
            <a:extLst>
              <a:ext uri="{FF2B5EF4-FFF2-40B4-BE49-F238E27FC236}">
                <a16:creationId xmlns:a16="http://schemas.microsoft.com/office/drawing/2014/main" id="{1489E1DE-6029-495E-A726-C1132B273ECD}"/>
              </a:ext>
            </a:extLst>
          </p:cNvPr>
          <p:cNvSpPr>
            <a:spLocks noGrp="1"/>
          </p:cNvSpPr>
          <p:nvPr/>
        </p:nvSpPr>
        <p:spPr>
          <a:xfrm>
            <a:off x="5703094" y="3488531"/>
            <a:ext cx="226219" cy="226219"/>
          </a:xfrm>
          <a:prstGeom prst="rect">
            <a:avLst/>
          </a:prstGeom>
          <a:solidFill>
            <a:srgbClr val="1D4ED8"/>
          </a:solidFill>
          <a:ln w="11906">
            <a:solidFill>
              <a:srgbClr val="FFFFFF"/>
            </a:solidFill>
          </a:ln>
        </p:spPr>
      </p:sp>
      <p:sp>
        <p:nvSpPr>
          <p:cNvPr id="32" name="object-32">
            <a:extLst>
              <a:ext uri="{FF2B5EF4-FFF2-40B4-BE49-F238E27FC236}">
                <a16:creationId xmlns:a16="http://schemas.microsoft.com/office/drawing/2014/main" id="{082BDA9F-45AE-44E5-8A1F-5669EAA992A9}"/>
              </a:ext>
            </a:extLst>
          </p:cNvPr>
          <p:cNvSpPr>
            <a:spLocks noGrp="1"/>
          </p:cNvSpPr>
          <p:nvPr/>
        </p:nvSpPr>
        <p:spPr>
          <a:xfrm>
            <a:off x="5929313" y="3488531"/>
            <a:ext cx="226219" cy="226219"/>
          </a:xfrm>
          <a:prstGeom prst="rect">
            <a:avLst/>
          </a:prstGeom>
          <a:solidFill>
            <a:srgbClr val="1D4ED8"/>
          </a:solidFill>
          <a:ln w="11906">
            <a:solidFill>
              <a:srgbClr val="FFFFFF"/>
            </a:solidFill>
          </a:ln>
        </p:spPr>
      </p:sp>
      <p:sp>
        <p:nvSpPr>
          <p:cNvPr id="33" name="object-33">
            <a:extLst>
              <a:ext uri="{FF2B5EF4-FFF2-40B4-BE49-F238E27FC236}">
                <a16:creationId xmlns:a16="http://schemas.microsoft.com/office/drawing/2014/main" id="{CC3F9F6A-9F32-41A8-83B6-0D27F462B13C}"/>
              </a:ext>
            </a:extLst>
          </p:cNvPr>
          <p:cNvSpPr>
            <a:spLocks noGrp="1"/>
          </p:cNvSpPr>
          <p:nvPr/>
        </p:nvSpPr>
        <p:spPr>
          <a:xfrm>
            <a:off x="6155531" y="3488531"/>
            <a:ext cx="226219" cy="226219"/>
          </a:xfrm>
          <a:prstGeom prst="rect">
            <a:avLst/>
          </a:prstGeom>
          <a:solidFill>
            <a:srgbClr val="1D4ED8"/>
          </a:solidFill>
          <a:ln w="11906">
            <a:solidFill>
              <a:srgbClr val="FFFFFF"/>
            </a:solidFill>
          </a:ln>
        </p:spPr>
      </p:sp>
      <p:sp>
        <p:nvSpPr>
          <p:cNvPr id="34" name="object-34">
            <a:extLst>
              <a:ext uri="{FF2B5EF4-FFF2-40B4-BE49-F238E27FC236}">
                <a16:creationId xmlns:a16="http://schemas.microsoft.com/office/drawing/2014/main" id="{D326F189-4374-44FD-BC1F-F94C9D76BE16}"/>
              </a:ext>
            </a:extLst>
          </p:cNvPr>
          <p:cNvSpPr>
            <a:spLocks noGrp="1"/>
          </p:cNvSpPr>
          <p:nvPr/>
        </p:nvSpPr>
        <p:spPr>
          <a:xfrm>
            <a:off x="6381750" y="3488531"/>
            <a:ext cx="226219" cy="226219"/>
          </a:xfrm>
          <a:prstGeom prst="rect">
            <a:avLst/>
          </a:prstGeom>
          <a:solidFill>
            <a:srgbClr val="1D4ED8"/>
          </a:solidFill>
          <a:ln w="11906">
            <a:solidFill>
              <a:srgbClr val="FFFFFF"/>
            </a:solidFill>
          </a:ln>
        </p:spPr>
      </p:sp>
      <p:sp>
        <p:nvSpPr>
          <p:cNvPr id="35" name="object-35">
            <a:extLst>
              <a:ext uri="{FF2B5EF4-FFF2-40B4-BE49-F238E27FC236}">
                <a16:creationId xmlns:a16="http://schemas.microsoft.com/office/drawing/2014/main" id="{2E76E971-E829-445C-A3DA-04F73D30A545}"/>
              </a:ext>
            </a:extLst>
          </p:cNvPr>
          <p:cNvSpPr>
            <a:spLocks noGrp="1"/>
          </p:cNvSpPr>
          <p:nvPr/>
        </p:nvSpPr>
        <p:spPr>
          <a:xfrm>
            <a:off x="6607969" y="3488531"/>
            <a:ext cx="226219" cy="226219"/>
          </a:xfrm>
          <a:prstGeom prst="rect">
            <a:avLst/>
          </a:prstGeom>
          <a:solidFill>
            <a:srgbClr val="1D4ED8"/>
          </a:solidFill>
          <a:ln w="11906">
            <a:solidFill>
              <a:srgbClr val="FFFFFF"/>
            </a:solidFill>
          </a:ln>
        </p:spPr>
      </p:sp>
      <p:sp>
        <p:nvSpPr>
          <p:cNvPr id="36" name="object-36">
            <a:extLst>
              <a:ext uri="{FF2B5EF4-FFF2-40B4-BE49-F238E27FC236}">
                <a16:creationId xmlns:a16="http://schemas.microsoft.com/office/drawing/2014/main" id="{0FF3592E-396E-437B-98C7-8C44FBC11F43}"/>
              </a:ext>
            </a:extLst>
          </p:cNvPr>
          <p:cNvSpPr>
            <a:spLocks noGrp="1"/>
          </p:cNvSpPr>
          <p:nvPr/>
        </p:nvSpPr>
        <p:spPr>
          <a:xfrm>
            <a:off x="6834188" y="3488531"/>
            <a:ext cx="226219" cy="226219"/>
          </a:xfrm>
          <a:prstGeom prst="rect">
            <a:avLst/>
          </a:prstGeom>
          <a:solidFill>
            <a:srgbClr val="1D4ED8"/>
          </a:solidFill>
          <a:ln w="11906">
            <a:solidFill>
              <a:srgbClr val="FFFFFF"/>
            </a:solidFill>
          </a:ln>
        </p:spPr>
      </p:sp>
      <p:sp>
        <p:nvSpPr>
          <p:cNvPr id="37" name="object-37">
            <a:extLst>
              <a:ext uri="{FF2B5EF4-FFF2-40B4-BE49-F238E27FC236}">
                <a16:creationId xmlns:a16="http://schemas.microsoft.com/office/drawing/2014/main" id="{4349D999-B7F8-4CDF-A9E1-B86DE7F1BE84}"/>
              </a:ext>
            </a:extLst>
          </p:cNvPr>
          <p:cNvSpPr>
            <a:spLocks noGrp="1"/>
          </p:cNvSpPr>
          <p:nvPr/>
        </p:nvSpPr>
        <p:spPr>
          <a:xfrm>
            <a:off x="7060406" y="3488531"/>
            <a:ext cx="226219" cy="226219"/>
          </a:xfrm>
          <a:prstGeom prst="rect">
            <a:avLst/>
          </a:prstGeom>
          <a:solidFill>
            <a:srgbClr val="1D4ED8"/>
          </a:solidFill>
          <a:ln w="11906">
            <a:solidFill>
              <a:srgbClr val="FFFFFF"/>
            </a:solidFill>
          </a:ln>
        </p:spPr>
      </p:sp>
      <p:sp>
        <p:nvSpPr>
          <p:cNvPr id="38" name="object-38">
            <a:extLst>
              <a:ext uri="{FF2B5EF4-FFF2-40B4-BE49-F238E27FC236}">
                <a16:creationId xmlns:a16="http://schemas.microsoft.com/office/drawing/2014/main" id="{EF47DA4B-D85B-4DF3-B74C-1480F1FE2829}"/>
              </a:ext>
            </a:extLst>
          </p:cNvPr>
          <p:cNvSpPr>
            <a:spLocks noGrp="1"/>
          </p:cNvSpPr>
          <p:nvPr/>
        </p:nvSpPr>
        <p:spPr>
          <a:xfrm>
            <a:off x="7286625" y="3488531"/>
            <a:ext cx="226219" cy="226219"/>
          </a:xfrm>
          <a:prstGeom prst="rect">
            <a:avLst/>
          </a:prstGeom>
          <a:solidFill>
            <a:srgbClr val="1D4ED8"/>
          </a:solidFill>
          <a:ln w="11906">
            <a:solidFill>
              <a:srgbClr val="FFFFFF"/>
            </a:solidFill>
          </a:ln>
        </p:spPr>
      </p:sp>
      <p:sp>
        <p:nvSpPr>
          <p:cNvPr id="39" name="object-39">
            <a:extLst>
              <a:ext uri="{FF2B5EF4-FFF2-40B4-BE49-F238E27FC236}">
                <a16:creationId xmlns:a16="http://schemas.microsoft.com/office/drawing/2014/main" id="{946E1E8A-0CA8-4491-A568-F07227470E5D}"/>
              </a:ext>
            </a:extLst>
          </p:cNvPr>
          <p:cNvSpPr>
            <a:spLocks noGrp="1"/>
          </p:cNvSpPr>
          <p:nvPr/>
        </p:nvSpPr>
        <p:spPr>
          <a:xfrm>
            <a:off x="7512844" y="3488531"/>
            <a:ext cx="226219" cy="226219"/>
          </a:xfrm>
          <a:prstGeom prst="rect">
            <a:avLst/>
          </a:prstGeom>
          <a:solidFill>
            <a:srgbClr val="1D4ED8"/>
          </a:solidFill>
          <a:ln w="11906">
            <a:solidFill>
              <a:srgbClr val="FFFFFF"/>
            </a:solidFill>
          </a:ln>
        </p:spPr>
      </p:sp>
      <p:sp>
        <p:nvSpPr>
          <p:cNvPr id="40" name="object-40">
            <a:extLst>
              <a:ext uri="{FF2B5EF4-FFF2-40B4-BE49-F238E27FC236}">
                <a16:creationId xmlns:a16="http://schemas.microsoft.com/office/drawing/2014/main" id="{3073CA33-03D7-4BD0-93D3-7DF931599DC8}"/>
              </a:ext>
            </a:extLst>
          </p:cNvPr>
          <p:cNvSpPr>
            <a:spLocks noGrp="1"/>
          </p:cNvSpPr>
          <p:nvPr/>
        </p:nvSpPr>
        <p:spPr>
          <a:xfrm>
            <a:off x="7739063" y="3488531"/>
            <a:ext cx="226219" cy="226219"/>
          </a:xfrm>
          <a:prstGeom prst="rect">
            <a:avLst/>
          </a:prstGeom>
          <a:solidFill>
            <a:srgbClr val="1D4ED8"/>
          </a:solidFill>
          <a:ln w="11906">
            <a:solidFill>
              <a:srgbClr val="FFFFFF"/>
            </a:solidFill>
          </a:ln>
        </p:spPr>
      </p:sp>
      <p:sp>
        <p:nvSpPr>
          <p:cNvPr id="41" name="object-41">
            <a:extLst>
              <a:ext uri="{FF2B5EF4-FFF2-40B4-BE49-F238E27FC236}">
                <a16:creationId xmlns:a16="http://schemas.microsoft.com/office/drawing/2014/main" id="{086AE37B-5CC3-4A32-AA7C-9573E4F07963}"/>
              </a:ext>
            </a:extLst>
          </p:cNvPr>
          <p:cNvSpPr>
            <a:spLocks noGrp="1"/>
          </p:cNvSpPr>
          <p:nvPr/>
        </p:nvSpPr>
        <p:spPr>
          <a:xfrm>
            <a:off x="7965281" y="3488531"/>
            <a:ext cx="226219" cy="226219"/>
          </a:xfrm>
          <a:prstGeom prst="rect">
            <a:avLst/>
          </a:prstGeom>
          <a:solidFill>
            <a:srgbClr val="1D4ED8"/>
          </a:solidFill>
          <a:ln w="11906">
            <a:solidFill>
              <a:srgbClr val="FFFFFF"/>
            </a:solidFill>
          </a:ln>
        </p:spPr>
      </p:sp>
      <p:sp>
        <p:nvSpPr>
          <p:cNvPr id="42" name="object-42">
            <a:extLst>
              <a:ext uri="{FF2B5EF4-FFF2-40B4-BE49-F238E27FC236}">
                <a16:creationId xmlns:a16="http://schemas.microsoft.com/office/drawing/2014/main" id="{7C53B778-4C31-4F84-94F0-CA5532C53680}"/>
              </a:ext>
            </a:extLst>
          </p:cNvPr>
          <p:cNvSpPr>
            <a:spLocks noGrp="1"/>
          </p:cNvSpPr>
          <p:nvPr/>
        </p:nvSpPr>
        <p:spPr>
          <a:xfrm>
            <a:off x="5476875" y="3714750"/>
            <a:ext cx="226219" cy="226219"/>
          </a:xfrm>
          <a:prstGeom prst="rect">
            <a:avLst/>
          </a:prstGeom>
          <a:solidFill>
            <a:srgbClr val="1D4ED8"/>
          </a:solidFill>
          <a:ln w="11906">
            <a:solidFill>
              <a:srgbClr val="FFFFFF"/>
            </a:solidFill>
          </a:ln>
        </p:spPr>
      </p:sp>
      <p:sp>
        <p:nvSpPr>
          <p:cNvPr id="43" name="object-43">
            <a:extLst>
              <a:ext uri="{FF2B5EF4-FFF2-40B4-BE49-F238E27FC236}">
                <a16:creationId xmlns:a16="http://schemas.microsoft.com/office/drawing/2014/main" id="{E7921386-8526-4F4B-A9D7-C8F45B0798FA}"/>
              </a:ext>
            </a:extLst>
          </p:cNvPr>
          <p:cNvSpPr>
            <a:spLocks noGrp="1"/>
          </p:cNvSpPr>
          <p:nvPr/>
        </p:nvSpPr>
        <p:spPr>
          <a:xfrm>
            <a:off x="5703094" y="3714750"/>
            <a:ext cx="226219" cy="226219"/>
          </a:xfrm>
          <a:prstGeom prst="rect">
            <a:avLst/>
          </a:prstGeom>
          <a:solidFill>
            <a:srgbClr val="1D4ED8"/>
          </a:solidFill>
          <a:ln w="11906">
            <a:solidFill>
              <a:srgbClr val="FFFFFF"/>
            </a:solidFill>
          </a:ln>
        </p:spPr>
      </p:sp>
      <p:sp>
        <p:nvSpPr>
          <p:cNvPr id="44" name="object-44">
            <a:extLst>
              <a:ext uri="{FF2B5EF4-FFF2-40B4-BE49-F238E27FC236}">
                <a16:creationId xmlns:a16="http://schemas.microsoft.com/office/drawing/2014/main" id="{43ADEF15-4705-4C5E-B2E8-5EB8017F3425}"/>
              </a:ext>
            </a:extLst>
          </p:cNvPr>
          <p:cNvSpPr>
            <a:spLocks noGrp="1"/>
          </p:cNvSpPr>
          <p:nvPr/>
        </p:nvSpPr>
        <p:spPr>
          <a:xfrm>
            <a:off x="5929313" y="3714750"/>
            <a:ext cx="226219" cy="226219"/>
          </a:xfrm>
          <a:prstGeom prst="rect">
            <a:avLst/>
          </a:prstGeom>
          <a:solidFill>
            <a:srgbClr val="1D4ED8"/>
          </a:solidFill>
          <a:ln w="11906">
            <a:solidFill>
              <a:srgbClr val="FFFFFF"/>
            </a:solidFill>
          </a:ln>
        </p:spPr>
      </p:sp>
      <p:sp>
        <p:nvSpPr>
          <p:cNvPr id="45" name="object-45">
            <a:extLst>
              <a:ext uri="{FF2B5EF4-FFF2-40B4-BE49-F238E27FC236}">
                <a16:creationId xmlns:a16="http://schemas.microsoft.com/office/drawing/2014/main" id="{E2EDFC37-8DB5-4553-8255-ABDF3462BB87}"/>
              </a:ext>
            </a:extLst>
          </p:cNvPr>
          <p:cNvSpPr>
            <a:spLocks noGrp="1"/>
          </p:cNvSpPr>
          <p:nvPr/>
        </p:nvSpPr>
        <p:spPr>
          <a:xfrm>
            <a:off x="6155531" y="3714750"/>
            <a:ext cx="226219" cy="226219"/>
          </a:xfrm>
          <a:prstGeom prst="rect">
            <a:avLst/>
          </a:prstGeom>
          <a:solidFill>
            <a:srgbClr val="1D4ED8"/>
          </a:solidFill>
          <a:ln w="11906">
            <a:solidFill>
              <a:srgbClr val="FFFFFF"/>
            </a:solidFill>
          </a:ln>
        </p:spPr>
      </p:sp>
      <p:sp>
        <p:nvSpPr>
          <p:cNvPr id="46" name="object-46">
            <a:extLst>
              <a:ext uri="{FF2B5EF4-FFF2-40B4-BE49-F238E27FC236}">
                <a16:creationId xmlns:a16="http://schemas.microsoft.com/office/drawing/2014/main" id="{C3D2A748-6C57-459F-A8AB-549E6A6E4BCA}"/>
              </a:ext>
            </a:extLst>
          </p:cNvPr>
          <p:cNvSpPr>
            <a:spLocks noGrp="1"/>
          </p:cNvSpPr>
          <p:nvPr/>
        </p:nvSpPr>
        <p:spPr>
          <a:xfrm>
            <a:off x="6381750" y="3714750"/>
            <a:ext cx="226219" cy="226219"/>
          </a:xfrm>
          <a:prstGeom prst="rect">
            <a:avLst/>
          </a:prstGeom>
          <a:solidFill>
            <a:srgbClr val="1D4ED8"/>
          </a:solidFill>
          <a:ln w="11906">
            <a:solidFill>
              <a:srgbClr val="FFFFFF"/>
            </a:solidFill>
          </a:ln>
        </p:spPr>
      </p:sp>
      <p:sp>
        <p:nvSpPr>
          <p:cNvPr id="47" name="object-47">
            <a:extLst>
              <a:ext uri="{FF2B5EF4-FFF2-40B4-BE49-F238E27FC236}">
                <a16:creationId xmlns:a16="http://schemas.microsoft.com/office/drawing/2014/main" id="{06488EE7-4727-47C5-A949-3A9D6827E9FB}"/>
              </a:ext>
            </a:extLst>
          </p:cNvPr>
          <p:cNvSpPr>
            <a:spLocks noGrp="1"/>
          </p:cNvSpPr>
          <p:nvPr/>
        </p:nvSpPr>
        <p:spPr>
          <a:xfrm>
            <a:off x="6607969" y="3714750"/>
            <a:ext cx="226219" cy="226219"/>
          </a:xfrm>
          <a:prstGeom prst="rect">
            <a:avLst/>
          </a:prstGeom>
          <a:solidFill>
            <a:srgbClr val="1D4ED8"/>
          </a:solidFill>
          <a:ln w="11906">
            <a:solidFill>
              <a:srgbClr val="FFFFFF"/>
            </a:solidFill>
          </a:ln>
        </p:spPr>
      </p:sp>
      <p:sp>
        <p:nvSpPr>
          <p:cNvPr id="48" name="object-48">
            <a:extLst>
              <a:ext uri="{FF2B5EF4-FFF2-40B4-BE49-F238E27FC236}">
                <a16:creationId xmlns:a16="http://schemas.microsoft.com/office/drawing/2014/main" id="{EBF41B8E-F1EE-45D3-A423-C17C6EE04876}"/>
              </a:ext>
            </a:extLst>
          </p:cNvPr>
          <p:cNvSpPr>
            <a:spLocks noGrp="1"/>
          </p:cNvSpPr>
          <p:nvPr/>
        </p:nvSpPr>
        <p:spPr>
          <a:xfrm>
            <a:off x="6834188" y="3714750"/>
            <a:ext cx="226219" cy="226219"/>
          </a:xfrm>
          <a:prstGeom prst="rect">
            <a:avLst/>
          </a:prstGeom>
          <a:solidFill>
            <a:srgbClr val="1D4ED8"/>
          </a:solidFill>
          <a:ln w="11906">
            <a:solidFill>
              <a:srgbClr val="FFFFFF"/>
            </a:solidFill>
          </a:ln>
        </p:spPr>
      </p:sp>
      <p:sp>
        <p:nvSpPr>
          <p:cNvPr id="49" name="object-49">
            <a:extLst>
              <a:ext uri="{FF2B5EF4-FFF2-40B4-BE49-F238E27FC236}">
                <a16:creationId xmlns:a16="http://schemas.microsoft.com/office/drawing/2014/main" id="{A4B286C6-1766-48BE-8A3B-3877A38B1D60}"/>
              </a:ext>
            </a:extLst>
          </p:cNvPr>
          <p:cNvSpPr>
            <a:spLocks noGrp="1"/>
          </p:cNvSpPr>
          <p:nvPr/>
        </p:nvSpPr>
        <p:spPr>
          <a:xfrm>
            <a:off x="7060406" y="3714750"/>
            <a:ext cx="226219" cy="226219"/>
          </a:xfrm>
          <a:prstGeom prst="rect">
            <a:avLst/>
          </a:prstGeom>
          <a:solidFill>
            <a:srgbClr val="1D4ED8"/>
          </a:solidFill>
          <a:ln w="11906">
            <a:solidFill>
              <a:srgbClr val="FFFFFF"/>
            </a:solidFill>
          </a:ln>
        </p:spPr>
      </p:sp>
      <p:sp>
        <p:nvSpPr>
          <p:cNvPr id="50" name="object-50">
            <a:extLst>
              <a:ext uri="{FF2B5EF4-FFF2-40B4-BE49-F238E27FC236}">
                <a16:creationId xmlns:a16="http://schemas.microsoft.com/office/drawing/2014/main" id="{57A9707B-3930-4E2D-84DF-2BBAE7ADD81D}"/>
              </a:ext>
            </a:extLst>
          </p:cNvPr>
          <p:cNvSpPr>
            <a:spLocks noGrp="1"/>
          </p:cNvSpPr>
          <p:nvPr/>
        </p:nvSpPr>
        <p:spPr>
          <a:xfrm>
            <a:off x="7286625" y="3714750"/>
            <a:ext cx="226219" cy="226219"/>
          </a:xfrm>
          <a:prstGeom prst="rect">
            <a:avLst/>
          </a:prstGeom>
          <a:solidFill>
            <a:srgbClr val="1D4ED8"/>
          </a:solidFill>
          <a:ln w="11906">
            <a:solidFill>
              <a:srgbClr val="FFFFFF"/>
            </a:solidFill>
          </a:ln>
        </p:spPr>
      </p:sp>
      <p:sp>
        <p:nvSpPr>
          <p:cNvPr id="51" name="object-51">
            <a:extLst>
              <a:ext uri="{FF2B5EF4-FFF2-40B4-BE49-F238E27FC236}">
                <a16:creationId xmlns:a16="http://schemas.microsoft.com/office/drawing/2014/main" id="{310FC612-00A2-4FF4-B831-D040A29EF209}"/>
              </a:ext>
            </a:extLst>
          </p:cNvPr>
          <p:cNvSpPr>
            <a:spLocks noGrp="1"/>
          </p:cNvSpPr>
          <p:nvPr/>
        </p:nvSpPr>
        <p:spPr>
          <a:xfrm>
            <a:off x="7512844" y="3714750"/>
            <a:ext cx="226219" cy="226219"/>
          </a:xfrm>
          <a:prstGeom prst="rect">
            <a:avLst/>
          </a:prstGeom>
          <a:solidFill>
            <a:srgbClr val="1D4ED8"/>
          </a:solidFill>
          <a:ln w="11906">
            <a:solidFill>
              <a:srgbClr val="FFFFFF"/>
            </a:solidFill>
          </a:ln>
        </p:spPr>
      </p:sp>
      <p:sp>
        <p:nvSpPr>
          <p:cNvPr id="52" name="object-52">
            <a:extLst>
              <a:ext uri="{FF2B5EF4-FFF2-40B4-BE49-F238E27FC236}">
                <a16:creationId xmlns:a16="http://schemas.microsoft.com/office/drawing/2014/main" id="{FD7CBDCA-70E8-48F7-997C-D18F2BE6246D}"/>
              </a:ext>
            </a:extLst>
          </p:cNvPr>
          <p:cNvSpPr>
            <a:spLocks noGrp="1"/>
          </p:cNvSpPr>
          <p:nvPr/>
        </p:nvSpPr>
        <p:spPr>
          <a:xfrm>
            <a:off x="7739063" y="3714750"/>
            <a:ext cx="226219" cy="226219"/>
          </a:xfrm>
          <a:prstGeom prst="rect">
            <a:avLst/>
          </a:prstGeom>
          <a:solidFill>
            <a:srgbClr val="1D4ED8"/>
          </a:solidFill>
          <a:ln w="11906">
            <a:solidFill>
              <a:srgbClr val="FFFFFF"/>
            </a:solidFill>
          </a:ln>
        </p:spPr>
      </p:sp>
      <p:sp>
        <p:nvSpPr>
          <p:cNvPr id="53" name="object-53">
            <a:extLst>
              <a:ext uri="{FF2B5EF4-FFF2-40B4-BE49-F238E27FC236}">
                <a16:creationId xmlns:a16="http://schemas.microsoft.com/office/drawing/2014/main" id="{8FC90CF6-8B09-42B0-AD30-90EAB83B0EAB}"/>
              </a:ext>
            </a:extLst>
          </p:cNvPr>
          <p:cNvSpPr>
            <a:spLocks noGrp="1"/>
          </p:cNvSpPr>
          <p:nvPr/>
        </p:nvSpPr>
        <p:spPr>
          <a:xfrm>
            <a:off x="7965281" y="3714750"/>
            <a:ext cx="226219" cy="226219"/>
          </a:xfrm>
          <a:prstGeom prst="rect">
            <a:avLst/>
          </a:prstGeom>
          <a:solidFill>
            <a:srgbClr val="1D4ED8"/>
          </a:solidFill>
          <a:ln w="11906">
            <a:solidFill>
              <a:srgbClr val="FFFFFF"/>
            </a:solidFill>
          </a:ln>
        </p:spPr>
      </p:sp>
      <p:sp>
        <p:nvSpPr>
          <p:cNvPr id="54" name="object-54">
            <a:extLst>
              <a:ext uri="{FF2B5EF4-FFF2-40B4-BE49-F238E27FC236}">
                <a16:creationId xmlns:a16="http://schemas.microsoft.com/office/drawing/2014/main" id="{19D6CE05-C1C5-4CA8-BEC7-3766A2468104}"/>
              </a:ext>
            </a:extLst>
          </p:cNvPr>
          <p:cNvSpPr>
            <a:spLocks noGrp="1"/>
          </p:cNvSpPr>
          <p:nvPr/>
        </p:nvSpPr>
        <p:spPr>
          <a:xfrm>
            <a:off x="5476875" y="3940969"/>
            <a:ext cx="226219" cy="226219"/>
          </a:xfrm>
          <a:prstGeom prst="rect">
            <a:avLst/>
          </a:prstGeom>
          <a:solidFill>
            <a:srgbClr val="1D4ED8"/>
          </a:solidFill>
          <a:ln w="11906">
            <a:solidFill>
              <a:srgbClr val="FFFFFF"/>
            </a:solidFill>
          </a:ln>
        </p:spPr>
      </p:sp>
      <p:sp>
        <p:nvSpPr>
          <p:cNvPr id="55" name="object-55">
            <a:extLst>
              <a:ext uri="{FF2B5EF4-FFF2-40B4-BE49-F238E27FC236}">
                <a16:creationId xmlns:a16="http://schemas.microsoft.com/office/drawing/2014/main" id="{CFEC4864-C569-4AB3-B4A8-7542AEE20F41}"/>
              </a:ext>
            </a:extLst>
          </p:cNvPr>
          <p:cNvSpPr>
            <a:spLocks noGrp="1"/>
          </p:cNvSpPr>
          <p:nvPr/>
        </p:nvSpPr>
        <p:spPr>
          <a:xfrm>
            <a:off x="5703094" y="3940969"/>
            <a:ext cx="226219" cy="226219"/>
          </a:xfrm>
          <a:prstGeom prst="rect">
            <a:avLst/>
          </a:prstGeom>
          <a:solidFill>
            <a:srgbClr val="1D4ED8"/>
          </a:solidFill>
          <a:ln w="11906">
            <a:solidFill>
              <a:srgbClr val="FFFFFF"/>
            </a:solidFill>
          </a:ln>
        </p:spPr>
      </p:sp>
      <p:sp>
        <p:nvSpPr>
          <p:cNvPr id="56" name="object-56">
            <a:extLst>
              <a:ext uri="{FF2B5EF4-FFF2-40B4-BE49-F238E27FC236}">
                <a16:creationId xmlns:a16="http://schemas.microsoft.com/office/drawing/2014/main" id="{4C4232D6-C94A-4B4C-B214-528A760F8068}"/>
              </a:ext>
            </a:extLst>
          </p:cNvPr>
          <p:cNvSpPr>
            <a:spLocks noGrp="1"/>
          </p:cNvSpPr>
          <p:nvPr/>
        </p:nvSpPr>
        <p:spPr>
          <a:xfrm>
            <a:off x="5929313" y="3940969"/>
            <a:ext cx="226219" cy="226219"/>
          </a:xfrm>
          <a:prstGeom prst="rect">
            <a:avLst/>
          </a:prstGeom>
          <a:solidFill>
            <a:srgbClr val="1D4ED8"/>
          </a:solidFill>
          <a:ln w="11906">
            <a:solidFill>
              <a:srgbClr val="FFFFFF"/>
            </a:solidFill>
          </a:ln>
        </p:spPr>
      </p:sp>
      <p:sp>
        <p:nvSpPr>
          <p:cNvPr id="57" name="object-57">
            <a:extLst>
              <a:ext uri="{FF2B5EF4-FFF2-40B4-BE49-F238E27FC236}">
                <a16:creationId xmlns:a16="http://schemas.microsoft.com/office/drawing/2014/main" id="{C8D7F6C6-6D22-4EDA-8241-AB2E1BD36FE4}"/>
              </a:ext>
            </a:extLst>
          </p:cNvPr>
          <p:cNvSpPr>
            <a:spLocks noGrp="1"/>
          </p:cNvSpPr>
          <p:nvPr/>
        </p:nvSpPr>
        <p:spPr>
          <a:xfrm>
            <a:off x="6155531" y="3940969"/>
            <a:ext cx="226219" cy="226219"/>
          </a:xfrm>
          <a:prstGeom prst="rect">
            <a:avLst/>
          </a:prstGeom>
          <a:solidFill>
            <a:srgbClr val="1D4ED8"/>
          </a:solidFill>
          <a:ln w="11906">
            <a:solidFill>
              <a:srgbClr val="FFFFFF"/>
            </a:solidFill>
          </a:ln>
        </p:spPr>
      </p:sp>
      <p:sp>
        <p:nvSpPr>
          <p:cNvPr id="58" name="object-58">
            <a:extLst>
              <a:ext uri="{FF2B5EF4-FFF2-40B4-BE49-F238E27FC236}">
                <a16:creationId xmlns:a16="http://schemas.microsoft.com/office/drawing/2014/main" id="{87C65777-C731-4C3B-9922-D6FCD560C010}"/>
              </a:ext>
            </a:extLst>
          </p:cNvPr>
          <p:cNvSpPr>
            <a:spLocks noGrp="1"/>
          </p:cNvSpPr>
          <p:nvPr/>
        </p:nvSpPr>
        <p:spPr>
          <a:xfrm>
            <a:off x="6381750" y="3940969"/>
            <a:ext cx="226219" cy="226219"/>
          </a:xfrm>
          <a:prstGeom prst="rect">
            <a:avLst/>
          </a:prstGeom>
          <a:solidFill>
            <a:srgbClr val="1D4ED8"/>
          </a:solidFill>
          <a:ln w="11906">
            <a:solidFill>
              <a:srgbClr val="FFFFFF"/>
            </a:solidFill>
          </a:ln>
        </p:spPr>
      </p:sp>
      <p:sp>
        <p:nvSpPr>
          <p:cNvPr id="59" name="object-59">
            <a:extLst>
              <a:ext uri="{FF2B5EF4-FFF2-40B4-BE49-F238E27FC236}">
                <a16:creationId xmlns:a16="http://schemas.microsoft.com/office/drawing/2014/main" id="{B63FF338-D6C8-453D-B87A-1397F150EBF8}"/>
              </a:ext>
            </a:extLst>
          </p:cNvPr>
          <p:cNvSpPr>
            <a:spLocks noGrp="1"/>
          </p:cNvSpPr>
          <p:nvPr/>
        </p:nvSpPr>
        <p:spPr>
          <a:xfrm>
            <a:off x="6607969" y="3940969"/>
            <a:ext cx="226219" cy="226219"/>
          </a:xfrm>
          <a:prstGeom prst="rect">
            <a:avLst/>
          </a:prstGeom>
          <a:solidFill>
            <a:srgbClr val="1D4ED8"/>
          </a:solidFill>
          <a:ln w="11906">
            <a:solidFill>
              <a:srgbClr val="FFFFFF"/>
            </a:solidFill>
          </a:ln>
        </p:spPr>
      </p:sp>
      <p:sp>
        <p:nvSpPr>
          <p:cNvPr id="60" name="object-60">
            <a:extLst>
              <a:ext uri="{FF2B5EF4-FFF2-40B4-BE49-F238E27FC236}">
                <a16:creationId xmlns:a16="http://schemas.microsoft.com/office/drawing/2014/main" id="{F6A9C93D-07F5-4FD7-841D-A1AD97641FC3}"/>
              </a:ext>
            </a:extLst>
          </p:cNvPr>
          <p:cNvSpPr>
            <a:spLocks noGrp="1"/>
          </p:cNvSpPr>
          <p:nvPr/>
        </p:nvSpPr>
        <p:spPr>
          <a:xfrm>
            <a:off x="6834188" y="3940969"/>
            <a:ext cx="226219" cy="226219"/>
          </a:xfrm>
          <a:prstGeom prst="rect">
            <a:avLst/>
          </a:prstGeom>
          <a:solidFill>
            <a:srgbClr val="1D4ED8"/>
          </a:solidFill>
          <a:ln w="11906">
            <a:solidFill>
              <a:srgbClr val="FFFFFF"/>
            </a:solidFill>
          </a:ln>
        </p:spPr>
      </p:sp>
      <p:sp>
        <p:nvSpPr>
          <p:cNvPr id="61" name="object-61">
            <a:extLst>
              <a:ext uri="{FF2B5EF4-FFF2-40B4-BE49-F238E27FC236}">
                <a16:creationId xmlns:a16="http://schemas.microsoft.com/office/drawing/2014/main" id="{1F3B82EB-F6D6-41AB-A8B2-A707912D59E1}"/>
              </a:ext>
            </a:extLst>
          </p:cNvPr>
          <p:cNvSpPr>
            <a:spLocks noGrp="1"/>
          </p:cNvSpPr>
          <p:nvPr/>
        </p:nvSpPr>
        <p:spPr>
          <a:xfrm>
            <a:off x="7060406" y="3940969"/>
            <a:ext cx="226219" cy="226219"/>
          </a:xfrm>
          <a:prstGeom prst="rect">
            <a:avLst/>
          </a:prstGeom>
          <a:solidFill>
            <a:srgbClr val="1D4ED8"/>
          </a:solidFill>
          <a:ln w="11906">
            <a:solidFill>
              <a:srgbClr val="FFFFFF"/>
            </a:solidFill>
          </a:ln>
        </p:spPr>
      </p:sp>
      <p:sp>
        <p:nvSpPr>
          <p:cNvPr id="62" name="object-62">
            <a:extLst>
              <a:ext uri="{FF2B5EF4-FFF2-40B4-BE49-F238E27FC236}">
                <a16:creationId xmlns:a16="http://schemas.microsoft.com/office/drawing/2014/main" id="{D7D7233C-89C9-4CAF-8FB9-605E7E0FC356}"/>
              </a:ext>
            </a:extLst>
          </p:cNvPr>
          <p:cNvSpPr>
            <a:spLocks noGrp="1"/>
          </p:cNvSpPr>
          <p:nvPr/>
        </p:nvSpPr>
        <p:spPr>
          <a:xfrm>
            <a:off x="7286625" y="3940969"/>
            <a:ext cx="226219" cy="226219"/>
          </a:xfrm>
          <a:prstGeom prst="rect">
            <a:avLst/>
          </a:prstGeom>
          <a:solidFill>
            <a:srgbClr val="1D4ED8"/>
          </a:solidFill>
          <a:ln w="11906">
            <a:solidFill>
              <a:srgbClr val="FFFFFF"/>
            </a:solidFill>
          </a:ln>
        </p:spPr>
      </p:sp>
      <p:sp>
        <p:nvSpPr>
          <p:cNvPr id="63" name="object-63">
            <a:extLst>
              <a:ext uri="{FF2B5EF4-FFF2-40B4-BE49-F238E27FC236}">
                <a16:creationId xmlns:a16="http://schemas.microsoft.com/office/drawing/2014/main" id="{AF8216AA-4DAF-41D6-8B03-DC9BBD701A0E}"/>
              </a:ext>
            </a:extLst>
          </p:cNvPr>
          <p:cNvSpPr>
            <a:spLocks noGrp="1"/>
          </p:cNvSpPr>
          <p:nvPr/>
        </p:nvSpPr>
        <p:spPr>
          <a:xfrm>
            <a:off x="7512844" y="3940969"/>
            <a:ext cx="226219" cy="226219"/>
          </a:xfrm>
          <a:prstGeom prst="rect">
            <a:avLst/>
          </a:prstGeom>
          <a:solidFill>
            <a:srgbClr val="1D4ED8"/>
          </a:solidFill>
          <a:ln w="11906">
            <a:solidFill>
              <a:srgbClr val="FFFFFF"/>
            </a:solidFill>
          </a:ln>
        </p:spPr>
      </p:sp>
      <p:sp>
        <p:nvSpPr>
          <p:cNvPr id="64" name="object-64">
            <a:extLst>
              <a:ext uri="{FF2B5EF4-FFF2-40B4-BE49-F238E27FC236}">
                <a16:creationId xmlns:a16="http://schemas.microsoft.com/office/drawing/2014/main" id="{691D8FA7-F0B1-43BA-80EF-1C17E2B4E92F}"/>
              </a:ext>
            </a:extLst>
          </p:cNvPr>
          <p:cNvSpPr>
            <a:spLocks noGrp="1"/>
          </p:cNvSpPr>
          <p:nvPr/>
        </p:nvSpPr>
        <p:spPr>
          <a:xfrm>
            <a:off x="7739063" y="3940969"/>
            <a:ext cx="226219" cy="226219"/>
          </a:xfrm>
          <a:prstGeom prst="rect">
            <a:avLst/>
          </a:prstGeom>
          <a:solidFill>
            <a:srgbClr val="1D4ED8"/>
          </a:solidFill>
          <a:ln w="11906">
            <a:solidFill>
              <a:srgbClr val="FFFFFF"/>
            </a:solidFill>
          </a:ln>
        </p:spPr>
      </p:sp>
      <p:sp>
        <p:nvSpPr>
          <p:cNvPr id="65" name="object-65">
            <a:extLst>
              <a:ext uri="{FF2B5EF4-FFF2-40B4-BE49-F238E27FC236}">
                <a16:creationId xmlns:a16="http://schemas.microsoft.com/office/drawing/2014/main" id="{76814877-F18A-4EBF-9650-45F72283F2F6}"/>
              </a:ext>
            </a:extLst>
          </p:cNvPr>
          <p:cNvSpPr>
            <a:spLocks noGrp="1"/>
          </p:cNvSpPr>
          <p:nvPr/>
        </p:nvSpPr>
        <p:spPr>
          <a:xfrm>
            <a:off x="7965281" y="3940969"/>
            <a:ext cx="226219" cy="226219"/>
          </a:xfrm>
          <a:prstGeom prst="rect">
            <a:avLst/>
          </a:prstGeom>
          <a:solidFill>
            <a:srgbClr val="1D4ED8"/>
          </a:solidFill>
          <a:ln w="11906">
            <a:solidFill>
              <a:srgbClr val="FFFFFF"/>
            </a:solidFill>
          </a:ln>
        </p:spPr>
      </p:sp>
      <p:sp>
        <p:nvSpPr>
          <p:cNvPr id="66" name="object-66">
            <a:extLst>
              <a:ext uri="{FF2B5EF4-FFF2-40B4-BE49-F238E27FC236}">
                <a16:creationId xmlns:a16="http://schemas.microsoft.com/office/drawing/2014/main" id="{A061B321-CBC8-41FB-A665-8126029EC385}"/>
              </a:ext>
            </a:extLst>
          </p:cNvPr>
          <p:cNvSpPr>
            <a:spLocks noGrp="1"/>
          </p:cNvSpPr>
          <p:nvPr/>
        </p:nvSpPr>
        <p:spPr>
          <a:xfrm>
            <a:off x="5476875" y="4167188"/>
            <a:ext cx="226219" cy="226219"/>
          </a:xfrm>
          <a:prstGeom prst="rect">
            <a:avLst/>
          </a:prstGeom>
          <a:solidFill>
            <a:srgbClr val="1D4ED8"/>
          </a:solidFill>
          <a:ln w="11906">
            <a:solidFill>
              <a:srgbClr val="FFFFFF"/>
            </a:solidFill>
          </a:ln>
        </p:spPr>
      </p:sp>
      <p:sp>
        <p:nvSpPr>
          <p:cNvPr id="67" name="object-67">
            <a:extLst>
              <a:ext uri="{FF2B5EF4-FFF2-40B4-BE49-F238E27FC236}">
                <a16:creationId xmlns:a16="http://schemas.microsoft.com/office/drawing/2014/main" id="{60FE0161-622E-4946-908D-ED424F81B3DB}"/>
              </a:ext>
            </a:extLst>
          </p:cNvPr>
          <p:cNvSpPr>
            <a:spLocks noGrp="1"/>
          </p:cNvSpPr>
          <p:nvPr/>
        </p:nvSpPr>
        <p:spPr>
          <a:xfrm>
            <a:off x="5703094" y="4167188"/>
            <a:ext cx="226219" cy="226219"/>
          </a:xfrm>
          <a:prstGeom prst="rect">
            <a:avLst/>
          </a:prstGeom>
          <a:solidFill>
            <a:srgbClr val="1D4ED8"/>
          </a:solidFill>
          <a:ln w="11906">
            <a:solidFill>
              <a:srgbClr val="FFFFFF"/>
            </a:solidFill>
          </a:ln>
        </p:spPr>
      </p:sp>
      <p:sp>
        <p:nvSpPr>
          <p:cNvPr id="68" name="object-68">
            <a:extLst>
              <a:ext uri="{FF2B5EF4-FFF2-40B4-BE49-F238E27FC236}">
                <a16:creationId xmlns:a16="http://schemas.microsoft.com/office/drawing/2014/main" id="{D5E2804E-D3A7-4426-BA34-9EE4CE7DC5D0}"/>
              </a:ext>
            </a:extLst>
          </p:cNvPr>
          <p:cNvSpPr>
            <a:spLocks noGrp="1"/>
          </p:cNvSpPr>
          <p:nvPr/>
        </p:nvSpPr>
        <p:spPr>
          <a:xfrm>
            <a:off x="5929313" y="4167188"/>
            <a:ext cx="226219" cy="226219"/>
          </a:xfrm>
          <a:prstGeom prst="rect">
            <a:avLst/>
          </a:prstGeom>
          <a:solidFill>
            <a:srgbClr val="1D4ED8"/>
          </a:solidFill>
          <a:ln w="11906">
            <a:solidFill>
              <a:srgbClr val="FFFFFF"/>
            </a:solidFill>
          </a:ln>
        </p:spPr>
      </p:sp>
      <p:sp>
        <p:nvSpPr>
          <p:cNvPr id="69" name="object-69">
            <a:extLst>
              <a:ext uri="{FF2B5EF4-FFF2-40B4-BE49-F238E27FC236}">
                <a16:creationId xmlns:a16="http://schemas.microsoft.com/office/drawing/2014/main" id="{2EF68099-1DE5-432B-87CE-615A91ADD7A7}"/>
              </a:ext>
            </a:extLst>
          </p:cNvPr>
          <p:cNvSpPr>
            <a:spLocks noGrp="1"/>
          </p:cNvSpPr>
          <p:nvPr/>
        </p:nvSpPr>
        <p:spPr>
          <a:xfrm>
            <a:off x="6155531" y="4167188"/>
            <a:ext cx="226219" cy="226219"/>
          </a:xfrm>
          <a:prstGeom prst="rect">
            <a:avLst/>
          </a:prstGeom>
          <a:solidFill>
            <a:srgbClr val="1D4ED8"/>
          </a:solidFill>
          <a:ln w="11906">
            <a:solidFill>
              <a:srgbClr val="FFFFFF"/>
            </a:solidFill>
          </a:ln>
        </p:spPr>
      </p:sp>
      <p:sp>
        <p:nvSpPr>
          <p:cNvPr id="70" name="object-70">
            <a:extLst>
              <a:ext uri="{FF2B5EF4-FFF2-40B4-BE49-F238E27FC236}">
                <a16:creationId xmlns:a16="http://schemas.microsoft.com/office/drawing/2014/main" id="{72240B07-46C4-4EBD-980D-918F773FDA99}"/>
              </a:ext>
            </a:extLst>
          </p:cNvPr>
          <p:cNvSpPr>
            <a:spLocks noGrp="1"/>
          </p:cNvSpPr>
          <p:nvPr/>
        </p:nvSpPr>
        <p:spPr>
          <a:xfrm>
            <a:off x="6381750" y="4167188"/>
            <a:ext cx="226219" cy="226219"/>
          </a:xfrm>
          <a:prstGeom prst="rect">
            <a:avLst/>
          </a:prstGeom>
          <a:solidFill>
            <a:srgbClr val="1D4ED8"/>
          </a:solidFill>
          <a:ln w="11906">
            <a:solidFill>
              <a:srgbClr val="FFFFFF"/>
            </a:solidFill>
          </a:ln>
        </p:spPr>
      </p:sp>
      <p:sp>
        <p:nvSpPr>
          <p:cNvPr id="71" name="object-71">
            <a:extLst>
              <a:ext uri="{FF2B5EF4-FFF2-40B4-BE49-F238E27FC236}">
                <a16:creationId xmlns:a16="http://schemas.microsoft.com/office/drawing/2014/main" id="{AD309902-BE1F-4C88-8211-770FBA8289CA}"/>
              </a:ext>
            </a:extLst>
          </p:cNvPr>
          <p:cNvSpPr>
            <a:spLocks noGrp="1"/>
          </p:cNvSpPr>
          <p:nvPr/>
        </p:nvSpPr>
        <p:spPr>
          <a:xfrm>
            <a:off x="6607969" y="4167188"/>
            <a:ext cx="226219" cy="226219"/>
          </a:xfrm>
          <a:prstGeom prst="rect">
            <a:avLst/>
          </a:prstGeom>
          <a:solidFill>
            <a:srgbClr val="1D4ED8"/>
          </a:solidFill>
          <a:ln w="11906">
            <a:solidFill>
              <a:srgbClr val="FFFFFF"/>
            </a:solidFill>
          </a:ln>
        </p:spPr>
      </p:sp>
      <p:sp>
        <p:nvSpPr>
          <p:cNvPr id="72" name="object-72">
            <a:extLst>
              <a:ext uri="{FF2B5EF4-FFF2-40B4-BE49-F238E27FC236}">
                <a16:creationId xmlns:a16="http://schemas.microsoft.com/office/drawing/2014/main" id="{5781D03D-21C1-4BC1-9EBE-12F97A421376}"/>
              </a:ext>
            </a:extLst>
          </p:cNvPr>
          <p:cNvSpPr>
            <a:spLocks noGrp="1"/>
          </p:cNvSpPr>
          <p:nvPr/>
        </p:nvSpPr>
        <p:spPr>
          <a:xfrm>
            <a:off x="6834188" y="4167188"/>
            <a:ext cx="226219" cy="226219"/>
          </a:xfrm>
          <a:prstGeom prst="rect">
            <a:avLst/>
          </a:prstGeom>
          <a:solidFill>
            <a:srgbClr val="1D4ED8"/>
          </a:solidFill>
          <a:ln w="11906">
            <a:solidFill>
              <a:srgbClr val="FFFFFF"/>
            </a:solidFill>
          </a:ln>
        </p:spPr>
      </p:sp>
      <p:sp>
        <p:nvSpPr>
          <p:cNvPr id="73" name="object-73">
            <a:extLst>
              <a:ext uri="{FF2B5EF4-FFF2-40B4-BE49-F238E27FC236}">
                <a16:creationId xmlns:a16="http://schemas.microsoft.com/office/drawing/2014/main" id="{E07A4930-95F7-4FC0-BBC3-632F4A823C62}"/>
              </a:ext>
            </a:extLst>
          </p:cNvPr>
          <p:cNvSpPr>
            <a:spLocks noGrp="1"/>
          </p:cNvSpPr>
          <p:nvPr/>
        </p:nvSpPr>
        <p:spPr>
          <a:xfrm>
            <a:off x="7060406" y="4167188"/>
            <a:ext cx="226219" cy="226219"/>
          </a:xfrm>
          <a:prstGeom prst="rect">
            <a:avLst/>
          </a:prstGeom>
          <a:solidFill>
            <a:srgbClr val="1D4ED8"/>
          </a:solidFill>
          <a:ln w="11906">
            <a:solidFill>
              <a:srgbClr val="FFFFFF"/>
            </a:solidFill>
          </a:ln>
        </p:spPr>
      </p:sp>
      <p:sp>
        <p:nvSpPr>
          <p:cNvPr id="74" name="object-74">
            <a:extLst>
              <a:ext uri="{FF2B5EF4-FFF2-40B4-BE49-F238E27FC236}">
                <a16:creationId xmlns:a16="http://schemas.microsoft.com/office/drawing/2014/main" id="{679079DB-4473-4C62-B54C-28DA3BE45972}"/>
              </a:ext>
            </a:extLst>
          </p:cNvPr>
          <p:cNvSpPr>
            <a:spLocks noGrp="1"/>
          </p:cNvSpPr>
          <p:nvPr/>
        </p:nvSpPr>
        <p:spPr>
          <a:xfrm>
            <a:off x="7286625" y="4167188"/>
            <a:ext cx="226219" cy="226219"/>
          </a:xfrm>
          <a:prstGeom prst="rect">
            <a:avLst/>
          </a:prstGeom>
          <a:solidFill>
            <a:srgbClr val="1D4ED8"/>
          </a:solidFill>
          <a:ln w="11906">
            <a:solidFill>
              <a:srgbClr val="FFFFFF"/>
            </a:solidFill>
          </a:ln>
        </p:spPr>
      </p:sp>
      <p:sp>
        <p:nvSpPr>
          <p:cNvPr id="75" name="object-75">
            <a:extLst>
              <a:ext uri="{FF2B5EF4-FFF2-40B4-BE49-F238E27FC236}">
                <a16:creationId xmlns:a16="http://schemas.microsoft.com/office/drawing/2014/main" id="{A61BC899-0F18-4944-86EC-DB8F97394649}"/>
              </a:ext>
            </a:extLst>
          </p:cNvPr>
          <p:cNvSpPr>
            <a:spLocks noGrp="1"/>
          </p:cNvSpPr>
          <p:nvPr/>
        </p:nvSpPr>
        <p:spPr>
          <a:xfrm>
            <a:off x="7512844" y="4167188"/>
            <a:ext cx="226219" cy="226219"/>
          </a:xfrm>
          <a:prstGeom prst="rect">
            <a:avLst/>
          </a:prstGeom>
          <a:solidFill>
            <a:srgbClr val="1D4ED8"/>
          </a:solidFill>
          <a:ln w="11906">
            <a:solidFill>
              <a:srgbClr val="FFFFFF"/>
            </a:solidFill>
          </a:ln>
        </p:spPr>
      </p:sp>
      <p:sp>
        <p:nvSpPr>
          <p:cNvPr id="76" name="object-76">
            <a:extLst>
              <a:ext uri="{FF2B5EF4-FFF2-40B4-BE49-F238E27FC236}">
                <a16:creationId xmlns:a16="http://schemas.microsoft.com/office/drawing/2014/main" id="{89AF1C0E-BAEB-4CA7-8027-B9819D4BF478}"/>
              </a:ext>
            </a:extLst>
          </p:cNvPr>
          <p:cNvSpPr>
            <a:spLocks noGrp="1"/>
          </p:cNvSpPr>
          <p:nvPr/>
        </p:nvSpPr>
        <p:spPr>
          <a:xfrm>
            <a:off x="7739063" y="4167188"/>
            <a:ext cx="226219" cy="226219"/>
          </a:xfrm>
          <a:prstGeom prst="rect">
            <a:avLst/>
          </a:prstGeom>
          <a:solidFill>
            <a:srgbClr val="1D4ED8"/>
          </a:solidFill>
          <a:ln w="11906">
            <a:solidFill>
              <a:srgbClr val="FFFFFF"/>
            </a:solidFill>
          </a:ln>
        </p:spPr>
      </p:sp>
      <p:sp>
        <p:nvSpPr>
          <p:cNvPr id="77" name="object-77">
            <a:extLst>
              <a:ext uri="{FF2B5EF4-FFF2-40B4-BE49-F238E27FC236}">
                <a16:creationId xmlns:a16="http://schemas.microsoft.com/office/drawing/2014/main" id="{DA51E8C1-54B2-438A-B524-6CCCE9CCFA38}"/>
              </a:ext>
            </a:extLst>
          </p:cNvPr>
          <p:cNvSpPr>
            <a:spLocks noGrp="1"/>
          </p:cNvSpPr>
          <p:nvPr/>
        </p:nvSpPr>
        <p:spPr>
          <a:xfrm>
            <a:off x="7965281" y="4167188"/>
            <a:ext cx="226219" cy="226219"/>
          </a:xfrm>
          <a:prstGeom prst="rect">
            <a:avLst/>
          </a:prstGeom>
          <a:solidFill>
            <a:srgbClr val="1D4ED8"/>
          </a:solidFill>
          <a:ln w="11906">
            <a:solidFill>
              <a:srgbClr val="FFFFFF"/>
            </a:solidFill>
          </a:ln>
        </p:spPr>
      </p:sp>
      <p:sp>
        <p:nvSpPr>
          <p:cNvPr id="78" name="object-78">
            <a:extLst>
              <a:ext uri="{FF2B5EF4-FFF2-40B4-BE49-F238E27FC236}">
                <a16:creationId xmlns:a16="http://schemas.microsoft.com/office/drawing/2014/main" id="{7FC0C9DD-C102-4E67-9932-B3B26FC6930C}"/>
              </a:ext>
            </a:extLst>
          </p:cNvPr>
          <p:cNvSpPr>
            <a:spLocks noGrp="1"/>
          </p:cNvSpPr>
          <p:nvPr/>
        </p:nvSpPr>
        <p:spPr>
          <a:xfrm>
            <a:off x="5476875" y="4393406"/>
            <a:ext cx="226219" cy="226219"/>
          </a:xfrm>
          <a:prstGeom prst="rect">
            <a:avLst/>
          </a:prstGeom>
          <a:solidFill>
            <a:srgbClr val="1D4ED8"/>
          </a:solidFill>
          <a:ln w="11906">
            <a:solidFill>
              <a:srgbClr val="FFFFFF"/>
            </a:solidFill>
          </a:ln>
        </p:spPr>
      </p:sp>
      <p:sp>
        <p:nvSpPr>
          <p:cNvPr id="79" name="object-79">
            <a:extLst>
              <a:ext uri="{FF2B5EF4-FFF2-40B4-BE49-F238E27FC236}">
                <a16:creationId xmlns:a16="http://schemas.microsoft.com/office/drawing/2014/main" id="{5A9CCF7B-EE3D-4B90-9897-E7FA8614A6E4}"/>
              </a:ext>
            </a:extLst>
          </p:cNvPr>
          <p:cNvSpPr>
            <a:spLocks noGrp="1"/>
          </p:cNvSpPr>
          <p:nvPr/>
        </p:nvSpPr>
        <p:spPr>
          <a:xfrm>
            <a:off x="5703094" y="4393406"/>
            <a:ext cx="226219" cy="226219"/>
          </a:xfrm>
          <a:prstGeom prst="rect">
            <a:avLst/>
          </a:prstGeom>
          <a:solidFill>
            <a:srgbClr val="1D4ED8"/>
          </a:solidFill>
          <a:ln w="11906">
            <a:solidFill>
              <a:srgbClr val="FFFFFF"/>
            </a:solidFill>
          </a:ln>
        </p:spPr>
      </p:sp>
      <p:sp>
        <p:nvSpPr>
          <p:cNvPr id="80" name="object-80">
            <a:extLst>
              <a:ext uri="{FF2B5EF4-FFF2-40B4-BE49-F238E27FC236}">
                <a16:creationId xmlns:a16="http://schemas.microsoft.com/office/drawing/2014/main" id="{9D749918-55F2-4942-82DA-61C07B433993}"/>
              </a:ext>
            </a:extLst>
          </p:cNvPr>
          <p:cNvSpPr>
            <a:spLocks noGrp="1"/>
          </p:cNvSpPr>
          <p:nvPr/>
        </p:nvSpPr>
        <p:spPr>
          <a:xfrm>
            <a:off x="5929313" y="4393406"/>
            <a:ext cx="226219" cy="226219"/>
          </a:xfrm>
          <a:prstGeom prst="rect">
            <a:avLst/>
          </a:prstGeom>
          <a:solidFill>
            <a:srgbClr val="1D4ED8"/>
          </a:solidFill>
          <a:ln w="11906">
            <a:solidFill>
              <a:srgbClr val="FFFFFF"/>
            </a:solidFill>
          </a:ln>
        </p:spPr>
      </p:sp>
      <p:sp>
        <p:nvSpPr>
          <p:cNvPr id="81" name="object-81">
            <a:extLst>
              <a:ext uri="{FF2B5EF4-FFF2-40B4-BE49-F238E27FC236}">
                <a16:creationId xmlns:a16="http://schemas.microsoft.com/office/drawing/2014/main" id="{603D2FA1-8D6F-4319-8A08-631564EBA189}"/>
              </a:ext>
            </a:extLst>
          </p:cNvPr>
          <p:cNvSpPr>
            <a:spLocks noGrp="1"/>
          </p:cNvSpPr>
          <p:nvPr/>
        </p:nvSpPr>
        <p:spPr>
          <a:xfrm>
            <a:off x="6155531" y="4393406"/>
            <a:ext cx="226219" cy="226219"/>
          </a:xfrm>
          <a:prstGeom prst="rect">
            <a:avLst/>
          </a:prstGeom>
          <a:solidFill>
            <a:srgbClr val="1D4ED8"/>
          </a:solidFill>
          <a:ln w="11906">
            <a:solidFill>
              <a:srgbClr val="FFFFFF"/>
            </a:solidFill>
          </a:ln>
        </p:spPr>
      </p:sp>
      <p:sp>
        <p:nvSpPr>
          <p:cNvPr id="82" name="object-82">
            <a:extLst>
              <a:ext uri="{FF2B5EF4-FFF2-40B4-BE49-F238E27FC236}">
                <a16:creationId xmlns:a16="http://schemas.microsoft.com/office/drawing/2014/main" id="{37DBD79F-4F7C-44C6-A06F-CA52C718B363}"/>
              </a:ext>
            </a:extLst>
          </p:cNvPr>
          <p:cNvSpPr>
            <a:spLocks noGrp="1"/>
          </p:cNvSpPr>
          <p:nvPr/>
        </p:nvSpPr>
        <p:spPr>
          <a:xfrm>
            <a:off x="6381750" y="4393406"/>
            <a:ext cx="226219" cy="226219"/>
          </a:xfrm>
          <a:prstGeom prst="rect">
            <a:avLst/>
          </a:prstGeom>
          <a:solidFill>
            <a:srgbClr val="1D4ED8"/>
          </a:solidFill>
          <a:ln w="11906">
            <a:solidFill>
              <a:srgbClr val="FFFFFF"/>
            </a:solidFill>
          </a:ln>
        </p:spPr>
      </p:sp>
      <p:sp>
        <p:nvSpPr>
          <p:cNvPr id="83" name="object-83">
            <a:extLst>
              <a:ext uri="{FF2B5EF4-FFF2-40B4-BE49-F238E27FC236}">
                <a16:creationId xmlns:a16="http://schemas.microsoft.com/office/drawing/2014/main" id="{064025FD-2A2B-41AB-A8CE-B543D94C063E}"/>
              </a:ext>
            </a:extLst>
          </p:cNvPr>
          <p:cNvSpPr>
            <a:spLocks noGrp="1"/>
          </p:cNvSpPr>
          <p:nvPr/>
        </p:nvSpPr>
        <p:spPr>
          <a:xfrm>
            <a:off x="6607969" y="4393406"/>
            <a:ext cx="226219" cy="226219"/>
          </a:xfrm>
          <a:prstGeom prst="rect">
            <a:avLst/>
          </a:prstGeom>
          <a:solidFill>
            <a:srgbClr val="1D4ED8"/>
          </a:solidFill>
          <a:ln w="11906">
            <a:solidFill>
              <a:srgbClr val="FFFFFF"/>
            </a:solidFill>
          </a:ln>
        </p:spPr>
      </p:sp>
      <p:sp>
        <p:nvSpPr>
          <p:cNvPr id="84" name="object-84">
            <a:extLst>
              <a:ext uri="{FF2B5EF4-FFF2-40B4-BE49-F238E27FC236}">
                <a16:creationId xmlns:a16="http://schemas.microsoft.com/office/drawing/2014/main" id="{FAFF69DD-EBDD-4689-B444-08C42432DD46}"/>
              </a:ext>
            </a:extLst>
          </p:cNvPr>
          <p:cNvSpPr>
            <a:spLocks noGrp="1"/>
          </p:cNvSpPr>
          <p:nvPr/>
        </p:nvSpPr>
        <p:spPr>
          <a:xfrm>
            <a:off x="6834188" y="4393406"/>
            <a:ext cx="226219" cy="226219"/>
          </a:xfrm>
          <a:prstGeom prst="rect">
            <a:avLst/>
          </a:prstGeom>
          <a:solidFill>
            <a:srgbClr val="1D4ED8"/>
          </a:solidFill>
          <a:ln w="11906">
            <a:solidFill>
              <a:srgbClr val="FFFFFF"/>
            </a:solidFill>
          </a:ln>
        </p:spPr>
      </p:sp>
      <p:sp>
        <p:nvSpPr>
          <p:cNvPr id="85" name="object-85">
            <a:extLst>
              <a:ext uri="{FF2B5EF4-FFF2-40B4-BE49-F238E27FC236}">
                <a16:creationId xmlns:a16="http://schemas.microsoft.com/office/drawing/2014/main" id="{7AAD499B-9632-4BB8-A32B-5BDA708F8BCD}"/>
              </a:ext>
            </a:extLst>
          </p:cNvPr>
          <p:cNvSpPr>
            <a:spLocks noGrp="1"/>
          </p:cNvSpPr>
          <p:nvPr/>
        </p:nvSpPr>
        <p:spPr>
          <a:xfrm>
            <a:off x="7060406" y="4393406"/>
            <a:ext cx="226219" cy="226219"/>
          </a:xfrm>
          <a:prstGeom prst="rect">
            <a:avLst/>
          </a:prstGeom>
          <a:solidFill>
            <a:srgbClr val="1D4ED8"/>
          </a:solidFill>
          <a:ln w="11906">
            <a:solidFill>
              <a:srgbClr val="FFFFFF"/>
            </a:solidFill>
          </a:ln>
        </p:spPr>
      </p:sp>
      <p:sp>
        <p:nvSpPr>
          <p:cNvPr id="86" name="object-86">
            <a:extLst>
              <a:ext uri="{FF2B5EF4-FFF2-40B4-BE49-F238E27FC236}">
                <a16:creationId xmlns:a16="http://schemas.microsoft.com/office/drawing/2014/main" id="{8AA5FE66-1CC3-49AC-BC90-E4FD20CDD3E5}"/>
              </a:ext>
            </a:extLst>
          </p:cNvPr>
          <p:cNvSpPr>
            <a:spLocks noGrp="1"/>
          </p:cNvSpPr>
          <p:nvPr/>
        </p:nvSpPr>
        <p:spPr>
          <a:xfrm>
            <a:off x="7286625" y="4393406"/>
            <a:ext cx="226219" cy="226219"/>
          </a:xfrm>
          <a:prstGeom prst="rect">
            <a:avLst/>
          </a:prstGeom>
          <a:solidFill>
            <a:srgbClr val="1D4ED8"/>
          </a:solidFill>
          <a:ln w="11906">
            <a:solidFill>
              <a:srgbClr val="FFFFFF"/>
            </a:solidFill>
          </a:ln>
        </p:spPr>
      </p:sp>
      <p:sp>
        <p:nvSpPr>
          <p:cNvPr id="87" name="object-87">
            <a:extLst>
              <a:ext uri="{FF2B5EF4-FFF2-40B4-BE49-F238E27FC236}">
                <a16:creationId xmlns:a16="http://schemas.microsoft.com/office/drawing/2014/main" id="{E84E440C-CB82-4DEE-BEA0-6D15834D4094}"/>
              </a:ext>
            </a:extLst>
          </p:cNvPr>
          <p:cNvSpPr>
            <a:spLocks noGrp="1"/>
          </p:cNvSpPr>
          <p:nvPr/>
        </p:nvSpPr>
        <p:spPr>
          <a:xfrm>
            <a:off x="7512844" y="4393406"/>
            <a:ext cx="226219" cy="226219"/>
          </a:xfrm>
          <a:prstGeom prst="rect">
            <a:avLst/>
          </a:prstGeom>
          <a:solidFill>
            <a:srgbClr val="1D4ED8"/>
          </a:solidFill>
          <a:ln w="11906">
            <a:solidFill>
              <a:srgbClr val="FFFFFF"/>
            </a:solidFill>
          </a:ln>
        </p:spPr>
      </p:sp>
      <p:sp>
        <p:nvSpPr>
          <p:cNvPr id="88" name="object-88">
            <a:extLst>
              <a:ext uri="{FF2B5EF4-FFF2-40B4-BE49-F238E27FC236}">
                <a16:creationId xmlns:a16="http://schemas.microsoft.com/office/drawing/2014/main" id="{2C2F111D-2D51-4E42-8776-62B8961B4F7A}"/>
              </a:ext>
            </a:extLst>
          </p:cNvPr>
          <p:cNvSpPr>
            <a:spLocks noGrp="1"/>
          </p:cNvSpPr>
          <p:nvPr/>
        </p:nvSpPr>
        <p:spPr>
          <a:xfrm>
            <a:off x="7739063" y="4393406"/>
            <a:ext cx="226219" cy="226219"/>
          </a:xfrm>
          <a:prstGeom prst="rect">
            <a:avLst/>
          </a:prstGeom>
          <a:solidFill>
            <a:srgbClr val="1D4ED8"/>
          </a:solidFill>
          <a:ln w="11906">
            <a:solidFill>
              <a:srgbClr val="FFFFFF"/>
            </a:solidFill>
          </a:ln>
        </p:spPr>
      </p:sp>
      <p:sp>
        <p:nvSpPr>
          <p:cNvPr id="89" name="object-89">
            <a:extLst>
              <a:ext uri="{FF2B5EF4-FFF2-40B4-BE49-F238E27FC236}">
                <a16:creationId xmlns:a16="http://schemas.microsoft.com/office/drawing/2014/main" id="{2913CFB5-B589-4986-BAC9-38B9D9FA3BC6}"/>
              </a:ext>
            </a:extLst>
          </p:cNvPr>
          <p:cNvSpPr>
            <a:spLocks noGrp="1"/>
          </p:cNvSpPr>
          <p:nvPr/>
        </p:nvSpPr>
        <p:spPr>
          <a:xfrm>
            <a:off x="7965281" y="4393406"/>
            <a:ext cx="226219" cy="226219"/>
          </a:xfrm>
          <a:prstGeom prst="rect">
            <a:avLst/>
          </a:prstGeom>
          <a:solidFill>
            <a:srgbClr val="1D4ED8"/>
          </a:solidFill>
          <a:ln w="11906">
            <a:solidFill>
              <a:srgbClr val="FFFFFF"/>
            </a:solidFill>
          </a:ln>
        </p:spPr>
      </p:sp>
      <p:sp>
        <p:nvSpPr>
          <p:cNvPr id="90" name="object-90">
            <a:extLst>
              <a:ext uri="{FF2B5EF4-FFF2-40B4-BE49-F238E27FC236}">
                <a16:creationId xmlns:a16="http://schemas.microsoft.com/office/drawing/2014/main" id="{DE610DD6-48DC-4989-A43A-DF2A5D16EC96}"/>
              </a:ext>
            </a:extLst>
          </p:cNvPr>
          <p:cNvSpPr>
            <a:spLocks noGrp="1"/>
          </p:cNvSpPr>
          <p:nvPr/>
        </p:nvSpPr>
        <p:spPr>
          <a:xfrm>
            <a:off x="5476875" y="4619625"/>
            <a:ext cx="226219" cy="226219"/>
          </a:xfrm>
          <a:prstGeom prst="rect">
            <a:avLst/>
          </a:prstGeom>
          <a:solidFill>
            <a:srgbClr val="1D4ED8"/>
          </a:solidFill>
          <a:ln w="11906">
            <a:solidFill>
              <a:srgbClr val="FFFFFF"/>
            </a:solidFill>
          </a:ln>
        </p:spPr>
      </p:sp>
      <p:sp>
        <p:nvSpPr>
          <p:cNvPr id="91" name="object-91">
            <a:extLst>
              <a:ext uri="{FF2B5EF4-FFF2-40B4-BE49-F238E27FC236}">
                <a16:creationId xmlns:a16="http://schemas.microsoft.com/office/drawing/2014/main" id="{755D740F-414D-4E43-B864-025A49E9B28F}"/>
              </a:ext>
            </a:extLst>
          </p:cNvPr>
          <p:cNvSpPr>
            <a:spLocks noGrp="1"/>
          </p:cNvSpPr>
          <p:nvPr/>
        </p:nvSpPr>
        <p:spPr>
          <a:xfrm>
            <a:off x="5703094" y="4619625"/>
            <a:ext cx="226219" cy="226219"/>
          </a:xfrm>
          <a:prstGeom prst="rect">
            <a:avLst/>
          </a:prstGeom>
          <a:solidFill>
            <a:srgbClr val="1D4ED8"/>
          </a:solidFill>
          <a:ln w="11906">
            <a:solidFill>
              <a:srgbClr val="FFFFFF"/>
            </a:solidFill>
          </a:ln>
        </p:spPr>
      </p:sp>
      <p:sp>
        <p:nvSpPr>
          <p:cNvPr id="92" name="object-92">
            <a:extLst>
              <a:ext uri="{FF2B5EF4-FFF2-40B4-BE49-F238E27FC236}">
                <a16:creationId xmlns:a16="http://schemas.microsoft.com/office/drawing/2014/main" id="{1F1F518B-BA18-4039-9C3C-9DD2C216EC93}"/>
              </a:ext>
            </a:extLst>
          </p:cNvPr>
          <p:cNvSpPr>
            <a:spLocks noGrp="1"/>
          </p:cNvSpPr>
          <p:nvPr/>
        </p:nvSpPr>
        <p:spPr>
          <a:xfrm>
            <a:off x="5929313" y="4619625"/>
            <a:ext cx="226219" cy="226219"/>
          </a:xfrm>
          <a:prstGeom prst="rect">
            <a:avLst/>
          </a:prstGeom>
          <a:solidFill>
            <a:srgbClr val="1D4ED8"/>
          </a:solidFill>
          <a:ln w="11906">
            <a:solidFill>
              <a:srgbClr val="FFFFFF"/>
            </a:solidFill>
          </a:ln>
        </p:spPr>
      </p:sp>
      <p:sp>
        <p:nvSpPr>
          <p:cNvPr id="93" name="object-93">
            <a:extLst>
              <a:ext uri="{FF2B5EF4-FFF2-40B4-BE49-F238E27FC236}">
                <a16:creationId xmlns:a16="http://schemas.microsoft.com/office/drawing/2014/main" id="{E1FA0B34-0E96-43BB-90E8-8CDA65B4AA12}"/>
              </a:ext>
            </a:extLst>
          </p:cNvPr>
          <p:cNvSpPr>
            <a:spLocks noGrp="1"/>
          </p:cNvSpPr>
          <p:nvPr/>
        </p:nvSpPr>
        <p:spPr>
          <a:xfrm>
            <a:off x="6155531" y="4619625"/>
            <a:ext cx="226219" cy="226219"/>
          </a:xfrm>
          <a:prstGeom prst="rect">
            <a:avLst/>
          </a:prstGeom>
          <a:solidFill>
            <a:srgbClr val="1D4ED8"/>
          </a:solidFill>
          <a:ln w="11906">
            <a:solidFill>
              <a:srgbClr val="FFFFFF"/>
            </a:solidFill>
          </a:ln>
        </p:spPr>
      </p:sp>
      <p:sp>
        <p:nvSpPr>
          <p:cNvPr id="94" name="object-94">
            <a:extLst>
              <a:ext uri="{FF2B5EF4-FFF2-40B4-BE49-F238E27FC236}">
                <a16:creationId xmlns:a16="http://schemas.microsoft.com/office/drawing/2014/main" id="{5ECB596E-F3FF-4BBD-8BDD-F817531A2916}"/>
              </a:ext>
            </a:extLst>
          </p:cNvPr>
          <p:cNvSpPr>
            <a:spLocks noGrp="1"/>
          </p:cNvSpPr>
          <p:nvPr/>
        </p:nvSpPr>
        <p:spPr>
          <a:xfrm>
            <a:off x="6381750" y="4619625"/>
            <a:ext cx="226219" cy="226219"/>
          </a:xfrm>
          <a:prstGeom prst="rect">
            <a:avLst/>
          </a:prstGeom>
          <a:solidFill>
            <a:srgbClr val="1D4ED8"/>
          </a:solidFill>
          <a:ln w="11906">
            <a:solidFill>
              <a:srgbClr val="FFFFFF"/>
            </a:solidFill>
          </a:ln>
        </p:spPr>
      </p:sp>
      <p:sp>
        <p:nvSpPr>
          <p:cNvPr id="95" name="object-95">
            <a:extLst>
              <a:ext uri="{FF2B5EF4-FFF2-40B4-BE49-F238E27FC236}">
                <a16:creationId xmlns:a16="http://schemas.microsoft.com/office/drawing/2014/main" id="{EF2DFE65-7A09-4C1F-9FCF-97B4D28D6803}"/>
              </a:ext>
            </a:extLst>
          </p:cNvPr>
          <p:cNvSpPr>
            <a:spLocks noGrp="1"/>
          </p:cNvSpPr>
          <p:nvPr/>
        </p:nvSpPr>
        <p:spPr>
          <a:xfrm>
            <a:off x="6607969" y="4619625"/>
            <a:ext cx="226219" cy="226219"/>
          </a:xfrm>
          <a:prstGeom prst="rect">
            <a:avLst/>
          </a:prstGeom>
          <a:solidFill>
            <a:srgbClr val="1D4ED8"/>
          </a:solidFill>
          <a:ln w="11906">
            <a:solidFill>
              <a:srgbClr val="FFFFFF"/>
            </a:solidFill>
          </a:ln>
        </p:spPr>
      </p:sp>
      <p:sp>
        <p:nvSpPr>
          <p:cNvPr id="96" name="object-96">
            <a:extLst>
              <a:ext uri="{FF2B5EF4-FFF2-40B4-BE49-F238E27FC236}">
                <a16:creationId xmlns:a16="http://schemas.microsoft.com/office/drawing/2014/main" id="{E78D97CE-029B-44F5-AA67-0A0F56A7142B}"/>
              </a:ext>
            </a:extLst>
          </p:cNvPr>
          <p:cNvSpPr>
            <a:spLocks noGrp="1"/>
          </p:cNvSpPr>
          <p:nvPr/>
        </p:nvSpPr>
        <p:spPr>
          <a:xfrm>
            <a:off x="6834188" y="4619625"/>
            <a:ext cx="226219" cy="226219"/>
          </a:xfrm>
          <a:prstGeom prst="rect">
            <a:avLst/>
          </a:prstGeom>
          <a:solidFill>
            <a:srgbClr val="1D4ED8"/>
          </a:solidFill>
          <a:ln w="11906">
            <a:solidFill>
              <a:srgbClr val="FFFFFF"/>
            </a:solidFill>
          </a:ln>
        </p:spPr>
      </p:sp>
      <p:sp>
        <p:nvSpPr>
          <p:cNvPr id="97" name="object-97">
            <a:extLst>
              <a:ext uri="{FF2B5EF4-FFF2-40B4-BE49-F238E27FC236}">
                <a16:creationId xmlns:a16="http://schemas.microsoft.com/office/drawing/2014/main" id="{5B4B6181-1F96-416B-AB5A-60BF05BE9961}"/>
              </a:ext>
            </a:extLst>
          </p:cNvPr>
          <p:cNvSpPr>
            <a:spLocks noGrp="1"/>
          </p:cNvSpPr>
          <p:nvPr/>
        </p:nvSpPr>
        <p:spPr>
          <a:xfrm>
            <a:off x="7060406" y="4619625"/>
            <a:ext cx="226219" cy="226219"/>
          </a:xfrm>
          <a:prstGeom prst="rect">
            <a:avLst/>
          </a:prstGeom>
          <a:solidFill>
            <a:srgbClr val="1D4ED8"/>
          </a:solidFill>
          <a:ln w="11906">
            <a:solidFill>
              <a:srgbClr val="FFFFFF"/>
            </a:solidFill>
          </a:ln>
        </p:spPr>
      </p:sp>
      <p:sp>
        <p:nvSpPr>
          <p:cNvPr id="98" name="object-98">
            <a:extLst>
              <a:ext uri="{FF2B5EF4-FFF2-40B4-BE49-F238E27FC236}">
                <a16:creationId xmlns:a16="http://schemas.microsoft.com/office/drawing/2014/main" id="{C4EF8EB5-C579-4337-B3B7-D08C95ED5586}"/>
              </a:ext>
            </a:extLst>
          </p:cNvPr>
          <p:cNvSpPr>
            <a:spLocks noGrp="1"/>
          </p:cNvSpPr>
          <p:nvPr/>
        </p:nvSpPr>
        <p:spPr>
          <a:xfrm>
            <a:off x="7286625" y="4619625"/>
            <a:ext cx="226219" cy="226219"/>
          </a:xfrm>
          <a:prstGeom prst="rect">
            <a:avLst/>
          </a:prstGeom>
          <a:solidFill>
            <a:srgbClr val="1D4ED8"/>
          </a:solidFill>
          <a:ln w="11906">
            <a:solidFill>
              <a:srgbClr val="FFFFFF"/>
            </a:solidFill>
          </a:ln>
        </p:spPr>
      </p:sp>
      <p:sp>
        <p:nvSpPr>
          <p:cNvPr id="99" name="object-99">
            <a:extLst>
              <a:ext uri="{FF2B5EF4-FFF2-40B4-BE49-F238E27FC236}">
                <a16:creationId xmlns:a16="http://schemas.microsoft.com/office/drawing/2014/main" id="{D188019A-B18C-4E2B-955F-AB1EEB1E9F0A}"/>
              </a:ext>
            </a:extLst>
          </p:cNvPr>
          <p:cNvSpPr>
            <a:spLocks noGrp="1"/>
          </p:cNvSpPr>
          <p:nvPr/>
        </p:nvSpPr>
        <p:spPr>
          <a:xfrm>
            <a:off x="7512844" y="4619625"/>
            <a:ext cx="226219" cy="226219"/>
          </a:xfrm>
          <a:prstGeom prst="rect">
            <a:avLst/>
          </a:prstGeom>
          <a:solidFill>
            <a:srgbClr val="1D4ED8"/>
          </a:solidFill>
          <a:ln w="11906">
            <a:solidFill>
              <a:srgbClr val="FFFFFF"/>
            </a:solidFill>
          </a:ln>
        </p:spPr>
      </p:sp>
      <p:sp>
        <p:nvSpPr>
          <p:cNvPr id="100" name="object-100">
            <a:extLst>
              <a:ext uri="{FF2B5EF4-FFF2-40B4-BE49-F238E27FC236}">
                <a16:creationId xmlns:a16="http://schemas.microsoft.com/office/drawing/2014/main" id="{A1192A71-4989-4214-9B18-2A431E74D9E5}"/>
              </a:ext>
            </a:extLst>
          </p:cNvPr>
          <p:cNvSpPr>
            <a:spLocks noGrp="1"/>
          </p:cNvSpPr>
          <p:nvPr/>
        </p:nvSpPr>
        <p:spPr>
          <a:xfrm>
            <a:off x="7739063" y="4619625"/>
            <a:ext cx="226219" cy="226219"/>
          </a:xfrm>
          <a:prstGeom prst="rect">
            <a:avLst/>
          </a:prstGeom>
          <a:solidFill>
            <a:srgbClr val="1D4ED8"/>
          </a:solidFill>
          <a:ln w="11906">
            <a:solidFill>
              <a:srgbClr val="FFFFFF"/>
            </a:solidFill>
          </a:ln>
        </p:spPr>
      </p:sp>
      <p:sp>
        <p:nvSpPr>
          <p:cNvPr id="101" name="object-101">
            <a:extLst>
              <a:ext uri="{FF2B5EF4-FFF2-40B4-BE49-F238E27FC236}">
                <a16:creationId xmlns:a16="http://schemas.microsoft.com/office/drawing/2014/main" id="{9B4C6225-1FC4-47FF-B98C-60B0C9166F9A}"/>
              </a:ext>
            </a:extLst>
          </p:cNvPr>
          <p:cNvSpPr>
            <a:spLocks noGrp="1"/>
          </p:cNvSpPr>
          <p:nvPr/>
        </p:nvSpPr>
        <p:spPr>
          <a:xfrm>
            <a:off x="7965281" y="4619625"/>
            <a:ext cx="226219" cy="226219"/>
          </a:xfrm>
          <a:prstGeom prst="rect">
            <a:avLst/>
          </a:prstGeom>
          <a:solidFill>
            <a:srgbClr val="1D4ED8"/>
          </a:solidFill>
          <a:ln w="11906">
            <a:solidFill>
              <a:srgbClr val="FFFFFF"/>
            </a:solidFill>
          </a:ln>
        </p:spPr>
      </p:sp>
      <p:sp>
        <p:nvSpPr>
          <p:cNvPr id="102" name="object-102">
            <a:extLst>
              <a:ext uri="{FF2B5EF4-FFF2-40B4-BE49-F238E27FC236}">
                <a16:creationId xmlns:a16="http://schemas.microsoft.com/office/drawing/2014/main" id="{49769135-8D3F-4202-8414-6F74EBAB1028}"/>
              </a:ext>
            </a:extLst>
          </p:cNvPr>
          <p:cNvSpPr>
            <a:spLocks noGrp="1"/>
          </p:cNvSpPr>
          <p:nvPr/>
        </p:nvSpPr>
        <p:spPr>
          <a:xfrm>
            <a:off x="5476875" y="4845844"/>
            <a:ext cx="226219" cy="226219"/>
          </a:xfrm>
          <a:prstGeom prst="rect">
            <a:avLst/>
          </a:prstGeom>
          <a:solidFill>
            <a:srgbClr val="1D4ED8"/>
          </a:solidFill>
          <a:ln w="11906">
            <a:solidFill>
              <a:srgbClr val="FFFFFF"/>
            </a:solidFill>
          </a:ln>
        </p:spPr>
      </p:sp>
      <p:sp>
        <p:nvSpPr>
          <p:cNvPr id="103" name="object-103">
            <a:extLst>
              <a:ext uri="{FF2B5EF4-FFF2-40B4-BE49-F238E27FC236}">
                <a16:creationId xmlns:a16="http://schemas.microsoft.com/office/drawing/2014/main" id="{7D605053-A214-4C60-B9E2-32E01E771998}"/>
              </a:ext>
            </a:extLst>
          </p:cNvPr>
          <p:cNvSpPr>
            <a:spLocks noGrp="1"/>
          </p:cNvSpPr>
          <p:nvPr/>
        </p:nvSpPr>
        <p:spPr>
          <a:xfrm>
            <a:off x="5703094" y="4845844"/>
            <a:ext cx="226219" cy="226219"/>
          </a:xfrm>
          <a:prstGeom prst="rect">
            <a:avLst/>
          </a:prstGeom>
          <a:solidFill>
            <a:srgbClr val="1D4ED8"/>
          </a:solidFill>
          <a:ln w="11906">
            <a:solidFill>
              <a:srgbClr val="FFFFFF"/>
            </a:solidFill>
          </a:ln>
        </p:spPr>
      </p:sp>
      <p:sp>
        <p:nvSpPr>
          <p:cNvPr id="104" name="object-104">
            <a:extLst>
              <a:ext uri="{FF2B5EF4-FFF2-40B4-BE49-F238E27FC236}">
                <a16:creationId xmlns:a16="http://schemas.microsoft.com/office/drawing/2014/main" id="{E0F1FE88-EE38-4B5C-8265-7C0FD1FD83F4}"/>
              </a:ext>
            </a:extLst>
          </p:cNvPr>
          <p:cNvSpPr>
            <a:spLocks noGrp="1"/>
          </p:cNvSpPr>
          <p:nvPr/>
        </p:nvSpPr>
        <p:spPr>
          <a:xfrm>
            <a:off x="5929313" y="4845844"/>
            <a:ext cx="226219" cy="226219"/>
          </a:xfrm>
          <a:prstGeom prst="rect">
            <a:avLst/>
          </a:prstGeom>
          <a:solidFill>
            <a:srgbClr val="1D4ED8"/>
          </a:solidFill>
          <a:ln w="11906">
            <a:solidFill>
              <a:srgbClr val="FFFFFF"/>
            </a:solidFill>
          </a:ln>
        </p:spPr>
      </p:sp>
      <p:sp>
        <p:nvSpPr>
          <p:cNvPr id="105" name="object-105">
            <a:extLst>
              <a:ext uri="{FF2B5EF4-FFF2-40B4-BE49-F238E27FC236}">
                <a16:creationId xmlns:a16="http://schemas.microsoft.com/office/drawing/2014/main" id="{D672BB82-CB33-4877-84AB-D1097754C3B8}"/>
              </a:ext>
            </a:extLst>
          </p:cNvPr>
          <p:cNvSpPr>
            <a:spLocks noGrp="1"/>
          </p:cNvSpPr>
          <p:nvPr/>
        </p:nvSpPr>
        <p:spPr>
          <a:xfrm>
            <a:off x="6155531" y="4845844"/>
            <a:ext cx="226219" cy="226219"/>
          </a:xfrm>
          <a:prstGeom prst="rect">
            <a:avLst/>
          </a:prstGeom>
          <a:solidFill>
            <a:srgbClr val="1D4ED8"/>
          </a:solidFill>
          <a:ln w="11906">
            <a:solidFill>
              <a:srgbClr val="FFFFFF"/>
            </a:solidFill>
          </a:ln>
        </p:spPr>
      </p:sp>
      <p:sp>
        <p:nvSpPr>
          <p:cNvPr id="106" name="object-106">
            <a:extLst>
              <a:ext uri="{FF2B5EF4-FFF2-40B4-BE49-F238E27FC236}">
                <a16:creationId xmlns:a16="http://schemas.microsoft.com/office/drawing/2014/main" id="{0892AC4C-BF72-4505-BF72-AF8BF7674D51}"/>
              </a:ext>
            </a:extLst>
          </p:cNvPr>
          <p:cNvSpPr>
            <a:spLocks noGrp="1"/>
          </p:cNvSpPr>
          <p:nvPr/>
        </p:nvSpPr>
        <p:spPr>
          <a:xfrm>
            <a:off x="6381750" y="4845844"/>
            <a:ext cx="226219" cy="226219"/>
          </a:xfrm>
          <a:prstGeom prst="rect">
            <a:avLst/>
          </a:prstGeom>
          <a:solidFill>
            <a:srgbClr val="1D4ED8"/>
          </a:solidFill>
          <a:ln w="11906">
            <a:solidFill>
              <a:srgbClr val="FFFFFF"/>
            </a:solidFill>
          </a:ln>
        </p:spPr>
      </p:sp>
      <p:sp>
        <p:nvSpPr>
          <p:cNvPr id="107" name="object-107">
            <a:extLst>
              <a:ext uri="{FF2B5EF4-FFF2-40B4-BE49-F238E27FC236}">
                <a16:creationId xmlns:a16="http://schemas.microsoft.com/office/drawing/2014/main" id="{EE76F8D4-9FB7-46FB-9F32-B720322B6DF4}"/>
              </a:ext>
            </a:extLst>
          </p:cNvPr>
          <p:cNvSpPr>
            <a:spLocks noGrp="1"/>
          </p:cNvSpPr>
          <p:nvPr/>
        </p:nvSpPr>
        <p:spPr>
          <a:xfrm>
            <a:off x="6607969" y="4845844"/>
            <a:ext cx="226219" cy="226219"/>
          </a:xfrm>
          <a:prstGeom prst="rect">
            <a:avLst/>
          </a:prstGeom>
          <a:solidFill>
            <a:srgbClr val="1D4ED8"/>
          </a:solidFill>
          <a:ln w="11906">
            <a:solidFill>
              <a:srgbClr val="FFFFFF"/>
            </a:solidFill>
          </a:ln>
        </p:spPr>
      </p:sp>
      <p:sp>
        <p:nvSpPr>
          <p:cNvPr id="108" name="object-108">
            <a:extLst>
              <a:ext uri="{FF2B5EF4-FFF2-40B4-BE49-F238E27FC236}">
                <a16:creationId xmlns:a16="http://schemas.microsoft.com/office/drawing/2014/main" id="{00CF4E44-0DF1-4321-8735-4095B1F39EB7}"/>
              </a:ext>
            </a:extLst>
          </p:cNvPr>
          <p:cNvSpPr>
            <a:spLocks noGrp="1"/>
          </p:cNvSpPr>
          <p:nvPr/>
        </p:nvSpPr>
        <p:spPr>
          <a:xfrm>
            <a:off x="6834188" y="4845844"/>
            <a:ext cx="226219" cy="226219"/>
          </a:xfrm>
          <a:prstGeom prst="rect">
            <a:avLst/>
          </a:prstGeom>
          <a:solidFill>
            <a:srgbClr val="1D4ED8"/>
          </a:solidFill>
          <a:ln w="11906">
            <a:solidFill>
              <a:srgbClr val="FFFFFF"/>
            </a:solidFill>
          </a:ln>
        </p:spPr>
      </p:sp>
      <p:sp>
        <p:nvSpPr>
          <p:cNvPr id="109" name="object-109">
            <a:extLst>
              <a:ext uri="{FF2B5EF4-FFF2-40B4-BE49-F238E27FC236}">
                <a16:creationId xmlns:a16="http://schemas.microsoft.com/office/drawing/2014/main" id="{5222151D-654B-4FDA-A880-8FFA5CCF2D23}"/>
              </a:ext>
            </a:extLst>
          </p:cNvPr>
          <p:cNvSpPr>
            <a:spLocks noGrp="1"/>
          </p:cNvSpPr>
          <p:nvPr/>
        </p:nvSpPr>
        <p:spPr>
          <a:xfrm>
            <a:off x="7060406" y="4845844"/>
            <a:ext cx="226219" cy="226219"/>
          </a:xfrm>
          <a:prstGeom prst="rect">
            <a:avLst/>
          </a:prstGeom>
          <a:solidFill>
            <a:srgbClr val="1D4ED8"/>
          </a:solidFill>
          <a:ln w="11906">
            <a:solidFill>
              <a:srgbClr val="FFFFFF"/>
            </a:solidFill>
          </a:ln>
        </p:spPr>
      </p:sp>
      <p:sp>
        <p:nvSpPr>
          <p:cNvPr id="110" name="object-110">
            <a:extLst>
              <a:ext uri="{FF2B5EF4-FFF2-40B4-BE49-F238E27FC236}">
                <a16:creationId xmlns:a16="http://schemas.microsoft.com/office/drawing/2014/main" id="{D243FE9D-CFFE-48E0-9D06-C3BD910202CA}"/>
              </a:ext>
            </a:extLst>
          </p:cNvPr>
          <p:cNvSpPr>
            <a:spLocks noGrp="1"/>
          </p:cNvSpPr>
          <p:nvPr/>
        </p:nvSpPr>
        <p:spPr>
          <a:xfrm>
            <a:off x="7286625" y="4845844"/>
            <a:ext cx="226219" cy="226219"/>
          </a:xfrm>
          <a:prstGeom prst="rect">
            <a:avLst/>
          </a:prstGeom>
          <a:solidFill>
            <a:srgbClr val="1D4ED8"/>
          </a:solidFill>
          <a:ln w="11906">
            <a:solidFill>
              <a:srgbClr val="FFFFFF"/>
            </a:solidFill>
          </a:ln>
        </p:spPr>
      </p:sp>
      <p:sp>
        <p:nvSpPr>
          <p:cNvPr id="111" name="object-111">
            <a:extLst>
              <a:ext uri="{FF2B5EF4-FFF2-40B4-BE49-F238E27FC236}">
                <a16:creationId xmlns:a16="http://schemas.microsoft.com/office/drawing/2014/main" id="{F8837F70-62BC-4376-A4CD-99DFC5CF5142}"/>
              </a:ext>
            </a:extLst>
          </p:cNvPr>
          <p:cNvSpPr>
            <a:spLocks noGrp="1"/>
          </p:cNvSpPr>
          <p:nvPr/>
        </p:nvSpPr>
        <p:spPr>
          <a:xfrm>
            <a:off x="7512844" y="4845844"/>
            <a:ext cx="226219" cy="226219"/>
          </a:xfrm>
          <a:prstGeom prst="rect">
            <a:avLst/>
          </a:prstGeom>
          <a:solidFill>
            <a:srgbClr val="1D4ED8"/>
          </a:solidFill>
          <a:ln w="11906">
            <a:solidFill>
              <a:srgbClr val="FFFFFF"/>
            </a:solidFill>
          </a:ln>
        </p:spPr>
      </p:sp>
      <p:sp>
        <p:nvSpPr>
          <p:cNvPr id="112" name="object-112">
            <a:extLst>
              <a:ext uri="{FF2B5EF4-FFF2-40B4-BE49-F238E27FC236}">
                <a16:creationId xmlns:a16="http://schemas.microsoft.com/office/drawing/2014/main" id="{061CAF65-9DE4-41DB-A40C-E0920A1F45FE}"/>
              </a:ext>
            </a:extLst>
          </p:cNvPr>
          <p:cNvSpPr>
            <a:spLocks noGrp="1"/>
          </p:cNvSpPr>
          <p:nvPr/>
        </p:nvSpPr>
        <p:spPr>
          <a:xfrm>
            <a:off x="7739063" y="4845844"/>
            <a:ext cx="226219" cy="226219"/>
          </a:xfrm>
          <a:prstGeom prst="rect">
            <a:avLst/>
          </a:prstGeom>
          <a:solidFill>
            <a:srgbClr val="1D4ED8"/>
          </a:solidFill>
          <a:ln w="11906">
            <a:solidFill>
              <a:srgbClr val="FFFFFF"/>
            </a:solidFill>
          </a:ln>
        </p:spPr>
      </p:sp>
      <p:sp>
        <p:nvSpPr>
          <p:cNvPr id="113" name="object-113">
            <a:extLst>
              <a:ext uri="{FF2B5EF4-FFF2-40B4-BE49-F238E27FC236}">
                <a16:creationId xmlns:a16="http://schemas.microsoft.com/office/drawing/2014/main" id="{653AFAC5-3BBC-4482-9300-6C74F09874F1}"/>
              </a:ext>
            </a:extLst>
          </p:cNvPr>
          <p:cNvSpPr>
            <a:spLocks noGrp="1"/>
          </p:cNvSpPr>
          <p:nvPr/>
        </p:nvSpPr>
        <p:spPr>
          <a:xfrm>
            <a:off x="7965281" y="4845844"/>
            <a:ext cx="226219" cy="226219"/>
          </a:xfrm>
          <a:prstGeom prst="rect">
            <a:avLst/>
          </a:prstGeom>
          <a:solidFill>
            <a:srgbClr val="1D4ED8"/>
          </a:solidFill>
          <a:ln w="11906">
            <a:solidFill>
              <a:srgbClr val="FFFFFF"/>
            </a:solidFill>
          </a:ln>
        </p:spPr>
      </p:sp>
      <p:sp>
        <p:nvSpPr>
          <p:cNvPr id="114" name="object-114">
            <a:extLst>
              <a:ext uri="{FF2B5EF4-FFF2-40B4-BE49-F238E27FC236}">
                <a16:creationId xmlns:a16="http://schemas.microsoft.com/office/drawing/2014/main" id="{598158FA-0250-402E-A9EA-C83D666DB851}"/>
              </a:ext>
            </a:extLst>
          </p:cNvPr>
          <p:cNvSpPr>
            <a:spLocks noGrp="1"/>
          </p:cNvSpPr>
          <p:nvPr/>
        </p:nvSpPr>
        <p:spPr>
          <a:xfrm>
            <a:off x="5476875" y="5072063"/>
            <a:ext cx="226219" cy="226219"/>
          </a:xfrm>
          <a:prstGeom prst="rect">
            <a:avLst/>
          </a:prstGeom>
          <a:solidFill>
            <a:srgbClr val="1D4ED8"/>
          </a:solidFill>
          <a:ln w="11906">
            <a:solidFill>
              <a:srgbClr val="FFFFFF"/>
            </a:solidFill>
          </a:ln>
        </p:spPr>
      </p:sp>
      <p:sp>
        <p:nvSpPr>
          <p:cNvPr id="115" name="object-115">
            <a:extLst>
              <a:ext uri="{FF2B5EF4-FFF2-40B4-BE49-F238E27FC236}">
                <a16:creationId xmlns:a16="http://schemas.microsoft.com/office/drawing/2014/main" id="{B94BE0AD-9DBD-4D42-960D-3D893BA3DAD0}"/>
              </a:ext>
            </a:extLst>
          </p:cNvPr>
          <p:cNvSpPr>
            <a:spLocks noGrp="1"/>
          </p:cNvSpPr>
          <p:nvPr/>
        </p:nvSpPr>
        <p:spPr>
          <a:xfrm>
            <a:off x="5703094" y="5072063"/>
            <a:ext cx="226219" cy="226219"/>
          </a:xfrm>
          <a:prstGeom prst="rect">
            <a:avLst/>
          </a:prstGeom>
          <a:solidFill>
            <a:srgbClr val="1D4ED8"/>
          </a:solidFill>
          <a:ln w="11906">
            <a:solidFill>
              <a:srgbClr val="FFFFFF"/>
            </a:solidFill>
          </a:ln>
        </p:spPr>
      </p:sp>
      <p:sp>
        <p:nvSpPr>
          <p:cNvPr id="116" name="object-116">
            <a:extLst>
              <a:ext uri="{FF2B5EF4-FFF2-40B4-BE49-F238E27FC236}">
                <a16:creationId xmlns:a16="http://schemas.microsoft.com/office/drawing/2014/main" id="{A68610FA-50AE-40D4-B105-A40B073B8826}"/>
              </a:ext>
            </a:extLst>
          </p:cNvPr>
          <p:cNvSpPr>
            <a:spLocks noGrp="1"/>
          </p:cNvSpPr>
          <p:nvPr/>
        </p:nvSpPr>
        <p:spPr>
          <a:xfrm>
            <a:off x="5929313" y="5072063"/>
            <a:ext cx="226219" cy="226219"/>
          </a:xfrm>
          <a:prstGeom prst="rect">
            <a:avLst/>
          </a:prstGeom>
          <a:solidFill>
            <a:srgbClr val="1D4ED8"/>
          </a:solidFill>
          <a:ln w="11906">
            <a:solidFill>
              <a:srgbClr val="FFFFFF"/>
            </a:solidFill>
          </a:ln>
        </p:spPr>
      </p:sp>
      <p:sp>
        <p:nvSpPr>
          <p:cNvPr id="117" name="object-117">
            <a:extLst>
              <a:ext uri="{FF2B5EF4-FFF2-40B4-BE49-F238E27FC236}">
                <a16:creationId xmlns:a16="http://schemas.microsoft.com/office/drawing/2014/main" id="{961025FE-12FD-4AAA-8551-06B60CB46AC7}"/>
              </a:ext>
            </a:extLst>
          </p:cNvPr>
          <p:cNvSpPr>
            <a:spLocks noGrp="1"/>
          </p:cNvSpPr>
          <p:nvPr/>
        </p:nvSpPr>
        <p:spPr>
          <a:xfrm>
            <a:off x="6155531" y="5072063"/>
            <a:ext cx="226219" cy="226219"/>
          </a:xfrm>
          <a:prstGeom prst="rect">
            <a:avLst/>
          </a:prstGeom>
          <a:solidFill>
            <a:srgbClr val="1D4ED8"/>
          </a:solidFill>
          <a:ln w="11906">
            <a:solidFill>
              <a:srgbClr val="FFFFFF"/>
            </a:solidFill>
          </a:ln>
        </p:spPr>
      </p:sp>
      <p:sp>
        <p:nvSpPr>
          <p:cNvPr id="118" name="object-118">
            <a:extLst>
              <a:ext uri="{FF2B5EF4-FFF2-40B4-BE49-F238E27FC236}">
                <a16:creationId xmlns:a16="http://schemas.microsoft.com/office/drawing/2014/main" id="{54E63C51-7B77-41D4-BDCE-0BFCFE380204}"/>
              </a:ext>
            </a:extLst>
          </p:cNvPr>
          <p:cNvSpPr>
            <a:spLocks noGrp="1"/>
          </p:cNvSpPr>
          <p:nvPr/>
        </p:nvSpPr>
        <p:spPr>
          <a:xfrm>
            <a:off x="6381750" y="5072063"/>
            <a:ext cx="226219" cy="226219"/>
          </a:xfrm>
          <a:prstGeom prst="rect">
            <a:avLst/>
          </a:prstGeom>
          <a:solidFill>
            <a:srgbClr val="1D4ED8"/>
          </a:solidFill>
          <a:ln w="11906">
            <a:solidFill>
              <a:srgbClr val="FFFFFF"/>
            </a:solidFill>
          </a:ln>
        </p:spPr>
      </p:sp>
      <p:sp>
        <p:nvSpPr>
          <p:cNvPr id="119" name="object-119">
            <a:extLst>
              <a:ext uri="{FF2B5EF4-FFF2-40B4-BE49-F238E27FC236}">
                <a16:creationId xmlns:a16="http://schemas.microsoft.com/office/drawing/2014/main" id="{5A5584F7-89F4-4869-9CD3-A9D711BE0E78}"/>
              </a:ext>
            </a:extLst>
          </p:cNvPr>
          <p:cNvSpPr>
            <a:spLocks noGrp="1"/>
          </p:cNvSpPr>
          <p:nvPr/>
        </p:nvSpPr>
        <p:spPr>
          <a:xfrm>
            <a:off x="6607969" y="5072063"/>
            <a:ext cx="226219" cy="226219"/>
          </a:xfrm>
          <a:prstGeom prst="rect">
            <a:avLst/>
          </a:prstGeom>
          <a:solidFill>
            <a:srgbClr val="1D4ED8"/>
          </a:solidFill>
          <a:ln w="11906">
            <a:solidFill>
              <a:srgbClr val="FFFFFF"/>
            </a:solidFill>
          </a:ln>
        </p:spPr>
      </p:sp>
      <p:sp>
        <p:nvSpPr>
          <p:cNvPr id="120" name="object-120">
            <a:extLst>
              <a:ext uri="{FF2B5EF4-FFF2-40B4-BE49-F238E27FC236}">
                <a16:creationId xmlns:a16="http://schemas.microsoft.com/office/drawing/2014/main" id="{9A688B69-B180-404B-8738-891BE36815A9}"/>
              </a:ext>
            </a:extLst>
          </p:cNvPr>
          <p:cNvSpPr>
            <a:spLocks noGrp="1"/>
          </p:cNvSpPr>
          <p:nvPr/>
        </p:nvSpPr>
        <p:spPr>
          <a:xfrm>
            <a:off x="6834188" y="5072063"/>
            <a:ext cx="226219" cy="226219"/>
          </a:xfrm>
          <a:prstGeom prst="rect">
            <a:avLst/>
          </a:prstGeom>
          <a:solidFill>
            <a:srgbClr val="1D4ED8"/>
          </a:solidFill>
          <a:ln w="11906">
            <a:solidFill>
              <a:srgbClr val="FFFFFF"/>
            </a:solidFill>
          </a:ln>
        </p:spPr>
      </p:sp>
      <p:sp>
        <p:nvSpPr>
          <p:cNvPr id="121" name="object-121">
            <a:extLst>
              <a:ext uri="{FF2B5EF4-FFF2-40B4-BE49-F238E27FC236}">
                <a16:creationId xmlns:a16="http://schemas.microsoft.com/office/drawing/2014/main" id="{93069B77-93AE-4988-87C6-FB546CCBBDAC}"/>
              </a:ext>
            </a:extLst>
          </p:cNvPr>
          <p:cNvSpPr>
            <a:spLocks noGrp="1"/>
          </p:cNvSpPr>
          <p:nvPr/>
        </p:nvSpPr>
        <p:spPr>
          <a:xfrm>
            <a:off x="7060406" y="5072063"/>
            <a:ext cx="226219" cy="226219"/>
          </a:xfrm>
          <a:prstGeom prst="rect">
            <a:avLst/>
          </a:prstGeom>
          <a:solidFill>
            <a:srgbClr val="1D4ED8"/>
          </a:solidFill>
          <a:ln w="11906">
            <a:solidFill>
              <a:srgbClr val="FFFFFF"/>
            </a:solidFill>
          </a:ln>
        </p:spPr>
      </p:sp>
      <p:sp>
        <p:nvSpPr>
          <p:cNvPr id="122" name="object-122">
            <a:extLst>
              <a:ext uri="{FF2B5EF4-FFF2-40B4-BE49-F238E27FC236}">
                <a16:creationId xmlns:a16="http://schemas.microsoft.com/office/drawing/2014/main" id="{2BE00E38-F35B-4EEF-B932-1EE50F3BC875}"/>
              </a:ext>
            </a:extLst>
          </p:cNvPr>
          <p:cNvSpPr>
            <a:spLocks noGrp="1"/>
          </p:cNvSpPr>
          <p:nvPr/>
        </p:nvSpPr>
        <p:spPr>
          <a:xfrm>
            <a:off x="7286625" y="5072063"/>
            <a:ext cx="226219" cy="226219"/>
          </a:xfrm>
          <a:prstGeom prst="rect">
            <a:avLst/>
          </a:prstGeom>
          <a:solidFill>
            <a:srgbClr val="1D4ED8"/>
          </a:solidFill>
          <a:ln w="11906">
            <a:solidFill>
              <a:srgbClr val="FFFFFF"/>
            </a:solidFill>
          </a:ln>
        </p:spPr>
      </p:sp>
      <p:sp>
        <p:nvSpPr>
          <p:cNvPr id="123" name="object-123">
            <a:extLst>
              <a:ext uri="{FF2B5EF4-FFF2-40B4-BE49-F238E27FC236}">
                <a16:creationId xmlns:a16="http://schemas.microsoft.com/office/drawing/2014/main" id="{2F4EB2E6-38CA-471C-9C6F-866278852FAB}"/>
              </a:ext>
            </a:extLst>
          </p:cNvPr>
          <p:cNvSpPr>
            <a:spLocks noGrp="1"/>
          </p:cNvSpPr>
          <p:nvPr/>
        </p:nvSpPr>
        <p:spPr>
          <a:xfrm>
            <a:off x="7512844" y="5072063"/>
            <a:ext cx="226219" cy="226219"/>
          </a:xfrm>
          <a:prstGeom prst="rect">
            <a:avLst/>
          </a:prstGeom>
          <a:solidFill>
            <a:srgbClr val="1D4ED8"/>
          </a:solidFill>
          <a:ln w="11906">
            <a:solidFill>
              <a:srgbClr val="FFFFFF"/>
            </a:solidFill>
          </a:ln>
        </p:spPr>
      </p:sp>
      <p:sp>
        <p:nvSpPr>
          <p:cNvPr id="124" name="object-124">
            <a:extLst>
              <a:ext uri="{FF2B5EF4-FFF2-40B4-BE49-F238E27FC236}">
                <a16:creationId xmlns:a16="http://schemas.microsoft.com/office/drawing/2014/main" id="{8FB06843-B2F4-442E-9958-DA0B408BAB50}"/>
              </a:ext>
            </a:extLst>
          </p:cNvPr>
          <p:cNvSpPr>
            <a:spLocks noGrp="1"/>
          </p:cNvSpPr>
          <p:nvPr/>
        </p:nvSpPr>
        <p:spPr>
          <a:xfrm>
            <a:off x="7739063" y="5072063"/>
            <a:ext cx="226219" cy="226219"/>
          </a:xfrm>
          <a:prstGeom prst="rect">
            <a:avLst/>
          </a:prstGeom>
          <a:solidFill>
            <a:srgbClr val="1D4ED8"/>
          </a:solidFill>
          <a:ln w="11906">
            <a:solidFill>
              <a:srgbClr val="FFFFFF"/>
            </a:solidFill>
          </a:ln>
        </p:spPr>
      </p:sp>
      <p:sp>
        <p:nvSpPr>
          <p:cNvPr id="125" name="object-125">
            <a:extLst>
              <a:ext uri="{FF2B5EF4-FFF2-40B4-BE49-F238E27FC236}">
                <a16:creationId xmlns:a16="http://schemas.microsoft.com/office/drawing/2014/main" id="{C6CD85F9-BBFD-41AC-A99D-F53DB72504A4}"/>
              </a:ext>
            </a:extLst>
          </p:cNvPr>
          <p:cNvSpPr>
            <a:spLocks noGrp="1"/>
          </p:cNvSpPr>
          <p:nvPr/>
        </p:nvSpPr>
        <p:spPr>
          <a:xfrm>
            <a:off x="7965281" y="5072063"/>
            <a:ext cx="226219" cy="226219"/>
          </a:xfrm>
          <a:prstGeom prst="rect">
            <a:avLst/>
          </a:prstGeom>
          <a:solidFill>
            <a:srgbClr val="1D4ED8"/>
          </a:solidFill>
          <a:ln w="11906">
            <a:solidFill>
              <a:srgbClr val="FFFFFF"/>
            </a:solidFill>
          </a:ln>
        </p:spPr>
      </p:sp>
      <p:sp>
        <p:nvSpPr>
          <p:cNvPr id="126" name="object-126">
            <a:extLst>
              <a:ext uri="{FF2B5EF4-FFF2-40B4-BE49-F238E27FC236}">
                <a16:creationId xmlns:a16="http://schemas.microsoft.com/office/drawing/2014/main" id="{0137EA6C-312C-47C1-BCDF-5F48385DB146}"/>
              </a:ext>
            </a:extLst>
          </p:cNvPr>
          <p:cNvSpPr>
            <a:spLocks noGrp="1"/>
          </p:cNvSpPr>
          <p:nvPr/>
        </p:nvSpPr>
        <p:spPr>
          <a:xfrm>
            <a:off x="5476875" y="5298281"/>
            <a:ext cx="226219" cy="226219"/>
          </a:xfrm>
          <a:prstGeom prst="rect">
            <a:avLst/>
          </a:prstGeom>
          <a:solidFill>
            <a:srgbClr val="1D4ED8"/>
          </a:solidFill>
          <a:ln w="11906">
            <a:solidFill>
              <a:srgbClr val="FFFFFF"/>
            </a:solidFill>
          </a:ln>
        </p:spPr>
      </p:sp>
      <p:sp>
        <p:nvSpPr>
          <p:cNvPr id="127" name="object-127">
            <a:extLst>
              <a:ext uri="{FF2B5EF4-FFF2-40B4-BE49-F238E27FC236}">
                <a16:creationId xmlns:a16="http://schemas.microsoft.com/office/drawing/2014/main" id="{011FDDAC-FF7E-481A-BE52-033247CAABDF}"/>
              </a:ext>
            </a:extLst>
          </p:cNvPr>
          <p:cNvSpPr>
            <a:spLocks noGrp="1"/>
          </p:cNvSpPr>
          <p:nvPr/>
        </p:nvSpPr>
        <p:spPr>
          <a:xfrm>
            <a:off x="5703094" y="5298281"/>
            <a:ext cx="226219" cy="226219"/>
          </a:xfrm>
          <a:prstGeom prst="rect">
            <a:avLst/>
          </a:prstGeom>
          <a:solidFill>
            <a:srgbClr val="1D4ED8"/>
          </a:solidFill>
          <a:ln w="11906">
            <a:solidFill>
              <a:srgbClr val="FFFFFF"/>
            </a:solidFill>
          </a:ln>
        </p:spPr>
      </p:sp>
      <p:sp>
        <p:nvSpPr>
          <p:cNvPr id="128" name="object-128">
            <a:extLst>
              <a:ext uri="{FF2B5EF4-FFF2-40B4-BE49-F238E27FC236}">
                <a16:creationId xmlns:a16="http://schemas.microsoft.com/office/drawing/2014/main" id="{5DD91CF9-78DE-4EB8-BF73-B43C657E7E38}"/>
              </a:ext>
            </a:extLst>
          </p:cNvPr>
          <p:cNvSpPr>
            <a:spLocks noGrp="1"/>
          </p:cNvSpPr>
          <p:nvPr/>
        </p:nvSpPr>
        <p:spPr>
          <a:xfrm>
            <a:off x="5929313" y="5298281"/>
            <a:ext cx="226219" cy="226219"/>
          </a:xfrm>
          <a:prstGeom prst="rect">
            <a:avLst/>
          </a:prstGeom>
          <a:solidFill>
            <a:srgbClr val="1D4ED8"/>
          </a:solidFill>
          <a:ln w="11906">
            <a:solidFill>
              <a:srgbClr val="FFFFFF"/>
            </a:solidFill>
          </a:ln>
        </p:spPr>
      </p:sp>
      <p:sp>
        <p:nvSpPr>
          <p:cNvPr id="129" name="object-129">
            <a:extLst>
              <a:ext uri="{FF2B5EF4-FFF2-40B4-BE49-F238E27FC236}">
                <a16:creationId xmlns:a16="http://schemas.microsoft.com/office/drawing/2014/main" id="{3F37E0F2-FC37-480C-97BF-C327F62F5FA7}"/>
              </a:ext>
            </a:extLst>
          </p:cNvPr>
          <p:cNvSpPr>
            <a:spLocks noGrp="1"/>
          </p:cNvSpPr>
          <p:nvPr/>
        </p:nvSpPr>
        <p:spPr>
          <a:xfrm>
            <a:off x="6155531" y="5298281"/>
            <a:ext cx="226219" cy="226219"/>
          </a:xfrm>
          <a:prstGeom prst="rect">
            <a:avLst/>
          </a:prstGeom>
          <a:solidFill>
            <a:srgbClr val="1D4ED8"/>
          </a:solidFill>
          <a:ln w="11906">
            <a:solidFill>
              <a:srgbClr val="FFFFFF"/>
            </a:solidFill>
          </a:ln>
        </p:spPr>
      </p:sp>
      <p:sp>
        <p:nvSpPr>
          <p:cNvPr id="130" name="object-130">
            <a:extLst>
              <a:ext uri="{FF2B5EF4-FFF2-40B4-BE49-F238E27FC236}">
                <a16:creationId xmlns:a16="http://schemas.microsoft.com/office/drawing/2014/main" id="{23364CD2-5FC5-4B5C-8F58-D1F6BC3E97C3}"/>
              </a:ext>
            </a:extLst>
          </p:cNvPr>
          <p:cNvSpPr>
            <a:spLocks noGrp="1"/>
          </p:cNvSpPr>
          <p:nvPr/>
        </p:nvSpPr>
        <p:spPr>
          <a:xfrm>
            <a:off x="6381750" y="5298281"/>
            <a:ext cx="226219" cy="226219"/>
          </a:xfrm>
          <a:prstGeom prst="rect">
            <a:avLst/>
          </a:prstGeom>
          <a:solidFill>
            <a:srgbClr val="1D4ED8"/>
          </a:solidFill>
          <a:ln w="11906">
            <a:solidFill>
              <a:srgbClr val="FFFFFF"/>
            </a:solidFill>
          </a:ln>
        </p:spPr>
      </p:sp>
      <p:sp>
        <p:nvSpPr>
          <p:cNvPr id="131" name="object-131">
            <a:extLst>
              <a:ext uri="{FF2B5EF4-FFF2-40B4-BE49-F238E27FC236}">
                <a16:creationId xmlns:a16="http://schemas.microsoft.com/office/drawing/2014/main" id="{B1CF22A0-450C-475E-BF7F-FB7A48A38C4E}"/>
              </a:ext>
            </a:extLst>
          </p:cNvPr>
          <p:cNvSpPr>
            <a:spLocks noGrp="1"/>
          </p:cNvSpPr>
          <p:nvPr/>
        </p:nvSpPr>
        <p:spPr>
          <a:xfrm>
            <a:off x="6607969" y="5298281"/>
            <a:ext cx="226219" cy="226219"/>
          </a:xfrm>
          <a:prstGeom prst="rect">
            <a:avLst/>
          </a:prstGeom>
          <a:solidFill>
            <a:srgbClr val="1D4ED8"/>
          </a:solidFill>
          <a:ln w="11906">
            <a:solidFill>
              <a:srgbClr val="FFFFFF"/>
            </a:solidFill>
          </a:ln>
        </p:spPr>
      </p:sp>
      <p:sp>
        <p:nvSpPr>
          <p:cNvPr id="132" name="object-132">
            <a:extLst>
              <a:ext uri="{FF2B5EF4-FFF2-40B4-BE49-F238E27FC236}">
                <a16:creationId xmlns:a16="http://schemas.microsoft.com/office/drawing/2014/main" id="{5D471500-F521-474F-9D4B-6FD2509FE1BE}"/>
              </a:ext>
            </a:extLst>
          </p:cNvPr>
          <p:cNvSpPr>
            <a:spLocks noGrp="1"/>
          </p:cNvSpPr>
          <p:nvPr/>
        </p:nvSpPr>
        <p:spPr>
          <a:xfrm>
            <a:off x="6834188" y="5298281"/>
            <a:ext cx="226219" cy="226219"/>
          </a:xfrm>
          <a:prstGeom prst="rect">
            <a:avLst/>
          </a:prstGeom>
          <a:solidFill>
            <a:srgbClr val="1D4ED8"/>
          </a:solidFill>
          <a:ln w="11906">
            <a:solidFill>
              <a:srgbClr val="FFFFFF"/>
            </a:solidFill>
          </a:ln>
        </p:spPr>
      </p:sp>
      <p:sp>
        <p:nvSpPr>
          <p:cNvPr id="133" name="object-133">
            <a:extLst>
              <a:ext uri="{FF2B5EF4-FFF2-40B4-BE49-F238E27FC236}">
                <a16:creationId xmlns:a16="http://schemas.microsoft.com/office/drawing/2014/main" id="{9624D50C-5BEF-46F5-A724-43ADF0630191}"/>
              </a:ext>
            </a:extLst>
          </p:cNvPr>
          <p:cNvSpPr>
            <a:spLocks noGrp="1"/>
          </p:cNvSpPr>
          <p:nvPr/>
        </p:nvSpPr>
        <p:spPr>
          <a:xfrm>
            <a:off x="7060406" y="5298281"/>
            <a:ext cx="226219" cy="226219"/>
          </a:xfrm>
          <a:prstGeom prst="rect">
            <a:avLst/>
          </a:prstGeom>
          <a:solidFill>
            <a:srgbClr val="1D4ED8"/>
          </a:solidFill>
          <a:ln w="11906">
            <a:solidFill>
              <a:srgbClr val="FFFFFF"/>
            </a:solidFill>
          </a:ln>
        </p:spPr>
      </p:sp>
      <p:sp>
        <p:nvSpPr>
          <p:cNvPr id="134" name="object-134">
            <a:extLst>
              <a:ext uri="{FF2B5EF4-FFF2-40B4-BE49-F238E27FC236}">
                <a16:creationId xmlns:a16="http://schemas.microsoft.com/office/drawing/2014/main" id="{89770B02-EF2F-4E17-A0E8-A4F163E8AD54}"/>
              </a:ext>
            </a:extLst>
          </p:cNvPr>
          <p:cNvSpPr>
            <a:spLocks noGrp="1"/>
          </p:cNvSpPr>
          <p:nvPr/>
        </p:nvSpPr>
        <p:spPr>
          <a:xfrm>
            <a:off x="7286625" y="5298281"/>
            <a:ext cx="226219" cy="226219"/>
          </a:xfrm>
          <a:prstGeom prst="rect">
            <a:avLst/>
          </a:prstGeom>
          <a:solidFill>
            <a:srgbClr val="1D4ED8"/>
          </a:solidFill>
          <a:ln w="11906">
            <a:solidFill>
              <a:srgbClr val="FFFFFF"/>
            </a:solidFill>
          </a:ln>
        </p:spPr>
      </p:sp>
      <p:sp>
        <p:nvSpPr>
          <p:cNvPr id="135" name="object-135">
            <a:extLst>
              <a:ext uri="{FF2B5EF4-FFF2-40B4-BE49-F238E27FC236}">
                <a16:creationId xmlns:a16="http://schemas.microsoft.com/office/drawing/2014/main" id="{EF8C0257-E201-476E-A7AD-B24567A3493D}"/>
              </a:ext>
            </a:extLst>
          </p:cNvPr>
          <p:cNvSpPr>
            <a:spLocks noGrp="1"/>
          </p:cNvSpPr>
          <p:nvPr/>
        </p:nvSpPr>
        <p:spPr>
          <a:xfrm>
            <a:off x="7512844" y="5298281"/>
            <a:ext cx="226219" cy="226219"/>
          </a:xfrm>
          <a:prstGeom prst="rect">
            <a:avLst/>
          </a:prstGeom>
          <a:solidFill>
            <a:srgbClr val="1D4ED8"/>
          </a:solidFill>
          <a:ln w="11906">
            <a:solidFill>
              <a:srgbClr val="FFFFFF"/>
            </a:solidFill>
          </a:ln>
        </p:spPr>
      </p:sp>
      <p:sp>
        <p:nvSpPr>
          <p:cNvPr id="136" name="object-136">
            <a:extLst>
              <a:ext uri="{FF2B5EF4-FFF2-40B4-BE49-F238E27FC236}">
                <a16:creationId xmlns:a16="http://schemas.microsoft.com/office/drawing/2014/main" id="{B722973D-6CF5-4BAE-B1D5-E4F107EC5208}"/>
              </a:ext>
            </a:extLst>
          </p:cNvPr>
          <p:cNvSpPr>
            <a:spLocks noGrp="1"/>
          </p:cNvSpPr>
          <p:nvPr/>
        </p:nvSpPr>
        <p:spPr>
          <a:xfrm>
            <a:off x="7739063" y="5298281"/>
            <a:ext cx="226219" cy="226219"/>
          </a:xfrm>
          <a:prstGeom prst="rect">
            <a:avLst/>
          </a:prstGeom>
          <a:solidFill>
            <a:srgbClr val="1D4ED8"/>
          </a:solidFill>
          <a:ln w="11906">
            <a:solidFill>
              <a:srgbClr val="FFFFFF"/>
            </a:solidFill>
          </a:ln>
        </p:spPr>
      </p:sp>
      <p:sp>
        <p:nvSpPr>
          <p:cNvPr id="137" name="object-137">
            <a:extLst>
              <a:ext uri="{FF2B5EF4-FFF2-40B4-BE49-F238E27FC236}">
                <a16:creationId xmlns:a16="http://schemas.microsoft.com/office/drawing/2014/main" id="{16A656C0-8ADD-4F9A-9CDE-DB787EE153C2}"/>
              </a:ext>
            </a:extLst>
          </p:cNvPr>
          <p:cNvSpPr>
            <a:spLocks noGrp="1"/>
          </p:cNvSpPr>
          <p:nvPr/>
        </p:nvSpPr>
        <p:spPr>
          <a:xfrm>
            <a:off x="7965281" y="5298281"/>
            <a:ext cx="226219" cy="226219"/>
          </a:xfrm>
          <a:prstGeom prst="rect">
            <a:avLst/>
          </a:prstGeom>
          <a:solidFill>
            <a:srgbClr val="1D4ED8"/>
          </a:solidFill>
          <a:ln w="11906">
            <a:solidFill>
              <a:srgbClr val="FFFFFF"/>
            </a:solidFill>
          </a:ln>
        </p:spPr>
      </p:sp>
      <p:sp>
        <p:nvSpPr>
          <p:cNvPr id="138" name="object-138">
            <a:extLst>
              <a:ext uri="{FF2B5EF4-FFF2-40B4-BE49-F238E27FC236}">
                <a16:creationId xmlns:a16="http://schemas.microsoft.com/office/drawing/2014/main" id="{C6F17E95-06BE-43A4-AFF5-FDD65E3EFD8F}"/>
              </a:ext>
            </a:extLst>
          </p:cNvPr>
          <p:cNvSpPr>
            <a:spLocks noGrp="1"/>
          </p:cNvSpPr>
          <p:nvPr/>
        </p:nvSpPr>
        <p:spPr>
          <a:xfrm>
            <a:off x="5476875" y="5524500"/>
            <a:ext cx="226219" cy="226219"/>
          </a:xfrm>
          <a:prstGeom prst="rect">
            <a:avLst/>
          </a:prstGeom>
          <a:solidFill>
            <a:srgbClr val="1D4ED8"/>
          </a:solidFill>
          <a:ln w="11906">
            <a:solidFill>
              <a:srgbClr val="FFFFFF"/>
            </a:solidFill>
          </a:ln>
        </p:spPr>
      </p:sp>
      <p:sp>
        <p:nvSpPr>
          <p:cNvPr id="139" name="object-139">
            <a:extLst>
              <a:ext uri="{FF2B5EF4-FFF2-40B4-BE49-F238E27FC236}">
                <a16:creationId xmlns:a16="http://schemas.microsoft.com/office/drawing/2014/main" id="{331EBC4E-AF71-4D3B-9600-E5FB53657A04}"/>
              </a:ext>
            </a:extLst>
          </p:cNvPr>
          <p:cNvSpPr>
            <a:spLocks noGrp="1"/>
          </p:cNvSpPr>
          <p:nvPr/>
        </p:nvSpPr>
        <p:spPr>
          <a:xfrm>
            <a:off x="5703094" y="5524500"/>
            <a:ext cx="226219" cy="226219"/>
          </a:xfrm>
          <a:prstGeom prst="rect">
            <a:avLst/>
          </a:prstGeom>
          <a:solidFill>
            <a:srgbClr val="1D4ED8"/>
          </a:solidFill>
          <a:ln w="11906">
            <a:solidFill>
              <a:srgbClr val="FFFFFF"/>
            </a:solidFill>
          </a:ln>
        </p:spPr>
      </p:sp>
      <p:sp>
        <p:nvSpPr>
          <p:cNvPr id="140" name="object-140">
            <a:extLst>
              <a:ext uri="{FF2B5EF4-FFF2-40B4-BE49-F238E27FC236}">
                <a16:creationId xmlns:a16="http://schemas.microsoft.com/office/drawing/2014/main" id="{8CE5D439-ED7A-4263-9886-833586BF916E}"/>
              </a:ext>
            </a:extLst>
          </p:cNvPr>
          <p:cNvSpPr>
            <a:spLocks noGrp="1"/>
          </p:cNvSpPr>
          <p:nvPr/>
        </p:nvSpPr>
        <p:spPr>
          <a:xfrm>
            <a:off x="5929313" y="5524500"/>
            <a:ext cx="226219" cy="226219"/>
          </a:xfrm>
          <a:prstGeom prst="rect">
            <a:avLst/>
          </a:prstGeom>
          <a:solidFill>
            <a:srgbClr val="1D4ED8"/>
          </a:solidFill>
          <a:ln w="11906">
            <a:solidFill>
              <a:srgbClr val="FFFFFF"/>
            </a:solidFill>
          </a:ln>
        </p:spPr>
      </p:sp>
      <p:sp>
        <p:nvSpPr>
          <p:cNvPr id="141" name="object-141">
            <a:extLst>
              <a:ext uri="{FF2B5EF4-FFF2-40B4-BE49-F238E27FC236}">
                <a16:creationId xmlns:a16="http://schemas.microsoft.com/office/drawing/2014/main" id="{94CFEA94-E382-4ABD-96FB-3AF69EC877F3}"/>
              </a:ext>
            </a:extLst>
          </p:cNvPr>
          <p:cNvSpPr>
            <a:spLocks noGrp="1"/>
          </p:cNvSpPr>
          <p:nvPr/>
        </p:nvSpPr>
        <p:spPr>
          <a:xfrm>
            <a:off x="6155531" y="5524500"/>
            <a:ext cx="226219" cy="226219"/>
          </a:xfrm>
          <a:prstGeom prst="rect">
            <a:avLst/>
          </a:prstGeom>
          <a:solidFill>
            <a:srgbClr val="1D4ED8"/>
          </a:solidFill>
          <a:ln w="11906">
            <a:solidFill>
              <a:srgbClr val="FFFFFF"/>
            </a:solidFill>
          </a:ln>
        </p:spPr>
      </p:sp>
      <p:sp>
        <p:nvSpPr>
          <p:cNvPr id="142" name="object-142">
            <a:extLst>
              <a:ext uri="{FF2B5EF4-FFF2-40B4-BE49-F238E27FC236}">
                <a16:creationId xmlns:a16="http://schemas.microsoft.com/office/drawing/2014/main" id="{46737108-8A4E-42A3-8599-656EFEDE10FB}"/>
              </a:ext>
            </a:extLst>
          </p:cNvPr>
          <p:cNvSpPr>
            <a:spLocks noGrp="1"/>
          </p:cNvSpPr>
          <p:nvPr/>
        </p:nvSpPr>
        <p:spPr>
          <a:xfrm>
            <a:off x="6381750" y="5524500"/>
            <a:ext cx="226219" cy="226219"/>
          </a:xfrm>
          <a:prstGeom prst="rect">
            <a:avLst/>
          </a:prstGeom>
          <a:solidFill>
            <a:srgbClr val="1D4ED8"/>
          </a:solidFill>
          <a:ln w="11906">
            <a:solidFill>
              <a:srgbClr val="FFFFFF"/>
            </a:solidFill>
          </a:ln>
        </p:spPr>
      </p:sp>
      <p:sp>
        <p:nvSpPr>
          <p:cNvPr id="143" name="object-143">
            <a:extLst>
              <a:ext uri="{FF2B5EF4-FFF2-40B4-BE49-F238E27FC236}">
                <a16:creationId xmlns:a16="http://schemas.microsoft.com/office/drawing/2014/main" id="{024FE860-F870-4D6B-885D-8FC34A6E909D}"/>
              </a:ext>
            </a:extLst>
          </p:cNvPr>
          <p:cNvSpPr>
            <a:spLocks noGrp="1"/>
          </p:cNvSpPr>
          <p:nvPr/>
        </p:nvSpPr>
        <p:spPr>
          <a:xfrm>
            <a:off x="6607969" y="5524500"/>
            <a:ext cx="226219" cy="226219"/>
          </a:xfrm>
          <a:prstGeom prst="rect">
            <a:avLst/>
          </a:prstGeom>
          <a:solidFill>
            <a:srgbClr val="1D4ED8"/>
          </a:solidFill>
          <a:ln w="11906">
            <a:solidFill>
              <a:srgbClr val="FFFFFF"/>
            </a:solidFill>
          </a:ln>
        </p:spPr>
      </p:sp>
      <p:sp>
        <p:nvSpPr>
          <p:cNvPr id="144" name="object-144">
            <a:extLst>
              <a:ext uri="{FF2B5EF4-FFF2-40B4-BE49-F238E27FC236}">
                <a16:creationId xmlns:a16="http://schemas.microsoft.com/office/drawing/2014/main" id="{10E54BA6-79CB-43D0-A31E-76A77479A7F8}"/>
              </a:ext>
            </a:extLst>
          </p:cNvPr>
          <p:cNvSpPr>
            <a:spLocks noGrp="1"/>
          </p:cNvSpPr>
          <p:nvPr/>
        </p:nvSpPr>
        <p:spPr>
          <a:xfrm>
            <a:off x="6834188" y="5524500"/>
            <a:ext cx="226219" cy="226219"/>
          </a:xfrm>
          <a:prstGeom prst="rect">
            <a:avLst/>
          </a:prstGeom>
          <a:solidFill>
            <a:srgbClr val="1D4ED8"/>
          </a:solidFill>
          <a:ln w="11906">
            <a:solidFill>
              <a:srgbClr val="FFFFFF"/>
            </a:solidFill>
          </a:ln>
        </p:spPr>
      </p:sp>
      <p:sp>
        <p:nvSpPr>
          <p:cNvPr id="145" name="object-145">
            <a:extLst>
              <a:ext uri="{FF2B5EF4-FFF2-40B4-BE49-F238E27FC236}">
                <a16:creationId xmlns:a16="http://schemas.microsoft.com/office/drawing/2014/main" id="{28D59A48-6FAD-42CA-9253-C16F282AA3E8}"/>
              </a:ext>
            </a:extLst>
          </p:cNvPr>
          <p:cNvSpPr>
            <a:spLocks noGrp="1"/>
          </p:cNvSpPr>
          <p:nvPr/>
        </p:nvSpPr>
        <p:spPr>
          <a:xfrm>
            <a:off x="7060406" y="5524500"/>
            <a:ext cx="226219" cy="226219"/>
          </a:xfrm>
          <a:prstGeom prst="rect">
            <a:avLst/>
          </a:prstGeom>
          <a:solidFill>
            <a:srgbClr val="1D4ED8"/>
          </a:solidFill>
          <a:ln w="11906">
            <a:solidFill>
              <a:srgbClr val="FFFFFF"/>
            </a:solidFill>
          </a:ln>
        </p:spPr>
      </p:sp>
      <p:sp>
        <p:nvSpPr>
          <p:cNvPr id="146" name="object-146">
            <a:extLst>
              <a:ext uri="{FF2B5EF4-FFF2-40B4-BE49-F238E27FC236}">
                <a16:creationId xmlns:a16="http://schemas.microsoft.com/office/drawing/2014/main" id="{D4138DBF-25F3-43BF-925A-4817C445933F}"/>
              </a:ext>
            </a:extLst>
          </p:cNvPr>
          <p:cNvSpPr>
            <a:spLocks noGrp="1"/>
          </p:cNvSpPr>
          <p:nvPr/>
        </p:nvSpPr>
        <p:spPr>
          <a:xfrm>
            <a:off x="7286625" y="5524500"/>
            <a:ext cx="226219" cy="226219"/>
          </a:xfrm>
          <a:prstGeom prst="rect">
            <a:avLst/>
          </a:prstGeom>
          <a:solidFill>
            <a:srgbClr val="1D4ED8"/>
          </a:solidFill>
          <a:ln w="11906">
            <a:solidFill>
              <a:srgbClr val="FFFFFF"/>
            </a:solidFill>
          </a:ln>
        </p:spPr>
      </p:sp>
      <p:sp>
        <p:nvSpPr>
          <p:cNvPr id="147" name="object-147">
            <a:extLst>
              <a:ext uri="{FF2B5EF4-FFF2-40B4-BE49-F238E27FC236}">
                <a16:creationId xmlns:a16="http://schemas.microsoft.com/office/drawing/2014/main" id="{61804E7F-FC04-4F33-859B-B003BE84A3FB}"/>
              </a:ext>
            </a:extLst>
          </p:cNvPr>
          <p:cNvSpPr>
            <a:spLocks noGrp="1"/>
          </p:cNvSpPr>
          <p:nvPr/>
        </p:nvSpPr>
        <p:spPr>
          <a:xfrm>
            <a:off x="7512844" y="5524500"/>
            <a:ext cx="226219" cy="226219"/>
          </a:xfrm>
          <a:prstGeom prst="rect">
            <a:avLst/>
          </a:prstGeom>
          <a:solidFill>
            <a:srgbClr val="1D4ED8"/>
          </a:solidFill>
          <a:ln w="11906">
            <a:solidFill>
              <a:srgbClr val="FFFFFF"/>
            </a:solidFill>
          </a:ln>
        </p:spPr>
      </p:sp>
      <p:sp>
        <p:nvSpPr>
          <p:cNvPr id="148" name="object-148">
            <a:extLst>
              <a:ext uri="{FF2B5EF4-FFF2-40B4-BE49-F238E27FC236}">
                <a16:creationId xmlns:a16="http://schemas.microsoft.com/office/drawing/2014/main" id="{20B5D838-1FD5-40A1-A934-3DFE0247B0AD}"/>
              </a:ext>
            </a:extLst>
          </p:cNvPr>
          <p:cNvSpPr>
            <a:spLocks noGrp="1"/>
          </p:cNvSpPr>
          <p:nvPr/>
        </p:nvSpPr>
        <p:spPr>
          <a:xfrm>
            <a:off x="7739063" y="5524500"/>
            <a:ext cx="226219" cy="226219"/>
          </a:xfrm>
          <a:prstGeom prst="rect">
            <a:avLst/>
          </a:prstGeom>
          <a:solidFill>
            <a:srgbClr val="1D4ED8"/>
          </a:solidFill>
          <a:ln w="11906">
            <a:solidFill>
              <a:srgbClr val="FFFFFF"/>
            </a:solidFill>
          </a:ln>
        </p:spPr>
      </p:sp>
      <p:sp>
        <p:nvSpPr>
          <p:cNvPr id="149" name="object-149">
            <a:extLst>
              <a:ext uri="{FF2B5EF4-FFF2-40B4-BE49-F238E27FC236}">
                <a16:creationId xmlns:a16="http://schemas.microsoft.com/office/drawing/2014/main" id="{B24502E3-A64B-4B7A-8B0F-A9CE7B51E323}"/>
              </a:ext>
            </a:extLst>
          </p:cNvPr>
          <p:cNvSpPr>
            <a:spLocks noGrp="1"/>
          </p:cNvSpPr>
          <p:nvPr/>
        </p:nvSpPr>
        <p:spPr>
          <a:xfrm>
            <a:off x="7965281" y="5524500"/>
            <a:ext cx="226219" cy="226219"/>
          </a:xfrm>
          <a:prstGeom prst="rect">
            <a:avLst/>
          </a:prstGeom>
          <a:solidFill>
            <a:srgbClr val="1D4ED8"/>
          </a:solidFill>
          <a:ln w="11906">
            <a:solidFill>
              <a:srgbClr val="FFFFFF"/>
            </a:solidFill>
          </a:ln>
        </p:spPr>
      </p:sp>
      <p:sp>
        <p:nvSpPr>
          <p:cNvPr id="150" name="object-150">
            <a:extLst>
              <a:ext uri="{FF2B5EF4-FFF2-40B4-BE49-F238E27FC236}">
                <a16:creationId xmlns:a16="http://schemas.microsoft.com/office/drawing/2014/main" id="{5AF1CF12-A877-48BA-BE42-0549E60803A0}"/>
              </a:ext>
            </a:extLst>
          </p:cNvPr>
          <p:cNvSpPr>
            <a:spLocks noGrp="1"/>
          </p:cNvSpPr>
          <p:nvPr/>
        </p:nvSpPr>
        <p:spPr>
          <a:xfrm>
            <a:off x="5238750"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12 × 12 = 144</a:t>
            </a:r>
          </a:p>
        </p:txBody>
      </p:sp>
      <p:sp>
        <p:nvSpPr>
          <p:cNvPr id="151" name="object-151">
            <a:extLst>
              <a:ext uri="{FF2B5EF4-FFF2-40B4-BE49-F238E27FC236}">
                <a16:creationId xmlns:a16="http://schemas.microsoft.com/office/drawing/2014/main" id="{FA1E7D25-1571-49C8-B47C-A9A971AA5359}"/>
              </a:ext>
            </a:extLst>
          </p:cNvPr>
          <p:cNvSpPr>
            <a:spLocks noGrp="1"/>
          </p:cNvSpPr>
          <p:nvPr/>
        </p:nvSpPr>
        <p:spPr>
          <a:xfrm>
            <a:off x="10417969" y="5000625"/>
            <a:ext cx="2262188" cy="416719"/>
          </a:xfrm>
          <a:prstGeom prst="rect">
            <a:avLst/>
          </a:prstGeom>
          <a:solidFill>
            <a:srgbClr val="EFF6FF"/>
          </a:solidFill>
          <a:ln w="23813">
            <a:solidFill>
              <a:srgbClr val="1D4ED8"/>
            </a:solidFill>
          </a:ln>
        </p:spPr>
      </p:sp>
      <p:sp>
        <p:nvSpPr>
          <p:cNvPr id="152" name="object-152">
            <a:extLst>
              <a:ext uri="{FF2B5EF4-FFF2-40B4-BE49-F238E27FC236}">
                <a16:creationId xmlns:a16="http://schemas.microsoft.com/office/drawing/2014/main" id="{C0EF7730-8519-4F1E-8630-FFDA02258724}"/>
              </a:ext>
            </a:extLst>
          </p:cNvPr>
          <p:cNvSpPr>
            <a:spLocks noGrp="1"/>
          </p:cNvSpPr>
          <p:nvPr/>
        </p:nvSpPr>
        <p:spPr>
          <a:xfrm>
            <a:off x="10572750" y="4691063"/>
            <a:ext cx="2262188" cy="416719"/>
          </a:xfrm>
          <a:prstGeom prst="rect">
            <a:avLst/>
          </a:prstGeom>
          <a:solidFill>
            <a:srgbClr val="EFF6FF"/>
          </a:solidFill>
          <a:ln w="23813">
            <a:solidFill>
              <a:srgbClr val="1D4ED8"/>
            </a:solidFill>
          </a:ln>
        </p:spPr>
      </p:sp>
      <p:sp>
        <p:nvSpPr>
          <p:cNvPr id="153" name="object-153">
            <a:extLst>
              <a:ext uri="{FF2B5EF4-FFF2-40B4-BE49-F238E27FC236}">
                <a16:creationId xmlns:a16="http://schemas.microsoft.com/office/drawing/2014/main" id="{D0B1F1F6-94E8-415A-9BDD-0600707606BC}"/>
              </a:ext>
            </a:extLst>
          </p:cNvPr>
          <p:cNvSpPr>
            <a:spLocks noGrp="1"/>
          </p:cNvSpPr>
          <p:nvPr/>
        </p:nvSpPr>
        <p:spPr>
          <a:xfrm>
            <a:off x="10727531" y="4381500"/>
            <a:ext cx="2262188" cy="416719"/>
          </a:xfrm>
          <a:prstGeom prst="rect">
            <a:avLst/>
          </a:prstGeom>
          <a:solidFill>
            <a:srgbClr val="EFF6FF"/>
          </a:solidFill>
          <a:ln w="23813">
            <a:solidFill>
              <a:srgbClr val="1D4ED8"/>
            </a:solidFill>
          </a:ln>
        </p:spPr>
      </p:sp>
      <p:sp>
        <p:nvSpPr>
          <p:cNvPr id="154" name="object-154">
            <a:extLst>
              <a:ext uri="{FF2B5EF4-FFF2-40B4-BE49-F238E27FC236}">
                <a16:creationId xmlns:a16="http://schemas.microsoft.com/office/drawing/2014/main" id="{53061442-BD11-4471-B631-641E980E5483}"/>
              </a:ext>
            </a:extLst>
          </p:cNvPr>
          <p:cNvSpPr>
            <a:spLocks noGrp="1"/>
          </p:cNvSpPr>
          <p:nvPr/>
        </p:nvSpPr>
        <p:spPr>
          <a:xfrm>
            <a:off x="10882313" y="4071938"/>
            <a:ext cx="2262188" cy="416719"/>
          </a:xfrm>
          <a:prstGeom prst="rect">
            <a:avLst/>
          </a:prstGeom>
          <a:solidFill>
            <a:srgbClr val="EFF6FF"/>
          </a:solidFill>
          <a:ln w="23813">
            <a:solidFill>
              <a:srgbClr val="1D4ED8"/>
            </a:solidFill>
          </a:ln>
        </p:spPr>
      </p:sp>
      <p:sp>
        <p:nvSpPr>
          <p:cNvPr id="155" name="object-155">
            <a:extLst>
              <a:ext uri="{FF2B5EF4-FFF2-40B4-BE49-F238E27FC236}">
                <a16:creationId xmlns:a16="http://schemas.microsoft.com/office/drawing/2014/main" id="{38502B67-3D38-4DB3-8E1F-EEFEF39F2215}"/>
              </a:ext>
            </a:extLst>
          </p:cNvPr>
          <p:cNvSpPr>
            <a:spLocks noGrp="1"/>
          </p:cNvSpPr>
          <p:nvPr/>
        </p:nvSpPr>
        <p:spPr>
          <a:xfrm>
            <a:off x="11037094" y="3762375"/>
            <a:ext cx="2262188" cy="416719"/>
          </a:xfrm>
          <a:prstGeom prst="rect">
            <a:avLst/>
          </a:prstGeom>
          <a:solidFill>
            <a:srgbClr val="EFF6FF"/>
          </a:solidFill>
          <a:ln w="23813">
            <a:solidFill>
              <a:srgbClr val="1D4ED8"/>
            </a:solidFill>
          </a:ln>
        </p:spPr>
      </p:sp>
      <p:sp>
        <p:nvSpPr>
          <p:cNvPr id="156" name="object-156">
            <a:extLst>
              <a:ext uri="{FF2B5EF4-FFF2-40B4-BE49-F238E27FC236}">
                <a16:creationId xmlns:a16="http://schemas.microsoft.com/office/drawing/2014/main" id="{184D1BA6-8A62-404D-A555-B287058881C6}"/>
              </a:ext>
            </a:extLst>
          </p:cNvPr>
          <p:cNvSpPr>
            <a:spLocks noGrp="1"/>
          </p:cNvSpPr>
          <p:nvPr/>
        </p:nvSpPr>
        <p:spPr>
          <a:xfrm>
            <a:off x="10239375"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5³ = 125</a:t>
            </a:r>
          </a:p>
        </p:txBody>
      </p:sp>
      <p:sp>
        <p:nvSpPr>
          <p:cNvPr id="157" name="object-157">
            <a:extLst>
              <a:ext uri="{FF2B5EF4-FFF2-40B4-BE49-F238E27FC236}">
                <a16:creationId xmlns:a16="http://schemas.microsoft.com/office/drawing/2014/main" id="{E2C4B93B-212C-45D8-86FF-0B971C9E62E7}"/>
              </a:ext>
            </a:extLst>
          </p:cNvPr>
          <p:cNvSpPr>
            <a:spLocks noGrp="1"/>
          </p:cNvSpPr>
          <p:nvPr/>
        </p:nvSpPr>
        <p:spPr>
          <a:xfrm>
            <a:off x="1190625" y="2917031"/>
            <a:ext cx="2857500" cy="1071563"/>
          </a:xfrm>
          <a:prstGeom prst="rect">
            <a:avLst/>
          </a:prstGeom>
          <a:noFill/>
          <a:ln w="0">
            <a:noFill/>
          </a:ln>
        </p:spPr>
        <p:txBody>
          <a:bodyPr anchor="ctr">
            <a:noAutofit/>
          </a:bodyPr>
          <a:lstStyle/>
          <a:p>
            <a:pPr algn="ctr">
              <a:defRPr sz="5625" b="1">
                <a:solidFill>
                  <a:srgbClr val="1D4ED8"/>
                </a:solidFill>
                <a:latin typeface="Arial"/>
                <a:ea typeface="Arial"/>
                <a:cs typeface="Arial"/>
              </a:defRPr>
            </a:pPr>
            <a:r>
              <a:rPr sz="5625" b="1">
                <a:solidFill>
                  <a:srgbClr val="1D4ED8"/>
                </a:solidFill>
                <a:latin typeface="Arial"/>
                <a:ea typeface="Arial"/>
                <a:cs typeface="Arial"/>
              </a:rPr>
              <a:t>97</a:t>
            </a:r>
          </a:p>
        </p:txBody>
      </p:sp>
      <p:sp>
        <p:nvSpPr>
          <p:cNvPr id="158" name="object-158">
            <a:extLst>
              <a:ext uri="{FF2B5EF4-FFF2-40B4-BE49-F238E27FC236}">
                <a16:creationId xmlns:a16="http://schemas.microsoft.com/office/drawing/2014/main" id="{8BFC987F-58C1-46C3-92C7-C0CDF3B194EE}"/>
              </a:ext>
            </a:extLst>
          </p:cNvPr>
          <p:cNvSpPr>
            <a:spLocks noGrp="1"/>
          </p:cNvSpPr>
          <p:nvPr/>
        </p:nvSpPr>
        <p:spPr>
          <a:xfrm>
            <a:off x="773906" y="40124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2: remainder 1</a:t>
            </a:r>
          </a:p>
        </p:txBody>
      </p:sp>
      <p:sp>
        <p:nvSpPr>
          <p:cNvPr id="159" name="object-159">
            <a:extLst>
              <a:ext uri="{FF2B5EF4-FFF2-40B4-BE49-F238E27FC236}">
                <a16:creationId xmlns:a16="http://schemas.microsoft.com/office/drawing/2014/main" id="{14704440-9441-4EDF-AFBE-C51C89D39C78}"/>
              </a:ext>
            </a:extLst>
          </p:cNvPr>
          <p:cNvSpPr>
            <a:spLocks noGrp="1"/>
          </p:cNvSpPr>
          <p:nvPr/>
        </p:nvSpPr>
        <p:spPr>
          <a:xfrm>
            <a:off x="773906" y="44886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3: remainder 1</a:t>
            </a:r>
          </a:p>
        </p:txBody>
      </p:sp>
      <p:sp>
        <p:nvSpPr>
          <p:cNvPr id="160" name="object-160">
            <a:extLst>
              <a:ext uri="{FF2B5EF4-FFF2-40B4-BE49-F238E27FC236}">
                <a16:creationId xmlns:a16="http://schemas.microsoft.com/office/drawing/2014/main" id="{E5E0E8ED-657F-441D-B57E-950F84E24BB0}"/>
              </a:ext>
            </a:extLst>
          </p:cNvPr>
          <p:cNvSpPr>
            <a:spLocks noGrp="1"/>
          </p:cNvSpPr>
          <p:nvPr/>
        </p:nvSpPr>
        <p:spPr>
          <a:xfrm>
            <a:off x="773906" y="49649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5: remainder 2</a:t>
            </a:r>
          </a:p>
        </p:txBody>
      </p:sp>
      <p:sp>
        <p:nvSpPr>
          <p:cNvPr id="161" name="object-161">
            <a:extLst>
              <a:ext uri="{FF2B5EF4-FFF2-40B4-BE49-F238E27FC236}">
                <a16:creationId xmlns:a16="http://schemas.microsoft.com/office/drawing/2014/main" id="{D2CED718-127A-45C9-A1D4-94AB435F6A19}"/>
              </a:ext>
            </a:extLst>
          </p:cNvPr>
          <p:cNvSpPr>
            <a:spLocks noGrp="1"/>
          </p:cNvSpPr>
          <p:nvPr/>
        </p:nvSpPr>
        <p:spPr>
          <a:xfrm>
            <a:off x="773906" y="54411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7: remainder 6</a:t>
            </a:r>
          </a:p>
        </p:txBody>
      </p:sp>
      <p:sp>
        <p:nvSpPr>
          <p:cNvPr id="162" name="object-162">
            <a:extLst>
              <a:ext uri="{FF2B5EF4-FFF2-40B4-BE49-F238E27FC236}">
                <a16:creationId xmlns:a16="http://schemas.microsoft.com/office/drawing/2014/main" id="{854AB1BF-4067-4813-908B-468B0BED9FA5}"/>
              </a:ext>
            </a:extLst>
          </p:cNvPr>
          <p:cNvSpPr>
            <a:spLocks noGrp="1"/>
          </p:cNvSpPr>
          <p:nvPr/>
        </p:nvSpPr>
        <p:spPr>
          <a:xfrm>
            <a:off x="773906" y="5929313"/>
            <a:ext cx="4286250"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Only factors: 1 and 97</a:t>
            </a:r>
          </a:p>
        </p:txBody>
      </p:sp>
      <p:sp>
        <p:nvSpPr>
          <p:cNvPr id="163" name="object-163">
            <a:extLst>
              <a:ext uri="{FF2B5EF4-FFF2-40B4-BE49-F238E27FC236}">
                <a16:creationId xmlns:a16="http://schemas.microsoft.com/office/drawing/2014/main" id="{6FB13655-46DC-4E9C-A8FB-BCF79B5114D8}"/>
              </a:ext>
            </a:extLst>
          </p:cNvPr>
          <p:cNvSpPr>
            <a:spLocks noGrp="1"/>
          </p:cNvSpPr>
          <p:nvPr/>
        </p:nvSpPr>
        <p:spPr>
          <a:xfrm>
            <a:off x="1190625" y="6310313"/>
            <a:ext cx="2857500" cy="714375"/>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prime</a:t>
            </a:r>
          </a:p>
        </p:txBody>
      </p:sp>
    </p:spTree>
    <p:extLst>
      <p:ext uri="{BB962C8B-B14F-4D97-AF65-F5344CB8AC3E}">
        <p14:creationId xmlns:p14="http://schemas.microsoft.com/office/powerpoint/2010/main" val="1046786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7"/>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49"/>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2"/>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3"/>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5"/>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6"/>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7"/>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8"/>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59"/>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0"/>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1"/>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2"/>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3"/>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4"/>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5"/>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6"/>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7"/>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8"/>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69"/>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0"/>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1"/>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2"/>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3"/>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4"/>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5"/>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6"/>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7"/>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8"/>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79"/>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0"/>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1"/>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2"/>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3"/>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4"/>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5"/>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6"/>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7"/>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8"/>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89"/>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0"/>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1"/>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2"/>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3"/>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4"/>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5"/>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6"/>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7"/>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8"/>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99"/>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0"/>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1"/>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2"/>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3"/>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4"/>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5"/>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6"/>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7"/>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8"/>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09"/>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0"/>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1"/>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2"/>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3"/>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4"/>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5"/>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6"/>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7"/>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8"/>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19"/>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0"/>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1"/>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2"/>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3"/>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4"/>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5"/>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6"/>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7"/>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8"/>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29"/>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0"/>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1"/>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2"/>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3"/>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4"/>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5"/>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6"/>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7"/>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8"/>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39"/>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0"/>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1"/>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2"/>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3"/>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4"/>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5"/>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6"/>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7"/>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8"/>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49"/>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50"/>
                                        </p:tgtEl>
                                        <p:attrNameLst>
                                          <p:attrName>style.visibility</p:attrName>
                                        </p:attrNameLst>
                                      </p:cBhvr>
                                      <p:to>
                                        <p:strVal val="visible"/>
                                      </p:to>
                                    </p:set>
                                  </p:childTnLst>
                                </p:cTn>
                              </p:par>
                            </p:childTnLst>
                          </p:cTn>
                        </p:par>
                      </p:childTnLst>
                    </p:cTn>
                  </p:par>
                  <p:par>
                    <p:cTn id="297" fill="hold">
                      <p:stCondLst>
                        <p:cond delay="indefinite"/>
                      </p:stCondLst>
                      <p:childTnLst>
                        <p:par>
                          <p:cTn id="298" fill="hold">
                            <p:stCondLst>
                              <p:cond delay="0"/>
                            </p:stCondLst>
                            <p:childTnLst>
                              <p:par>
                                <p:cTn id="299" presetID="1" presetClass="entr" presetSubtype="0" fill="hold" nodeType="clickEffect">
                                  <p:stCondLst>
                                    <p:cond delay="0"/>
                                  </p:stCondLst>
                                  <p:childTnLst>
                                    <p:set>
                                      <p:cBhvr>
                                        <p:cTn id="300" dur="1" fill="hold">
                                          <p:stCondLst>
                                            <p:cond delay="0"/>
                                          </p:stCondLst>
                                        </p:cTn>
                                        <p:tgtEl>
                                          <p:spTgt spid="151"/>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2"/>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3"/>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4"/>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5"/>
                                        </p:tgtEl>
                                        <p:attrNameLst>
                                          <p:attrName>style.visibility</p:attrName>
                                        </p:attrNameLst>
                                      </p:cBhvr>
                                      <p:to>
                                        <p:strVal val="visible"/>
                                      </p:to>
                                    </p:set>
                                  </p:childTnLst>
                                </p:cTn>
                              </p:par>
                            </p:childTnLst>
                          </p:cTn>
                        </p:par>
                      </p:childTnLst>
                    </p:cTn>
                  </p:par>
                  <p:par>
                    <p:cTn id="309" fill="hold">
                      <p:stCondLst>
                        <p:cond delay="indefinite"/>
                      </p:stCondLst>
                      <p:childTnLst>
                        <p:par>
                          <p:cTn id="310" fill="hold">
                            <p:stCondLst>
                              <p:cond delay="0"/>
                            </p:stCondLst>
                            <p:childTnLst>
                              <p:par>
                                <p:cTn id="311" presetID="1" presetClass="entr" presetSubtype="0" fill="hold" grpId="0" nodeType="clickEffect">
                                  <p:stCondLst>
                                    <p:cond delay="0"/>
                                  </p:stCondLst>
                                  <p:childTnLst>
                                    <p:set>
                                      <p:cBhvr>
                                        <p:cTn id="312" dur="1" fill="hold">
                                          <p:stCondLst>
                                            <p:cond delay="0"/>
                                          </p:stCondLst>
                                        </p:cTn>
                                        <p:tgtEl>
                                          <p:spTgt spid="156"/>
                                        </p:tgtEl>
                                        <p:attrNameLst>
                                          <p:attrName>style.visibility</p:attrName>
                                        </p:attrNameLst>
                                      </p:cBhvr>
                                      <p:to>
                                        <p:strVal val="visible"/>
                                      </p:to>
                                    </p:set>
                                  </p:childTnLst>
                                </p:cTn>
                              </p:par>
                            </p:childTnLst>
                          </p:cTn>
                        </p:par>
                      </p:childTnLst>
                    </p:cTn>
                  </p:par>
                  <p:par>
                    <p:cTn id="313" fill="hold">
                      <p:stCondLst>
                        <p:cond delay="indefinite"/>
                      </p:stCondLst>
                      <p:childTnLst>
                        <p:par>
                          <p:cTn id="314" fill="hold">
                            <p:stCondLst>
                              <p:cond delay="0"/>
                            </p:stCondLst>
                            <p:childTnLst>
                              <p:par>
                                <p:cTn id="315" presetID="1" presetClass="entr" presetSubtype="0" fill="hold" grpId="0" nodeType="clickEffect">
                                  <p:stCondLst>
                                    <p:cond delay="0"/>
                                  </p:stCondLst>
                                  <p:childTnLst>
                                    <p:set>
                                      <p:cBhvr>
                                        <p:cTn id="316" dur="1" fill="hold">
                                          <p:stCondLst>
                                            <p:cond delay="0"/>
                                          </p:stCondLst>
                                        </p:cTn>
                                        <p:tgtEl>
                                          <p:spTgt spid="158"/>
                                        </p:tgtEl>
                                        <p:attrNameLst>
                                          <p:attrName>style.visibility</p:attrName>
                                        </p:attrNameLst>
                                      </p:cBhvr>
                                      <p:to>
                                        <p:strVal val="visible"/>
                                      </p:to>
                                    </p:set>
                                  </p:childTnLst>
                                </p:cTn>
                              </p:par>
                            </p:childTnLst>
                          </p:cTn>
                        </p:par>
                      </p:childTnLst>
                    </p:cTn>
                  </p:par>
                  <p:par>
                    <p:cTn id="317" fill="hold">
                      <p:stCondLst>
                        <p:cond delay="indefinite"/>
                      </p:stCondLst>
                      <p:childTnLst>
                        <p:par>
                          <p:cTn id="318" fill="hold">
                            <p:stCondLst>
                              <p:cond delay="0"/>
                            </p:stCondLst>
                            <p:childTnLst>
                              <p:par>
                                <p:cTn id="319" presetID="1" presetClass="entr" presetSubtype="0" fill="hold" grpId="0" nodeType="clickEffect">
                                  <p:stCondLst>
                                    <p:cond delay="0"/>
                                  </p:stCondLst>
                                  <p:childTnLst>
                                    <p:set>
                                      <p:cBhvr>
                                        <p:cTn id="320" dur="1" fill="hold">
                                          <p:stCondLst>
                                            <p:cond delay="0"/>
                                          </p:stCondLst>
                                        </p:cTn>
                                        <p:tgtEl>
                                          <p:spTgt spid="159"/>
                                        </p:tgtEl>
                                        <p:attrNameLst>
                                          <p:attrName>style.visibility</p:attrName>
                                        </p:attrNameLst>
                                      </p:cBhvr>
                                      <p:to>
                                        <p:strVal val="visible"/>
                                      </p:to>
                                    </p:set>
                                  </p:childTnLst>
                                </p:cTn>
                              </p:par>
                            </p:childTnLst>
                          </p:cTn>
                        </p:par>
                      </p:childTnLst>
                    </p:cTn>
                  </p:par>
                  <p:par>
                    <p:cTn id="321" fill="hold">
                      <p:stCondLst>
                        <p:cond delay="indefinite"/>
                      </p:stCondLst>
                      <p:childTnLst>
                        <p:par>
                          <p:cTn id="322" fill="hold">
                            <p:stCondLst>
                              <p:cond delay="0"/>
                            </p:stCondLst>
                            <p:childTnLst>
                              <p:par>
                                <p:cTn id="323" presetID="1" presetClass="entr" presetSubtype="0" fill="hold" grpId="0" nodeType="clickEffect">
                                  <p:stCondLst>
                                    <p:cond delay="0"/>
                                  </p:stCondLst>
                                  <p:childTnLst>
                                    <p:set>
                                      <p:cBhvr>
                                        <p:cTn id="324" dur="1" fill="hold">
                                          <p:stCondLst>
                                            <p:cond delay="0"/>
                                          </p:stCondLst>
                                        </p:cTn>
                                        <p:tgtEl>
                                          <p:spTgt spid="160"/>
                                        </p:tgtEl>
                                        <p:attrNameLst>
                                          <p:attrName>style.visibility</p:attrName>
                                        </p:attrNameLst>
                                      </p:cBhvr>
                                      <p:to>
                                        <p:strVal val="visible"/>
                                      </p:to>
                                    </p:set>
                                  </p:childTnLst>
                                </p:cTn>
                              </p:par>
                            </p:childTnLst>
                          </p:cTn>
                        </p:par>
                      </p:childTnLst>
                    </p:cTn>
                  </p:par>
                  <p:par>
                    <p:cTn id="325" fill="hold">
                      <p:stCondLst>
                        <p:cond delay="indefinite"/>
                      </p:stCondLst>
                      <p:childTnLst>
                        <p:par>
                          <p:cTn id="326" fill="hold">
                            <p:stCondLst>
                              <p:cond delay="0"/>
                            </p:stCondLst>
                            <p:childTnLst>
                              <p:par>
                                <p:cTn id="327" presetID="1" presetClass="entr" presetSubtype="0" fill="hold" grpId="0" nodeType="clickEffect">
                                  <p:stCondLst>
                                    <p:cond delay="0"/>
                                  </p:stCondLst>
                                  <p:childTnLst>
                                    <p:set>
                                      <p:cBhvr>
                                        <p:cTn id="328" dur="1" fill="hold">
                                          <p:stCondLst>
                                            <p:cond delay="0"/>
                                          </p:stCondLst>
                                        </p:cTn>
                                        <p:tgtEl>
                                          <p:spTgt spid="161"/>
                                        </p:tgtEl>
                                        <p:attrNameLst>
                                          <p:attrName>style.visibility</p:attrName>
                                        </p:attrNameLst>
                                      </p:cBhvr>
                                      <p:to>
                                        <p:strVal val="visible"/>
                                      </p:to>
                                    </p:set>
                                  </p:childTnLst>
                                </p:cTn>
                              </p:par>
                            </p:childTnLst>
                          </p:cTn>
                        </p:par>
                      </p:childTnLst>
                    </p:cTn>
                  </p:par>
                  <p:par>
                    <p:cTn id="329" fill="hold">
                      <p:stCondLst>
                        <p:cond delay="indefinite"/>
                      </p:stCondLst>
                      <p:childTnLst>
                        <p:par>
                          <p:cTn id="330" fill="hold">
                            <p:stCondLst>
                              <p:cond delay="0"/>
                            </p:stCondLst>
                            <p:childTnLst>
                              <p:par>
                                <p:cTn id="331" presetID="1" presetClass="entr" presetSubtype="0" fill="hold" grpId="0" nodeType="clickEffect">
                                  <p:stCondLst>
                                    <p:cond delay="0"/>
                                  </p:stCondLst>
                                  <p:childTnLst>
                                    <p:set>
                                      <p:cBhvr>
                                        <p:cTn id="332" dur="1" fill="hold">
                                          <p:stCondLst>
                                            <p:cond delay="0"/>
                                          </p:stCondLst>
                                        </p:cTn>
                                        <p:tgtEl>
                                          <p:spTgt spid="162"/>
                                        </p:tgtEl>
                                        <p:attrNameLst>
                                          <p:attrName>style.visibility</p:attrName>
                                        </p:attrNameLst>
                                      </p:cBhvr>
                                      <p:to>
                                        <p:strVal val="visible"/>
                                      </p:to>
                                    </p:set>
                                  </p:childTnLst>
                                </p:cTn>
                              </p:par>
                            </p:childTnLst>
                          </p:cTn>
                        </p:par>
                      </p:childTnLst>
                    </p:cTn>
                  </p:par>
                  <p:par>
                    <p:cTn id="333" fill="hold">
                      <p:stCondLst>
                        <p:cond delay="indefinite"/>
                      </p:stCondLst>
                      <p:childTnLst>
                        <p:par>
                          <p:cTn id="334" fill="hold">
                            <p:stCondLst>
                              <p:cond delay="0"/>
                            </p:stCondLst>
                            <p:childTnLst>
                              <p:par>
                                <p:cTn id="335" presetID="1" presetClass="entr" presetSubtype="0" fill="hold" grpId="0" nodeType="clickEffect">
                                  <p:stCondLst>
                                    <p:cond delay="0"/>
                                  </p:stCondLst>
                                  <p:childTnLst>
                                    <p:set>
                                      <p:cBhvr>
                                        <p:cTn id="336" dur="1" fill="hold">
                                          <p:stCondLst>
                                            <p:cond delay="0"/>
                                          </p:stCondLst>
                                        </p:cTn>
                                        <p:tgtEl>
                                          <p:spTgt spid="1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6" grpId="0"/>
      <p:bldP spid="158" grpId="0"/>
      <p:bldP spid="159" grpId="0"/>
      <p:bldP spid="160" grpId="0"/>
      <p:bldP spid="161" grpId="0"/>
      <p:bldP spid="162" grpId="0"/>
      <p:bldP spid="16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1" name="object-1">
            <a:extLst>
              <a:ext uri="{FF2B5EF4-FFF2-40B4-BE49-F238E27FC236}">
                <a16:creationId xmlns:a16="http://schemas.microsoft.com/office/drawing/2014/main" id="{BB19EEAC-5C72-41A1-BBA1-69D99573C53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C54E3C7-1A73-4FF1-8864-162B9FC052E7}"/>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9351C3D-AC07-44D2-9185-157B0080000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Which are prime, square or cube numbers: 97, 169, 216?</a:t>
            </a:r>
          </a:p>
        </p:txBody>
      </p:sp>
      <p:sp>
        <p:nvSpPr>
          <p:cNvPr id="4" name="object-4">
            <a:extLst>
              <a:ext uri="{FF2B5EF4-FFF2-40B4-BE49-F238E27FC236}">
                <a16:creationId xmlns:a16="http://schemas.microsoft.com/office/drawing/2014/main" id="{2C364139-B362-44C0-A72E-C170FFB9475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E25F871-18A2-46BE-8C68-B724850ACC0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6" name="object-6">
            <a:extLst>
              <a:ext uri="{FF2B5EF4-FFF2-40B4-BE49-F238E27FC236}">
                <a16:creationId xmlns:a16="http://schemas.microsoft.com/office/drawing/2014/main" id="{E0915D0C-4671-4533-86B0-C2CF21B175C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F1356B63-7DD9-4D28-BAD1-0674446A5436}"/>
              </a:ext>
            </a:extLst>
          </p:cNvPr>
          <p:cNvSpPr>
            <a:spLocks noGrp="1"/>
          </p:cNvSpPr>
          <p:nvPr/>
        </p:nvSpPr>
        <p:spPr>
          <a:xfrm>
            <a:off x="5476875" y="3036094"/>
            <a:ext cx="226219" cy="226219"/>
          </a:xfrm>
          <a:prstGeom prst="rect">
            <a:avLst/>
          </a:prstGeom>
          <a:solidFill>
            <a:srgbClr val="1D4ED8"/>
          </a:solidFill>
          <a:ln w="11906">
            <a:solidFill>
              <a:srgbClr val="FFFFFF"/>
            </a:solidFill>
          </a:ln>
        </p:spPr>
      </p:sp>
      <p:sp>
        <p:nvSpPr>
          <p:cNvPr id="8" name="object-8">
            <a:extLst>
              <a:ext uri="{FF2B5EF4-FFF2-40B4-BE49-F238E27FC236}">
                <a16:creationId xmlns:a16="http://schemas.microsoft.com/office/drawing/2014/main" id="{D63D0F00-50C3-4BD1-8E90-0B4171084F73}"/>
              </a:ext>
            </a:extLst>
          </p:cNvPr>
          <p:cNvSpPr>
            <a:spLocks noGrp="1"/>
          </p:cNvSpPr>
          <p:nvPr/>
        </p:nvSpPr>
        <p:spPr>
          <a:xfrm>
            <a:off x="5703094" y="3036094"/>
            <a:ext cx="226219" cy="226219"/>
          </a:xfrm>
          <a:prstGeom prst="rect">
            <a:avLst/>
          </a:prstGeom>
          <a:solidFill>
            <a:srgbClr val="1D4ED8"/>
          </a:solidFill>
          <a:ln w="11906">
            <a:solidFill>
              <a:srgbClr val="FFFFFF"/>
            </a:solidFill>
          </a:ln>
        </p:spPr>
      </p:sp>
      <p:sp>
        <p:nvSpPr>
          <p:cNvPr id="9" name="object-9">
            <a:extLst>
              <a:ext uri="{FF2B5EF4-FFF2-40B4-BE49-F238E27FC236}">
                <a16:creationId xmlns:a16="http://schemas.microsoft.com/office/drawing/2014/main" id="{015B8A30-D6D8-4690-A8DF-E34AE9D0F4B2}"/>
              </a:ext>
            </a:extLst>
          </p:cNvPr>
          <p:cNvSpPr>
            <a:spLocks noGrp="1"/>
          </p:cNvSpPr>
          <p:nvPr/>
        </p:nvSpPr>
        <p:spPr>
          <a:xfrm>
            <a:off x="5929313" y="3036094"/>
            <a:ext cx="226219" cy="226219"/>
          </a:xfrm>
          <a:prstGeom prst="rect">
            <a:avLst/>
          </a:prstGeom>
          <a:solidFill>
            <a:srgbClr val="1D4ED8"/>
          </a:solidFill>
          <a:ln w="11906">
            <a:solidFill>
              <a:srgbClr val="FFFFFF"/>
            </a:solidFill>
          </a:ln>
        </p:spPr>
      </p:sp>
      <p:sp>
        <p:nvSpPr>
          <p:cNvPr id="10" name="object-10">
            <a:extLst>
              <a:ext uri="{FF2B5EF4-FFF2-40B4-BE49-F238E27FC236}">
                <a16:creationId xmlns:a16="http://schemas.microsoft.com/office/drawing/2014/main" id="{BF4C0FFE-881B-4EAF-8F56-98ECCA88BFEA}"/>
              </a:ext>
            </a:extLst>
          </p:cNvPr>
          <p:cNvSpPr>
            <a:spLocks noGrp="1"/>
          </p:cNvSpPr>
          <p:nvPr/>
        </p:nvSpPr>
        <p:spPr>
          <a:xfrm>
            <a:off x="6155531" y="3036094"/>
            <a:ext cx="226219" cy="226219"/>
          </a:xfrm>
          <a:prstGeom prst="rect">
            <a:avLst/>
          </a:prstGeom>
          <a:solidFill>
            <a:srgbClr val="1D4ED8"/>
          </a:solidFill>
          <a:ln w="11906">
            <a:solidFill>
              <a:srgbClr val="FFFFFF"/>
            </a:solidFill>
          </a:ln>
        </p:spPr>
      </p:sp>
      <p:sp>
        <p:nvSpPr>
          <p:cNvPr id="11" name="object-11">
            <a:extLst>
              <a:ext uri="{FF2B5EF4-FFF2-40B4-BE49-F238E27FC236}">
                <a16:creationId xmlns:a16="http://schemas.microsoft.com/office/drawing/2014/main" id="{FF76776B-DDAA-4AF5-B476-7CD7239BA2EA}"/>
              </a:ext>
            </a:extLst>
          </p:cNvPr>
          <p:cNvSpPr>
            <a:spLocks noGrp="1"/>
          </p:cNvSpPr>
          <p:nvPr/>
        </p:nvSpPr>
        <p:spPr>
          <a:xfrm>
            <a:off x="6381750" y="3036094"/>
            <a:ext cx="226219" cy="226219"/>
          </a:xfrm>
          <a:prstGeom prst="rect">
            <a:avLst/>
          </a:prstGeom>
          <a:solidFill>
            <a:srgbClr val="1D4ED8"/>
          </a:solidFill>
          <a:ln w="11906">
            <a:solidFill>
              <a:srgbClr val="FFFFFF"/>
            </a:solidFill>
          </a:ln>
        </p:spPr>
      </p:sp>
      <p:sp>
        <p:nvSpPr>
          <p:cNvPr id="12" name="object-12">
            <a:extLst>
              <a:ext uri="{FF2B5EF4-FFF2-40B4-BE49-F238E27FC236}">
                <a16:creationId xmlns:a16="http://schemas.microsoft.com/office/drawing/2014/main" id="{272C245C-BBC3-412F-9492-D9845AE27581}"/>
              </a:ext>
            </a:extLst>
          </p:cNvPr>
          <p:cNvSpPr>
            <a:spLocks noGrp="1"/>
          </p:cNvSpPr>
          <p:nvPr/>
        </p:nvSpPr>
        <p:spPr>
          <a:xfrm>
            <a:off x="6607969" y="3036094"/>
            <a:ext cx="226219" cy="226219"/>
          </a:xfrm>
          <a:prstGeom prst="rect">
            <a:avLst/>
          </a:prstGeom>
          <a:solidFill>
            <a:srgbClr val="1D4ED8"/>
          </a:solidFill>
          <a:ln w="11906">
            <a:solidFill>
              <a:srgbClr val="FFFFFF"/>
            </a:solidFill>
          </a:ln>
        </p:spPr>
      </p:sp>
      <p:sp>
        <p:nvSpPr>
          <p:cNvPr id="13" name="object-13">
            <a:extLst>
              <a:ext uri="{FF2B5EF4-FFF2-40B4-BE49-F238E27FC236}">
                <a16:creationId xmlns:a16="http://schemas.microsoft.com/office/drawing/2014/main" id="{6981BBD2-3365-48AA-A8E6-180044FDDB02}"/>
              </a:ext>
            </a:extLst>
          </p:cNvPr>
          <p:cNvSpPr>
            <a:spLocks noGrp="1"/>
          </p:cNvSpPr>
          <p:nvPr/>
        </p:nvSpPr>
        <p:spPr>
          <a:xfrm>
            <a:off x="6834188" y="3036094"/>
            <a:ext cx="226219" cy="226219"/>
          </a:xfrm>
          <a:prstGeom prst="rect">
            <a:avLst/>
          </a:prstGeom>
          <a:solidFill>
            <a:srgbClr val="1D4ED8"/>
          </a:solidFill>
          <a:ln w="11906">
            <a:solidFill>
              <a:srgbClr val="FFFFFF"/>
            </a:solidFill>
          </a:ln>
        </p:spPr>
      </p:sp>
      <p:sp>
        <p:nvSpPr>
          <p:cNvPr id="14" name="object-14">
            <a:extLst>
              <a:ext uri="{FF2B5EF4-FFF2-40B4-BE49-F238E27FC236}">
                <a16:creationId xmlns:a16="http://schemas.microsoft.com/office/drawing/2014/main" id="{2292F985-1FDB-4844-AF12-A12A26FEF4AE}"/>
              </a:ext>
            </a:extLst>
          </p:cNvPr>
          <p:cNvSpPr>
            <a:spLocks noGrp="1"/>
          </p:cNvSpPr>
          <p:nvPr/>
        </p:nvSpPr>
        <p:spPr>
          <a:xfrm>
            <a:off x="7060406" y="3036094"/>
            <a:ext cx="226219" cy="226219"/>
          </a:xfrm>
          <a:prstGeom prst="rect">
            <a:avLst/>
          </a:prstGeom>
          <a:solidFill>
            <a:srgbClr val="1D4ED8"/>
          </a:solidFill>
          <a:ln w="11906">
            <a:solidFill>
              <a:srgbClr val="FFFFFF"/>
            </a:solidFill>
          </a:ln>
        </p:spPr>
      </p:sp>
      <p:sp>
        <p:nvSpPr>
          <p:cNvPr id="15" name="object-15">
            <a:extLst>
              <a:ext uri="{FF2B5EF4-FFF2-40B4-BE49-F238E27FC236}">
                <a16:creationId xmlns:a16="http://schemas.microsoft.com/office/drawing/2014/main" id="{7F0288C9-4C9E-4DA3-8FD0-BAD679308940}"/>
              </a:ext>
            </a:extLst>
          </p:cNvPr>
          <p:cNvSpPr>
            <a:spLocks noGrp="1"/>
          </p:cNvSpPr>
          <p:nvPr/>
        </p:nvSpPr>
        <p:spPr>
          <a:xfrm>
            <a:off x="7286625" y="3036094"/>
            <a:ext cx="226219" cy="226219"/>
          </a:xfrm>
          <a:prstGeom prst="rect">
            <a:avLst/>
          </a:prstGeom>
          <a:solidFill>
            <a:srgbClr val="1D4ED8"/>
          </a:solidFill>
          <a:ln w="11906">
            <a:solidFill>
              <a:srgbClr val="FFFFFF"/>
            </a:solidFill>
          </a:ln>
        </p:spPr>
      </p:sp>
      <p:sp>
        <p:nvSpPr>
          <p:cNvPr id="16" name="object-16">
            <a:extLst>
              <a:ext uri="{FF2B5EF4-FFF2-40B4-BE49-F238E27FC236}">
                <a16:creationId xmlns:a16="http://schemas.microsoft.com/office/drawing/2014/main" id="{BC852667-7E5A-4B2A-963A-3D8BA87A0F49}"/>
              </a:ext>
            </a:extLst>
          </p:cNvPr>
          <p:cNvSpPr>
            <a:spLocks noGrp="1"/>
          </p:cNvSpPr>
          <p:nvPr/>
        </p:nvSpPr>
        <p:spPr>
          <a:xfrm>
            <a:off x="7512844" y="3036094"/>
            <a:ext cx="226219" cy="226219"/>
          </a:xfrm>
          <a:prstGeom prst="rect">
            <a:avLst/>
          </a:prstGeom>
          <a:solidFill>
            <a:srgbClr val="1D4ED8"/>
          </a:solidFill>
          <a:ln w="11906">
            <a:solidFill>
              <a:srgbClr val="FFFFFF"/>
            </a:solidFill>
          </a:ln>
        </p:spPr>
      </p:sp>
      <p:sp>
        <p:nvSpPr>
          <p:cNvPr id="17" name="object-17">
            <a:extLst>
              <a:ext uri="{FF2B5EF4-FFF2-40B4-BE49-F238E27FC236}">
                <a16:creationId xmlns:a16="http://schemas.microsoft.com/office/drawing/2014/main" id="{3A4635BE-2A80-4F9D-82F9-09E896A80A6D}"/>
              </a:ext>
            </a:extLst>
          </p:cNvPr>
          <p:cNvSpPr>
            <a:spLocks noGrp="1"/>
          </p:cNvSpPr>
          <p:nvPr/>
        </p:nvSpPr>
        <p:spPr>
          <a:xfrm>
            <a:off x="7739063" y="3036094"/>
            <a:ext cx="226219" cy="226219"/>
          </a:xfrm>
          <a:prstGeom prst="rect">
            <a:avLst/>
          </a:prstGeom>
          <a:solidFill>
            <a:srgbClr val="1D4ED8"/>
          </a:solidFill>
          <a:ln w="11906">
            <a:solidFill>
              <a:srgbClr val="FFFFFF"/>
            </a:solidFill>
          </a:ln>
        </p:spPr>
      </p:sp>
      <p:sp>
        <p:nvSpPr>
          <p:cNvPr id="18" name="object-18">
            <a:extLst>
              <a:ext uri="{FF2B5EF4-FFF2-40B4-BE49-F238E27FC236}">
                <a16:creationId xmlns:a16="http://schemas.microsoft.com/office/drawing/2014/main" id="{D8E28A6F-7354-4E9A-A38B-BAA85E9A005C}"/>
              </a:ext>
            </a:extLst>
          </p:cNvPr>
          <p:cNvSpPr>
            <a:spLocks noGrp="1"/>
          </p:cNvSpPr>
          <p:nvPr/>
        </p:nvSpPr>
        <p:spPr>
          <a:xfrm>
            <a:off x="7965281" y="3036094"/>
            <a:ext cx="226219" cy="226219"/>
          </a:xfrm>
          <a:prstGeom prst="rect">
            <a:avLst/>
          </a:prstGeom>
          <a:solidFill>
            <a:srgbClr val="1D4ED8"/>
          </a:solidFill>
          <a:ln w="11906">
            <a:solidFill>
              <a:srgbClr val="FFFFFF"/>
            </a:solidFill>
          </a:ln>
        </p:spPr>
      </p:sp>
      <p:sp>
        <p:nvSpPr>
          <p:cNvPr id="19" name="object-19">
            <a:extLst>
              <a:ext uri="{FF2B5EF4-FFF2-40B4-BE49-F238E27FC236}">
                <a16:creationId xmlns:a16="http://schemas.microsoft.com/office/drawing/2014/main" id="{79C40872-B43F-4733-9147-3576C1374EB7}"/>
              </a:ext>
            </a:extLst>
          </p:cNvPr>
          <p:cNvSpPr>
            <a:spLocks noGrp="1"/>
          </p:cNvSpPr>
          <p:nvPr/>
        </p:nvSpPr>
        <p:spPr>
          <a:xfrm>
            <a:off x="8191500" y="3036094"/>
            <a:ext cx="226219" cy="226219"/>
          </a:xfrm>
          <a:prstGeom prst="rect">
            <a:avLst/>
          </a:prstGeom>
          <a:solidFill>
            <a:srgbClr val="1D4ED8"/>
          </a:solidFill>
          <a:ln w="11906">
            <a:solidFill>
              <a:srgbClr val="FFFFFF"/>
            </a:solidFill>
          </a:ln>
        </p:spPr>
      </p:sp>
      <p:sp>
        <p:nvSpPr>
          <p:cNvPr id="20" name="object-20">
            <a:extLst>
              <a:ext uri="{FF2B5EF4-FFF2-40B4-BE49-F238E27FC236}">
                <a16:creationId xmlns:a16="http://schemas.microsoft.com/office/drawing/2014/main" id="{D8381AD0-4B4F-4583-BA08-32BAAA0AF789}"/>
              </a:ext>
            </a:extLst>
          </p:cNvPr>
          <p:cNvSpPr>
            <a:spLocks noGrp="1"/>
          </p:cNvSpPr>
          <p:nvPr/>
        </p:nvSpPr>
        <p:spPr>
          <a:xfrm>
            <a:off x="5476875" y="3262313"/>
            <a:ext cx="226219" cy="226219"/>
          </a:xfrm>
          <a:prstGeom prst="rect">
            <a:avLst/>
          </a:prstGeom>
          <a:solidFill>
            <a:srgbClr val="1D4ED8"/>
          </a:solidFill>
          <a:ln w="11906">
            <a:solidFill>
              <a:srgbClr val="FFFFFF"/>
            </a:solidFill>
          </a:ln>
        </p:spPr>
      </p:sp>
      <p:sp>
        <p:nvSpPr>
          <p:cNvPr id="21" name="object-21">
            <a:extLst>
              <a:ext uri="{FF2B5EF4-FFF2-40B4-BE49-F238E27FC236}">
                <a16:creationId xmlns:a16="http://schemas.microsoft.com/office/drawing/2014/main" id="{D5C5CD59-21F6-4F32-A600-F2166EB18B74}"/>
              </a:ext>
            </a:extLst>
          </p:cNvPr>
          <p:cNvSpPr>
            <a:spLocks noGrp="1"/>
          </p:cNvSpPr>
          <p:nvPr/>
        </p:nvSpPr>
        <p:spPr>
          <a:xfrm>
            <a:off x="5703094" y="3262313"/>
            <a:ext cx="226219" cy="226219"/>
          </a:xfrm>
          <a:prstGeom prst="rect">
            <a:avLst/>
          </a:prstGeom>
          <a:solidFill>
            <a:srgbClr val="1D4ED8"/>
          </a:solidFill>
          <a:ln w="11906">
            <a:solidFill>
              <a:srgbClr val="FFFFFF"/>
            </a:solidFill>
          </a:ln>
        </p:spPr>
      </p:sp>
      <p:sp>
        <p:nvSpPr>
          <p:cNvPr id="22" name="object-22">
            <a:extLst>
              <a:ext uri="{FF2B5EF4-FFF2-40B4-BE49-F238E27FC236}">
                <a16:creationId xmlns:a16="http://schemas.microsoft.com/office/drawing/2014/main" id="{0AF12B26-0CE7-4A24-BAED-41093D065D0C}"/>
              </a:ext>
            </a:extLst>
          </p:cNvPr>
          <p:cNvSpPr>
            <a:spLocks noGrp="1"/>
          </p:cNvSpPr>
          <p:nvPr/>
        </p:nvSpPr>
        <p:spPr>
          <a:xfrm>
            <a:off x="5929313" y="3262313"/>
            <a:ext cx="226219" cy="226219"/>
          </a:xfrm>
          <a:prstGeom prst="rect">
            <a:avLst/>
          </a:prstGeom>
          <a:solidFill>
            <a:srgbClr val="1D4ED8"/>
          </a:solidFill>
          <a:ln w="11906">
            <a:solidFill>
              <a:srgbClr val="FFFFFF"/>
            </a:solidFill>
          </a:ln>
        </p:spPr>
      </p:sp>
      <p:sp>
        <p:nvSpPr>
          <p:cNvPr id="23" name="object-23">
            <a:extLst>
              <a:ext uri="{FF2B5EF4-FFF2-40B4-BE49-F238E27FC236}">
                <a16:creationId xmlns:a16="http://schemas.microsoft.com/office/drawing/2014/main" id="{A70B7588-803B-411A-B175-47148DD055C2}"/>
              </a:ext>
            </a:extLst>
          </p:cNvPr>
          <p:cNvSpPr>
            <a:spLocks noGrp="1"/>
          </p:cNvSpPr>
          <p:nvPr/>
        </p:nvSpPr>
        <p:spPr>
          <a:xfrm>
            <a:off x="6155531" y="3262313"/>
            <a:ext cx="226219" cy="226219"/>
          </a:xfrm>
          <a:prstGeom prst="rect">
            <a:avLst/>
          </a:prstGeom>
          <a:solidFill>
            <a:srgbClr val="1D4ED8"/>
          </a:solidFill>
          <a:ln w="11906">
            <a:solidFill>
              <a:srgbClr val="FFFFFF"/>
            </a:solidFill>
          </a:ln>
        </p:spPr>
      </p:sp>
      <p:sp>
        <p:nvSpPr>
          <p:cNvPr id="24" name="object-24">
            <a:extLst>
              <a:ext uri="{FF2B5EF4-FFF2-40B4-BE49-F238E27FC236}">
                <a16:creationId xmlns:a16="http://schemas.microsoft.com/office/drawing/2014/main" id="{CA3E4F99-21FD-4BCE-B98B-FA09A6EEC2A3}"/>
              </a:ext>
            </a:extLst>
          </p:cNvPr>
          <p:cNvSpPr>
            <a:spLocks noGrp="1"/>
          </p:cNvSpPr>
          <p:nvPr/>
        </p:nvSpPr>
        <p:spPr>
          <a:xfrm>
            <a:off x="6381750" y="3262313"/>
            <a:ext cx="226219" cy="226219"/>
          </a:xfrm>
          <a:prstGeom prst="rect">
            <a:avLst/>
          </a:prstGeom>
          <a:solidFill>
            <a:srgbClr val="1D4ED8"/>
          </a:solidFill>
          <a:ln w="11906">
            <a:solidFill>
              <a:srgbClr val="FFFFFF"/>
            </a:solidFill>
          </a:ln>
        </p:spPr>
      </p:sp>
      <p:sp>
        <p:nvSpPr>
          <p:cNvPr id="25" name="object-25">
            <a:extLst>
              <a:ext uri="{FF2B5EF4-FFF2-40B4-BE49-F238E27FC236}">
                <a16:creationId xmlns:a16="http://schemas.microsoft.com/office/drawing/2014/main" id="{45CFCE13-6763-4AA1-A7F3-7C8A93E0322E}"/>
              </a:ext>
            </a:extLst>
          </p:cNvPr>
          <p:cNvSpPr>
            <a:spLocks noGrp="1"/>
          </p:cNvSpPr>
          <p:nvPr/>
        </p:nvSpPr>
        <p:spPr>
          <a:xfrm>
            <a:off x="6607969" y="3262313"/>
            <a:ext cx="226219" cy="226219"/>
          </a:xfrm>
          <a:prstGeom prst="rect">
            <a:avLst/>
          </a:prstGeom>
          <a:solidFill>
            <a:srgbClr val="1D4ED8"/>
          </a:solidFill>
          <a:ln w="11906">
            <a:solidFill>
              <a:srgbClr val="FFFFFF"/>
            </a:solidFill>
          </a:ln>
        </p:spPr>
      </p:sp>
      <p:sp>
        <p:nvSpPr>
          <p:cNvPr id="26" name="object-26">
            <a:extLst>
              <a:ext uri="{FF2B5EF4-FFF2-40B4-BE49-F238E27FC236}">
                <a16:creationId xmlns:a16="http://schemas.microsoft.com/office/drawing/2014/main" id="{66A0F45D-9C50-49AB-9F13-AB159A00C3ED}"/>
              </a:ext>
            </a:extLst>
          </p:cNvPr>
          <p:cNvSpPr>
            <a:spLocks noGrp="1"/>
          </p:cNvSpPr>
          <p:nvPr/>
        </p:nvSpPr>
        <p:spPr>
          <a:xfrm>
            <a:off x="6834188" y="3262313"/>
            <a:ext cx="226219" cy="226219"/>
          </a:xfrm>
          <a:prstGeom prst="rect">
            <a:avLst/>
          </a:prstGeom>
          <a:solidFill>
            <a:srgbClr val="1D4ED8"/>
          </a:solidFill>
          <a:ln w="11906">
            <a:solidFill>
              <a:srgbClr val="FFFFFF"/>
            </a:solidFill>
          </a:ln>
        </p:spPr>
      </p:sp>
      <p:sp>
        <p:nvSpPr>
          <p:cNvPr id="27" name="object-27">
            <a:extLst>
              <a:ext uri="{FF2B5EF4-FFF2-40B4-BE49-F238E27FC236}">
                <a16:creationId xmlns:a16="http://schemas.microsoft.com/office/drawing/2014/main" id="{C598118A-47EA-4CAD-894E-0CD0BA8A020A}"/>
              </a:ext>
            </a:extLst>
          </p:cNvPr>
          <p:cNvSpPr>
            <a:spLocks noGrp="1"/>
          </p:cNvSpPr>
          <p:nvPr/>
        </p:nvSpPr>
        <p:spPr>
          <a:xfrm>
            <a:off x="7060406" y="3262313"/>
            <a:ext cx="226219" cy="226219"/>
          </a:xfrm>
          <a:prstGeom prst="rect">
            <a:avLst/>
          </a:prstGeom>
          <a:solidFill>
            <a:srgbClr val="1D4ED8"/>
          </a:solidFill>
          <a:ln w="11906">
            <a:solidFill>
              <a:srgbClr val="FFFFFF"/>
            </a:solidFill>
          </a:ln>
        </p:spPr>
      </p:sp>
      <p:sp>
        <p:nvSpPr>
          <p:cNvPr id="28" name="object-28">
            <a:extLst>
              <a:ext uri="{FF2B5EF4-FFF2-40B4-BE49-F238E27FC236}">
                <a16:creationId xmlns:a16="http://schemas.microsoft.com/office/drawing/2014/main" id="{13B60511-CE7A-41ED-82E9-2E5185FCEDF1}"/>
              </a:ext>
            </a:extLst>
          </p:cNvPr>
          <p:cNvSpPr>
            <a:spLocks noGrp="1"/>
          </p:cNvSpPr>
          <p:nvPr/>
        </p:nvSpPr>
        <p:spPr>
          <a:xfrm>
            <a:off x="7286625" y="3262313"/>
            <a:ext cx="226219" cy="226219"/>
          </a:xfrm>
          <a:prstGeom prst="rect">
            <a:avLst/>
          </a:prstGeom>
          <a:solidFill>
            <a:srgbClr val="1D4ED8"/>
          </a:solidFill>
          <a:ln w="11906">
            <a:solidFill>
              <a:srgbClr val="FFFFFF"/>
            </a:solidFill>
          </a:ln>
        </p:spPr>
      </p:sp>
      <p:sp>
        <p:nvSpPr>
          <p:cNvPr id="29" name="object-29">
            <a:extLst>
              <a:ext uri="{FF2B5EF4-FFF2-40B4-BE49-F238E27FC236}">
                <a16:creationId xmlns:a16="http://schemas.microsoft.com/office/drawing/2014/main" id="{2DF2336A-13F6-4F0C-85CB-B3FBA3FE6917}"/>
              </a:ext>
            </a:extLst>
          </p:cNvPr>
          <p:cNvSpPr>
            <a:spLocks noGrp="1"/>
          </p:cNvSpPr>
          <p:nvPr/>
        </p:nvSpPr>
        <p:spPr>
          <a:xfrm>
            <a:off x="7512844" y="3262313"/>
            <a:ext cx="226219" cy="226219"/>
          </a:xfrm>
          <a:prstGeom prst="rect">
            <a:avLst/>
          </a:prstGeom>
          <a:solidFill>
            <a:srgbClr val="1D4ED8"/>
          </a:solidFill>
          <a:ln w="11906">
            <a:solidFill>
              <a:srgbClr val="FFFFFF"/>
            </a:solidFill>
          </a:ln>
        </p:spPr>
      </p:sp>
      <p:sp>
        <p:nvSpPr>
          <p:cNvPr id="30" name="object-30">
            <a:extLst>
              <a:ext uri="{FF2B5EF4-FFF2-40B4-BE49-F238E27FC236}">
                <a16:creationId xmlns:a16="http://schemas.microsoft.com/office/drawing/2014/main" id="{D82369D5-00E2-44AC-B3D5-FA994C1EB887}"/>
              </a:ext>
            </a:extLst>
          </p:cNvPr>
          <p:cNvSpPr>
            <a:spLocks noGrp="1"/>
          </p:cNvSpPr>
          <p:nvPr/>
        </p:nvSpPr>
        <p:spPr>
          <a:xfrm>
            <a:off x="7739063" y="3262313"/>
            <a:ext cx="226219" cy="226219"/>
          </a:xfrm>
          <a:prstGeom prst="rect">
            <a:avLst/>
          </a:prstGeom>
          <a:solidFill>
            <a:srgbClr val="1D4ED8"/>
          </a:solidFill>
          <a:ln w="11906">
            <a:solidFill>
              <a:srgbClr val="FFFFFF"/>
            </a:solidFill>
          </a:ln>
        </p:spPr>
      </p:sp>
      <p:sp>
        <p:nvSpPr>
          <p:cNvPr id="31" name="object-31">
            <a:extLst>
              <a:ext uri="{FF2B5EF4-FFF2-40B4-BE49-F238E27FC236}">
                <a16:creationId xmlns:a16="http://schemas.microsoft.com/office/drawing/2014/main" id="{3B5347E9-B57D-487A-8CF1-DC0A39D84EBD}"/>
              </a:ext>
            </a:extLst>
          </p:cNvPr>
          <p:cNvSpPr>
            <a:spLocks noGrp="1"/>
          </p:cNvSpPr>
          <p:nvPr/>
        </p:nvSpPr>
        <p:spPr>
          <a:xfrm>
            <a:off x="7965281" y="3262313"/>
            <a:ext cx="226219" cy="226219"/>
          </a:xfrm>
          <a:prstGeom prst="rect">
            <a:avLst/>
          </a:prstGeom>
          <a:solidFill>
            <a:srgbClr val="1D4ED8"/>
          </a:solidFill>
          <a:ln w="11906">
            <a:solidFill>
              <a:srgbClr val="FFFFFF"/>
            </a:solidFill>
          </a:ln>
        </p:spPr>
      </p:sp>
      <p:sp>
        <p:nvSpPr>
          <p:cNvPr id="32" name="object-32">
            <a:extLst>
              <a:ext uri="{FF2B5EF4-FFF2-40B4-BE49-F238E27FC236}">
                <a16:creationId xmlns:a16="http://schemas.microsoft.com/office/drawing/2014/main" id="{7A3F6A2F-A9BD-4D8C-9B44-22D6E52AFC72}"/>
              </a:ext>
            </a:extLst>
          </p:cNvPr>
          <p:cNvSpPr>
            <a:spLocks noGrp="1"/>
          </p:cNvSpPr>
          <p:nvPr/>
        </p:nvSpPr>
        <p:spPr>
          <a:xfrm>
            <a:off x="8191500" y="3262313"/>
            <a:ext cx="226219" cy="226219"/>
          </a:xfrm>
          <a:prstGeom prst="rect">
            <a:avLst/>
          </a:prstGeom>
          <a:solidFill>
            <a:srgbClr val="1D4ED8"/>
          </a:solidFill>
          <a:ln w="11906">
            <a:solidFill>
              <a:srgbClr val="FFFFFF"/>
            </a:solidFill>
          </a:ln>
        </p:spPr>
      </p:sp>
      <p:sp>
        <p:nvSpPr>
          <p:cNvPr id="33" name="object-33">
            <a:extLst>
              <a:ext uri="{FF2B5EF4-FFF2-40B4-BE49-F238E27FC236}">
                <a16:creationId xmlns:a16="http://schemas.microsoft.com/office/drawing/2014/main" id="{12451370-345F-42F2-A4F6-2DA5E696D4AB}"/>
              </a:ext>
            </a:extLst>
          </p:cNvPr>
          <p:cNvSpPr>
            <a:spLocks noGrp="1"/>
          </p:cNvSpPr>
          <p:nvPr/>
        </p:nvSpPr>
        <p:spPr>
          <a:xfrm>
            <a:off x="5476875" y="3488531"/>
            <a:ext cx="226219" cy="226219"/>
          </a:xfrm>
          <a:prstGeom prst="rect">
            <a:avLst/>
          </a:prstGeom>
          <a:solidFill>
            <a:srgbClr val="1D4ED8"/>
          </a:solidFill>
          <a:ln w="11906">
            <a:solidFill>
              <a:srgbClr val="FFFFFF"/>
            </a:solidFill>
          </a:ln>
        </p:spPr>
      </p:sp>
      <p:sp>
        <p:nvSpPr>
          <p:cNvPr id="34" name="object-34">
            <a:extLst>
              <a:ext uri="{FF2B5EF4-FFF2-40B4-BE49-F238E27FC236}">
                <a16:creationId xmlns:a16="http://schemas.microsoft.com/office/drawing/2014/main" id="{A26145DB-89BD-45FF-B86F-85B8D1FCC956}"/>
              </a:ext>
            </a:extLst>
          </p:cNvPr>
          <p:cNvSpPr>
            <a:spLocks noGrp="1"/>
          </p:cNvSpPr>
          <p:nvPr/>
        </p:nvSpPr>
        <p:spPr>
          <a:xfrm>
            <a:off x="5703094" y="3488531"/>
            <a:ext cx="226219" cy="226219"/>
          </a:xfrm>
          <a:prstGeom prst="rect">
            <a:avLst/>
          </a:prstGeom>
          <a:solidFill>
            <a:srgbClr val="1D4ED8"/>
          </a:solidFill>
          <a:ln w="11906">
            <a:solidFill>
              <a:srgbClr val="FFFFFF"/>
            </a:solidFill>
          </a:ln>
        </p:spPr>
      </p:sp>
      <p:sp>
        <p:nvSpPr>
          <p:cNvPr id="35" name="object-35">
            <a:extLst>
              <a:ext uri="{FF2B5EF4-FFF2-40B4-BE49-F238E27FC236}">
                <a16:creationId xmlns:a16="http://schemas.microsoft.com/office/drawing/2014/main" id="{A38B2083-76DB-403E-9E4D-BCF447EEF4F8}"/>
              </a:ext>
            </a:extLst>
          </p:cNvPr>
          <p:cNvSpPr>
            <a:spLocks noGrp="1"/>
          </p:cNvSpPr>
          <p:nvPr/>
        </p:nvSpPr>
        <p:spPr>
          <a:xfrm>
            <a:off x="5929313" y="3488531"/>
            <a:ext cx="226219" cy="226219"/>
          </a:xfrm>
          <a:prstGeom prst="rect">
            <a:avLst/>
          </a:prstGeom>
          <a:solidFill>
            <a:srgbClr val="1D4ED8"/>
          </a:solidFill>
          <a:ln w="11906">
            <a:solidFill>
              <a:srgbClr val="FFFFFF"/>
            </a:solidFill>
          </a:ln>
        </p:spPr>
      </p:sp>
      <p:sp>
        <p:nvSpPr>
          <p:cNvPr id="36" name="object-36">
            <a:extLst>
              <a:ext uri="{FF2B5EF4-FFF2-40B4-BE49-F238E27FC236}">
                <a16:creationId xmlns:a16="http://schemas.microsoft.com/office/drawing/2014/main" id="{36756E9A-CC64-4934-8634-3D01238D708F}"/>
              </a:ext>
            </a:extLst>
          </p:cNvPr>
          <p:cNvSpPr>
            <a:spLocks noGrp="1"/>
          </p:cNvSpPr>
          <p:nvPr/>
        </p:nvSpPr>
        <p:spPr>
          <a:xfrm>
            <a:off x="6155531" y="3488531"/>
            <a:ext cx="226219" cy="226219"/>
          </a:xfrm>
          <a:prstGeom prst="rect">
            <a:avLst/>
          </a:prstGeom>
          <a:solidFill>
            <a:srgbClr val="1D4ED8"/>
          </a:solidFill>
          <a:ln w="11906">
            <a:solidFill>
              <a:srgbClr val="FFFFFF"/>
            </a:solidFill>
          </a:ln>
        </p:spPr>
      </p:sp>
      <p:sp>
        <p:nvSpPr>
          <p:cNvPr id="37" name="object-37">
            <a:extLst>
              <a:ext uri="{FF2B5EF4-FFF2-40B4-BE49-F238E27FC236}">
                <a16:creationId xmlns:a16="http://schemas.microsoft.com/office/drawing/2014/main" id="{FB9CF629-A202-4589-891C-7FBBF4532D62}"/>
              </a:ext>
            </a:extLst>
          </p:cNvPr>
          <p:cNvSpPr>
            <a:spLocks noGrp="1"/>
          </p:cNvSpPr>
          <p:nvPr/>
        </p:nvSpPr>
        <p:spPr>
          <a:xfrm>
            <a:off x="6381750" y="3488531"/>
            <a:ext cx="226219" cy="226219"/>
          </a:xfrm>
          <a:prstGeom prst="rect">
            <a:avLst/>
          </a:prstGeom>
          <a:solidFill>
            <a:srgbClr val="1D4ED8"/>
          </a:solidFill>
          <a:ln w="11906">
            <a:solidFill>
              <a:srgbClr val="FFFFFF"/>
            </a:solidFill>
          </a:ln>
        </p:spPr>
      </p:sp>
      <p:sp>
        <p:nvSpPr>
          <p:cNvPr id="38" name="object-38">
            <a:extLst>
              <a:ext uri="{FF2B5EF4-FFF2-40B4-BE49-F238E27FC236}">
                <a16:creationId xmlns:a16="http://schemas.microsoft.com/office/drawing/2014/main" id="{7F35C267-C2FE-4B66-B88E-3B3489FA80E0}"/>
              </a:ext>
            </a:extLst>
          </p:cNvPr>
          <p:cNvSpPr>
            <a:spLocks noGrp="1"/>
          </p:cNvSpPr>
          <p:nvPr/>
        </p:nvSpPr>
        <p:spPr>
          <a:xfrm>
            <a:off x="6607969" y="3488531"/>
            <a:ext cx="226219" cy="226219"/>
          </a:xfrm>
          <a:prstGeom prst="rect">
            <a:avLst/>
          </a:prstGeom>
          <a:solidFill>
            <a:srgbClr val="1D4ED8"/>
          </a:solidFill>
          <a:ln w="11906">
            <a:solidFill>
              <a:srgbClr val="FFFFFF"/>
            </a:solidFill>
          </a:ln>
        </p:spPr>
      </p:sp>
      <p:sp>
        <p:nvSpPr>
          <p:cNvPr id="39" name="object-39">
            <a:extLst>
              <a:ext uri="{FF2B5EF4-FFF2-40B4-BE49-F238E27FC236}">
                <a16:creationId xmlns:a16="http://schemas.microsoft.com/office/drawing/2014/main" id="{4DF8F699-0E48-4286-AEC9-83C46340B685}"/>
              </a:ext>
            </a:extLst>
          </p:cNvPr>
          <p:cNvSpPr>
            <a:spLocks noGrp="1"/>
          </p:cNvSpPr>
          <p:nvPr/>
        </p:nvSpPr>
        <p:spPr>
          <a:xfrm>
            <a:off x="6834188" y="3488531"/>
            <a:ext cx="226219" cy="226219"/>
          </a:xfrm>
          <a:prstGeom prst="rect">
            <a:avLst/>
          </a:prstGeom>
          <a:solidFill>
            <a:srgbClr val="1D4ED8"/>
          </a:solidFill>
          <a:ln w="11906">
            <a:solidFill>
              <a:srgbClr val="FFFFFF"/>
            </a:solidFill>
          </a:ln>
        </p:spPr>
      </p:sp>
      <p:sp>
        <p:nvSpPr>
          <p:cNvPr id="40" name="object-40">
            <a:extLst>
              <a:ext uri="{FF2B5EF4-FFF2-40B4-BE49-F238E27FC236}">
                <a16:creationId xmlns:a16="http://schemas.microsoft.com/office/drawing/2014/main" id="{4AF559BB-79BF-4F23-B946-0C431DB5B058}"/>
              </a:ext>
            </a:extLst>
          </p:cNvPr>
          <p:cNvSpPr>
            <a:spLocks noGrp="1"/>
          </p:cNvSpPr>
          <p:nvPr/>
        </p:nvSpPr>
        <p:spPr>
          <a:xfrm>
            <a:off x="7060406" y="3488531"/>
            <a:ext cx="226219" cy="226219"/>
          </a:xfrm>
          <a:prstGeom prst="rect">
            <a:avLst/>
          </a:prstGeom>
          <a:solidFill>
            <a:srgbClr val="1D4ED8"/>
          </a:solidFill>
          <a:ln w="11906">
            <a:solidFill>
              <a:srgbClr val="FFFFFF"/>
            </a:solidFill>
          </a:ln>
        </p:spPr>
      </p:sp>
      <p:sp>
        <p:nvSpPr>
          <p:cNvPr id="41" name="object-41">
            <a:extLst>
              <a:ext uri="{FF2B5EF4-FFF2-40B4-BE49-F238E27FC236}">
                <a16:creationId xmlns:a16="http://schemas.microsoft.com/office/drawing/2014/main" id="{32A65BC3-3AC9-433F-A17D-689EFF0673BB}"/>
              </a:ext>
            </a:extLst>
          </p:cNvPr>
          <p:cNvSpPr>
            <a:spLocks noGrp="1"/>
          </p:cNvSpPr>
          <p:nvPr/>
        </p:nvSpPr>
        <p:spPr>
          <a:xfrm>
            <a:off x="7286625" y="3488531"/>
            <a:ext cx="226219" cy="226219"/>
          </a:xfrm>
          <a:prstGeom prst="rect">
            <a:avLst/>
          </a:prstGeom>
          <a:solidFill>
            <a:srgbClr val="1D4ED8"/>
          </a:solidFill>
          <a:ln w="11906">
            <a:solidFill>
              <a:srgbClr val="FFFFFF"/>
            </a:solidFill>
          </a:ln>
        </p:spPr>
      </p:sp>
      <p:sp>
        <p:nvSpPr>
          <p:cNvPr id="42" name="object-42">
            <a:extLst>
              <a:ext uri="{FF2B5EF4-FFF2-40B4-BE49-F238E27FC236}">
                <a16:creationId xmlns:a16="http://schemas.microsoft.com/office/drawing/2014/main" id="{C0856C84-5A52-4305-9FBE-F18C78345EC4}"/>
              </a:ext>
            </a:extLst>
          </p:cNvPr>
          <p:cNvSpPr>
            <a:spLocks noGrp="1"/>
          </p:cNvSpPr>
          <p:nvPr/>
        </p:nvSpPr>
        <p:spPr>
          <a:xfrm>
            <a:off x="7512844" y="3488531"/>
            <a:ext cx="226219" cy="226219"/>
          </a:xfrm>
          <a:prstGeom prst="rect">
            <a:avLst/>
          </a:prstGeom>
          <a:solidFill>
            <a:srgbClr val="1D4ED8"/>
          </a:solidFill>
          <a:ln w="11906">
            <a:solidFill>
              <a:srgbClr val="FFFFFF"/>
            </a:solidFill>
          </a:ln>
        </p:spPr>
      </p:sp>
      <p:sp>
        <p:nvSpPr>
          <p:cNvPr id="43" name="object-43">
            <a:extLst>
              <a:ext uri="{FF2B5EF4-FFF2-40B4-BE49-F238E27FC236}">
                <a16:creationId xmlns:a16="http://schemas.microsoft.com/office/drawing/2014/main" id="{CD75E82C-973D-41F4-91F6-35E8531F3B4A}"/>
              </a:ext>
            </a:extLst>
          </p:cNvPr>
          <p:cNvSpPr>
            <a:spLocks noGrp="1"/>
          </p:cNvSpPr>
          <p:nvPr/>
        </p:nvSpPr>
        <p:spPr>
          <a:xfrm>
            <a:off x="7739063" y="3488531"/>
            <a:ext cx="226219" cy="226219"/>
          </a:xfrm>
          <a:prstGeom prst="rect">
            <a:avLst/>
          </a:prstGeom>
          <a:solidFill>
            <a:srgbClr val="1D4ED8"/>
          </a:solidFill>
          <a:ln w="11906">
            <a:solidFill>
              <a:srgbClr val="FFFFFF"/>
            </a:solidFill>
          </a:ln>
        </p:spPr>
      </p:sp>
      <p:sp>
        <p:nvSpPr>
          <p:cNvPr id="44" name="object-44">
            <a:extLst>
              <a:ext uri="{FF2B5EF4-FFF2-40B4-BE49-F238E27FC236}">
                <a16:creationId xmlns:a16="http://schemas.microsoft.com/office/drawing/2014/main" id="{93C599C5-8383-46ED-8BFD-1F1DE467439B}"/>
              </a:ext>
            </a:extLst>
          </p:cNvPr>
          <p:cNvSpPr>
            <a:spLocks noGrp="1"/>
          </p:cNvSpPr>
          <p:nvPr/>
        </p:nvSpPr>
        <p:spPr>
          <a:xfrm>
            <a:off x="7965281" y="3488531"/>
            <a:ext cx="226219" cy="226219"/>
          </a:xfrm>
          <a:prstGeom prst="rect">
            <a:avLst/>
          </a:prstGeom>
          <a:solidFill>
            <a:srgbClr val="1D4ED8"/>
          </a:solidFill>
          <a:ln w="11906">
            <a:solidFill>
              <a:srgbClr val="FFFFFF"/>
            </a:solidFill>
          </a:ln>
        </p:spPr>
      </p:sp>
      <p:sp>
        <p:nvSpPr>
          <p:cNvPr id="45" name="object-45">
            <a:extLst>
              <a:ext uri="{FF2B5EF4-FFF2-40B4-BE49-F238E27FC236}">
                <a16:creationId xmlns:a16="http://schemas.microsoft.com/office/drawing/2014/main" id="{7883DBEA-6D3A-4DB4-A1C7-77098E2F5D35}"/>
              </a:ext>
            </a:extLst>
          </p:cNvPr>
          <p:cNvSpPr>
            <a:spLocks noGrp="1"/>
          </p:cNvSpPr>
          <p:nvPr/>
        </p:nvSpPr>
        <p:spPr>
          <a:xfrm>
            <a:off x="8191500" y="3488531"/>
            <a:ext cx="226219" cy="226219"/>
          </a:xfrm>
          <a:prstGeom prst="rect">
            <a:avLst/>
          </a:prstGeom>
          <a:solidFill>
            <a:srgbClr val="1D4ED8"/>
          </a:solidFill>
          <a:ln w="11906">
            <a:solidFill>
              <a:srgbClr val="FFFFFF"/>
            </a:solidFill>
          </a:ln>
        </p:spPr>
      </p:sp>
      <p:sp>
        <p:nvSpPr>
          <p:cNvPr id="46" name="object-46">
            <a:extLst>
              <a:ext uri="{FF2B5EF4-FFF2-40B4-BE49-F238E27FC236}">
                <a16:creationId xmlns:a16="http://schemas.microsoft.com/office/drawing/2014/main" id="{FBC506F1-931C-4DDA-A4EE-C7FCD1AD79E2}"/>
              </a:ext>
            </a:extLst>
          </p:cNvPr>
          <p:cNvSpPr>
            <a:spLocks noGrp="1"/>
          </p:cNvSpPr>
          <p:nvPr/>
        </p:nvSpPr>
        <p:spPr>
          <a:xfrm>
            <a:off x="5476875" y="3714750"/>
            <a:ext cx="226219" cy="226219"/>
          </a:xfrm>
          <a:prstGeom prst="rect">
            <a:avLst/>
          </a:prstGeom>
          <a:solidFill>
            <a:srgbClr val="1D4ED8"/>
          </a:solidFill>
          <a:ln w="11906">
            <a:solidFill>
              <a:srgbClr val="FFFFFF"/>
            </a:solidFill>
          </a:ln>
        </p:spPr>
      </p:sp>
      <p:sp>
        <p:nvSpPr>
          <p:cNvPr id="47" name="object-47">
            <a:extLst>
              <a:ext uri="{FF2B5EF4-FFF2-40B4-BE49-F238E27FC236}">
                <a16:creationId xmlns:a16="http://schemas.microsoft.com/office/drawing/2014/main" id="{1BAD7C04-AC98-492B-8995-491987571DAE}"/>
              </a:ext>
            </a:extLst>
          </p:cNvPr>
          <p:cNvSpPr>
            <a:spLocks noGrp="1"/>
          </p:cNvSpPr>
          <p:nvPr/>
        </p:nvSpPr>
        <p:spPr>
          <a:xfrm>
            <a:off x="5703094" y="3714750"/>
            <a:ext cx="226219" cy="226219"/>
          </a:xfrm>
          <a:prstGeom prst="rect">
            <a:avLst/>
          </a:prstGeom>
          <a:solidFill>
            <a:srgbClr val="1D4ED8"/>
          </a:solidFill>
          <a:ln w="11906">
            <a:solidFill>
              <a:srgbClr val="FFFFFF"/>
            </a:solidFill>
          </a:ln>
        </p:spPr>
      </p:sp>
      <p:sp>
        <p:nvSpPr>
          <p:cNvPr id="48" name="object-48">
            <a:extLst>
              <a:ext uri="{FF2B5EF4-FFF2-40B4-BE49-F238E27FC236}">
                <a16:creationId xmlns:a16="http://schemas.microsoft.com/office/drawing/2014/main" id="{243B6C6A-1A8F-4F24-BD8E-9D42CF690AEC}"/>
              </a:ext>
            </a:extLst>
          </p:cNvPr>
          <p:cNvSpPr>
            <a:spLocks noGrp="1"/>
          </p:cNvSpPr>
          <p:nvPr/>
        </p:nvSpPr>
        <p:spPr>
          <a:xfrm>
            <a:off x="5929313" y="3714750"/>
            <a:ext cx="226219" cy="226219"/>
          </a:xfrm>
          <a:prstGeom prst="rect">
            <a:avLst/>
          </a:prstGeom>
          <a:solidFill>
            <a:srgbClr val="1D4ED8"/>
          </a:solidFill>
          <a:ln w="11906">
            <a:solidFill>
              <a:srgbClr val="FFFFFF"/>
            </a:solidFill>
          </a:ln>
        </p:spPr>
      </p:sp>
      <p:sp>
        <p:nvSpPr>
          <p:cNvPr id="49" name="object-49">
            <a:extLst>
              <a:ext uri="{FF2B5EF4-FFF2-40B4-BE49-F238E27FC236}">
                <a16:creationId xmlns:a16="http://schemas.microsoft.com/office/drawing/2014/main" id="{36480D0B-CAF0-4939-A575-FF5DE4CBB783}"/>
              </a:ext>
            </a:extLst>
          </p:cNvPr>
          <p:cNvSpPr>
            <a:spLocks noGrp="1"/>
          </p:cNvSpPr>
          <p:nvPr/>
        </p:nvSpPr>
        <p:spPr>
          <a:xfrm>
            <a:off x="6155531" y="3714750"/>
            <a:ext cx="226219" cy="226219"/>
          </a:xfrm>
          <a:prstGeom prst="rect">
            <a:avLst/>
          </a:prstGeom>
          <a:solidFill>
            <a:srgbClr val="1D4ED8"/>
          </a:solidFill>
          <a:ln w="11906">
            <a:solidFill>
              <a:srgbClr val="FFFFFF"/>
            </a:solidFill>
          </a:ln>
        </p:spPr>
      </p:sp>
      <p:sp>
        <p:nvSpPr>
          <p:cNvPr id="50" name="object-50">
            <a:extLst>
              <a:ext uri="{FF2B5EF4-FFF2-40B4-BE49-F238E27FC236}">
                <a16:creationId xmlns:a16="http://schemas.microsoft.com/office/drawing/2014/main" id="{330CB0E9-1E50-415F-BF9D-B654D31F0A5C}"/>
              </a:ext>
            </a:extLst>
          </p:cNvPr>
          <p:cNvSpPr>
            <a:spLocks noGrp="1"/>
          </p:cNvSpPr>
          <p:nvPr/>
        </p:nvSpPr>
        <p:spPr>
          <a:xfrm>
            <a:off x="6381750" y="3714750"/>
            <a:ext cx="226219" cy="226219"/>
          </a:xfrm>
          <a:prstGeom prst="rect">
            <a:avLst/>
          </a:prstGeom>
          <a:solidFill>
            <a:srgbClr val="1D4ED8"/>
          </a:solidFill>
          <a:ln w="11906">
            <a:solidFill>
              <a:srgbClr val="FFFFFF"/>
            </a:solidFill>
          </a:ln>
        </p:spPr>
      </p:sp>
      <p:sp>
        <p:nvSpPr>
          <p:cNvPr id="51" name="object-51">
            <a:extLst>
              <a:ext uri="{FF2B5EF4-FFF2-40B4-BE49-F238E27FC236}">
                <a16:creationId xmlns:a16="http://schemas.microsoft.com/office/drawing/2014/main" id="{2F668916-6B79-4300-9064-8AC8BAD89713}"/>
              </a:ext>
            </a:extLst>
          </p:cNvPr>
          <p:cNvSpPr>
            <a:spLocks noGrp="1"/>
          </p:cNvSpPr>
          <p:nvPr/>
        </p:nvSpPr>
        <p:spPr>
          <a:xfrm>
            <a:off x="6607969" y="3714750"/>
            <a:ext cx="226219" cy="226219"/>
          </a:xfrm>
          <a:prstGeom prst="rect">
            <a:avLst/>
          </a:prstGeom>
          <a:solidFill>
            <a:srgbClr val="1D4ED8"/>
          </a:solidFill>
          <a:ln w="11906">
            <a:solidFill>
              <a:srgbClr val="FFFFFF"/>
            </a:solidFill>
          </a:ln>
        </p:spPr>
      </p:sp>
      <p:sp>
        <p:nvSpPr>
          <p:cNvPr id="52" name="object-52">
            <a:extLst>
              <a:ext uri="{FF2B5EF4-FFF2-40B4-BE49-F238E27FC236}">
                <a16:creationId xmlns:a16="http://schemas.microsoft.com/office/drawing/2014/main" id="{EC1AC2C0-AA30-4577-96A6-B1C0463E3043}"/>
              </a:ext>
            </a:extLst>
          </p:cNvPr>
          <p:cNvSpPr>
            <a:spLocks noGrp="1"/>
          </p:cNvSpPr>
          <p:nvPr/>
        </p:nvSpPr>
        <p:spPr>
          <a:xfrm>
            <a:off x="6834188" y="3714750"/>
            <a:ext cx="226219" cy="226219"/>
          </a:xfrm>
          <a:prstGeom prst="rect">
            <a:avLst/>
          </a:prstGeom>
          <a:solidFill>
            <a:srgbClr val="1D4ED8"/>
          </a:solidFill>
          <a:ln w="11906">
            <a:solidFill>
              <a:srgbClr val="FFFFFF"/>
            </a:solidFill>
          </a:ln>
        </p:spPr>
      </p:sp>
      <p:sp>
        <p:nvSpPr>
          <p:cNvPr id="53" name="object-53">
            <a:extLst>
              <a:ext uri="{FF2B5EF4-FFF2-40B4-BE49-F238E27FC236}">
                <a16:creationId xmlns:a16="http://schemas.microsoft.com/office/drawing/2014/main" id="{C3A91040-6872-449D-9E4E-929EE4526379}"/>
              </a:ext>
            </a:extLst>
          </p:cNvPr>
          <p:cNvSpPr>
            <a:spLocks noGrp="1"/>
          </p:cNvSpPr>
          <p:nvPr/>
        </p:nvSpPr>
        <p:spPr>
          <a:xfrm>
            <a:off x="7060406" y="3714750"/>
            <a:ext cx="226219" cy="226219"/>
          </a:xfrm>
          <a:prstGeom prst="rect">
            <a:avLst/>
          </a:prstGeom>
          <a:solidFill>
            <a:srgbClr val="1D4ED8"/>
          </a:solidFill>
          <a:ln w="11906">
            <a:solidFill>
              <a:srgbClr val="FFFFFF"/>
            </a:solidFill>
          </a:ln>
        </p:spPr>
      </p:sp>
      <p:sp>
        <p:nvSpPr>
          <p:cNvPr id="54" name="object-54">
            <a:extLst>
              <a:ext uri="{FF2B5EF4-FFF2-40B4-BE49-F238E27FC236}">
                <a16:creationId xmlns:a16="http://schemas.microsoft.com/office/drawing/2014/main" id="{2499EFD9-187F-4648-89CC-4315FFCBEB81}"/>
              </a:ext>
            </a:extLst>
          </p:cNvPr>
          <p:cNvSpPr>
            <a:spLocks noGrp="1"/>
          </p:cNvSpPr>
          <p:nvPr/>
        </p:nvSpPr>
        <p:spPr>
          <a:xfrm>
            <a:off x="7286625" y="3714750"/>
            <a:ext cx="226219" cy="226219"/>
          </a:xfrm>
          <a:prstGeom prst="rect">
            <a:avLst/>
          </a:prstGeom>
          <a:solidFill>
            <a:srgbClr val="1D4ED8"/>
          </a:solidFill>
          <a:ln w="11906">
            <a:solidFill>
              <a:srgbClr val="FFFFFF"/>
            </a:solidFill>
          </a:ln>
        </p:spPr>
      </p:sp>
      <p:sp>
        <p:nvSpPr>
          <p:cNvPr id="55" name="object-55">
            <a:extLst>
              <a:ext uri="{FF2B5EF4-FFF2-40B4-BE49-F238E27FC236}">
                <a16:creationId xmlns:a16="http://schemas.microsoft.com/office/drawing/2014/main" id="{0F3DBBE1-B204-4DF4-A594-D444FE186D9D}"/>
              </a:ext>
            </a:extLst>
          </p:cNvPr>
          <p:cNvSpPr>
            <a:spLocks noGrp="1"/>
          </p:cNvSpPr>
          <p:nvPr/>
        </p:nvSpPr>
        <p:spPr>
          <a:xfrm>
            <a:off x="7512844" y="3714750"/>
            <a:ext cx="226219" cy="226219"/>
          </a:xfrm>
          <a:prstGeom prst="rect">
            <a:avLst/>
          </a:prstGeom>
          <a:solidFill>
            <a:srgbClr val="1D4ED8"/>
          </a:solidFill>
          <a:ln w="11906">
            <a:solidFill>
              <a:srgbClr val="FFFFFF"/>
            </a:solidFill>
          </a:ln>
        </p:spPr>
      </p:sp>
      <p:sp>
        <p:nvSpPr>
          <p:cNvPr id="56" name="object-56">
            <a:extLst>
              <a:ext uri="{FF2B5EF4-FFF2-40B4-BE49-F238E27FC236}">
                <a16:creationId xmlns:a16="http://schemas.microsoft.com/office/drawing/2014/main" id="{C7D181B4-2DB1-4D9F-A6EB-6812E0F3E5A5}"/>
              </a:ext>
            </a:extLst>
          </p:cNvPr>
          <p:cNvSpPr>
            <a:spLocks noGrp="1"/>
          </p:cNvSpPr>
          <p:nvPr/>
        </p:nvSpPr>
        <p:spPr>
          <a:xfrm>
            <a:off x="7739063" y="3714750"/>
            <a:ext cx="226219" cy="226219"/>
          </a:xfrm>
          <a:prstGeom prst="rect">
            <a:avLst/>
          </a:prstGeom>
          <a:solidFill>
            <a:srgbClr val="1D4ED8"/>
          </a:solidFill>
          <a:ln w="11906">
            <a:solidFill>
              <a:srgbClr val="FFFFFF"/>
            </a:solidFill>
          </a:ln>
        </p:spPr>
      </p:sp>
      <p:sp>
        <p:nvSpPr>
          <p:cNvPr id="57" name="object-57">
            <a:extLst>
              <a:ext uri="{FF2B5EF4-FFF2-40B4-BE49-F238E27FC236}">
                <a16:creationId xmlns:a16="http://schemas.microsoft.com/office/drawing/2014/main" id="{FF82E1AF-FF79-4857-B01A-5439B1B2DC16}"/>
              </a:ext>
            </a:extLst>
          </p:cNvPr>
          <p:cNvSpPr>
            <a:spLocks noGrp="1"/>
          </p:cNvSpPr>
          <p:nvPr/>
        </p:nvSpPr>
        <p:spPr>
          <a:xfrm>
            <a:off x="7965281" y="3714750"/>
            <a:ext cx="226219" cy="226219"/>
          </a:xfrm>
          <a:prstGeom prst="rect">
            <a:avLst/>
          </a:prstGeom>
          <a:solidFill>
            <a:srgbClr val="1D4ED8"/>
          </a:solidFill>
          <a:ln w="11906">
            <a:solidFill>
              <a:srgbClr val="FFFFFF"/>
            </a:solidFill>
          </a:ln>
        </p:spPr>
      </p:sp>
      <p:sp>
        <p:nvSpPr>
          <p:cNvPr id="58" name="object-58">
            <a:extLst>
              <a:ext uri="{FF2B5EF4-FFF2-40B4-BE49-F238E27FC236}">
                <a16:creationId xmlns:a16="http://schemas.microsoft.com/office/drawing/2014/main" id="{20A1A9D1-80AF-4048-A536-6A0B2DC33C11}"/>
              </a:ext>
            </a:extLst>
          </p:cNvPr>
          <p:cNvSpPr>
            <a:spLocks noGrp="1"/>
          </p:cNvSpPr>
          <p:nvPr/>
        </p:nvSpPr>
        <p:spPr>
          <a:xfrm>
            <a:off x="8191500" y="3714750"/>
            <a:ext cx="226219" cy="226219"/>
          </a:xfrm>
          <a:prstGeom prst="rect">
            <a:avLst/>
          </a:prstGeom>
          <a:solidFill>
            <a:srgbClr val="1D4ED8"/>
          </a:solidFill>
          <a:ln w="11906">
            <a:solidFill>
              <a:srgbClr val="FFFFFF"/>
            </a:solidFill>
          </a:ln>
        </p:spPr>
      </p:sp>
      <p:sp>
        <p:nvSpPr>
          <p:cNvPr id="59" name="object-59">
            <a:extLst>
              <a:ext uri="{FF2B5EF4-FFF2-40B4-BE49-F238E27FC236}">
                <a16:creationId xmlns:a16="http://schemas.microsoft.com/office/drawing/2014/main" id="{A7E5657B-9A68-42F5-978A-1B3C7B07A4FE}"/>
              </a:ext>
            </a:extLst>
          </p:cNvPr>
          <p:cNvSpPr>
            <a:spLocks noGrp="1"/>
          </p:cNvSpPr>
          <p:nvPr/>
        </p:nvSpPr>
        <p:spPr>
          <a:xfrm>
            <a:off x="5476875" y="3940969"/>
            <a:ext cx="226219" cy="226219"/>
          </a:xfrm>
          <a:prstGeom prst="rect">
            <a:avLst/>
          </a:prstGeom>
          <a:solidFill>
            <a:srgbClr val="1D4ED8"/>
          </a:solidFill>
          <a:ln w="11906">
            <a:solidFill>
              <a:srgbClr val="FFFFFF"/>
            </a:solidFill>
          </a:ln>
        </p:spPr>
      </p:sp>
      <p:sp>
        <p:nvSpPr>
          <p:cNvPr id="60" name="object-60">
            <a:extLst>
              <a:ext uri="{FF2B5EF4-FFF2-40B4-BE49-F238E27FC236}">
                <a16:creationId xmlns:a16="http://schemas.microsoft.com/office/drawing/2014/main" id="{92FE7101-6F42-4C9F-AEE3-919BFE48F2EE}"/>
              </a:ext>
            </a:extLst>
          </p:cNvPr>
          <p:cNvSpPr>
            <a:spLocks noGrp="1"/>
          </p:cNvSpPr>
          <p:nvPr/>
        </p:nvSpPr>
        <p:spPr>
          <a:xfrm>
            <a:off x="5703094" y="3940969"/>
            <a:ext cx="226219" cy="226219"/>
          </a:xfrm>
          <a:prstGeom prst="rect">
            <a:avLst/>
          </a:prstGeom>
          <a:solidFill>
            <a:srgbClr val="1D4ED8"/>
          </a:solidFill>
          <a:ln w="11906">
            <a:solidFill>
              <a:srgbClr val="FFFFFF"/>
            </a:solidFill>
          </a:ln>
        </p:spPr>
      </p:sp>
      <p:sp>
        <p:nvSpPr>
          <p:cNvPr id="61" name="object-61">
            <a:extLst>
              <a:ext uri="{FF2B5EF4-FFF2-40B4-BE49-F238E27FC236}">
                <a16:creationId xmlns:a16="http://schemas.microsoft.com/office/drawing/2014/main" id="{2BD12CB1-E533-4567-A789-0FF347281C07}"/>
              </a:ext>
            </a:extLst>
          </p:cNvPr>
          <p:cNvSpPr>
            <a:spLocks noGrp="1"/>
          </p:cNvSpPr>
          <p:nvPr/>
        </p:nvSpPr>
        <p:spPr>
          <a:xfrm>
            <a:off x="5929313" y="3940969"/>
            <a:ext cx="226219" cy="226219"/>
          </a:xfrm>
          <a:prstGeom prst="rect">
            <a:avLst/>
          </a:prstGeom>
          <a:solidFill>
            <a:srgbClr val="1D4ED8"/>
          </a:solidFill>
          <a:ln w="11906">
            <a:solidFill>
              <a:srgbClr val="FFFFFF"/>
            </a:solidFill>
          </a:ln>
        </p:spPr>
      </p:sp>
      <p:sp>
        <p:nvSpPr>
          <p:cNvPr id="62" name="object-62">
            <a:extLst>
              <a:ext uri="{FF2B5EF4-FFF2-40B4-BE49-F238E27FC236}">
                <a16:creationId xmlns:a16="http://schemas.microsoft.com/office/drawing/2014/main" id="{39CA94D2-D351-46B5-A58C-BCCF1682288B}"/>
              </a:ext>
            </a:extLst>
          </p:cNvPr>
          <p:cNvSpPr>
            <a:spLocks noGrp="1"/>
          </p:cNvSpPr>
          <p:nvPr/>
        </p:nvSpPr>
        <p:spPr>
          <a:xfrm>
            <a:off x="6155531" y="3940969"/>
            <a:ext cx="226219" cy="226219"/>
          </a:xfrm>
          <a:prstGeom prst="rect">
            <a:avLst/>
          </a:prstGeom>
          <a:solidFill>
            <a:srgbClr val="1D4ED8"/>
          </a:solidFill>
          <a:ln w="11906">
            <a:solidFill>
              <a:srgbClr val="FFFFFF"/>
            </a:solidFill>
          </a:ln>
        </p:spPr>
      </p:sp>
      <p:sp>
        <p:nvSpPr>
          <p:cNvPr id="63" name="object-63">
            <a:extLst>
              <a:ext uri="{FF2B5EF4-FFF2-40B4-BE49-F238E27FC236}">
                <a16:creationId xmlns:a16="http://schemas.microsoft.com/office/drawing/2014/main" id="{2CA1968A-A019-4898-8ABC-AE505C4BA56A}"/>
              </a:ext>
            </a:extLst>
          </p:cNvPr>
          <p:cNvSpPr>
            <a:spLocks noGrp="1"/>
          </p:cNvSpPr>
          <p:nvPr/>
        </p:nvSpPr>
        <p:spPr>
          <a:xfrm>
            <a:off x="6381750" y="3940969"/>
            <a:ext cx="226219" cy="226219"/>
          </a:xfrm>
          <a:prstGeom prst="rect">
            <a:avLst/>
          </a:prstGeom>
          <a:solidFill>
            <a:srgbClr val="1D4ED8"/>
          </a:solidFill>
          <a:ln w="11906">
            <a:solidFill>
              <a:srgbClr val="FFFFFF"/>
            </a:solidFill>
          </a:ln>
        </p:spPr>
      </p:sp>
      <p:sp>
        <p:nvSpPr>
          <p:cNvPr id="64" name="object-64">
            <a:extLst>
              <a:ext uri="{FF2B5EF4-FFF2-40B4-BE49-F238E27FC236}">
                <a16:creationId xmlns:a16="http://schemas.microsoft.com/office/drawing/2014/main" id="{731A9519-8E79-4F57-B25F-AAF51238054E}"/>
              </a:ext>
            </a:extLst>
          </p:cNvPr>
          <p:cNvSpPr>
            <a:spLocks noGrp="1"/>
          </p:cNvSpPr>
          <p:nvPr/>
        </p:nvSpPr>
        <p:spPr>
          <a:xfrm>
            <a:off x="6607969" y="3940969"/>
            <a:ext cx="226219" cy="226219"/>
          </a:xfrm>
          <a:prstGeom prst="rect">
            <a:avLst/>
          </a:prstGeom>
          <a:solidFill>
            <a:srgbClr val="1D4ED8"/>
          </a:solidFill>
          <a:ln w="11906">
            <a:solidFill>
              <a:srgbClr val="FFFFFF"/>
            </a:solidFill>
          </a:ln>
        </p:spPr>
      </p:sp>
      <p:sp>
        <p:nvSpPr>
          <p:cNvPr id="65" name="object-65">
            <a:extLst>
              <a:ext uri="{FF2B5EF4-FFF2-40B4-BE49-F238E27FC236}">
                <a16:creationId xmlns:a16="http://schemas.microsoft.com/office/drawing/2014/main" id="{544D1C55-40BC-4738-8867-3B2845A38362}"/>
              </a:ext>
            </a:extLst>
          </p:cNvPr>
          <p:cNvSpPr>
            <a:spLocks noGrp="1"/>
          </p:cNvSpPr>
          <p:nvPr/>
        </p:nvSpPr>
        <p:spPr>
          <a:xfrm>
            <a:off x="6834188" y="3940969"/>
            <a:ext cx="226219" cy="226219"/>
          </a:xfrm>
          <a:prstGeom prst="rect">
            <a:avLst/>
          </a:prstGeom>
          <a:solidFill>
            <a:srgbClr val="1D4ED8"/>
          </a:solidFill>
          <a:ln w="11906">
            <a:solidFill>
              <a:srgbClr val="FFFFFF"/>
            </a:solidFill>
          </a:ln>
        </p:spPr>
      </p:sp>
      <p:sp>
        <p:nvSpPr>
          <p:cNvPr id="66" name="object-66">
            <a:extLst>
              <a:ext uri="{FF2B5EF4-FFF2-40B4-BE49-F238E27FC236}">
                <a16:creationId xmlns:a16="http://schemas.microsoft.com/office/drawing/2014/main" id="{261A7F12-3DB5-4D61-A7AE-9D9D2CD1B5CA}"/>
              </a:ext>
            </a:extLst>
          </p:cNvPr>
          <p:cNvSpPr>
            <a:spLocks noGrp="1"/>
          </p:cNvSpPr>
          <p:nvPr/>
        </p:nvSpPr>
        <p:spPr>
          <a:xfrm>
            <a:off x="7060406" y="3940969"/>
            <a:ext cx="226219" cy="226219"/>
          </a:xfrm>
          <a:prstGeom prst="rect">
            <a:avLst/>
          </a:prstGeom>
          <a:solidFill>
            <a:srgbClr val="1D4ED8"/>
          </a:solidFill>
          <a:ln w="11906">
            <a:solidFill>
              <a:srgbClr val="FFFFFF"/>
            </a:solidFill>
          </a:ln>
        </p:spPr>
      </p:sp>
      <p:sp>
        <p:nvSpPr>
          <p:cNvPr id="67" name="object-67">
            <a:extLst>
              <a:ext uri="{FF2B5EF4-FFF2-40B4-BE49-F238E27FC236}">
                <a16:creationId xmlns:a16="http://schemas.microsoft.com/office/drawing/2014/main" id="{7E8E0326-D4DF-4619-A4F9-2307E40CA362}"/>
              </a:ext>
            </a:extLst>
          </p:cNvPr>
          <p:cNvSpPr>
            <a:spLocks noGrp="1"/>
          </p:cNvSpPr>
          <p:nvPr/>
        </p:nvSpPr>
        <p:spPr>
          <a:xfrm>
            <a:off x="7286625" y="3940969"/>
            <a:ext cx="226219" cy="226219"/>
          </a:xfrm>
          <a:prstGeom prst="rect">
            <a:avLst/>
          </a:prstGeom>
          <a:solidFill>
            <a:srgbClr val="1D4ED8"/>
          </a:solidFill>
          <a:ln w="11906">
            <a:solidFill>
              <a:srgbClr val="FFFFFF"/>
            </a:solidFill>
          </a:ln>
        </p:spPr>
      </p:sp>
      <p:sp>
        <p:nvSpPr>
          <p:cNvPr id="68" name="object-68">
            <a:extLst>
              <a:ext uri="{FF2B5EF4-FFF2-40B4-BE49-F238E27FC236}">
                <a16:creationId xmlns:a16="http://schemas.microsoft.com/office/drawing/2014/main" id="{0F4CE6A7-C8EE-44B9-A418-0DBA8DA1BD4C}"/>
              </a:ext>
            </a:extLst>
          </p:cNvPr>
          <p:cNvSpPr>
            <a:spLocks noGrp="1"/>
          </p:cNvSpPr>
          <p:nvPr/>
        </p:nvSpPr>
        <p:spPr>
          <a:xfrm>
            <a:off x="7512844" y="3940969"/>
            <a:ext cx="226219" cy="226219"/>
          </a:xfrm>
          <a:prstGeom prst="rect">
            <a:avLst/>
          </a:prstGeom>
          <a:solidFill>
            <a:srgbClr val="1D4ED8"/>
          </a:solidFill>
          <a:ln w="11906">
            <a:solidFill>
              <a:srgbClr val="FFFFFF"/>
            </a:solidFill>
          </a:ln>
        </p:spPr>
      </p:sp>
      <p:sp>
        <p:nvSpPr>
          <p:cNvPr id="69" name="object-69">
            <a:extLst>
              <a:ext uri="{FF2B5EF4-FFF2-40B4-BE49-F238E27FC236}">
                <a16:creationId xmlns:a16="http://schemas.microsoft.com/office/drawing/2014/main" id="{48EB52BD-3E0F-4A7C-8A78-293777FA6AFC}"/>
              </a:ext>
            </a:extLst>
          </p:cNvPr>
          <p:cNvSpPr>
            <a:spLocks noGrp="1"/>
          </p:cNvSpPr>
          <p:nvPr/>
        </p:nvSpPr>
        <p:spPr>
          <a:xfrm>
            <a:off x="7739063" y="3940969"/>
            <a:ext cx="226219" cy="226219"/>
          </a:xfrm>
          <a:prstGeom prst="rect">
            <a:avLst/>
          </a:prstGeom>
          <a:solidFill>
            <a:srgbClr val="1D4ED8"/>
          </a:solidFill>
          <a:ln w="11906">
            <a:solidFill>
              <a:srgbClr val="FFFFFF"/>
            </a:solidFill>
          </a:ln>
        </p:spPr>
      </p:sp>
      <p:sp>
        <p:nvSpPr>
          <p:cNvPr id="70" name="object-70">
            <a:extLst>
              <a:ext uri="{FF2B5EF4-FFF2-40B4-BE49-F238E27FC236}">
                <a16:creationId xmlns:a16="http://schemas.microsoft.com/office/drawing/2014/main" id="{12B6FB08-0009-476A-B648-2B333C428360}"/>
              </a:ext>
            </a:extLst>
          </p:cNvPr>
          <p:cNvSpPr>
            <a:spLocks noGrp="1"/>
          </p:cNvSpPr>
          <p:nvPr/>
        </p:nvSpPr>
        <p:spPr>
          <a:xfrm>
            <a:off x="7965281" y="3940969"/>
            <a:ext cx="226219" cy="226219"/>
          </a:xfrm>
          <a:prstGeom prst="rect">
            <a:avLst/>
          </a:prstGeom>
          <a:solidFill>
            <a:srgbClr val="1D4ED8"/>
          </a:solidFill>
          <a:ln w="11906">
            <a:solidFill>
              <a:srgbClr val="FFFFFF"/>
            </a:solidFill>
          </a:ln>
        </p:spPr>
      </p:sp>
      <p:sp>
        <p:nvSpPr>
          <p:cNvPr id="71" name="object-71">
            <a:extLst>
              <a:ext uri="{FF2B5EF4-FFF2-40B4-BE49-F238E27FC236}">
                <a16:creationId xmlns:a16="http://schemas.microsoft.com/office/drawing/2014/main" id="{D061F53D-5391-4ECB-845F-6D4B292BC7EB}"/>
              </a:ext>
            </a:extLst>
          </p:cNvPr>
          <p:cNvSpPr>
            <a:spLocks noGrp="1"/>
          </p:cNvSpPr>
          <p:nvPr/>
        </p:nvSpPr>
        <p:spPr>
          <a:xfrm>
            <a:off x="8191500" y="3940969"/>
            <a:ext cx="226219" cy="226219"/>
          </a:xfrm>
          <a:prstGeom prst="rect">
            <a:avLst/>
          </a:prstGeom>
          <a:solidFill>
            <a:srgbClr val="1D4ED8"/>
          </a:solidFill>
          <a:ln w="11906">
            <a:solidFill>
              <a:srgbClr val="FFFFFF"/>
            </a:solidFill>
          </a:ln>
        </p:spPr>
      </p:sp>
      <p:sp>
        <p:nvSpPr>
          <p:cNvPr id="72" name="object-72">
            <a:extLst>
              <a:ext uri="{FF2B5EF4-FFF2-40B4-BE49-F238E27FC236}">
                <a16:creationId xmlns:a16="http://schemas.microsoft.com/office/drawing/2014/main" id="{DBA6689B-94F9-4A26-9114-F1D6E0F454AF}"/>
              </a:ext>
            </a:extLst>
          </p:cNvPr>
          <p:cNvSpPr>
            <a:spLocks noGrp="1"/>
          </p:cNvSpPr>
          <p:nvPr/>
        </p:nvSpPr>
        <p:spPr>
          <a:xfrm>
            <a:off x="5476875" y="4167188"/>
            <a:ext cx="226219" cy="226219"/>
          </a:xfrm>
          <a:prstGeom prst="rect">
            <a:avLst/>
          </a:prstGeom>
          <a:solidFill>
            <a:srgbClr val="1D4ED8"/>
          </a:solidFill>
          <a:ln w="11906">
            <a:solidFill>
              <a:srgbClr val="FFFFFF"/>
            </a:solidFill>
          </a:ln>
        </p:spPr>
      </p:sp>
      <p:sp>
        <p:nvSpPr>
          <p:cNvPr id="73" name="object-73">
            <a:extLst>
              <a:ext uri="{FF2B5EF4-FFF2-40B4-BE49-F238E27FC236}">
                <a16:creationId xmlns:a16="http://schemas.microsoft.com/office/drawing/2014/main" id="{08404D44-4631-4C44-9C58-9302E0CD96A0}"/>
              </a:ext>
            </a:extLst>
          </p:cNvPr>
          <p:cNvSpPr>
            <a:spLocks noGrp="1"/>
          </p:cNvSpPr>
          <p:nvPr/>
        </p:nvSpPr>
        <p:spPr>
          <a:xfrm>
            <a:off x="5703094" y="4167188"/>
            <a:ext cx="226219" cy="226219"/>
          </a:xfrm>
          <a:prstGeom prst="rect">
            <a:avLst/>
          </a:prstGeom>
          <a:solidFill>
            <a:srgbClr val="1D4ED8"/>
          </a:solidFill>
          <a:ln w="11906">
            <a:solidFill>
              <a:srgbClr val="FFFFFF"/>
            </a:solidFill>
          </a:ln>
        </p:spPr>
      </p:sp>
      <p:sp>
        <p:nvSpPr>
          <p:cNvPr id="74" name="object-74">
            <a:extLst>
              <a:ext uri="{FF2B5EF4-FFF2-40B4-BE49-F238E27FC236}">
                <a16:creationId xmlns:a16="http://schemas.microsoft.com/office/drawing/2014/main" id="{A19E38E7-0CA9-4A39-9991-A2736561DDED}"/>
              </a:ext>
            </a:extLst>
          </p:cNvPr>
          <p:cNvSpPr>
            <a:spLocks noGrp="1"/>
          </p:cNvSpPr>
          <p:nvPr/>
        </p:nvSpPr>
        <p:spPr>
          <a:xfrm>
            <a:off x="5929313" y="4167188"/>
            <a:ext cx="226219" cy="226219"/>
          </a:xfrm>
          <a:prstGeom prst="rect">
            <a:avLst/>
          </a:prstGeom>
          <a:solidFill>
            <a:srgbClr val="1D4ED8"/>
          </a:solidFill>
          <a:ln w="11906">
            <a:solidFill>
              <a:srgbClr val="FFFFFF"/>
            </a:solidFill>
          </a:ln>
        </p:spPr>
      </p:sp>
      <p:sp>
        <p:nvSpPr>
          <p:cNvPr id="75" name="object-75">
            <a:extLst>
              <a:ext uri="{FF2B5EF4-FFF2-40B4-BE49-F238E27FC236}">
                <a16:creationId xmlns:a16="http://schemas.microsoft.com/office/drawing/2014/main" id="{C83FDE95-1E38-47B0-A4B0-71B138714BFD}"/>
              </a:ext>
            </a:extLst>
          </p:cNvPr>
          <p:cNvSpPr>
            <a:spLocks noGrp="1"/>
          </p:cNvSpPr>
          <p:nvPr/>
        </p:nvSpPr>
        <p:spPr>
          <a:xfrm>
            <a:off x="6155531" y="4167188"/>
            <a:ext cx="226219" cy="226219"/>
          </a:xfrm>
          <a:prstGeom prst="rect">
            <a:avLst/>
          </a:prstGeom>
          <a:solidFill>
            <a:srgbClr val="1D4ED8"/>
          </a:solidFill>
          <a:ln w="11906">
            <a:solidFill>
              <a:srgbClr val="FFFFFF"/>
            </a:solidFill>
          </a:ln>
        </p:spPr>
      </p:sp>
      <p:sp>
        <p:nvSpPr>
          <p:cNvPr id="76" name="object-76">
            <a:extLst>
              <a:ext uri="{FF2B5EF4-FFF2-40B4-BE49-F238E27FC236}">
                <a16:creationId xmlns:a16="http://schemas.microsoft.com/office/drawing/2014/main" id="{9C74C592-92BB-4313-9FBE-2A2C8D4D6B4A}"/>
              </a:ext>
            </a:extLst>
          </p:cNvPr>
          <p:cNvSpPr>
            <a:spLocks noGrp="1"/>
          </p:cNvSpPr>
          <p:nvPr/>
        </p:nvSpPr>
        <p:spPr>
          <a:xfrm>
            <a:off x="6381750" y="4167188"/>
            <a:ext cx="226219" cy="226219"/>
          </a:xfrm>
          <a:prstGeom prst="rect">
            <a:avLst/>
          </a:prstGeom>
          <a:solidFill>
            <a:srgbClr val="1D4ED8"/>
          </a:solidFill>
          <a:ln w="11906">
            <a:solidFill>
              <a:srgbClr val="FFFFFF"/>
            </a:solidFill>
          </a:ln>
        </p:spPr>
      </p:sp>
      <p:sp>
        <p:nvSpPr>
          <p:cNvPr id="77" name="object-77">
            <a:extLst>
              <a:ext uri="{FF2B5EF4-FFF2-40B4-BE49-F238E27FC236}">
                <a16:creationId xmlns:a16="http://schemas.microsoft.com/office/drawing/2014/main" id="{79388586-EAE5-4694-AE43-9B6DC9277E57}"/>
              </a:ext>
            </a:extLst>
          </p:cNvPr>
          <p:cNvSpPr>
            <a:spLocks noGrp="1"/>
          </p:cNvSpPr>
          <p:nvPr/>
        </p:nvSpPr>
        <p:spPr>
          <a:xfrm>
            <a:off x="6607969" y="4167188"/>
            <a:ext cx="226219" cy="226219"/>
          </a:xfrm>
          <a:prstGeom prst="rect">
            <a:avLst/>
          </a:prstGeom>
          <a:solidFill>
            <a:srgbClr val="1D4ED8"/>
          </a:solidFill>
          <a:ln w="11906">
            <a:solidFill>
              <a:srgbClr val="FFFFFF"/>
            </a:solidFill>
          </a:ln>
        </p:spPr>
      </p:sp>
      <p:sp>
        <p:nvSpPr>
          <p:cNvPr id="78" name="object-78">
            <a:extLst>
              <a:ext uri="{FF2B5EF4-FFF2-40B4-BE49-F238E27FC236}">
                <a16:creationId xmlns:a16="http://schemas.microsoft.com/office/drawing/2014/main" id="{222B3DFE-06CD-4C65-AA75-DEF991C2D75F}"/>
              </a:ext>
            </a:extLst>
          </p:cNvPr>
          <p:cNvSpPr>
            <a:spLocks noGrp="1"/>
          </p:cNvSpPr>
          <p:nvPr/>
        </p:nvSpPr>
        <p:spPr>
          <a:xfrm>
            <a:off x="6834188" y="4167188"/>
            <a:ext cx="226219" cy="226219"/>
          </a:xfrm>
          <a:prstGeom prst="rect">
            <a:avLst/>
          </a:prstGeom>
          <a:solidFill>
            <a:srgbClr val="1D4ED8"/>
          </a:solidFill>
          <a:ln w="11906">
            <a:solidFill>
              <a:srgbClr val="FFFFFF"/>
            </a:solidFill>
          </a:ln>
        </p:spPr>
      </p:sp>
      <p:sp>
        <p:nvSpPr>
          <p:cNvPr id="79" name="object-79">
            <a:extLst>
              <a:ext uri="{FF2B5EF4-FFF2-40B4-BE49-F238E27FC236}">
                <a16:creationId xmlns:a16="http://schemas.microsoft.com/office/drawing/2014/main" id="{D5235711-4608-42E1-B416-B58EE3949953}"/>
              </a:ext>
            </a:extLst>
          </p:cNvPr>
          <p:cNvSpPr>
            <a:spLocks noGrp="1"/>
          </p:cNvSpPr>
          <p:nvPr/>
        </p:nvSpPr>
        <p:spPr>
          <a:xfrm>
            <a:off x="7060406" y="4167188"/>
            <a:ext cx="226219" cy="226219"/>
          </a:xfrm>
          <a:prstGeom prst="rect">
            <a:avLst/>
          </a:prstGeom>
          <a:solidFill>
            <a:srgbClr val="1D4ED8"/>
          </a:solidFill>
          <a:ln w="11906">
            <a:solidFill>
              <a:srgbClr val="FFFFFF"/>
            </a:solidFill>
          </a:ln>
        </p:spPr>
      </p:sp>
      <p:sp>
        <p:nvSpPr>
          <p:cNvPr id="80" name="object-80">
            <a:extLst>
              <a:ext uri="{FF2B5EF4-FFF2-40B4-BE49-F238E27FC236}">
                <a16:creationId xmlns:a16="http://schemas.microsoft.com/office/drawing/2014/main" id="{C92F45E9-89EB-4CBD-A2D2-9B252E2A856C}"/>
              </a:ext>
            </a:extLst>
          </p:cNvPr>
          <p:cNvSpPr>
            <a:spLocks noGrp="1"/>
          </p:cNvSpPr>
          <p:nvPr/>
        </p:nvSpPr>
        <p:spPr>
          <a:xfrm>
            <a:off x="7286625" y="4167188"/>
            <a:ext cx="226219" cy="226219"/>
          </a:xfrm>
          <a:prstGeom prst="rect">
            <a:avLst/>
          </a:prstGeom>
          <a:solidFill>
            <a:srgbClr val="1D4ED8"/>
          </a:solidFill>
          <a:ln w="11906">
            <a:solidFill>
              <a:srgbClr val="FFFFFF"/>
            </a:solidFill>
          </a:ln>
        </p:spPr>
      </p:sp>
      <p:sp>
        <p:nvSpPr>
          <p:cNvPr id="81" name="object-81">
            <a:extLst>
              <a:ext uri="{FF2B5EF4-FFF2-40B4-BE49-F238E27FC236}">
                <a16:creationId xmlns:a16="http://schemas.microsoft.com/office/drawing/2014/main" id="{C66A983B-3C91-43C0-A857-DE25D5A43AF1}"/>
              </a:ext>
            </a:extLst>
          </p:cNvPr>
          <p:cNvSpPr>
            <a:spLocks noGrp="1"/>
          </p:cNvSpPr>
          <p:nvPr/>
        </p:nvSpPr>
        <p:spPr>
          <a:xfrm>
            <a:off x="7512844" y="4167188"/>
            <a:ext cx="226219" cy="226219"/>
          </a:xfrm>
          <a:prstGeom prst="rect">
            <a:avLst/>
          </a:prstGeom>
          <a:solidFill>
            <a:srgbClr val="1D4ED8"/>
          </a:solidFill>
          <a:ln w="11906">
            <a:solidFill>
              <a:srgbClr val="FFFFFF"/>
            </a:solidFill>
          </a:ln>
        </p:spPr>
      </p:sp>
      <p:sp>
        <p:nvSpPr>
          <p:cNvPr id="82" name="object-82">
            <a:extLst>
              <a:ext uri="{FF2B5EF4-FFF2-40B4-BE49-F238E27FC236}">
                <a16:creationId xmlns:a16="http://schemas.microsoft.com/office/drawing/2014/main" id="{BC3A981D-F0BF-4546-AEF2-7FE882DCE9F0}"/>
              </a:ext>
            </a:extLst>
          </p:cNvPr>
          <p:cNvSpPr>
            <a:spLocks noGrp="1"/>
          </p:cNvSpPr>
          <p:nvPr/>
        </p:nvSpPr>
        <p:spPr>
          <a:xfrm>
            <a:off x="7739063" y="4167188"/>
            <a:ext cx="226219" cy="226219"/>
          </a:xfrm>
          <a:prstGeom prst="rect">
            <a:avLst/>
          </a:prstGeom>
          <a:solidFill>
            <a:srgbClr val="1D4ED8"/>
          </a:solidFill>
          <a:ln w="11906">
            <a:solidFill>
              <a:srgbClr val="FFFFFF"/>
            </a:solidFill>
          </a:ln>
        </p:spPr>
      </p:sp>
      <p:sp>
        <p:nvSpPr>
          <p:cNvPr id="83" name="object-83">
            <a:extLst>
              <a:ext uri="{FF2B5EF4-FFF2-40B4-BE49-F238E27FC236}">
                <a16:creationId xmlns:a16="http://schemas.microsoft.com/office/drawing/2014/main" id="{F6933C4C-FEBA-43EE-B8A2-EF3E4D42D094}"/>
              </a:ext>
            </a:extLst>
          </p:cNvPr>
          <p:cNvSpPr>
            <a:spLocks noGrp="1"/>
          </p:cNvSpPr>
          <p:nvPr/>
        </p:nvSpPr>
        <p:spPr>
          <a:xfrm>
            <a:off x="7965281" y="4167188"/>
            <a:ext cx="226219" cy="226219"/>
          </a:xfrm>
          <a:prstGeom prst="rect">
            <a:avLst/>
          </a:prstGeom>
          <a:solidFill>
            <a:srgbClr val="1D4ED8"/>
          </a:solidFill>
          <a:ln w="11906">
            <a:solidFill>
              <a:srgbClr val="FFFFFF"/>
            </a:solidFill>
          </a:ln>
        </p:spPr>
      </p:sp>
      <p:sp>
        <p:nvSpPr>
          <p:cNvPr id="84" name="object-84">
            <a:extLst>
              <a:ext uri="{FF2B5EF4-FFF2-40B4-BE49-F238E27FC236}">
                <a16:creationId xmlns:a16="http://schemas.microsoft.com/office/drawing/2014/main" id="{18D72D1B-03E8-43B5-891C-B1DDEA64BC91}"/>
              </a:ext>
            </a:extLst>
          </p:cNvPr>
          <p:cNvSpPr>
            <a:spLocks noGrp="1"/>
          </p:cNvSpPr>
          <p:nvPr/>
        </p:nvSpPr>
        <p:spPr>
          <a:xfrm>
            <a:off x="8191500" y="4167188"/>
            <a:ext cx="226219" cy="226219"/>
          </a:xfrm>
          <a:prstGeom prst="rect">
            <a:avLst/>
          </a:prstGeom>
          <a:solidFill>
            <a:srgbClr val="1D4ED8"/>
          </a:solidFill>
          <a:ln w="11906">
            <a:solidFill>
              <a:srgbClr val="FFFFFF"/>
            </a:solidFill>
          </a:ln>
        </p:spPr>
      </p:sp>
      <p:sp>
        <p:nvSpPr>
          <p:cNvPr id="85" name="object-85">
            <a:extLst>
              <a:ext uri="{FF2B5EF4-FFF2-40B4-BE49-F238E27FC236}">
                <a16:creationId xmlns:a16="http://schemas.microsoft.com/office/drawing/2014/main" id="{02A2CAB0-AD9D-4428-8CE0-31A165D57D3B}"/>
              </a:ext>
            </a:extLst>
          </p:cNvPr>
          <p:cNvSpPr>
            <a:spLocks noGrp="1"/>
          </p:cNvSpPr>
          <p:nvPr/>
        </p:nvSpPr>
        <p:spPr>
          <a:xfrm>
            <a:off x="5476875" y="4393406"/>
            <a:ext cx="226219" cy="226219"/>
          </a:xfrm>
          <a:prstGeom prst="rect">
            <a:avLst/>
          </a:prstGeom>
          <a:solidFill>
            <a:srgbClr val="1D4ED8"/>
          </a:solidFill>
          <a:ln w="11906">
            <a:solidFill>
              <a:srgbClr val="FFFFFF"/>
            </a:solidFill>
          </a:ln>
        </p:spPr>
      </p:sp>
      <p:sp>
        <p:nvSpPr>
          <p:cNvPr id="86" name="object-86">
            <a:extLst>
              <a:ext uri="{FF2B5EF4-FFF2-40B4-BE49-F238E27FC236}">
                <a16:creationId xmlns:a16="http://schemas.microsoft.com/office/drawing/2014/main" id="{9DDCDB53-BA08-4FF1-B79D-BC33960FDF44}"/>
              </a:ext>
            </a:extLst>
          </p:cNvPr>
          <p:cNvSpPr>
            <a:spLocks noGrp="1"/>
          </p:cNvSpPr>
          <p:nvPr/>
        </p:nvSpPr>
        <p:spPr>
          <a:xfrm>
            <a:off x="5703094" y="4393406"/>
            <a:ext cx="226219" cy="226219"/>
          </a:xfrm>
          <a:prstGeom prst="rect">
            <a:avLst/>
          </a:prstGeom>
          <a:solidFill>
            <a:srgbClr val="1D4ED8"/>
          </a:solidFill>
          <a:ln w="11906">
            <a:solidFill>
              <a:srgbClr val="FFFFFF"/>
            </a:solidFill>
          </a:ln>
        </p:spPr>
      </p:sp>
      <p:sp>
        <p:nvSpPr>
          <p:cNvPr id="87" name="object-87">
            <a:extLst>
              <a:ext uri="{FF2B5EF4-FFF2-40B4-BE49-F238E27FC236}">
                <a16:creationId xmlns:a16="http://schemas.microsoft.com/office/drawing/2014/main" id="{3F63A8B1-3C0C-4F85-93A7-432068E79C17}"/>
              </a:ext>
            </a:extLst>
          </p:cNvPr>
          <p:cNvSpPr>
            <a:spLocks noGrp="1"/>
          </p:cNvSpPr>
          <p:nvPr/>
        </p:nvSpPr>
        <p:spPr>
          <a:xfrm>
            <a:off x="5929313" y="4393406"/>
            <a:ext cx="226219" cy="226219"/>
          </a:xfrm>
          <a:prstGeom prst="rect">
            <a:avLst/>
          </a:prstGeom>
          <a:solidFill>
            <a:srgbClr val="1D4ED8"/>
          </a:solidFill>
          <a:ln w="11906">
            <a:solidFill>
              <a:srgbClr val="FFFFFF"/>
            </a:solidFill>
          </a:ln>
        </p:spPr>
      </p:sp>
      <p:sp>
        <p:nvSpPr>
          <p:cNvPr id="88" name="object-88">
            <a:extLst>
              <a:ext uri="{FF2B5EF4-FFF2-40B4-BE49-F238E27FC236}">
                <a16:creationId xmlns:a16="http://schemas.microsoft.com/office/drawing/2014/main" id="{31CD8365-FC0C-47BD-8A41-35E498ACAAF2}"/>
              </a:ext>
            </a:extLst>
          </p:cNvPr>
          <p:cNvSpPr>
            <a:spLocks noGrp="1"/>
          </p:cNvSpPr>
          <p:nvPr/>
        </p:nvSpPr>
        <p:spPr>
          <a:xfrm>
            <a:off x="6155531" y="4393406"/>
            <a:ext cx="226219" cy="226219"/>
          </a:xfrm>
          <a:prstGeom prst="rect">
            <a:avLst/>
          </a:prstGeom>
          <a:solidFill>
            <a:srgbClr val="1D4ED8"/>
          </a:solidFill>
          <a:ln w="11906">
            <a:solidFill>
              <a:srgbClr val="FFFFFF"/>
            </a:solidFill>
          </a:ln>
        </p:spPr>
      </p:sp>
      <p:sp>
        <p:nvSpPr>
          <p:cNvPr id="89" name="object-89">
            <a:extLst>
              <a:ext uri="{FF2B5EF4-FFF2-40B4-BE49-F238E27FC236}">
                <a16:creationId xmlns:a16="http://schemas.microsoft.com/office/drawing/2014/main" id="{FBB0EE51-8C6A-4C17-9030-317BF171C174}"/>
              </a:ext>
            </a:extLst>
          </p:cNvPr>
          <p:cNvSpPr>
            <a:spLocks noGrp="1"/>
          </p:cNvSpPr>
          <p:nvPr/>
        </p:nvSpPr>
        <p:spPr>
          <a:xfrm>
            <a:off x="6381750" y="4393406"/>
            <a:ext cx="226219" cy="226219"/>
          </a:xfrm>
          <a:prstGeom prst="rect">
            <a:avLst/>
          </a:prstGeom>
          <a:solidFill>
            <a:srgbClr val="1D4ED8"/>
          </a:solidFill>
          <a:ln w="11906">
            <a:solidFill>
              <a:srgbClr val="FFFFFF"/>
            </a:solidFill>
          </a:ln>
        </p:spPr>
      </p:sp>
      <p:sp>
        <p:nvSpPr>
          <p:cNvPr id="90" name="object-90">
            <a:extLst>
              <a:ext uri="{FF2B5EF4-FFF2-40B4-BE49-F238E27FC236}">
                <a16:creationId xmlns:a16="http://schemas.microsoft.com/office/drawing/2014/main" id="{0C616F8F-5EB0-4C5C-9CF5-98758B96E61C}"/>
              </a:ext>
            </a:extLst>
          </p:cNvPr>
          <p:cNvSpPr>
            <a:spLocks noGrp="1"/>
          </p:cNvSpPr>
          <p:nvPr/>
        </p:nvSpPr>
        <p:spPr>
          <a:xfrm>
            <a:off x="6607969" y="4393406"/>
            <a:ext cx="226219" cy="226219"/>
          </a:xfrm>
          <a:prstGeom prst="rect">
            <a:avLst/>
          </a:prstGeom>
          <a:solidFill>
            <a:srgbClr val="1D4ED8"/>
          </a:solidFill>
          <a:ln w="11906">
            <a:solidFill>
              <a:srgbClr val="FFFFFF"/>
            </a:solidFill>
          </a:ln>
        </p:spPr>
      </p:sp>
      <p:sp>
        <p:nvSpPr>
          <p:cNvPr id="91" name="object-91">
            <a:extLst>
              <a:ext uri="{FF2B5EF4-FFF2-40B4-BE49-F238E27FC236}">
                <a16:creationId xmlns:a16="http://schemas.microsoft.com/office/drawing/2014/main" id="{979FABE3-7873-4056-9A27-A52AD3AEA488}"/>
              </a:ext>
            </a:extLst>
          </p:cNvPr>
          <p:cNvSpPr>
            <a:spLocks noGrp="1"/>
          </p:cNvSpPr>
          <p:nvPr/>
        </p:nvSpPr>
        <p:spPr>
          <a:xfrm>
            <a:off x="6834188" y="4393406"/>
            <a:ext cx="226219" cy="226219"/>
          </a:xfrm>
          <a:prstGeom prst="rect">
            <a:avLst/>
          </a:prstGeom>
          <a:solidFill>
            <a:srgbClr val="1D4ED8"/>
          </a:solidFill>
          <a:ln w="11906">
            <a:solidFill>
              <a:srgbClr val="FFFFFF"/>
            </a:solidFill>
          </a:ln>
        </p:spPr>
      </p:sp>
      <p:sp>
        <p:nvSpPr>
          <p:cNvPr id="92" name="object-92">
            <a:extLst>
              <a:ext uri="{FF2B5EF4-FFF2-40B4-BE49-F238E27FC236}">
                <a16:creationId xmlns:a16="http://schemas.microsoft.com/office/drawing/2014/main" id="{20CE2DF0-E50A-436B-A68E-16E31FF0095A}"/>
              </a:ext>
            </a:extLst>
          </p:cNvPr>
          <p:cNvSpPr>
            <a:spLocks noGrp="1"/>
          </p:cNvSpPr>
          <p:nvPr/>
        </p:nvSpPr>
        <p:spPr>
          <a:xfrm>
            <a:off x="7060406" y="4393406"/>
            <a:ext cx="226219" cy="226219"/>
          </a:xfrm>
          <a:prstGeom prst="rect">
            <a:avLst/>
          </a:prstGeom>
          <a:solidFill>
            <a:srgbClr val="1D4ED8"/>
          </a:solidFill>
          <a:ln w="11906">
            <a:solidFill>
              <a:srgbClr val="FFFFFF"/>
            </a:solidFill>
          </a:ln>
        </p:spPr>
      </p:sp>
      <p:sp>
        <p:nvSpPr>
          <p:cNvPr id="93" name="object-93">
            <a:extLst>
              <a:ext uri="{FF2B5EF4-FFF2-40B4-BE49-F238E27FC236}">
                <a16:creationId xmlns:a16="http://schemas.microsoft.com/office/drawing/2014/main" id="{B9EB20D0-C714-4E12-9BAB-C92DA7CA0AA6}"/>
              </a:ext>
            </a:extLst>
          </p:cNvPr>
          <p:cNvSpPr>
            <a:spLocks noGrp="1"/>
          </p:cNvSpPr>
          <p:nvPr/>
        </p:nvSpPr>
        <p:spPr>
          <a:xfrm>
            <a:off x="7286625" y="4393406"/>
            <a:ext cx="226219" cy="226219"/>
          </a:xfrm>
          <a:prstGeom prst="rect">
            <a:avLst/>
          </a:prstGeom>
          <a:solidFill>
            <a:srgbClr val="1D4ED8"/>
          </a:solidFill>
          <a:ln w="11906">
            <a:solidFill>
              <a:srgbClr val="FFFFFF"/>
            </a:solidFill>
          </a:ln>
        </p:spPr>
      </p:sp>
      <p:sp>
        <p:nvSpPr>
          <p:cNvPr id="94" name="object-94">
            <a:extLst>
              <a:ext uri="{FF2B5EF4-FFF2-40B4-BE49-F238E27FC236}">
                <a16:creationId xmlns:a16="http://schemas.microsoft.com/office/drawing/2014/main" id="{654E706A-2D00-4837-B48F-05854750C9D9}"/>
              </a:ext>
            </a:extLst>
          </p:cNvPr>
          <p:cNvSpPr>
            <a:spLocks noGrp="1"/>
          </p:cNvSpPr>
          <p:nvPr/>
        </p:nvSpPr>
        <p:spPr>
          <a:xfrm>
            <a:off x="7512844" y="4393406"/>
            <a:ext cx="226219" cy="226219"/>
          </a:xfrm>
          <a:prstGeom prst="rect">
            <a:avLst/>
          </a:prstGeom>
          <a:solidFill>
            <a:srgbClr val="1D4ED8"/>
          </a:solidFill>
          <a:ln w="11906">
            <a:solidFill>
              <a:srgbClr val="FFFFFF"/>
            </a:solidFill>
          </a:ln>
        </p:spPr>
      </p:sp>
      <p:sp>
        <p:nvSpPr>
          <p:cNvPr id="95" name="object-95">
            <a:extLst>
              <a:ext uri="{FF2B5EF4-FFF2-40B4-BE49-F238E27FC236}">
                <a16:creationId xmlns:a16="http://schemas.microsoft.com/office/drawing/2014/main" id="{ABB7ECD3-99AF-4E68-A11C-2C1760337C34}"/>
              </a:ext>
            </a:extLst>
          </p:cNvPr>
          <p:cNvSpPr>
            <a:spLocks noGrp="1"/>
          </p:cNvSpPr>
          <p:nvPr/>
        </p:nvSpPr>
        <p:spPr>
          <a:xfrm>
            <a:off x="7739063" y="4393406"/>
            <a:ext cx="226219" cy="226219"/>
          </a:xfrm>
          <a:prstGeom prst="rect">
            <a:avLst/>
          </a:prstGeom>
          <a:solidFill>
            <a:srgbClr val="1D4ED8"/>
          </a:solidFill>
          <a:ln w="11906">
            <a:solidFill>
              <a:srgbClr val="FFFFFF"/>
            </a:solidFill>
          </a:ln>
        </p:spPr>
      </p:sp>
      <p:sp>
        <p:nvSpPr>
          <p:cNvPr id="96" name="object-96">
            <a:extLst>
              <a:ext uri="{FF2B5EF4-FFF2-40B4-BE49-F238E27FC236}">
                <a16:creationId xmlns:a16="http://schemas.microsoft.com/office/drawing/2014/main" id="{78E86838-0D52-4511-94BF-82A5DED823DB}"/>
              </a:ext>
            </a:extLst>
          </p:cNvPr>
          <p:cNvSpPr>
            <a:spLocks noGrp="1"/>
          </p:cNvSpPr>
          <p:nvPr/>
        </p:nvSpPr>
        <p:spPr>
          <a:xfrm>
            <a:off x="7965281" y="4393406"/>
            <a:ext cx="226219" cy="226219"/>
          </a:xfrm>
          <a:prstGeom prst="rect">
            <a:avLst/>
          </a:prstGeom>
          <a:solidFill>
            <a:srgbClr val="1D4ED8"/>
          </a:solidFill>
          <a:ln w="11906">
            <a:solidFill>
              <a:srgbClr val="FFFFFF"/>
            </a:solidFill>
          </a:ln>
        </p:spPr>
      </p:sp>
      <p:sp>
        <p:nvSpPr>
          <p:cNvPr id="97" name="object-97">
            <a:extLst>
              <a:ext uri="{FF2B5EF4-FFF2-40B4-BE49-F238E27FC236}">
                <a16:creationId xmlns:a16="http://schemas.microsoft.com/office/drawing/2014/main" id="{59AF6FF2-1AAE-4C4D-B03E-71B2C62A5593}"/>
              </a:ext>
            </a:extLst>
          </p:cNvPr>
          <p:cNvSpPr>
            <a:spLocks noGrp="1"/>
          </p:cNvSpPr>
          <p:nvPr/>
        </p:nvSpPr>
        <p:spPr>
          <a:xfrm>
            <a:off x="8191500" y="4393406"/>
            <a:ext cx="226219" cy="226219"/>
          </a:xfrm>
          <a:prstGeom prst="rect">
            <a:avLst/>
          </a:prstGeom>
          <a:solidFill>
            <a:srgbClr val="1D4ED8"/>
          </a:solidFill>
          <a:ln w="11906">
            <a:solidFill>
              <a:srgbClr val="FFFFFF"/>
            </a:solidFill>
          </a:ln>
        </p:spPr>
      </p:sp>
      <p:sp>
        <p:nvSpPr>
          <p:cNvPr id="98" name="object-98">
            <a:extLst>
              <a:ext uri="{FF2B5EF4-FFF2-40B4-BE49-F238E27FC236}">
                <a16:creationId xmlns:a16="http://schemas.microsoft.com/office/drawing/2014/main" id="{F3E516D6-BBDB-4275-B989-08811E3C11DB}"/>
              </a:ext>
            </a:extLst>
          </p:cNvPr>
          <p:cNvSpPr>
            <a:spLocks noGrp="1"/>
          </p:cNvSpPr>
          <p:nvPr/>
        </p:nvSpPr>
        <p:spPr>
          <a:xfrm>
            <a:off x="5476875" y="4619625"/>
            <a:ext cx="226219" cy="226219"/>
          </a:xfrm>
          <a:prstGeom prst="rect">
            <a:avLst/>
          </a:prstGeom>
          <a:solidFill>
            <a:srgbClr val="1D4ED8"/>
          </a:solidFill>
          <a:ln w="11906">
            <a:solidFill>
              <a:srgbClr val="FFFFFF"/>
            </a:solidFill>
          </a:ln>
        </p:spPr>
      </p:sp>
      <p:sp>
        <p:nvSpPr>
          <p:cNvPr id="99" name="object-99">
            <a:extLst>
              <a:ext uri="{FF2B5EF4-FFF2-40B4-BE49-F238E27FC236}">
                <a16:creationId xmlns:a16="http://schemas.microsoft.com/office/drawing/2014/main" id="{E96719E2-D365-4DC0-B05A-82974DDE1A2F}"/>
              </a:ext>
            </a:extLst>
          </p:cNvPr>
          <p:cNvSpPr>
            <a:spLocks noGrp="1"/>
          </p:cNvSpPr>
          <p:nvPr/>
        </p:nvSpPr>
        <p:spPr>
          <a:xfrm>
            <a:off x="5703094" y="4619625"/>
            <a:ext cx="226219" cy="226219"/>
          </a:xfrm>
          <a:prstGeom prst="rect">
            <a:avLst/>
          </a:prstGeom>
          <a:solidFill>
            <a:srgbClr val="1D4ED8"/>
          </a:solidFill>
          <a:ln w="11906">
            <a:solidFill>
              <a:srgbClr val="FFFFFF"/>
            </a:solidFill>
          </a:ln>
        </p:spPr>
      </p:sp>
      <p:sp>
        <p:nvSpPr>
          <p:cNvPr id="100" name="object-100">
            <a:extLst>
              <a:ext uri="{FF2B5EF4-FFF2-40B4-BE49-F238E27FC236}">
                <a16:creationId xmlns:a16="http://schemas.microsoft.com/office/drawing/2014/main" id="{918185C8-A547-4CD7-BFD1-012CDACCD4B0}"/>
              </a:ext>
            </a:extLst>
          </p:cNvPr>
          <p:cNvSpPr>
            <a:spLocks noGrp="1"/>
          </p:cNvSpPr>
          <p:nvPr/>
        </p:nvSpPr>
        <p:spPr>
          <a:xfrm>
            <a:off x="5929313" y="4619625"/>
            <a:ext cx="226219" cy="226219"/>
          </a:xfrm>
          <a:prstGeom prst="rect">
            <a:avLst/>
          </a:prstGeom>
          <a:solidFill>
            <a:srgbClr val="1D4ED8"/>
          </a:solidFill>
          <a:ln w="11906">
            <a:solidFill>
              <a:srgbClr val="FFFFFF"/>
            </a:solidFill>
          </a:ln>
        </p:spPr>
      </p:sp>
      <p:sp>
        <p:nvSpPr>
          <p:cNvPr id="101" name="object-101">
            <a:extLst>
              <a:ext uri="{FF2B5EF4-FFF2-40B4-BE49-F238E27FC236}">
                <a16:creationId xmlns:a16="http://schemas.microsoft.com/office/drawing/2014/main" id="{66A8FFCF-6B81-4E95-8B23-150ABF2E5721}"/>
              </a:ext>
            </a:extLst>
          </p:cNvPr>
          <p:cNvSpPr>
            <a:spLocks noGrp="1"/>
          </p:cNvSpPr>
          <p:nvPr/>
        </p:nvSpPr>
        <p:spPr>
          <a:xfrm>
            <a:off x="6155531" y="4619625"/>
            <a:ext cx="226219" cy="226219"/>
          </a:xfrm>
          <a:prstGeom prst="rect">
            <a:avLst/>
          </a:prstGeom>
          <a:solidFill>
            <a:srgbClr val="1D4ED8"/>
          </a:solidFill>
          <a:ln w="11906">
            <a:solidFill>
              <a:srgbClr val="FFFFFF"/>
            </a:solidFill>
          </a:ln>
        </p:spPr>
      </p:sp>
      <p:sp>
        <p:nvSpPr>
          <p:cNvPr id="102" name="object-102">
            <a:extLst>
              <a:ext uri="{FF2B5EF4-FFF2-40B4-BE49-F238E27FC236}">
                <a16:creationId xmlns:a16="http://schemas.microsoft.com/office/drawing/2014/main" id="{0C12FC70-B45C-4333-94E5-EE6069F3E782}"/>
              </a:ext>
            </a:extLst>
          </p:cNvPr>
          <p:cNvSpPr>
            <a:spLocks noGrp="1"/>
          </p:cNvSpPr>
          <p:nvPr/>
        </p:nvSpPr>
        <p:spPr>
          <a:xfrm>
            <a:off x="6381750" y="4619625"/>
            <a:ext cx="226219" cy="226219"/>
          </a:xfrm>
          <a:prstGeom prst="rect">
            <a:avLst/>
          </a:prstGeom>
          <a:solidFill>
            <a:srgbClr val="1D4ED8"/>
          </a:solidFill>
          <a:ln w="11906">
            <a:solidFill>
              <a:srgbClr val="FFFFFF"/>
            </a:solidFill>
          </a:ln>
        </p:spPr>
      </p:sp>
      <p:sp>
        <p:nvSpPr>
          <p:cNvPr id="103" name="object-103">
            <a:extLst>
              <a:ext uri="{FF2B5EF4-FFF2-40B4-BE49-F238E27FC236}">
                <a16:creationId xmlns:a16="http://schemas.microsoft.com/office/drawing/2014/main" id="{62C32C39-62D9-4263-A074-D8F7ED95042C}"/>
              </a:ext>
            </a:extLst>
          </p:cNvPr>
          <p:cNvSpPr>
            <a:spLocks noGrp="1"/>
          </p:cNvSpPr>
          <p:nvPr/>
        </p:nvSpPr>
        <p:spPr>
          <a:xfrm>
            <a:off x="6607969" y="4619625"/>
            <a:ext cx="226219" cy="226219"/>
          </a:xfrm>
          <a:prstGeom prst="rect">
            <a:avLst/>
          </a:prstGeom>
          <a:solidFill>
            <a:srgbClr val="1D4ED8"/>
          </a:solidFill>
          <a:ln w="11906">
            <a:solidFill>
              <a:srgbClr val="FFFFFF"/>
            </a:solidFill>
          </a:ln>
        </p:spPr>
      </p:sp>
      <p:sp>
        <p:nvSpPr>
          <p:cNvPr id="104" name="object-104">
            <a:extLst>
              <a:ext uri="{FF2B5EF4-FFF2-40B4-BE49-F238E27FC236}">
                <a16:creationId xmlns:a16="http://schemas.microsoft.com/office/drawing/2014/main" id="{42F76D4F-DC4A-4515-84E7-AF56FFB40EBB}"/>
              </a:ext>
            </a:extLst>
          </p:cNvPr>
          <p:cNvSpPr>
            <a:spLocks noGrp="1"/>
          </p:cNvSpPr>
          <p:nvPr/>
        </p:nvSpPr>
        <p:spPr>
          <a:xfrm>
            <a:off x="6834188" y="4619625"/>
            <a:ext cx="226219" cy="226219"/>
          </a:xfrm>
          <a:prstGeom prst="rect">
            <a:avLst/>
          </a:prstGeom>
          <a:solidFill>
            <a:srgbClr val="1D4ED8"/>
          </a:solidFill>
          <a:ln w="11906">
            <a:solidFill>
              <a:srgbClr val="FFFFFF"/>
            </a:solidFill>
          </a:ln>
        </p:spPr>
      </p:sp>
      <p:sp>
        <p:nvSpPr>
          <p:cNvPr id="105" name="object-105">
            <a:extLst>
              <a:ext uri="{FF2B5EF4-FFF2-40B4-BE49-F238E27FC236}">
                <a16:creationId xmlns:a16="http://schemas.microsoft.com/office/drawing/2014/main" id="{BC0F39A9-F8E8-477C-B5B1-77945885F65B}"/>
              </a:ext>
            </a:extLst>
          </p:cNvPr>
          <p:cNvSpPr>
            <a:spLocks noGrp="1"/>
          </p:cNvSpPr>
          <p:nvPr/>
        </p:nvSpPr>
        <p:spPr>
          <a:xfrm>
            <a:off x="7060406" y="4619625"/>
            <a:ext cx="226219" cy="226219"/>
          </a:xfrm>
          <a:prstGeom prst="rect">
            <a:avLst/>
          </a:prstGeom>
          <a:solidFill>
            <a:srgbClr val="1D4ED8"/>
          </a:solidFill>
          <a:ln w="11906">
            <a:solidFill>
              <a:srgbClr val="FFFFFF"/>
            </a:solidFill>
          </a:ln>
        </p:spPr>
      </p:sp>
      <p:sp>
        <p:nvSpPr>
          <p:cNvPr id="106" name="object-106">
            <a:extLst>
              <a:ext uri="{FF2B5EF4-FFF2-40B4-BE49-F238E27FC236}">
                <a16:creationId xmlns:a16="http://schemas.microsoft.com/office/drawing/2014/main" id="{53FF0B53-A954-4ACC-830B-F44FCEFADF70}"/>
              </a:ext>
            </a:extLst>
          </p:cNvPr>
          <p:cNvSpPr>
            <a:spLocks noGrp="1"/>
          </p:cNvSpPr>
          <p:nvPr/>
        </p:nvSpPr>
        <p:spPr>
          <a:xfrm>
            <a:off x="7286625" y="4619625"/>
            <a:ext cx="226219" cy="226219"/>
          </a:xfrm>
          <a:prstGeom prst="rect">
            <a:avLst/>
          </a:prstGeom>
          <a:solidFill>
            <a:srgbClr val="1D4ED8"/>
          </a:solidFill>
          <a:ln w="11906">
            <a:solidFill>
              <a:srgbClr val="FFFFFF"/>
            </a:solidFill>
          </a:ln>
        </p:spPr>
      </p:sp>
      <p:sp>
        <p:nvSpPr>
          <p:cNvPr id="107" name="object-107">
            <a:extLst>
              <a:ext uri="{FF2B5EF4-FFF2-40B4-BE49-F238E27FC236}">
                <a16:creationId xmlns:a16="http://schemas.microsoft.com/office/drawing/2014/main" id="{03137BDF-829E-4091-95B9-A77C3D6DCA1D}"/>
              </a:ext>
            </a:extLst>
          </p:cNvPr>
          <p:cNvSpPr>
            <a:spLocks noGrp="1"/>
          </p:cNvSpPr>
          <p:nvPr/>
        </p:nvSpPr>
        <p:spPr>
          <a:xfrm>
            <a:off x="7512844" y="4619625"/>
            <a:ext cx="226219" cy="226219"/>
          </a:xfrm>
          <a:prstGeom prst="rect">
            <a:avLst/>
          </a:prstGeom>
          <a:solidFill>
            <a:srgbClr val="1D4ED8"/>
          </a:solidFill>
          <a:ln w="11906">
            <a:solidFill>
              <a:srgbClr val="FFFFFF"/>
            </a:solidFill>
          </a:ln>
        </p:spPr>
      </p:sp>
      <p:sp>
        <p:nvSpPr>
          <p:cNvPr id="108" name="object-108">
            <a:extLst>
              <a:ext uri="{FF2B5EF4-FFF2-40B4-BE49-F238E27FC236}">
                <a16:creationId xmlns:a16="http://schemas.microsoft.com/office/drawing/2014/main" id="{9F2EC6CA-8670-48E6-B264-9538C3227EB3}"/>
              </a:ext>
            </a:extLst>
          </p:cNvPr>
          <p:cNvSpPr>
            <a:spLocks noGrp="1"/>
          </p:cNvSpPr>
          <p:nvPr/>
        </p:nvSpPr>
        <p:spPr>
          <a:xfrm>
            <a:off x="7739063" y="4619625"/>
            <a:ext cx="226219" cy="226219"/>
          </a:xfrm>
          <a:prstGeom prst="rect">
            <a:avLst/>
          </a:prstGeom>
          <a:solidFill>
            <a:srgbClr val="1D4ED8"/>
          </a:solidFill>
          <a:ln w="11906">
            <a:solidFill>
              <a:srgbClr val="FFFFFF"/>
            </a:solidFill>
          </a:ln>
        </p:spPr>
      </p:sp>
      <p:sp>
        <p:nvSpPr>
          <p:cNvPr id="109" name="object-109">
            <a:extLst>
              <a:ext uri="{FF2B5EF4-FFF2-40B4-BE49-F238E27FC236}">
                <a16:creationId xmlns:a16="http://schemas.microsoft.com/office/drawing/2014/main" id="{ECF3B4E6-8EC5-4899-82AA-603117816E88}"/>
              </a:ext>
            </a:extLst>
          </p:cNvPr>
          <p:cNvSpPr>
            <a:spLocks noGrp="1"/>
          </p:cNvSpPr>
          <p:nvPr/>
        </p:nvSpPr>
        <p:spPr>
          <a:xfrm>
            <a:off x="7965281" y="4619625"/>
            <a:ext cx="226219" cy="226219"/>
          </a:xfrm>
          <a:prstGeom prst="rect">
            <a:avLst/>
          </a:prstGeom>
          <a:solidFill>
            <a:srgbClr val="1D4ED8"/>
          </a:solidFill>
          <a:ln w="11906">
            <a:solidFill>
              <a:srgbClr val="FFFFFF"/>
            </a:solidFill>
          </a:ln>
        </p:spPr>
      </p:sp>
      <p:sp>
        <p:nvSpPr>
          <p:cNvPr id="110" name="object-110">
            <a:extLst>
              <a:ext uri="{FF2B5EF4-FFF2-40B4-BE49-F238E27FC236}">
                <a16:creationId xmlns:a16="http://schemas.microsoft.com/office/drawing/2014/main" id="{C5990711-E6F2-4242-A389-AB752427C535}"/>
              </a:ext>
            </a:extLst>
          </p:cNvPr>
          <p:cNvSpPr>
            <a:spLocks noGrp="1"/>
          </p:cNvSpPr>
          <p:nvPr/>
        </p:nvSpPr>
        <p:spPr>
          <a:xfrm>
            <a:off x="8191500" y="4619625"/>
            <a:ext cx="226219" cy="226219"/>
          </a:xfrm>
          <a:prstGeom prst="rect">
            <a:avLst/>
          </a:prstGeom>
          <a:solidFill>
            <a:srgbClr val="1D4ED8"/>
          </a:solidFill>
          <a:ln w="11906">
            <a:solidFill>
              <a:srgbClr val="FFFFFF"/>
            </a:solidFill>
          </a:ln>
        </p:spPr>
      </p:sp>
      <p:sp>
        <p:nvSpPr>
          <p:cNvPr id="111" name="object-111">
            <a:extLst>
              <a:ext uri="{FF2B5EF4-FFF2-40B4-BE49-F238E27FC236}">
                <a16:creationId xmlns:a16="http://schemas.microsoft.com/office/drawing/2014/main" id="{5791D939-EF32-4352-B533-09CB4022AC41}"/>
              </a:ext>
            </a:extLst>
          </p:cNvPr>
          <p:cNvSpPr>
            <a:spLocks noGrp="1"/>
          </p:cNvSpPr>
          <p:nvPr/>
        </p:nvSpPr>
        <p:spPr>
          <a:xfrm>
            <a:off x="5476875" y="4845844"/>
            <a:ext cx="226219" cy="226219"/>
          </a:xfrm>
          <a:prstGeom prst="rect">
            <a:avLst/>
          </a:prstGeom>
          <a:solidFill>
            <a:srgbClr val="1D4ED8"/>
          </a:solidFill>
          <a:ln w="11906">
            <a:solidFill>
              <a:srgbClr val="FFFFFF"/>
            </a:solidFill>
          </a:ln>
        </p:spPr>
      </p:sp>
      <p:sp>
        <p:nvSpPr>
          <p:cNvPr id="112" name="object-112">
            <a:extLst>
              <a:ext uri="{FF2B5EF4-FFF2-40B4-BE49-F238E27FC236}">
                <a16:creationId xmlns:a16="http://schemas.microsoft.com/office/drawing/2014/main" id="{05E12523-2120-4646-A87F-B0499A350AC2}"/>
              </a:ext>
            </a:extLst>
          </p:cNvPr>
          <p:cNvSpPr>
            <a:spLocks noGrp="1"/>
          </p:cNvSpPr>
          <p:nvPr/>
        </p:nvSpPr>
        <p:spPr>
          <a:xfrm>
            <a:off x="5703094" y="4845844"/>
            <a:ext cx="226219" cy="226219"/>
          </a:xfrm>
          <a:prstGeom prst="rect">
            <a:avLst/>
          </a:prstGeom>
          <a:solidFill>
            <a:srgbClr val="1D4ED8"/>
          </a:solidFill>
          <a:ln w="11906">
            <a:solidFill>
              <a:srgbClr val="FFFFFF"/>
            </a:solidFill>
          </a:ln>
        </p:spPr>
      </p:sp>
      <p:sp>
        <p:nvSpPr>
          <p:cNvPr id="113" name="object-113">
            <a:extLst>
              <a:ext uri="{FF2B5EF4-FFF2-40B4-BE49-F238E27FC236}">
                <a16:creationId xmlns:a16="http://schemas.microsoft.com/office/drawing/2014/main" id="{06A6BD47-3BF7-4CD0-A703-78C19509B57B}"/>
              </a:ext>
            </a:extLst>
          </p:cNvPr>
          <p:cNvSpPr>
            <a:spLocks noGrp="1"/>
          </p:cNvSpPr>
          <p:nvPr/>
        </p:nvSpPr>
        <p:spPr>
          <a:xfrm>
            <a:off x="5929313" y="4845844"/>
            <a:ext cx="226219" cy="226219"/>
          </a:xfrm>
          <a:prstGeom prst="rect">
            <a:avLst/>
          </a:prstGeom>
          <a:solidFill>
            <a:srgbClr val="1D4ED8"/>
          </a:solidFill>
          <a:ln w="11906">
            <a:solidFill>
              <a:srgbClr val="FFFFFF"/>
            </a:solidFill>
          </a:ln>
        </p:spPr>
      </p:sp>
      <p:sp>
        <p:nvSpPr>
          <p:cNvPr id="114" name="object-114">
            <a:extLst>
              <a:ext uri="{FF2B5EF4-FFF2-40B4-BE49-F238E27FC236}">
                <a16:creationId xmlns:a16="http://schemas.microsoft.com/office/drawing/2014/main" id="{7A77CB07-FC8F-4ABA-BD49-D6808C812A56}"/>
              </a:ext>
            </a:extLst>
          </p:cNvPr>
          <p:cNvSpPr>
            <a:spLocks noGrp="1"/>
          </p:cNvSpPr>
          <p:nvPr/>
        </p:nvSpPr>
        <p:spPr>
          <a:xfrm>
            <a:off x="6155531" y="4845844"/>
            <a:ext cx="226219" cy="226219"/>
          </a:xfrm>
          <a:prstGeom prst="rect">
            <a:avLst/>
          </a:prstGeom>
          <a:solidFill>
            <a:srgbClr val="1D4ED8"/>
          </a:solidFill>
          <a:ln w="11906">
            <a:solidFill>
              <a:srgbClr val="FFFFFF"/>
            </a:solidFill>
          </a:ln>
        </p:spPr>
      </p:sp>
      <p:sp>
        <p:nvSpPr>
          <p:cNvPr id="115" name="object-115">
            <a:extLst>
              <a:ext uri="{FF2B5EF4-FFF2-40B4-BE49-F238E27FC236}">
                <a16:creationId xmlns:a16="http://schemas.microsoft.com/office/drawing/2014/main" id="{36C75C38-B1DC-4DB3-AAC4-1FD49F42AC64}"/>
              </a:ext>
            </a:extLst>
          </p:cNvPr>
          <p:cNvSpPr>
            <a:spLocks noGrp="1"/>
          </p:cNvSpPr>
          <p:nvPr/>
        </p:nvSpPr>
        <p:spPr>
          <a:xfrm>
            <a:off x="6381750" y="4845844"/>
            <a:ext cx="226219" cy="226219"/>
          </a:xfrm>
          <a:prstGeom prst="rect">
            <a:avLst/>
          </a:prstGeom>
          <a:solidFill>
            <a:srgbClr val="1D4ED8"/>
          </a:solidFill>
          <a:ln w="11906">
            <a:solidFill>
              <a:srgbClr val="FFFFFF"/>
            </a:solidFill>
          </a:ln>
        </p:spPr>
      </p:sp>
      <p:sp>
        <p:nvSpPr>
          <p:cNvPr id="116" name="object-116">
            <a:extLst>
              <a:ext uri="{FF2B5EF4-FFF2-40B4-BE49-F238E27FC236}">
                <a16:creationId xmlns:a16="http://schemas.microsoft.com/office/drawing/2014/main" id="{B045B4FC-1288-463D-A143-5272180C8680}"/>
              </a:ext>
            </a:extLst>
          </p:cNvPr>
          <p:cNvSpPr>
            <a:spLocks noGrp="1"/>
          </p:cNvSpPr>
          <p:nvPr/>
        </p:nvSpPr>
        <p:spPr>
          <a:xfrm>
            <a:off x="6607969" y="4845844"/>
            <a:ext cx="226219" cy="226219"/>
          </a:xfrm>
          <a:prstGeom prst="rect">
            <a:avLst/>
          </a:prstGeom>
          <a:solidFill>
            <a:srgbClr val="1D4ED8"/>
          </a:solidFill>
          <a:ln w="11906">
            <a:solidFill>
              <a:srgbClr val="FFFFFF"/>
            </a:solidFill>
          </a:ln>
        </p:spPr>
      </p:sp>
      <p:sp>
        <p:nvSpPr>
          <p:cNvPr id="117" name="object-117">
            <a:extLst>
              <a:ext uri="{FF2B5EF4-FFF2-40B4-BE49-F238E27FC236}">
                <a16:creationId xmlns:a16="http://schemas.microsoft.com/office/drawing/2014/main" id="{05790A89-E0C5-4FAD-B54E-B8E841E69261}"/>
              </a:ext>
            </a:extLst>
          </p:cNvPr>
          <p:cNvSpPr>
            <a:spLocks noGrp="1"/>
          </p:cNvSpPr>
          <p:nvPr/>
        </p:nvSpPr>
        <p:spPr>
          <a:xfrm>
            <a:off x="6834188" y="4845844"/>
            <a:ext cx="226219" cy="226219"/>
          </a:xfrm>
          <a:prstGeom prst="rect">
            <a:avLst/>
          </a:prstGeom>
          <a:solidFill>
            <a:srgbClr val="1D4ED8"/>
          </a:solidFill>
          <a:ln w="11906">
            <a:solidFill>
              <a:srgbClr val="FFFFFF"/>
            </a:solidFill>
          </a:ln>
        </p:spPr>
      </p:sp>
      <p:sp>
        <p:nvSpPr>
          <p:cNvPr id="118" name="object-118">
            <a:extLst>
              <a:ext uri="{FF2B5EF4-FFF2-40B4-BE49-F238E27FC236}">
                <a16:creationId xmlns:a16="http://schemas.microsoft.com/office/drawing/2014/main" id="{E207EA41-9C30-4477-AACD-C3C0520C85DE}"/>
              </a:ext>
            </a:extLst>
          </p:cNvPr>
          <p:cNvSpPr>
            <a:spLocks noGrp="1"/>
          </p:cNvSpPr>
          <p:nvPr/>
        </p:nvSpPr>
        <p:spPr>
          <a:xfrm>
            <a:off x="7060406" y="4845844"/>
            <a:ext cx="226219" cy="226219"/>
          </a:xfrm>
          <a:prstGeom prst="rect">
            <a:avLst/>
          </a:prstGeom>
          <a:solidFill>
            <a:srgbClr val="1D4ED8"/>
          </a:solidFill>
          <a:ln w="11906">
            <a:solidFill>
              <a:srgbClr val="FFFFFF"/>
            </a:solidFill>
          </a:ln>
        </p:spPr>
      </p:sp>
      <p:sp>
        <p:nvSpPr>
          <p:cNvPr id="119" name="object-119">
            <a:extLst>
              <a:ext uri="{FF2B5EF4-FFF2-40B4-BE49-F238E27FC236}">
                <a16:creationId xmlns:a16="http://schemas.microsoft.com/office/drawing/2014/main" id="{5410D34D-FB03-4C26-A60F-2ABAE1BCB8C2}"/>
              </a:ext>
            </a:extLst>
          </p:cNvPr>
          <p:cNvSpPr>
            <a:spLocks noGrp="1"/>
          </p:cNvSpPr>
          <p:nvPr/>
        </p:nvSpPr>
        <p:spPr>
          <a:xfrm>
            <a:off x="7286625" y="4845844"/>
            <a:ext cx="226219" cy="226219"/>
          </a:xfrm>
          <a:prstGeom prst="rect">
            <a:avLst/>
          </a:prstGeom>
          <a:solidFill>
            <a:srgbClr val="1D4ED8"/>
          </a:solidFill>
          <a:ln w="11906">
            <a:solidFill>
              <a:srgbClr val="FFFFFF"/>
            </a:solidFill>
          </a:ln>
        </p:spPr>
      </p:sp>
      <p:sp>
        <p:nvSpPr>
          <p:cNvPr id="120" name="object-120">
            <a:extLst>
              <a:ext uri="{FF2B5EF4-FFF2-40B4-BE49-F238E27FC236}">
                <a16:creationId xmlns:a16="http://schemas.microsoft.com/office/drawing/2014/main" id="{764B9C26-70F4-4025-A512-4AF020DAACBB}"/>
              </a:ext>
            </a:extLst>
          </p:cNvPr>
          <p:cNvSpPr>
            <a:spLocks noGrp="1"/>
          </p:cNvSpPr>
          <p:nvPr/>
        </p:nvSpPr>
        <p:spPr>
          <a:xfrm>
            <a:off x="7512844" y="4845844"/>
            <a:ext cx="226219" cy="226219"/>
          </a:xfrm>
          <a:prstGeom prst="rect">
            <a:avLst/>
          </a:prstGeom>
          <a:solidFill>
            <a:srgbClr val="1D4ED8"/>
          </a:solidFill>
          <a:ln w="11906">
            <a:solidFill>
              <a:srgbClr val="FFFFFF"/>
            </a:solidFill>
          </a:ln>
        </p:spPr>
      </p:sp>
      <p:sp>
        <p:nvSpPr>
          <p:cNvPr id="121" name="object-121">
            <a:extLst>
              <a:ext uri="{FF2B5EF4-FFF2-40B4-BE49-F238E27FC236}">
                <a16:creationId xmlns:a16="http://schemas.microsoft.com/office/drawing/2014/main" id="{AEFE4415-52AC-413F-BAE1-62F2D2090203}"/>
              </a:ext>
            </a:extLst>
          </p:cNvPr>
          <p:cNvSpPr>
            <a:spLocks noGrp="1"/>
          </p:cNvSpPr>
          <p:nvPr/>
        </p:nvSpPr>
        <p:spPr>
          <a:xfrm>
            <a:off x="7739063" y="4845844"/>
            <a:ext cx="226219" cy="226219"/>
          </a:xfrm>
          <a:prstGeom prst="rect">
            <a:avLst/>
          </a:prstGeom>
          <a:solidFill>
            <a:srgbClr val="1D4ED8"/>
          </a:solidFill>
          <a:ln w="11906">
            <a:solidFill>
              <a:srgbClr val="FFFFFF"/>
            </a:solidFill>
          </a:ln>
        </p:spPr>
      </p:sp>
      <p:sp>
        <p:nvSpPr>
          <p:cNvPr id="122" name="object-122">
            <a:extLst>
              <a:ext uri="{FF2B5EF4-FFF2-40B4-BE49-F238E27FC236}">
                <a16:creationId xmlns:a16="http://schemas.microsoft.com/office/drawing/2014/main" id="{00146794-20F6-425E-AE27-3215E1D4BD48}"/>
              </a:ext>
            </a:extLst>
          </p:cNvPr>
          <p:cNvSpPr>
            <a:spLocks noGrp="1"/>
          </p:cNvSpPr>
          <p:nvPr/>
        </p:nvSpPr>
        <p:spPr>
          <a:xfrm>
            <a:off x="7965281" y="4845844"/>
            <a:ext cx="226219" cy="226219"/>
          </a:xfrm>
          <a:prstGeom prst="rect">
            <a:avLst/>
          </a:prstGeom>
          <a:solidFill>
            <a:srgbClr val="1D4ED8"/>
          </a:solidFill>
          <a:ln w="11906">
            <a:solidFill>
              <a:srgbClr val="FFFFFF"/>
            </a:solidFill>
          </a:ln>
        </p:spPr>
      </p:sp>
      <p:sp>
        <p:nvSpPr>
          <p:cNvPr id="123" name="object-123">
            <a:extLst>
              <a:ext uri="{FF2B5EF4-FFF2-40B4-BE49-F238E27FC236}">
                <a16:creationId xmlns:a16="http://schemas.microsoft.com/office/drawing/2014/main" id="{60D7F447-A9B6-4D83-B113-53DE74FF5C84}"/>
              </a:ext>
            </a:extLst>
          </p:cNvPr>
          <p:cNvSpPr>
            <a:spLocks noGrp="1"/>
          </p:cNvSpPr>
          <p:nvPr/>
        </p:nvSpPr>
        <p:spPr>
          <a:xfrm>
            <a:off x="8191500" y="4845844"/>
            <a:ext cx="226219" cy="226219"/>
          </a:xfrm>
          <a:prstGeom prst="rect">
            <a:avLst/>
          </a:prstGeom>
          <a:solidFill>
            <a:srgbClr val="1D4ED8"/>
          </a:solidFill>
          <a:ln w="11906">
            <a:solidFill>
              <a:srgbClr val="FFFFFF"/>
            </a:solidFill>
          </a:ln>
        </p:spPr>
      </p:sp>
      <p:sp>
        <p:nvSpPr>
          <p:cNvPr id="124" name="object-124">
            <a:extLst>
              <a:ext uri="{FF2B5EF4-FFF2-40B4-BE49-F238E27FC236}">
                <a16:creationId xmlns:a16="http://schemas.microsoft.com/office/drawing/2014/main" id="{A1B11346-5B07-4236-9DAE-6D27228D8A2B}"/>
              </a:ext>
            </a:extLst>
          </p:cNvPr>
          <p:cNvSpPr>
            <a:spLocks noGrp="1"/>
          </p:cNvSpPr>
          <p:nvPr/>
        </p:nvSpPr>
        <p:spPr>
          <a:xfrm>
            <a:off x="5476875" y="5072063"/>
            <a:ext cx="226219" cy="226219"/>
          </a:xfrm>
          <a:prstGeom prst="rect">
            <a:avLst/>
          </a:prstGeom>
          <a:solidFill>
            <a:srgbClr val="1D4ED8"/>
          </a:solidFill>
          <a:ln w="11906">
            <a:solidFill>
              <a:srgbClr val="FFFFFF"/>
            </a:solidFill>
          </a:ln>
        </p:spPr>
      </p:sp>
      <p:sp>
        <p:nvSpPr>
          <p:cNvPr id="125" name="object-125">
            <a:extLst>
              <a:ext uri="{FF2B5EF4-FFF2-40B4-BE49-F238E27FC236}">
                <a16:creationId xmlns:a16="http://schemas.microsoft.com/office/drawing/2014/main" id="{11284860-126B-403C-A272-05CE4A75AE1A}"/>
              </a:ext>
            </a:extLst>
          </p:cNvPr>
          <p:cNvSpPr>
            <a:spLocks noGrp="1"/>
          </p:cNvSpPr>
          <p:nvPr/>
        </p:nvSpPr>
        <p:spPr>
          <a:xfrm>
            <a:off x="5703094" y="5072063"/>
            <a:ext cx="226219" cy="226219"/>
          </a:xfrm>
          <a:prstGeom prst="rect">
            <a:avLst/>
          </a:prstGeom>
          <a:solidFill>
            <a:srgbClr val="1D4ED8"/>
          </a:solidFill>
          <a:ln w="11906">
            <a:solidFill>
              <a:srgbClr val="FFFFFF"/>
            </a:solidFill>
          </a:ln>
        </p:spPr>
      </p:sp>
      <p:sp>
        <p:nvSpPr>
          <p:cNvPr id="126" name="object-126">
            <a:extLst>
              <a:ext uri="{FF2B5EF4-FFF2-40B4-BE49-F238E27FC236}">
                <a16:creationId xmlns:a16="http://schemas.microsoft.com/office/drawing/2014/main" id="{6369FDAB-A09D-4BC4-BA57-808CE89F300F}"/>
              </a:ext>
            </a:extLst>
          </p:cNvPr>
          <p:cNvSpPr>
            <a:spLocks noGrp="1"/>
          </p:cNvSpPr>
          <p:nvPr/>
        </p:nvSpPr>
        <p:spPr>
          <a:xfrm>
            <a:off x="5929313" y="5072063"/>
            <a:ext cx="226219" cy="226219"/>
          </a:xfrm>
          <a:prstGeom prst="rect">
            <a:avLst/>
          </a:prstGeom>
          <a:solidFill>
            <a:srgbClr val="1D4ED8"/>
          </a:solidFill>
          <a:ln w="11906">
            <a:solidFill>
              <a:srgbClr val="FFFFFF"/>
            </a:solidFill>
          </a:ln>
        </p:spPr>
      </p:sp>
      <p:sp>
        <p:nvSpPr>
          <p:cNvPr id="127" name="object-127">
            <a:extLst>
              <a:ext uri="{FF2B5EF4-FFF2-40B4-BE49-F238E27FC236}">
                <a16:creationId xmlns:a16="http://schemas.microsoft.com/office/drawing/2014/main" id="{96739516-CF5A-41A5-95FA-CCB9D5CDE592}"/>
              </a:ext>
            </a:extLst>
          </p:cNvPr>
          <p:cNvSpPr>
            <a:spLocks noGrp="1"/>
          </p:cNvSpPr>
          <p:nvPr/>
        </p:nvSpPr>
        <p:spPr>
          <a:xfrm>
            <a:off x="6155531" y="5072063"/>
            <a:ext cx="226219" cy="226219"/>
          </a:xfrm>
          <a:prstGeom prst="rect">
            <a:avLst/>
          </a:prstGeom>
          <a:solidFill>
            <a:srgbClr val="1D4ED8"/>
          </a:solidFill>
          <a:ln w="11906">
            <a:solidFill>
              <a:srgbClr val="FFFFFF"/>
            </a:solidFill>
          </a:ln>
        </p:spPr>
      </p:sp>
      <p:sp>
        <p:nvSpPr>
          <p:cNvPr id="128" name="object-128">
            <a:extLst>
              <a:ext uri="{FF2B5EF4-FFF2-40B4-BE49-F238E27FC236}">
                <a16:creationId xmlns:a16="http://schemas.microsoft.com/office/drawing/2014/main" id="{F993C6F9-76AE-4AA1-9BC7-12C7640D14C1}"/>
              </a:ext>
            </a:extLst>
          </p:cNvPr>
          <p:cNvSpPr>
            <a:spLocks noGrp="1"/>
          </p:cNvSpPr>
          <p:nvPr/>
        </p:nvSpPr>
        <p:spPr>
          <a:xfrm>
            <a:off x="6381750" y="5072063"/>
            <a:ext cx="226219" cy="226219"/>
          </a:xfrm>
          <a:prstGeom prst="rect">
            <a:avLst/>
          </a:prstGeom>
          <a:solidFill>
            <a:srgbClr val="1D4ED8"/>
          </a:solidFill>
          <a:ln w="11906">
            <a:solidFill>
              <a:srgbClr val="FFFFFF"/>
            </a:solidFill>
          </a:ln>
        </p:spPr>
      </p:sp>
      <p:sp>
        <p:nvSpPr>
          <p:cNvPr id="129" name="object-129">
            <a:extLst>
              <a:ext uri="{FF2B5EF4-FFF2-40B4-BE49-F238E27FC236}">
                <a16:creationId xmlns:a16="http://schemas.microsoft.com/office/drawing/2014/main" id="{3D7979F8-4A8A-4201-B109-9EAB9B69567D}"/>
              </a:ext>
            </a:extLst>
          </p:cNvPr>
          <p:cNvSpPr>
            <a:spLocks noGrp="1"/>
          </p:cNvSpPr>
          <p:nvPr/>
        </p:nvSpPr>
        <p:spPr>
          <a:xfrm>
            <a:off x="6607969" y="5072063"/>
            <a:ext cx="226219" cy="226219"/>
          </a:xfrm>
          <a:prstGeom prst="rect">
            <a:avLst/>
          </a:prstGeom>
          <a:solidFill>
            <a:srgbClr val="1D4ED8"/>
          </a:solidFill>
          <a:ln w="11906">
            <a:solidFill>
              <a:srgbClr val="FFFFFF"/>
            </a:solidFill>
          </a:ln>
        </p:spPr>
      </p:sp>
      <p:sp>
        <p:nvSpPr>
          <p:cNvPr id="130" name="object-130">
            <a:extLst>
              <a:ext uri="{FF2B5EF4-FFF2-40B4-BE49-F238E27FC236}">
                <a16:creationId xmlns:a16="http://schemas.microsoft.com/office/drawing/2014/main" id="{3125EBC2-D6D6-471C-B2AB-883E6BFF5F2B}"/>
              </a:ext>
            </a:extLst>
          </p:cNvPr>
          <p:cNvSpPr>
            <a:spLocks noGrp="1"/>
          </p:cNvSpPr>
          <p:nvPr/>
        </p:nvSpPr>
        <p:spPr>
          <a:xfrm>
            <a:off x="6834188" y="5072063"/>
            <a:ext cx="226219" cy="226219"/>
          </a:xfrm>
          <a:prstGeom prst="rect">
            <a:avLst/>
          </a:prstGeom>
          <a:solidFill>
            <a:srgbClr val="1D4ED8"/>
          </a:solidFill>
          <a:ln w="11906">
            <a:solidFill>
              <a:srgbClr val="FFFFFF"/>
            </a:solidFill>
          </a:ln>
        </p:spPr>
      </p:sp>
      <p:sp>
        <p:nvSpPr>
          <p:cNvPr id="131" name="object-131">
            <a:extLst>
              <a:ext uri="{FF2B5EF4-FFF2-40B4-BE49-F238E27FC236}">
                <a16:creationId xmlns:a16="http://schemas.microsoft.com/office/drawing/2014/main" id="{494B6473-7D44-4B54-9EF2-5E86F2C64BFA}"/>
              </a:ext>
            </a:extLst>
          </p:cNvPr>
          <p:cNvSpPr>
            <a:spLocks noGrp="1"/>
          </p:cNvSpPr>
          <p:nvPr/>
        </p:nvSpPr>
        <p:spPr>
          <a:xfrm>
            <a:off x="7060406" y="5072063"/>
            <a:ext cx="226219" cy="226219"/>
          </a:xfrm>
          <a:prstGeom prst="rect">
            <a:avLst/>
          </a:prstGeom>
          <a:solidFill>
            <a:srgbClr val="1D4ED8"/>
          </a:solidFill>
          <a:ln w="11906">
            <a:solidFill>
              <a:srgbClr val="FFFFFF"/>
            </a:solidFill>
          </a:ln>
        </p:spPr>
      </p:sp>
      <p:sp>
        <p:nvSpPr>
          <p:cNvPr id="132" name="object-132">
            <a:extLst>
              <a:ext uri="{FF2B5EF4-FFF2-40B4-BE49-F238E27FC236}">
                <a16:creationId xmlns:a16="http://schemas.microsoft.com/office/drawing/2014/main" id="{B1048ADE-C6D2-44CD-9F3E-6CF8B35DA067}"/>
              </a:ext>
            </a:extLst>
          </p:cNvPr>
          <p:cNvSpPr>
            <a:spLocks noGrp="1"/>
          </p:cNvSpPr>
          <p:nvPr/>
        </p:nvSpPr>
        <p:spPr>
          <a:xfrm>
            <a:off x="7286625" y="5072063"/>
            <a:ext cx="226219" cy="226219"/>
          </a:xfrm>
          <a:prstGeom prst="rect">
            <a:avLst/>
          </a:prstGeom>
          <a:solidFill>
            <a:srgbClr val="1D4ED8"/>
          </a:solidFill>
          <a:ln w="11906">
            <a:solidFill>
              <a:srgbClr val="FFFFFF"/>
            </a:solidFill>
          </a:ln>
        </p:spPr>
      </p:sp>
      <p:sp>
        <p:nvSpPr>
          <p:cNvPr id="133" name="object-133">
            <a:extLst>
              <a:ext uri="{FF2B5EF4-FFF2-40B4-BE49-F238E27FC236}">
                <a16:creationId xmlns:a16="http://schemas.microsoft.com/office/drawing/2014/main" id="{C4879358-F6F2-44E5-80A8-BE9347B68EA0}"/>
              </a:ext>
            </a:extLst>
          </p:cNvPr>
          <p:cNvSpPr>
            <a:spLocks noGrp="1"/>
          </p:cNvSpPr>
          <p:nvPr/>
        </p:nvSpPr>
        <p:spPr>
          <a:xfrm>
            <a:off x="7512844" y="5072063"/>
            <a:ext cx="226219" cy="226219"/>
          </a:xfrm>
          <a:prstGeom prst="rect">
            <a:avLst/>
          </a:prstGeom>
          <a:solidFill>
            <a:srgbClr val="1D4ED8"/>
          </a:solidFill>
          <a:ln w="11906">
            <a:solidFill>
              <a:srgbClr val="FFFFFF"/>
            </a:solidFill>
          </a:ln>
        </p:spPr>
      </p:sp>
      <p:sp>
        <p:nvSpPr>
          <p:cNvPr id="134" name="object-134">
            <a:extLst>
              <a:ext uri="{FF2B5EF4-FFF2-40B4-BE49-F238E27FC236}">
                <a16:creationId xmlns:a16="http://schemas.microsoft.com/office/drawing/2014/main" id="{DD3AE8F4-58D0-4E50-86AB-CA881C9B6CEA}"/>
              </a:ext>
            </a:extLst>
          </p:cNvPr>
          <p:cNvSpPr>
            <a:spLocks noGrp="1"/>
          </p:cNvSpPr>
          <p:nvPr/>
        </p:nvSpPr>
        <p:spPr>
          <a:xfrm>
            <a:off x="7739063" y="5072063"/>
            <a:ext cx="226219" cy="226219"/>
          </a:xfrm>
          <a:prstGeom prst="rect">
            <a:avLst/>
          </a:prstGeom>
          <a:solidFill>
            <a:srgbClr val="1D4ED8"/>
          </a:solidFill>
          <a:ln w="11906">
            <a:solidFill>
              <a:srgbClr val="FFFFFF"/>
            </a:solidFill>
          </a:ln>
        </p:spPr>
      </p:sp>
      <p:sp>
        <p:nvSpPr>
          <p:cNvPr id="135" name="object-135">
            <a:extLst>
              <a:ext uri="{FF2B5EF4-FFF2-40B4-BE49-F238E27FC236}">
                <a16:creationId xmlns:a16="http://schemas.microsoft.com/office/drawing/2014/main" id="{6F27733A-DD58-4593-A942-72819941F5FE}"/>
              </a:ext>
            </a:extLst>
          </p:cNvPr>
          <p:cNvSpPr>
            <a:spLocks noGrp="1"/>
          </p:cNvSpPr>
          <p:nvPr/>
        </p:nvSpPr>
        <p:spPr>
          <a:xfrm>
            <a:off x="7965281" y="5072063"/>
            <a:ext cx="226219" cy="226219"/>
          </a:xfrm>
          <a:prstGeom prst="rect">
            <a:avLst/>
          </a:prstGeom>
          <a:solidFill>
            <a:srgbClr val="1D4ED8"/>
          </a:solidFill>
          <a:ln w="11906">
            <a:solidFill>
              <a:srgbClr val="FFFFFF"/>
            </a:solidFill>
          </a:ln>
        </p:spPr>
      </p:sp>
      <p:sp>
        <p:nvSpPr>
          <p:cNvPr id="136" name="object-136">
            <a:extLst>
              <a:ext uri="{FF2B5EF4-FFF2-40B4-BE49-F238E27FC236}">
                <a16:creationId xmlns:a16="http://schemas.microsoft.com/office/drawing/2014/main" id="{93A8AB33-18A4-41D4-A35F-E89D5C5D91F8}"/>
              </a:ext>
            </a:extLst>
          </p:cNvPr>
          <p:cNvSpPr>
            <a:spLocks noGrp="1"/>
          </p:cNvSpPr>
          <p:nvPr/>
        </p:nvSpPr>
        <p:spPr>
          <a:xfrm>
            <a:off x="8191500" y="5072063"/>
            <a:ext cx="226219" cy="226219"/>
          </a:xfrm>
          <a:prstGeom prst="rect">
            <a:avLst/>
          </a:prstGeom>
          <a:solidFill>
            <a:srgbClr val="1D4ED8"/>
          </a:solidFill>
          <a:ln w="11906">
            <a:solidFill>
              <a:srgbClr val="FFFFFF"/>
            </a:solidFill>
          </a:ln>
        </p:spPr>
      </p:sp>
      <p:sp>
        <p:nvSpPr>
          <p:cNvPr id="137" name="object-137">
            <a:extLst>
              <a:ext uri="{FF2B5EF4-FFF2-40B4-BE49-F238E27FC236}">
                <a16:creationId xmlns:a16="http://schemas.microsoft.com/office/drawing/2014/main" id="{10848199-1EE0-42D0-8260-DFA8BB4C25B9}"/>
              </a:ext>
            </a:extLst>
          </p:cNvPr>
          <p:cNvSpPr>
            <a:spLocks noGrp="1"/>
          </p:cNvSpPr>
          <p:nvPr/>
        </p:nvSpPr>
        <p:spPr>
          <a:xfrm>
            <a:off x="5476875" y="5298281"/>
            <a:ext cx="226219" cy="226219"/>
          </a:xfrm>
          <a:prstGeom prst="rect">
            <a:avLst/>
          </a:prstGeom>
          <a:solidFill>
            <a:srgbClr val="1D4ED8"/>
          </a:solidFill>
          <a:ln w="11906">
            <a:solidFill>
              <a:srgbClr val="FFFFFF"/>
            </a:solidFill>
          </a:ln>
        </p:spPr>
      </p:sp>
      <p:sp>
        <p:nvSpPr>
          <p:cNvPr id="138" name="object-138">
            <a:extLst>
              <a:ext uri="{FF2B5EF4-FFF2-40B4-BE49-F238E27FC236}">
                <a16:creationId xmlns:a16="http://schemas.microsoft.com/office/drawing/2014/main" id="{F41C5A90-3F8D-4751-A24B-E8106D422CA8}"/>
              </a:ext>
            </a:extLst>
          </p:cNvPr>
          <p:cNvSpPr>
            <a:spLocks noGrp="1"/>
          </p:cNvSpPr>
          <p:nvPr/>
        </p:nvSpPr>
        <p:spPr>
          <a:xfrm>
            <a:off x="5703094" y="5298281"/>
            <a:ext cx="226219" cy="226219"/>
          </a:xfrm>
          <a:prstGeom prst="rect">
            <a:avLst/>
          </a:prstGeom>
          <a:solidFill>
            <a:srgbClr val="1D4ED8"/>
          </a:solidFill>
          <a:ln w="11906">
            <a:solidFill>
              <a:srgbClr val="FFFFFF"/>
            </a:solidFill>
          </a:ln>
        </p:spPr>
      </p:sp>
      <p:sp>
        <p:nvSpPr>
          <p:cNvPr id="139" name="object-139">
            <a:extLst>
              <a:ext uri="{FF2B5EF4-FFF2-40B4-BE49-F238E27FC236}">
                <a16:creationId xmlns:a16="http://schemas.microsoft.com/office/drawing/2014/main" id="{AA78DACA-6237-41D4-B385-5C7CFB782D42}"/>
              </a:ext>
            </a:extLst>
          </p:cNvPr>
          <p:cNvSpPr>
            <a:spLocks noGrp="1"/>
          </p:cNvSpPr>
          <p:nvPr/>
        </p:nvSpPr>
        <p:spPr>
          <a:xfrm>
            <a:off x="5929313" y="5298281"/>
            <a:ext cx="226219" cy="226219"/>
          </a:xfrm>
          <a:prstGeom prst="rect">
            <a:avLst/>
          </a:prstGeom>
          <a:solidFill>
            <a:srgbClr val="1D4ED8"/>
          </a:solidFill>
          <a:ln w="11906">
            <a:solidFill>
              <a:srgbClr val="FFFFFF"/>
            </a:solidFill>
          </a:ln>
        </p:spPr>
      </p:sp>
      <p:sp>
        <p:nvSpPr>
          <p:cNvPr id="140" name="object-140">
            <a:extLst>
              <a:ext uri="{FF2B5EF4-FFF2-40B4-BE49-F238E27FC236}">
                <a16:creationId xmlns:a16="http://schemas.microsoft.com/office/drawing/2014/main" id="{FEF394E9-2455-48AF-82F9-72FBC3A3DDDA}"/>
              </a:ext>
            </a:extLst>
          </p:cNvPr>
          <p:cNvSpPr>
            <a:spLocks noGrp="1"/>
          </p:cNvSpPr>
          <p:nvPr/>
        </p:nvSpPr>
        <p:spPr>
          <a:xfrm>
            <a:off x="6155531" y="5298281"/>
            <a:ext cx="226219" cy="226219"/>
          </a:xfrm>
          <a:prstGeom prst="rect">
            <a:avLst/>
          </a:prstGeom>
          <a:solidFill>
            <a:srgbClr val="1D4ED8"/>
          </a:solidFill>
          <a:ln w="11906">
            <a:solidFill>
              <a:srgbClr val="FFFFFF"/>
            </a:solidFill>
          </a:ln>
        </p:spPr>
      </p:sp>
      <p:sp>
        <p:nvSpPr>
          <p:cNvPr id="141" name="object-141">
            <a:extLst>
              <a:ext uri="{FF2B5EF4-FFF2-40B4-BE49-F238E27FC236}">
                <a16:creationId xmlns:a16="http://schemas.microsoft.com/office/drawing/2014/main" id="{63249B36-C843-4C76-BF6C-123160F16E1A}"/>
              </a:ext>
            </a:extLst>
          </p:cNvPr>
          <p:cNvSpPr>
            <a:spLocks noGrp="1"/>
          </p:cNvSpPr>
          <p:nvPr/>
        </p:nvSpPr>
        <p:spPr>
          <a:xfrm>
            <a:off x="6381750" y="5298281"/>
            <a:ext cx="226219" cy="226219"/>
          </a:xfrm>
          <a:prstGeom prst="rect">
            <a:avLst/>
          </a:prstGeom>
          <a:solidFill>
            <a:srgbClr val="1D4ED8"/>
          </a:solidFill>
          <a:ln w="11906">
            <a:solidFill>
              <a:srgbClr val="FFFFFF"/>
            </a:solidFill>
          </a:ln>
        </p:spPr>
      </p:sp>
      <p:sp>
        <p:nvSpPr>
          <p:cNvPr id="142" name="object-142">
            <a:extLst>
              <a:ext uri="{FF2B5EF4-FFF2-40B4-BE49-F238E27FC236}">
                <a16:creationId xmlns:a16="http://schemas.microsoft.com/office/drawing/2014/main" id="{724CA219-34E0-4824-A6D4-B3998CCF5F89}"/>
              </a:ext>
            </a:extLst>
          </p:cNvPr>
          <p:cNvSpPr>
            <a:spLocks noGrp="1"/>
          </p:cNvSpPr>
          <p:nvPr/>
        </p:nvSpPr>
        <p:spPr>
          <a:xfrm>
            <a:off x="6607969" y="5298281"/>
            <a:ext cx="226219" cy="226219"/>
          </a:xfrm>
          <a:prstGeom prst="rect">
            <a:avLst/>
          </a:prstGeom>
          <a:solidFill>
            <a:srgbClr val="1D4ED8"/>
          </a:solidFill>
          <a:ln w="11906">
            <a:solidFill>
              <a:srgbClr val="FFFFFF"/>
            </a:solidFill>
          </a:ln>
        </p:spPr>
      </p:sp>
      <p:sp>
        <p:nvSpPr>
          <p:cNvPr id="143" name="object-143">
            <a:extLst>
              <a:ext uri="{FF2B5EF4-FFF2-40B4-BE49-F238E27FC236}">
                <a16:creationId xmlns:a16="http://schemas.microsoft.com/office/drawing/2014/main" id="{0A44325B-4F25-46EC-B9DD-2088FB302ABE}"/>
              </a:ext>
            </a:extLst>
          </p:cNvPr>
          <p:cNvSpPr>
            <a:spLocks noGrp="1"/>
          </p:cNvSpPr>
          <p:nvPr/>
        </p:nvSpPr>
        <p:spPr>
          <a:xfrm>
            <a:off x="6834188" y="5298281"/>
            <a:ext cx="226219" cy="226219"/>
          </a:xfrm>
          <a:prstGeom prst="rect">
            <a:avLst/>
          </a:prstGeom>
          <a:solidFill>
            <a:srgbClr val="1D4ED8"/>
          </a:solidFill>
          <a:ln w="11906">
            <a:solidFill>
              <a:srgbClr val="FFFFFF"/>
            </a:solidFill>
          </a:ln>
        </p:spPr>
      </p:sp>
      <p:sp>
        <p:nvSpPr>
          <p:cNvPr id="144" name="object-144">
            <a:extLst>
              <a:ext uri="{FF2B5EF4-FFF2-40B4-BE49-F238E27FC236}">
                <a16:creationId xmlns:a16="http://schemas.microsoft.com/office/drawing/2014/main" id="{41EBC8A7-9C7D-47E9-BABC-012F6329E3CF}"/>
              </a:ext>
            </a:extLst>
          </p:cNvPr>
          <p:cNvSpPr>
            <a:spLocks noGrp="1"/>
          </p:cNvSpPr>
          <p:nvPr/>
        </p:nvSpPr>
        <p:spPr>
          <a:xfrm>
            <a:off x="7060406" y="5298281"/>
            <a:ext cx="226219" cy="226219"/>
          </a:xfrm>
          <a:prstGeom prst="rect">
            <a:avLst/>
          </a:prstGeom>
          <a:solidFill>
            <a:srgbClr val="1D4ED8"/>
          </a:solidFill>
          <a:ln w="11906">
            <a:solidFill>
              <a:srgbClr val="FFFFFF"/>
            </a:solidFill>
          </a:ln>
        </p:spPr>
      </p:sp>
      <p:sp>
        <p:nvSpPr>
          <p:cNvPr id="145" name="object-145">
            <a:extLst>
              <a:ext uri="{FF2B5EF4-FFF2-40B4-BE49-F238E27FC236}">
                <a16:creationId xmlns:a16="http://schemas.microsoft.com/office/drawing/2014/main" id="{F5CB7F22-F1F5-4411-9A85-33FF93F4E024}"/>
              </a:ext>
            </a:extLst>
          </p:cNvPr>
          <p:cNvSpPr>
            <a:spLocks noGrp="1"/>
          </p:cNvSpPr>
          <p:nvPr/>
        </p:nvSpPr>
        <p:spPr>
          <a:xfrm>
            <a:off x="7286625" y="5298281"/>
            <a:ext cx="226219" cy="226219"/>
          </a:xfrm>
          <a:prstGeom prst="rect">
            <a:avLst/>
          </a:prstGeom>
          <a:solidFill>
            <a:srgbClr val="1D4ED8"/>
          </a:solidFill>
          <a:ln w="11906">
            <a:solidFill>
              <a:srgbClr val="FFFFFF"/>
            </a:solidFill>
          </a:ln>
        </p:spPr>
      </p:sp>
      <p:sp>
        <p:nvSpPr>
          <p:cNvPr id="146" name="object-146">
            <a:extLst>
              <a:ext uri="{FF2B5EF4-FFF2-40B4-BE49-F238E27FC236}">
                <a16:creationId xmlns:a16="http://schemas.microsoft.com/office/drawing/2014/main" id="{547B2542-CC2A-477C-9464-26659949BAB9}"/>
              </a:ext>
            </a:extLst>
          </p:cNvPr>
          <p:cNvSpPr>
            <a:spLocks noGrp="1"/>
          </p:cNvSpPr>
          <p:nvPr/>
        </p:nvSpPr>
        <p:spPr>
          <a:xfrm>
            <a:off x="7512844" y="5298281"/>
            <a:ext cx="226219" cy="226219"/>
          </a:xfrm>
          <a:prstGeom prst="rect">
            <a:avLst/>
          </a:prstGeom>
          <a:solidFill>
            <a:srgbClr val="1D4ED8"/>
          </a:solidFill>
          <a:ln w="11906">
            <a:solidFill>
              <a:srgbClr val="FFFFFF"/>
            </a:solidFill>
          </a:ln>
        </p:spPr>
      </p:sp>
      <p:sp>
        <p:nvSpPr>
          <p:cNvPr id="147" name="object-147">
            <a:extLst>
              <a:ext uri="{FF2B5EF4-FFF2-40B4-BE49-F238E27FC236}">
                <a16:creationId xmlns:a16="http://schemas.microsoft.com/office/drawing/2014/main" id="{4B961477-2F58-4A17-A0C0-20D5261F387D}"/>
              </a:ext>
            </a:extLst>
          </p:cNvPr>
          <p:cNvSpPr>
            <a:spLocks noGrp="1"/>
          </p:cNvSpPr>
          <p:nvPr/>
        </p:nvSpPr>
        <p:spPr>
          <a:xfrm>
            <a:off x="7739063" y="5298281"/>
            <a:ext cx="226219" cy="226219"/>
          </a:xfrm>
          <a:prstGeom prst="rect">
            <a:avLst/>
          </a:prstGeom>
          <a:solidFill>
            <a:srgbClr val="1D4ED8"/>
          </a:solidFill>
          <a:ln w="11906">
            <a:solidFill>
              <a:srgbClr val="FFFFFF"/>
            </a:solidFill>
          </a:ln>
        </p:spPr>
      </p:sp>
      <p:sp>
        <p:nvSpPr>
          <p:cNvPr id="148" name="object-148">
            <a:extLst>
              <a:ext uri="{FF2B5EF4-FFF2-40B4-BE49-F238E27FC236}">
                <a16:creationId xmlns:a16="http://schemas.microsoft.com/office/drawing/2014/main" id="{2DDF40A4-E92E-476B-9CDB-3477109DEF30}"/>
              </a:ext>
            </a:extLst>
          </p:cNvPr>
          <p:cNvSpPr>
            <a:spLocks noGrp="1"/>
          </p:cNvSpPr>
          <p:nvPr/>
        </p:nvSpPr>
        <p:spPr>
          <a:xfrm>
            <a:off x="7965281" y="5298281"/>
            <a:ext cx="226219" cy="226219"/>
          </a:xfrm>
          <a:prstGeom prst="rect">
            <a:avLst/>
          </a:prstGeom>
          <a:solidFill>
            <a:srgbClr val="1D4ED8"/>
          </a:solidFill>
          <a:ln w="11906">
            <a:solidFill>
              <a:srgbClr val="FFFFFF"/>
            </a:solidFill>
          </a:ln>
        </p:spPr>
      </p:sp>
      <p:sp>
        <p:nvSpPr>
          <p:cNvPr id="149" name="object-149">
            <a:extLst>
              <a:ext uri="{FF2B5EF4-FFF2-40B4-BE49-F238E27FC236}">
                <a16:creationId xmlns:a16="http://schemas.microsoft.com/office/drawing/2014/main" id="{44F21FED-F0AA-44C4-8C66-FF5FC170B28F}"/>
              </a:ext>
            </a:extLst>
          </p:cNvPr>
          <p:cNvSpPr>
            <a:spLocks noGrp="1"/>
          </p:cNvSpPr>
          <p:nvPr/>
        </p:nvSpPr>
        <p:spPr>
          <a:xfrm>
            <a:off x="8191500" y="5298281"/>
            <a:ext cx="226219" cy="226219"/>
          </a:xfrm>
          <a:prstGeom prst="rect">
            <a:avLst/>
          </a:prstGeom>
          <a:solidFill>
            <a:srgbClr val="1D4ED8"/>
          </a:solidFill>
          <a:ln w="11906">
            <a:solidFill>
              <a:srgbClr val="FFFFFF"/>
            </a:solidFill>
          </a:ln>
        </p:spPr>
      </p:sp>
      <p:sp>
        <p:nvSpPr>
          <p:cNvPr id="150" name="object-150">
            <a:extLst>
              <a:ext uri="{FF2B5EF4-FFF2-40B4-BE49-F238E27FC236}">
                <a16:creationId xmlns:a16="http://schemas.microsoft.com/office/drawing/2014/main" id="{763CF9C3-DAF9-475E-A58F-9F42D65FF1D6}"/>
              </a:ext>
            </a:extLst>
          </p:cNvPr>
          <p:cNvSpPr>
            <a:spLocks noGrp="1"/>
          </p:cNvSpPr>
          <p:nvPr/>
        </p:nvSpPr>
        <p:spPr>
          <a:xfrm>
            <a:off x="5476875" y="5524500"/>
            <a:ext cx="226219" cy="226219"/>
          </a:xfrm>
          <a:prstGeom prst="rect">
            <a:avLst/>
          </a:prstGeom>
          <a:solidFill>
            <a:srgbClr val="1D4ED8"/>
          </a:solidFill>
          <a:ln w="11906">
            <a:solidFill>
              <a:srgbClr val="FFFFFF"/>
            </a:solidFill>
          </a:ln>
        </p:spPr>
      </p:sp>
      <p:sp>
        <p:nvSpPr>
          <p:cNvPr id="151" name="object-151">
            <a:extLst>
              <a:ext uri="{FF2B5EF4-FFF2-40B4-BE49-F238E27FC236}">
                <a16:creationId xmlns:a16="http://schemas.microsoft.com/office/drawing/2014/main" id="{490F2D76-8696-44AA-BADF-2236BA5878D5}"/>
              </a:ext>
            </a:extLst>
          </p:cNvPr>
          <p:cNvSpPr>
            <a:spLocks noGrp="1"/>
          </p:cNvSpPr>
          <p:nvPr/>
        </p:nvSpPr>
        <p:spPr>
          <a:xfrm>
            <a:off x="5703094" y="5524500"/>
            <a:ext cx="226219" cy="226219"/>
          </a:xfrm>
          <a:prstGeom prst="rect">
            <a:avLst/>
          </a:prstGeom>
          <a:solidFill>
            <a:srgbClr val="1D4ED8"/>
          </a:solidFill>
          <a:ln w="11906">
            <a:solidFill>
              <a:srgbClr val="FFFFFF"/>
            </a:solidFill>
          </a:ln>
        </p:spPr>
      </p:sp>
      <p:sp>
        <p:nvSpPr>
          <p:cNvPr id="152" name="object-152">
            <a:extLst>
              <a:ext uri="{FF2B5EF4-FFF2-40B4-BE49-F238E27FC236}">
                <a16:creationId xmlns:a16="http://schemas.microsoft.com/office/drawing/2014/main" id="{7443A4E1-F537-4060-86AB-F2691724C6D4}"/>
              </a:ext>
            </a:extLst>
          </p:cNvPr>
          <p:cNvSpPr>
            <a:spLocks noGrp="1"/>
          </p:cNvSpPr>
          <p:nvPr/>
        </p:nvSpPr>
        <p:spPr>
          <a:xfrm>
            <a:off x="5929313" y="5524500"/>
            <a:ext cx="226219" cy="226219"/>
          </a:xfrm>
          <a:prstGeom prst="rect">
            <a:avLst/>
          </a:prstGeom>
          <a:solidFill>
            <a:srgbClr val="1D4ED8"/>
          </a:solidFill>
          <a:ln w="11906">
            <a:solidFill>
              <a:srgbClr val="FFFFFF"/>
            </a:solidFill>
          </a:ln>
        </p:spPr>
      </p:sp>
      <p:sp>
        <p:nvSpPr>
          <p:cNvPr id="153" name="object-153">
            <a:extLst>
              <a:ext uri="{FF2B5EF4-FFF2-40B4-BE49-F238E27FC236}">
                <a16:creationId xmlns:a16="http://schemas.microsoft.com/office/drawing/2014/main" id="{234912D3-CE0D-4FD1-A8A4-67A8B8AC929A}"/>
              </a:ext>
            </a:extLst>
          </p:cNvPr>
          <p:cNvSpPr>
            <a:spLocks noGrp="1"/>
          </p:cNvSpPr>
          <p:nvPr/>
        </p:nvSpPr>
        <p:spPr>
          <a:xfrm>
            <a:off x="6155531" y="5524500"/>
            <a:ext cx="226219" cy="226219"/>
          </a:xfrm>
          <a:prstGeom prst="rect">
            <a:avLst/>
          </a:prstGeom>
          <a:solidFill>
            <a:srgbClr val="1D4ED8"/>
          </a:solidFill>
          <a:ln w="11906">
            <a:solidFill>
              <a:srgbClr val="FFFFFF"/>
            </a:solidFill>
          </a:ln>
        </p:spPr>
      </p:sp>
      <p:sp>
        <p:nvSpPr>
          <p:cNvPr id="154" name="object-154">
            <a:extLst>
              <a:ext uri="{FF2B5EF4-FFF2-40B4-BE49-F238E27FC236}">
                <a16:creationId xmlns:a16="http://schemas.microsoft.com/office/drawing/2014/main" id="{5DCE19AD-FD81-4CA8-BEFD-927987C73209}"/>
              </a:ext>
            </a:extLst>
          </p:cNvPr>
          <p:cNvSpPr>
            <a:spLocks noGrp="1"/>
          </p:cNvSpPr>
          <p:nvPr/>
        </p:nvSpPr>
        <p:spPr>
          <a:xfrm>
            <a:off x="6381750" y="5524500"/>
            <a:ext cx="226219" cy="226219"/>
          </a:xfrm>
          <a:prstGeom prst="rect">
            <a:avLst/>
          </a:prstGeom>
          <a:solidFill>
            <a:srgbClr val="1D4ED8"/>
          </a:solidFill>
          <a:ln w="11906">
            <a:solidFill>
              <a:srgbClr val="FFFFFF"/>
            </a:solidFill>
          </a:ln>
        </p:spPr>
      </p:sp>
      <p:sp>
        <p:nvSpPr>
          <p:cNvPr id="155" name="object-155">
            <a:extLst>
              <a:ext uri="{FF2B5EF4-FFF2-40B4-BE49-F238E27FC236}">
                <a16:creationId xmlns:a16="http://schemas.microsoft.com/office/drawing/2014/main" id="{13A7B0E6-1B9B-486A-8136-ADD4458283E2}"/>
              </a:ext>
            </a:extLst>
          </p:cNvPr>
          <p:cNvSpPr>
            <a:spLocks noGrp="1"/>
          </p:cNvSpPr>
          <p:nvPr/>
        </p:nvSpPr>
        <p:spPr>
          <a:xfrm>
            <a:off x="6607969" y="5524500"/>
            <a:ext cx="226219" cy="226219"/>
          </a:xfrm>
          <a:prstGeom prst="rect">
            <a:avLst/>
          </a:prstGeom>
          <a:solidFill>
            <a:srgbClr val="1D4ED8"/>
          </a:solidFill>
          <a:ln w="11906">
            <a:solidFill>
              <a:srgbClr val="FFFFFF"/>
            </a:solidFill>
          </a:ln>
        </p:spPr>
      </p:sp>
      <p:sp>
        <p:nvSpPr>
          <p:cNvPr id="156" name="object-156">
            <a:extLst>
              <a:ext uri="{FF2B5EF4-FFF2-40B4-BE49-F238E27FC236}">
                <a16:creationId xmlns:a16="http://schemas.microsoft.com/office/drawing/2014/main" id="{40E15171-7A79-41BD-91BA-EFE7396503A7}"/>
              </a:ext>
            </a:extLst>
          </p:cNvPr>
          <p:cNvSpPr>
            <a:spLocks noGrp="1"/>
          </p:cNvSpPr>
          <p:nvPr/>
        </p:nvSpPr>
        <p:spPr>
          <a:xfrm>
            <a:off x="6834188" y="5524500"/>
            <a:ext cx="226219" cy="226219"/>
          </a:xfrm>
          <a:prstGeom prst="rect">
            <a:avLst/>
          </a:prstGeom>
          <a:solidFill>
            <a:srgbClr val="1D4ED8"/>
          </a:solidFill>
          <a:ln w="11906">
            <a:solidFill>
              <a:srgbClr val="FFFFFF"/>
            </a:solidFill>
          </a:ln>
        </p:spPr>
      </p:sp>
      <p:sp>
        <p:nvSpPr>
          <p:cNvPr id="157" name="object-157">
            <a:extLst>
              <a:ext uri="{FF2B5EF4-FFF2-40B4-BE49-F238E27FC236}">
                <a16:creationId xmlns:a16="http://schemas.microsoft.com/office/drawing/2014/main" id="{57F2C4E9-90D4-4CFE-98A9-649B24B1B350}"/>
              </a:ext>
            </a:extLst>
          </p:cNvPr>
          <p:cNvSpPr>
            <a:spLocks noGrp="1"/>
          </p:cNvSpPr>
          <p:nvPr/>
        </p:nvSpPr>
        <p:spPr>
          <a:xfrm>
            <a:off x="7060406" y="5524500"/>
            <a:ext cx="226219" cy="226219"/>
          </a:xfrm>
          <a:prstGeom prst="rect">
            <a:avLst/>
          </a:prstGeom>
          <a:solidFill>
            <a:srgbClr val="1D4ED8"/>
          </a:solidFill>
          <a:ln w="11906">
            <a:solidFill>
              <a:srgbClr val="FFFFFF"/>
            </a:solidFill>
          </a:ln>
        </p:spPr>
      </p:sp>
      <p:sp>
        <p:nvSpPr>
          <p:cNvPr id="158" name="object-158">
            <a:extLst>
              <a:ext uri="{FF2B5EF4-FFF2-40B4-BE49-F238E27FC236}">
                <a16:creationId xmlns:a16="http://schemas.microsoft.com/office/drawing/2014/main" id="{6CC0700C-EAD7-4FF6-AB6E-8028B12C375C}"/>
              </a:ext>
            </a:extLst>
          </p:cNvPr>
          <p:cNvSpPr>
            <a:spLocks noGrp="1"/>
          </p:cNvSpPr>
          <p:nvPr/>
        </p:nvSpPr>
        <p:spPr>
          <a:xfrm>
            <a:off x="7286625" y="5524500"/>
            <a:ext cx="226219" cy="226219"/>
          </a:xfrm>
          <a:prstGeom prst="rect">
            <a:avLst/>
          </a:prstGeom>
          <a:solidFill>
            <a:srgbClr val="1D4ED8"/>
          </a:solidFill>
          <a:ln w="11906">
            <a:solidFill>
              <a:srgbClr val="FFFFFF"/>
            </a:solidFill>
          </a:ln>
        </p:spPr>
      </p:sp>
      <p:sp>
        <p:nvSpPr>
          <p:cNvPr id="159" name="object-159">
            <a:extLst>
              <a:ext uri="{FF2B5EF4-FFF2-40B4-BE49-F238E27FC236}">
                <a16:creationId xmlns:a16="http://schemas.microsoft.com/office/drawing/2014/main" id="{ABA2A3A6-18ED-4B7E-AA1D-2AA9ABE9CAAB}"/>
              </a:ext>
            </a:extLst>
          </p:cNvPr>
          <p:cNvSpPr>
            <a:spLocks noGrp="1"/>
          </p:cNvSpPr>
          <p:nvPr/>
        </p:nvSpPr>
        <p:spPr>
          <a:xfrm>
            <a:off x="7512844" y="5524500"/>
            <a:ext cx="226219" cy="226219"/>
          </a:xfrm>
          <a:prstGeom prst="rect">
            <a:avLst/>
          </a:prstGeom>
          <a:solidFill>
            <a:srgbClr val="1D4ED8"/>
          </a:solidFill>
          <a:ln w="11906">
            <a:solidFill>
              <a:srgbClr val="FFFFFF"/>
            </a:solidFill>
          </a:ln>
        </p:spPr>
      </p:sp>
      <p:sp>
        <p:nvSpPr>
          <p:cNvPr id="160" name="object-160">
            <a:extLst>
              <a:ext uri="{FF2B5EF4-FFF2-40B4-BE49-F238E27FC236}">
                <a16:creationId xmlns:a16="http://schemas.microsoft.com/office/drawing/2014/main" id="{15D5DA0A-F12B-497A-B75F-ABF2B24CA3DE}"/>
              </a:ext>
            </a:extLst>
          </p:cNvPr>
          <p:cNvSpPr>
            <a:spLocks noGrp="1"/>
          </p:cNvSpPr>
          <p:nvPr/>
        </p:nvSpPr>
        <p:spPr>
          <a:xfrm>
            <a:off x="7739063" y="5524500"/>
            <a:ext cx="226219" cy="226219"/>
          </a:xfrm>
          <a:prstGeom prst="rect">
            <a:avLst/>
          </a:prstGeom>
          <a:solidFill>
            <a:srgbClr val="1D4ED8"/>
          </a:solidFill>
          <a:ln w="11906">
            <a:solidFill>
              <a:srgbClr val="FFFFFF"/>
            </a:solidFill>
          </a:ln>
        </p:spPr>
      </p:sp>
      <p:sp>
        <p:nvSpPr>
          <p:cNvPr id="161" name="object-161">
            <a:extLst>
              <a:ext uri="{FF2B5EF4-FFF2-40B4-BE49-F238E27FC236}">
                <a16:creationId xmlns:a16="http://schemas.microsoft.com/office/drawing/2014/main" id="{00E88292-C83A-4417-AC07-DEBAB8369F4A}"/>
              </a:ext>
            </a:extLst>
          </p:cNvPr>
          <p:cNvSpPr>
            <a:spLocks noGrp="1"/>
          </p:cNvSpPr>
          <p:nvPr/>
        </p:nvSpPr>
        <p:spPr>
          <a:xfrm>
            <a:off x="7965281" y="5524500"/>
            <a:ext cx="226219" cy="226219"/>
          </a:xfrm>
          <a:prstGeom prst="rect">
            <a:avLst/>
          </a:prstGeom>
          <a:solidFill>
            <a:srgbClr val="1D4ED8"/>
          </a:solidFill>
          <a:ln w="11906">
            <a:solidFill>
              <a:srgbClr val="FFFFFF"/>
            </a:solidFill>
          </a:ln>
        </p:spPr>
      </p:sp>
      <p:sp>
        <p:nvSpPr>
          <p:cNvPr id="162" name="object-162">
            <a:extLst>
              <a:ext uri="{FF2B5EF4-FFF2-40B4-BE49-F238E27FC236}">
                <a16:creationId xmlns:a16="http://schemas.microsoft.com/office/drawing/2014/main" id="{E9CC205D-1BCD-49ED-9080-AD66CBF092ED}"/>
              </a:ext>
            </a:extLst>
          </p:cNvPr>
          <p:cNvSpPr>
            <a:spLocks noGrp="1"/>
          </p:cNvSpPr>
          <p:nvPr/>
        </p:nvSpPr>
        <p:spPr>
          <a:xfrm>
            <a:off x="8191500" y="5524500"/>
            <a:ext cx="226219" cy="226219"/>
          </a:xfrm>
          <a:prstGeom prst="rect">
            <a:avLst/>
          </a:prstGeom>
          <a:solidFill>
            <a:srgbClr val="1D4ED8"/>
          </a:solidFill>
          <a:ln w="11906">
            <a:solidFill>
              <a:srgbClr val="FFFFFF"/>
            </a:solidFill>
          </a:ln>
        </p:spPr>
      </p:sp>
      <p:sp>
        <p:nvSpPr>
          <p:cNvPr id="163" name="object-163">
            <a:extLst>
              <a:ext uri="{FF2B5EF4-FFF2-40B4-BE49-F238E27FC236}">
                <a16:creationId xmlns:a16="http://schemas.microsoft.com/office/drawing/2014/main" id="{564AAB26-4F08-4B58-9168-5A31C44B782F}"/>
              </a:ext>
            </a:extLst>
          </p:cNvPr>
          <p:cNvSpPr>
            <a:spLocks noGrp="1"/>
          </p:cNvSpPr>
          <p:nvPr/>
        </p:nvSpPr>
        <p:spPr>
          <a:xfrm>
            <a:off x="5476875" y="5750719"/>
            <a:ext cx="226219" cy="226219"/>
          </a:xfrm>
          <a:prstGeom prst="rect">
            <a:avLst/>
          </a:prstGeom>
          <a:solidFill>
            <a:srgbClr val="1D4ED8"/>
          </a:solidFill>
          <a:ln w="11906">
            <a:solidFill>
              <a:srgbClr val="FFFFFF"/>
            </a:solidFill>
          </a:ln>
        </p:spPr>
      </p:sp>
      <p:sp>
        <p:nvSpPr>
          <p:cNvPr id="164" name="object-164">
            <a:extLst>
              <a:ext uri="{FF2B5EF4-FFF2-40B4-BE49-F238E27FC236}">
                <a16:creationId xmlns:a16="http://schemas.microsoft.com/office/drawing/2014/main" id="{EB64FCD9-2FD0-4713-965B-C1A615B4AAFF}"/>
              </a:ext>
            </a:extLst>
          </p:cNvPr>
          <p:cNvSpPr>
            <a:spLocks noGrp="1"/>
          </p:cNvSpPr>
          <p:nvPr/>
        </p:nvSpPr>
        <p:spPr>
          <a:xfrm>
            <a:off x="5703094" y="5750719"/>
            <a:ext cx="226219" cy="226219"/>
          </a:xfrm>
          <a:prstGeom prst="rect">
            <a:avLst/>
          </a:prstGeom>
          <a:solidFill>
            <a:srgbClr val="1D4ED8"/>
          </a:solidFill>
          <a:ln w="11906">
            <a:solidFill>
              <a:srgbClr val="FFFFFF"/>
            </a:solidFill>
          </a:ln>
        </p:spPr>
      </p:sp>
      <p:sp>
        <p:nvSpPr>
          <p:cNvPr id="165" name="object-165">
            <a:extLst>
              <a:ext uri="{FF2B5EF4-FFF2-40B4-BE49-F238E27FC236}">
                <a16:creationId xmlns:a16="http://schemas.microsoft.com/office/drawing/2014/main" id="{34544648-DAD7-4B8B-993D-B0FA81BF7697}"/>
              </a:ext>
            </a:extLst>
          </p:cNvPr>
          <p:cNvSpPr>
            <a:spLocks noGrp="1"/>
          </p:cNvSpPr>
          <p:nvPr/>
        </p:nvSpPr>
        <p:spPr>
          <a:xfrm>
            <a:off x="5929313" y="5750719"/>
            <a:ext cx="226219" cy="226219"/>
          </a:xfrm>
          <a:prstGeom prst="rect">
            <a:avLst/>
          </a:prstGeom>
          <a:solidFill>
            <a:srgbClr val="1D4ED8"/>
          </a:solidFill>
          <a:ln w="11906">
            <a:solidFill>
              <a:srgbClr val="FFFFFF"/>
            </a:solidFill>
          </a:ln>
        </p:spPr>
      </p:sp>
      <p:sp>
        <p:nvSpPr>
          <p:cNvPr id="166" name="object-166">
            <a:extLst>
              <a:ext uri="{FF2B5EF4-FFF2-40B4-BE49-F238E27FC236}">
                <a16:creationId xmlns:a16="http://schemas.microsoft.com/office/drawing/2014/main" id="{56CBB11F-32DA-40CC-A8C1-90E133FD5506}"/>
              </a:ext>
            </a:extLst>
          </p:cNvPr>
          <p:cNvSpPr>
            <a:spLocks noGrp="1"/>
          </p:cNvSpPr>
          <p:nvPr/>
        </p:nvSpPr>
        <p:spPr>
          <a:xfrm>
            <a:off x="6155531" y="5750719"/>
            <a:ext cx="226219" cy="226219"/>
          </a:xfrm>
          <a:prstGeom prst="rect">
            <a:avLst/>
          </a:prstGeom>
          <a:solidFill>
            <a:srgbClr val="1D4ED8"/>
          </a:solidFill>
          <a:ln w="11906">
            <a:solidFill>
              <a:srgbClr val="FFFFFF"/>
            </a:solidFill>
          </a:ln>
        </p:spPr>
      </p:sp>
      <p:sp>
        <p:nvSpPr>
          <p:cNvPr id="167" name="object-167">
            <a:extLst>
              <a:ext uri="{FF2B5EF4-FFF2-40B4-BE49-F238E27FC236}">
                <a16:creationId xmlns:a16="http://schemas.microsoft.com/office/drawing/2014/main" id="{5C8F2CFB-9F55-4738-993C-6D86F8B94D2F}"/>
              </a:ext>
            </a:extLst>
          </p:cNvPr>
          <p:cNvSpPr>
            <a:spLocks noGrp="1"/>
          </p:cNvSpPr>
          <p:nvPr/>
        </p:nvSpPr>
        <p:spPr>
          <a:xfrm>
            <a:off x="6381750" y="5750719"/>
            <a:ext cx="226219" cy="226219"/>
          </a:xfrm>
          <a:prstGeom prst="rect">
            <a:avLst/>
          </a:prstGeom>
          <a:solidFill>
            <a:srgbClr val="1D4ED8"/>
          </a:solidFill>
          <a:ln w="11906">
            <a:solidFill>
              <a:srgbClr val="FFFFFF"/>
            </a:solidFill>
          </a:ln>
        </p:spPr>
      </p:sp>
      <p:sp>
        <p:nvSpPr>
          <p:cNvPr id="168" name="object-168">
            <a:extLst>
              <a:ext uri="{FF2B5EF4-FFF2-40B4-BE49-F238E27FC236}">
                <a16:creationId xmlns:a16="http://schemas.microsoft.com/office/drawing/2014/main" id="{5A1A08D8-4E87-4DEE-AEC9-E837311F302C}"/>
              </a:ext>
            </a:extLst>
          </p:cNvPr>
          <p:cNvSpPr>
            <a:spLocks noGrp="1"/>
          </p:cNvSpPr>
          <p:nvPr/>
        </p:nvSpPr>
        <p:spPr>
          <a:xfrm>
            <a:off x="6607969" y="5750719"/>
            <a:ext cx="226219" cy="226219"/>
          </a:xfrm>
          <a:prstGeom prst="rect">
            <a:avLst/>
          </a:prstGeom>
          <a:solidFill>
            <a:srgbClr val="1D4ED8"/>
          </a:solidFill>
          <a:ln w="11906">
            <a:solidFill>
              <a:srgbClr val="FFFFFF"/>
            </a:solidFill>
          </a:ln>
        </p:spPr>
      </p:sp>
      <p:sp>
        <p:nvSpPr>
          <p:cNvPr id="169" name="object-169">
            <a:extLst>
              <a:ext uri="{FF2B5EF4-FFF2-40B4-BE49-F238E27FC236}">
                <a16:creationId xmlns:a16="http://schemas.microsoft.com/office/drawing/2014/main" id="{564A5379-0BB8-4626-88D2-8E234E8D14A7}"/>
              </a:ext>
            </a:extLst>
          </p:cNvPr>
          <p:cNvSpPr>
            <a:spLocks noGrp="1"/>
          </p:cNvSpPr>
          <p:nvPr/>
        </p:nvSpPr>
        <p:spPr>
          <a:xfrm>
            <a:off x="6834188" y="5750719"/>
            <a:ext cx="226219" cy="226219"/>
          </a:xfrm>
          <a:prstGeom prst="rect">
            <a:avLst/>
          </a:prstGeom>
          <a:solidFill>
            <a:srgbClr val="1D4ED8"/>
          </a:solidFill>
          <a:ln w="11906">
            <a:solidFill>
              <a:srgbClr val="FFFFFF"/>
            </a:solidFill>
          </a:ln>
        </p:spPr>
      </p:sp>
      <p:sp>
        <p:nvSpPr>
          <p:cNvPr id="170" name="object-170">
            <a:extLst>
              <a:ext uri="{FF2B5EF4-FFF2-40B4-BE49-F238E27FC236}">
                <a16:creationId xmlns:a16="http://schemas.microsoft.com/office/drawing/2014/main" id="{161BE47A-7B84-433D-BB53-7C9BE53F101F}"/>
              </a:ext>
            </a:extLst>
          </p:cNvPr>
          <p:cNvSpPr>
            <a:spLocks noGrp="1"/>
          </p:cNvSpPr>
          <p:nvPr/>
        </p:nvSpPr>
        <p:spPr>
          <a:xfrm>
            <a:off x="7060406" y="5750719"/>
            <a:ext cx="226219" cy="226219"/>
          </a:xfrm>
          <a:prstGeom prst="rect">
            <a:avLst/>
          </a:prstGeom>
          <a:solidFill>
            <a:srgbClr val="1D4ED8"/>
          </a:solidFill>
          <a:ln w="11906">
            <a:solidFill>
              <a:srgbClr val="FFFFFF"/>
            </a:solidFill>
          </a:ln>
        </p:spPr>
      </p:sp>
      <p:sp>
        <p:nvSpPr>
          <p:cNvPr id="171" name="object-171">
            <a:extLst>
              <a:ext uri="{FF2B5EF4-FFF2-40B4-BE49-F238E27FC236}">
                <a16:creationId xmlns:a16="http://schemas.microsoft.com/office/drawing/2014/main" id="{6AB0EA08-74AC-47CF-9436-1E0575F0A522}"/>
              </a:ext>
            </a:extLst>
          </p:cNvPr>
          <p:cNvSpPr>
            <a:spLocks noGrp="1"/>
          </p:cNvSpPr>
          <p:nvPr/>
        </p:nvSpPr>
        <p:spPr>
          <a:xfrm>
            <a:off x="7286625" y="5750719"/>
            <a:ext cx="226219" cy="226219"/>
          </a:xfrm>
          <a:prstGeom prst="rect">
            <a:avLst/>
          </a:prstGeom>
          <a:solidFill>
            <a:srgbClr val="1D4ED8"/>
          </a:solidFill>
          <a:ln w="11906">
            <a:solidFill>
              <a:srgbClr val="FFFFFF"/>
            </a:solidFill>
          </a:ln>
        </p:spPr>
      </p:sp>
      <p:sp>
        <p:nvSpPr>
          <p:cNvPr id="172" name="object-172">
            <a:extLst>
              <a:ext uri="{FF2B5EF4-FFF2-40B4-BE49-F238E27FC236}">
                <a16:creationId xmlns:a16="http://schemas.microsoft.com/office/drawing/2014/main" id="{4EA1B6CD-E713-4F8C-AA2C-AA8D889DDD26}"/>
              </a:ext>
            </a:extLst>
          </p:cNvPr>
          <p:cNvSpPr>
            <a:spLocks noGrp="1"/>
          </p:cNvSpPr>
          <p:nvPr/>
        </p:nvSpPr>
        <p:spPr>
          <a:xfrm>
            <a:off x="7512844" y="5750719"/>
            <a:ext cx="226219" cy="226219"/>
          </a:xfrm>
          <a:prstGeom prst="rect">
            <a:avLst/>
          </a:prstGeom>
          <a:solidFill>
            <a:srgbClr val="1D4ED8"/>
          </a:solidFill>
          <a:ln w="11906">
            <a:solidFill>
              <a:srgbClr val="FFFFFF"/>
            </a:solidFill>
          </a:ln>
        </p:spPr>
      </p:sp>
      <p:sp>
        <p:nvSpPr>
          <p:cNvPr id="173" name="object-173">
            <a:extLst>
              <a:ext uri="{FF2B5EF4-FFF2-40B4-BE49-F238E27FC236}">
                <a16:creationId xmlns:a16="http://schemas.microsoft.com/office/drawing/2014/main" id="{A9E4DE9B-7865-41E6-8427-A56594C69AD8}"/>
              </a:ext>
            </a:extLst>
          </p:cNvPr>
          <p:cNvSpPr>
            <a:spLocks noGrp="1"/>
          </p:cNvSpPr>
          <p:nvPr/>
        </p:nvSpPr>
        <p:spPr>
          <a:xfrm>
            <a:off x="7739063" y="5750719"/>
            <a:ext cx="226219" cy="226219"/>
          </a:xfrm>
          <a:prstGeom prst="rect">
            <a:avLst/>
          </a:prstGeom>
          <a:solidFill>
            <a:srgbClr val="1D4ED8"/>
          </a:solidFill>
          <a:ln w="11906">
            <a:solidFill>
              <a:srgbClr val="FFFFFF"/>
            </a:solidFill>
          </a:ln>
        </p:spPr>
      </p:sp>
      <p:sp>
        <p:nvSpPr>
          <p:cNvPr id="174" name="object-174">
            <a:extLst>
              <a:ext uri="{FF2B5EF4-FFF2-40B4-BE49-F238E27FC236}">
                <a16:creationId xmlns:a16="http://schemas.microsoft.com/office/drawing/2014/main" id="{8702CF46-2197-46AC-AB55-A712851D88A0}"/>
              </a:ext>
            </a:extLst>
          </p:cNvPr>
          <p:cNvSpPr>
            <a:spLocks noGrp="1"/>
          </p:cNvSpPr>
          <p:nvPr/>
        </p:nvSpPr>
        <p:spPr>
          <a:xfrm>
            <a:off x="7965281" y="5750719"/>
            <a:ext cx="226219" cy="226219"/>
          </a:xfrm>
          <a:prstGeom prst="rect">
            <a:avLst/>
          </a:prstGeom>
          <a:solidFill>
            <a:srgbClr val="1D4ED8"/>
          </a:solidFill>
          <a:ln w="11906">
            <a:solidFill>
              <a:srgbClr val="FFFFFF"/>
            </a:solidFill>
          </a:ln>
        </p:spPr>
      </p:sp>
      <p:sp>
        <p:nvSpPr>
          <p:cNvPr id="175" name="object-175">
            <a:extLst>
              <a:ext uri="{FF2B5EF4-FFF2-40B4-BE49-F238E27FC236}">
                <a16:creationId xmlns:a16="http://schemas.microsoft.com/office/drawing/2014/main" id="{B40E1BF0-8407-4C2A-B8C8-67C498E3885C}"/>
              </a:ext>
            </a:extLst>
          </p:cNvPr>
          <p:cNvSpPr>
            <a:spLocks noGrp="1"/>
          </p:cNvSpPr>
          <p:nvPr/>
        </p:nvSpPr>
        <p:spPr>
          <a:xfrm>
            <a:off x="8191500" y="5750719"/>
            <a:ext cx="226219" cy="226219"/>
          </a:xfrm>
          <a:prstGeom prst="rect">
            <a:avLst/>
          </a:prstGeom>
          <a:solidFill>
            <a:srgbClr val="1D4ED8"/>
          </a:solidFill>
          <a:ln w="11906">
            <a:solidFill>
              <a:srgbClr val="FFFFFF"/>
            </a:solidFill>
          </a:ln>
        </p:spPr>
      </p:sp>
      <p:sp>
        <p:nvSpPr>
          <p:cNvPr id="176" name="object-176">
            <a:extLst>
              <a:ext uri="{FF2B5EF4-FFF2-40B4-BE49-F238E27FC236}">
                <a16:creationId xmlns:a16="http://schemas.microsoft.com/office/drawing/2014/main" id="{6767A183-428D-4DA7-AF4F-9682DC5BFC20}"/>
              </a:ext>
            </a:extLst>
          </p:cNvPr>
          <p:cNvSpPr>
            <a:spLocks noGrp="1"/>
          </p:cNvSpPr>
          <p:nvPr/>
        </p:nvSpPr>
        <p:spPr>
          <a:xfrm>
            <a:off x="5238750"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13 × 13 = 169</a:t>
            </a:r>
          </a:p>
        </p:txBody>
      </p:sp>
      <p:sp>
        <p:nvSpPr>
          <p:cNvPr id="177" name="object-177">
            <a:extLst>
              <a:ext uri="{FF2B5EF4-FFF2-40B4-BE49-F238E27FC236}">
                <a16:creationId xmlns:a16="http://schemas.microsoft.com/office/drawing/2014/main" id="{3083679D-B605-4F7F-83DF-DF335E444F5E}"/>
              </a:ext>
            </a:extLst>
          </p:cNvPr>
          <p:cNvSpPr>
            <a:spLocks noGrp="1"/>
          </p:cNvSpPr>
          <p:nvPr/>
        </p:nvSpPr>
        <p:spPr>
          <a:xfrm>
            <a:off x="10417969" y="5000625"/>
            <a:ext cx="2262188" cy="416719"/>
          </a:xfrm>
          <a:prstGeom prst="rect">
            <a:avLst/>
          </a:prstGeom>
          <a:solidFill>
            <a:srgbClr val="EFF6FF"/>
          </a:solidFill>
          <a:ln w="23813">
            <a:solidFill>
              <a:srgbClr val="1D4ED8"/>
            </a:solidFill>
          </a:ln>
        </p:spPr>
      </p:sp>
      <p:sp>
        <p:nvSpPr>
          <p:cNvPr id="178" name="object-178">
            <a:extLst>
              <a:ext uri="{FF2B5EF4-FFF2-40B4-BE49-F238E27FC236}">
                <a16:creationId xmlns:a16="http://schemas.microsoft.com/office/drawing/2014/main" id="{7AF2086E-4B1C-463B-867B-C3D4C12A9BB5}"/>
              </a:ext>
            </a:extLst>
          </p:cNvPr>
          <p:cNvSpPr>
            <a:spLocks noGrp="1"/>
          </p:cNvSpPr>
          <p:nvPr/>
        </p:nvSpPr>
        <p:spPr>
          <a:xfrm>
            <a:off x="10572750" y="4691063"/>
            <a:ext cx="2262188" cy="416719"/>
          </a:xfrm>
          <a:prstGeom prst="rect">
            <a:avLst/>
          </a:prstGeom>
          <a:solidFill>
            <a:srgbClr val="EFF6FF"/>
          </a:solidFill>
          <a:ln w="23813">
            <a:solidFill>
              <a:srgbClr val="1D4ED8"/>
            </a:solidFill>
          </a:ln>
        </p:spPr>
      </p:sp>
      <p:sp>
        <p:nvSpPr>
          <p:cNvPr id="179" name="object-179">
            <a:extLst>
              <a:ext uri="{FF2B5EF4-FFF2-40B4-BE49-F238E27FC236}">
                <a16:creationId xmlns:a16="http://schemas.microsoft.com/office/drawing/2014/main" id="{3A914A98-2A2D-4D6D-91C5-B661E1C6AB5C}"/>
              </a:ext>
            </a:extLst>
          </p:cNvPr>
          <p:cNvSpPr>
            <a:spLocks noGrp="1"/>
          </p:cNvSpPr>
          <p:nvPr/>
        </p:nvSpPr>
        <p:spPr>
          <a:xfrm>
            <a:off x="10727531" y="4381500"/>
            <a:ext cx="2262188" cy="416719"/>
          </a:xfrm>
          <a:prstGeom prst="rect">
            <a:avLst/>
          </a:prstGeom>
          <a:solidFill>
            <a:srgbClr val="EFF6FF"/>
          </a:solidFill>
          <a:ln w="23813">
            <a:solidFill>
              <a:srgbClr val="1D4ED8"/>
            </a:solidFill>
          </a:ln>
        </p:spPr>
      </p:sp>
      <p:sp>
        <p:nvSpPr>
          <p:cNvPr id="180" name="object-180">
            <a:extLst>
              <a:ext uri="{FF2B5EF4-FFF2-40B4-BE49-F238E27FC236}">
                <a16:creationId xmlns:a16="http://schemas.microsoft.com/office/drawing/2014/main" id="{917950A1-A46F-481D-84D6-9C581BD5EDD5}"/>
              </a:ext>
            </a:extLst>
          </p:cNvPr>
          <p:cNvSpPr>
            <a:spLocks noGrp="1"/>
          </p:cNvSpPr>
          <p:nvPr/>
        </p:nvSpPr>
        <p:spPr>
          <a:xfrm>
            <a:off x="10882313" y="4071938"/>
            <a:ext cx="2262188" cy="416719"/>
          </a:xfrm>
          <a:prstGeom prst="rect">
            <a:avLst/>
          </a:prstGeom>
          <a:solidFill>
            <a:srgbClr val="EFF6FF"/>
          </a:solidFill>
          <a:ln w="23813">
            <a:solidFill>
              <a:srgbClr val="1D4ED8"/>
            </a:solidFill>
          </a:ln>
        </p:spPr>
      </p:sp>
      <p:sp>
        <p:nvSpPr>
          <p:cNvPr id="181" name="object-181">
            <a:extLst>
              <a:ext uri="{FF2B5EF4-FFF2-40B4-BE49-F238E27FC236}">
                <a16:creationId xmlns:a16="http://schemas.microsoft.com/office/drawing/2014/main" id="{7E3F7AFC-D402-4DE9-89E1-5CFAB868F110}"/>
              </a:ext>
            </a:extLst>
          </p:cNvPr>
          <p:cNvSpPr>
            <a:spLocks noGrp="1"/>
          </p:cNvSpPr>
          <p:nvPr/>
        </p:nvSpPr>
        <p:spPr>
          <a:xfrm>
            <a:off x="11037094" y="3762375"/>
            <a:ext cx="2262188" cy="416719"/>
          </a:xfrm>
          <a:prstGeom prst="rect">
            <a:avLst/>
          </a:prstGeom>
          <a:solidFill>
            <a:srgbClr val="EFF6FF"/>
          </a:solidFill>
          <a:ln w="23813">
            <a:solidFill>
              <a:srgbClr val="1D4ED8"/>
            </a:solidFill>
          </a:ln>
        </p:spPr>
      </p:sp>
      <p:sp>
        <p:nvSpPr>
          <p:cNvPr id="182" name="object-182">
            <a:extLst>
              <a:ext uri="{FF2B5EF4-FFF2-40B4-BE49-F238E27FC236}">
                <a16:creationId xmlns:a16="http://schemas.microsoft.com/office/drawing/2014/main" id="{7077009D-DE77-4480-BF7B-E6B5A924DA66}"/>
              </a:ext>
            </a:extLst>
          </p:cNvPr>
          <p:cNvSpPr>
            <a:spLocks noGrp="1"/>
          </p:cNvSpPr>
          <p:nvPr/>
        </p:nvSpPr>
        <p:spPr>
          <a:xfrm>
            <a:off x="11191875" y="3452813"/>
            <a:ext cx="2262188" cy="416719"/>
          </a:xfrm>
          <a:prstGeom prst="rect">
            <a:avLst/>
          </a:prstGeom>
          <a:solidFill>
            <a:srgbClr val="EFF6FF"/>
          </a:solidFill>
          <a:ln w="23813">
            <a:solidFill>
              <a:srgbClr val="1D4ED8"/>
            </a:solidFill>
          </a:ln>
        </p:spPr>
      </p:sp>
      <p:sp>
        <p:nvSpPr>
          <p:cNvPr id="183" name="object-183">
            <a:extLst>
              <a:ext uri="{FF2B5EF4-FFF2-40B4-BE49-F238E27FC236}">
                <a16:creationId xmlns:a16="http://schemas.microsoft.com/office/drawing/2014/main" id="{3C8BAE1D-9D77-4CF9-B704-F500CF0E3883}"/>
              </a:ext>
            </a:extLst>
          </p:cNvPr>
          <p:cNvSpPr>
            <a:spLocks noGrp="1"/>
          </p:cNvSpPr>
          <p:nvPr/>
        </p:nvSpPr>
        <p:spPr>
          <a:xfrm>
            <a:off x="10239375"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6³ = 216</a:t>
            </a:r>
          </a:p>
        </p:txBody>
      </p:sp>
      <p:sp>
        <p:nvSpPr>
          <p:cNvPr id="184" name="object-184">
            <a:extLst>
              <a:ext uri="{FF2B5EF4-FFF2-40B4-BE49-F238E27FC236}">
                <a16:creationId xmlns:a16="http://schemas.microsoft.com/office/drawing/2014/main" id="{9A36CD6E-F6E3-4F2B-9FE6-BC0A8474D0AB}"/>
              </a:ext>
            </a:extLst>
          </p:cNvPr>
          <p:cNvSpPr>
            <a:spLocks noGrp="1"/>
          </p:cNvSpPr>
          <p:nvPr/>
        </p:nvSpPr>
        <p:spPr>
          <a:xfrm>
            <a:off x="1190625" y="2917031"/>
            <a:ext cx="2857500" cy="1071563"/>
          </a:xfrm>
          <a:prstGeom prst="rect">
            <a:avLst/>
          </a:prstGeom>
          <a:noFill/>
          <a:ln w="0">
            <a:noFill/>
          </a:ln>
        </p:spPr>
        <p:txBody>
          <a:bodyPr anchor="ctr">
            <a:noAutofit/>
          </a:bodyPr>
          <a:lstStyle/>
          <a:p>
            <a:pPr algn="ctr">
              <a:defRPr sz="5625" b="1">
                <a:solidFill>
                  <a:srgbClr val="1D4ED8"/>
                </a:solidFill>
                <a:latin typeface="Arial"/>
                <a:ea typeface="Arial"/>
                <a:cs typeface="Arial"/>
              </a:defRPr>
            </a:pPr>
            <a:r>
              <a:rPr sz="5625" b="1">
                <a:solidFill>
                  <a:srgbClr val="1D4ED8"/>
                </a:solidFill>
                <a:latin typeface="Arial"/>
                <a:ea typeface="Arial"/>
                <a:cs typeface="Arial"/>
              </a:rPr>
              <a:t>97</a:t>
            </a:r>
          </a:p>
        </p:txBody>
      </p:sp>
      <p:sp>
        <p:nvSpPr>
          <p:cNvPr id="185" name="object-185">
            <a:extLst>
              <a:ext uri="{FF2B5EF4-FFF2-40B4-BE49-F238E27FC236}">
                <a16:creationId xmlns:a16="http://schemas.microsoft.com/office/drawing/2014/main" id="{62CCEEA0-4732-4381-A3E5-2BA589A02C23}"/>
              </a:ext>
            </a:extLst>
          </p:cNvPr>
          <p:cNvSpPr>
            <a:spLocks noGrp="1"/>
          </p:cNvSpPr>
          <p:nvPr/>
        </p:nvSpPr>
        <p:spPr>
          <a:xfrm>
            <a:off x="773906" y="40124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2: remainder 1</a:t>
            </a:r>
          </a:p>
        </p:txBody>
      </p:sp>
      <p:sp>
        <p:nvSpPr>
          <p:cNvPr id="186" name="object-186">
            <a:extLst>
              <a:ext uri="{FF2B5EF4-FFF2-40B4-BE49-F238E27FC236}">
                <a16:creationId xmlns:a16="http://schemas.microsoft.com/office/drawing/2014/main" id="{9A8D84B9-5FD6-4B7D-979A-202AA10DD527}"/>
              </a:ext>
            </a:extLst>
          </p:cNvPr>
          <p:cNvSpPr>
            <a:spLocks noGrp="1"/>
          </p:cNvSpPr>
          <p:nvPr/>
        </p:nvSpPr>
        <p:spPr>
          <a:xfrm>
            <a:off x="773906" y="44886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3: remainder 1</a:t>
            </a:r>
          </a:p>
        </p:txBody>
      </p:sp>
      <p:sp>
        <p:nvSpPr>
          <p:cNvPr id="187" name="object-187">
            <a:extLst>
              <a:ext uri="{FF2B5EF4-FFF2-40B4-BE49-F238E27FC236}">
                <a16:creationId xmlns:a16="http://schemas.microsoft.com/office/drawing/2014/main" id="{A97AB233-B2E8-416B-B77D-6BA4D9AE8D7C}"/>
              </a:ext>
            </a:extLst>
          </p:cNvPr>
          <p:cNvSpPr>
            <a:spLocks noGrp="1"/>
          </p:cNvSpPr>
          <p:nvPr/>
        </p:nvSpPr>
        <p:spPr>
          <a:xfrm>
            <a:off x="773906" y="49649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5: remainder 2</a:t>
            </a:r>
          </a:p>
        </p:txBody>
      </p:sp>
      <p:sp>
        <p:nvSpPr>
          <p:cNvPr id="188" name="object-188">
            <a:extLst>
              <a:ext uri="{FF2B5EF4-FFF2-40B4-BE49-F238E27FC236}">
                <a16:creationId xmlns:a16="http://schemas.microsoft.com/office/drawing/2014/main" id="{6C9BFD33-1625-43A5-82E5-D69FEDD95460}"/>
              </a:ext>
            </a:extLst>
          </p:cNvPr>
          <p:cNvSpPr>
            <a:spLocks noGrp="1"/>
          </p:cNvSpPr>
          <p:nvPr/>
        </p:nvSpPr>
        <p:spPr>
          <a:xfrm>
            <a:off x="773906" y="54411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7: remainder 6</a:t>
            </a:r>
          </a:p>
        </p:txBody>
      </p:sp>
      <p:sp>
        <p:nvSpPr>
          <p:cNvPr id="189" name="object-189">
            <a:extLst>
              <a:ext uri="{FF2B5EF4-FFF2-40B4-BE49-F238E27FC236}">
                <a16:creationId xmlns:a16="http://schemas.microsoft.com/office/drawing/2014/main" id="{2F334CA6-2E6C-4BCB-9DB1-596862EB157B}"/>
              </a:ext>
            </a:extLst>
          </p:cNvPr>
          <p:cNvSpPr>
            <a:spLocks noGrp="1"/>
          </p:cNvSpPr>
          <p:nvPr/>
        </p:nvSpPr>
        <p:spPr>
          <a:xfrm>
            <a:off x="773906" y="5929313"/>
            <a:ext cx="4286250"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Only factors: 1 and 97</a:t>
            </a:r>
          </a:p>
        </p:txBody>
      </p:sp>
      <p:sp>
        <p:nvSpPr>
          <p:cNvPr id="190" name="object-190">
            <a:extLst>
              <a:ext uri="{FF2B5EF4-FFF2-40B4-BE49-F238E27FC236}">
                <a16:creationId xmlns:a16="http://schemas.microsoft.com/office/drawing/2014/main" id="{4C87F42D-3B21-4BC8-866A-E38575425F9A}"/>
              </a:ext>
            </a:extLst>
          </p:cNvPr>
          <p:cNvSpPr>
            <a:spLocks noGrp="1"/>
          </p:cNvSpPr>
          <p:nvPr/>
        </p:nvSpPr>
        <p:spPr>
          <a:xfrm>
            <a:off x="1190625" y="6310313"/>
            <a:ext cx="2857500" cy="714375"/>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prime</a:t>
            </a:r>
          </a:p>
        </p:txBody>
      </p:sp>
    </p:spTree>
    <p:extLst>
      <p:ext uri="{BB962C8B-B14F-4D97-AF65-F5344CB8AC3E}">
        <p14:creationId xmlns:p14="http://schemas.microsoft.com/office/powerpoint/2010/main" val="23901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childTnLst>
                          </p:cTn>
                        </p:par>
                      </p:childTnLst>
                    </p:cTn>
                  </p:par>
                  <p:par>
                    <p:cTn id="343" fill="hold">
                      <p:stCondLst>
                        <p:cond delay="indefinite"/>
                      </p:stCondLst>
                      <p:childTnLst>
                        <p:par>
                          <p:cTn id="344" fill="hold">
                            <p:stCondLst>
                              <p:cond delay="0"/>
                            </p:stCondLst>
                            <p:childTnLst>
                              <p:par>
                                <p:cTn id="345" presetID="1" presetClass="entr" presetSubtype="0" fill="hold" grpId="0" nodeType="clickEffect">
                                  <p:stCondLst>
                                    <p:cond delay="0"/>
                                  </p:stCondLst>
                                  <p:childTnLst>
                                    <p:set>
                                      <p:cBhvr>
                                        <p:cTn id="346" dur="1" fill="hold">
                                          <p:stCondLst>
                                            <p:cond delay="0"/>
                                          </p:stCondLst>
                                        </p:cTn>
                                        <p:tgtEl>
                                          <p:spTgt spid="176"/>
                                        </p:tgtEl>
                                        <p:attrNameLst>
                                          <p:attrName>style.visibility</p:attrName>
                                        </p:attrNameLst>
                                      </p:cBhvr>
                                      <p:to>
                                        <p:strVal val="visible"/>
                                      </p:to>
                                    </p:set>
                                  </p:childTnLst>
                                </p:cTn>
                              </p:par>
                            </p:childTnLst>
                          </p:cTn>
                        </p:par>
                      </p:childTnLst>
                    </p:cTn>
                  </p:par>
                  <p:par>
                    <p:cTn id="347" fill="hold">
                      <p:stCondLst>
                        <p:cond delay="indefinite"/>
                      </p:stCondLst>
                      <p:childTnLst>
                        <p:par>
                          <p:cTn id="348" fill="hold">
                            <p:stCondLst>
                              <p:cond delay="0"/>
                            </p:stCondLst>
                            <p:childTnLst>
                              <p:par>
                                <p:cTn id="349" presetID="1" presetClass="entr" presetSubtype="0" fill="hold" nodeType="clickEffect">
                                  <p:stCondLst>
                                    <p:cond delay="0"/>
                                  </p:stCondLst>
                                  <p:childTnLst>
                                    <p:set>
                                      <p:cBhvr>
                                        <p:cTn id="350" dur="1" fill="hold">
                                          <p:stCondLst>
                                            <p:cond delay="0"/>
                                          </p:stCondLst>
                                        </p:cTn>
                                        <p:tgtEl>
                                          <p:spTgt spid="177"/>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78"/>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79"/>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0"/>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1"/>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2"/>
                                        </p:tgtEl>
                                        <p:attrNameLst>
                                          <p:attrName>style.visibility</p:attrName>
                                        </p:attrNameLst>
                                      </p:cBhvr>
                                      <p:to>
                                        <p:strVal val="visible"/>
                                      </p:to>
                                    </p:set>
                                  </p:childTnLst>
                                </p:cTn>
                              </p:par>
                            </p:childTnLst>
                          </p:cTn>
                        </p:par>
                      </p:childTnLst>
                    </p:cTn>
                  </p:par>
                  <p:par>
                    <p:cTn id="361" fill="hold">
                      <p:stCondLst>
                        <p:cond delay="indefinite"/>
                      </p:stCondLst>
                      <p:childTnLst>
                        <p:par>
                          <p:cTn id="362" fill="hold">
                            <p:stCondLst>
                              <p:cond delay="0"/>
                            </p:stCondLst>
                            <p:childTnLst>
                              <p:par>
                                <p:cTn id="363" presetID="1" presetClass="entr" presetSubtype="0" fill="hold" grpId="0" nodeType="clickEffect">
                                  <p:stCondLst>
                                    <p:cond delay="0"/>
                                  </p:stCondLst>
                                  <p:childTnLst>
                                    <p:set>
                                      <p:cBhvr>
                                        <p:cTn id="364" dur="1" fill="hold">
                                          <p:stCondLst>
                                            <p:cond delay="0"/>
                                          </p:stCondLst>
                                        </p:cTn>
                                        <p:tgtEl>
                                          <p:spTgt spid="183"/>
                                        </p:tgtEl>
                                        <p:attrNameLst>
                                          <p:attrName>style.visibility</p:attrName>
                                        </p:attrNameLst>
                                      </p:cBhvr>
                                      <p:to>
                                        <p:strVal val="visible"/>
                                      </p:to>
                                    </p:set>
                                  </p:childTnLst>
                                </p:cTn>
                              </p:par>
                            </p:childTnLst>
                          </p:cTn>
                        </p:par>
                      </p:childTnLst>
                    </p:cTn>
                  </p:par>
                  <p:par>
                    <p:cTn id="365" fill="hold">
                      <p:stCondLst>
                        <p:cond delay="indefinite"/>
                      </p:stCondLst>
                      <p:childTnLst>
                        <p:par>
                          <p:cTn id="366" fill="hold">
                            <p:stCondLst>
                              <p:cond delay="0"/>
                            </p:stCondLst>
                            <p:childTnLst>
                              <p:par>
                                <p:cTn id="367" presetID="1" presetClass="entr" presetSubtype="0" fill="hold" grpId="0" nodeType="clickEffect">
                                  <p:stCondLst>
                                    <p:cond delay="0"/>
                                  </p:stCondLst>
                                  <p:childTnLst>
                                    <p:set>
                                      <p:cBhvr>
                                        <p:cTn id="368" dur="1" fill="hold">
                                          <p:stCondLst>
                                            <p:cond delay="0"/>
                                          </p:stCondLst>
                                        </p:cTn>
                                        <p:tgtEl>
                                          <p:spTgt spid="185"/>
                                        </p:tgtEl>
                                        <p:attrNameLst>
                                          <p:attrName>style.visibility</p:attrName>
                                        </p:attrNameLst>
                                      </p:cBhvr>
                                      <p:to>
                                        <p:strVal val="visible"/>
                                      </p:to>
                                    </p:set>
                                  </p:childTnLst>
                                </p:cTn>
                              </p:par>
                            </p:childTnLst>
                          </p:cTn>
                        </p:par>
                      </p:childTnLst>
                    </p:cTn>
                  </p:par>
                  <p:par>
                    <p:cTn id="369" fill="hold">
                      <p:stCondLst>
                        <p:cond delay="indefinite"/>
                      </p:stCondLst>
                      <p:childTnLst>
                        <p:par>
                          <p:cTn id="370" fill="hold">
                            <p:stCondLst>
                              <p:cond delay="0"/>
                            </p:stCondLst>
                            <p:childTnLst>
                              <p:par>
                                <p:cTn id="371" presetID="1" presetClass="entr" presetSubtype="0" fill="hold" grpId="0" nodeType="clickEffect">
                                  <p:stCondLst>
                                    <p:cond delay="0"/>
                                  </p:stCondLst>
                                  <p:childTnLst>
                                    <p:set>
                                      <p:cBhvr>
                                        <p:cTn id="372" dur="1" fill="hold">
                                          <p:stCondLst>
                                            <p:cond delay="0"/>
                                          </p:stCondLst>
                                        </p:cTn>
                                        <p:tgtEl>
                                          <p:spTgt spid="186"/>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187"/>
                                        </p:tgtEl>
                                        <p:attrNameLst>
                                          <p:attrName>style.visibility</p:attrName>
                                        </p:attrNameLst>
                                      </p:cBhvr>
                                      <p:to>
                                        <p:strVal val="visible"/>
                                      </p:to>
                                    </p:set>
                                  </p:childTnLst>
                                </p:cTn>
                              </p:par>
                            </p:childTnLst>
                          </p:cTn>
                        </p:par>
                      </p:childTnLst>
                    </p:cTn>
                  </p:par>
                  <p:par>
                    <p:cTn id="377" fill="hold">
                      <p:stCondLst>
                        <p:cond delay="indefinite"/>
                      </p:stCondLst>
                      <p:childTnLst>
                        <p:par>
                          <p:cTn id="378" fill="hold">
                            <p:stCondLst>
                              <p:cond delay="0"/>
                            </p:stCondLst>
                            <p:childTnLst>
                              <p:par>
                                <p:cTn id="379" presetID="1" presetClass="entr" presetSubtype="0" fill="hold" grpId="0" nodeType="clickEffect">
                                  <p:stCondLst>
                                    <p:cond delay="0"/>
                                  </p:stCondLst>
                                  <p:childTnLst>
                                    <p:set>
                                      <p:cBhvr>
                                        <p:cTn id="380" dur="1" fill="hold">
                                          <p:stCondLst>
                                            <p:cond delay="0"/>
                                          </p:stCondLst>
                                        </p:cTn>
                                        <p:tgtEl>
                                          <p:spTgt spid="188"/>
                                        </p:tgtEl>
                                        <p:attrNameLst>
                                          <p:attrName>style.visibility</p:attrName>
                                        </p:attrNameLst>
                                      </p:cBhvr>
                                      <p:to>
                                        <p:strVal val="visible"/>
                                      </p:to>
                                    </p:set>
                                  </p:childTnLst>
                                </p:cTn>
                              </p:par>
                            </p:childTnLst>
                          </p:cTn>
                        </p:par>
                      </p:childTnLst>
                    </p:cTn>
                  </p:par>
                  <p:par>
                    <p:cTn id="381" fill="hold">
                      <p:stCondLst>
                        <p:cond delay="indefinite"/>
                      </p:stCondLst>
                      <p:childTnLst>
                        <p:par>
                          <p:cTn id="382" fill="hold">
                            <p:stCondLst>
                              <p:cond delay="0"/>
                            </p:stCondLst>
                            <p:childTnLst>
                              <p:par>
                                <p:cTn id="383" presetID="1" presetClass="entr" presetSubtype="0" fill="hold" grpId="0" nodeType="clickEffect">
                                  <p:stCondLst>
                                    <p:cond delay="0"/>
                                  </p:stCondLst>
                                  <p:childTnLst>
                                    <p:set>
                                      <p:cBhvr>
                                        <p:cTn id="384" dur="1" fill="hold">
                                          <p:stCondLst>
                                            <p:cond delay="0"/>
                                          </p:stCondLst>
                                        </p:cTn>
                                        <p:tgtEl>
                                          <p:spTgt spid="189"/>
                                        </p:tgtEl>
                                        <p:attrNameLst>
                                          <p:attrName>style.visibility</p:attrName>
                                        </p:attrNameLst>
                                      </p:cBhvr>
                                      <p:to>
                                        <p:strVal val="visible"/>
                                      </p:to>
                                    </p:set>
                                  </p:childTnLst>
                                </p:cTn>
                              </p:par>
                            </p:childTnLst>
                          </p:cTn>
                        </p:par>
                      </p:childTnLst>
                    </p:cTn>
                  </p:par>
                  <p:par>
                    <p:cTn id="385" fill="hold">
                      <p:stCondLst>
                        <p:cond delay="indefinite"/>
                      </p:stCondLst>
                      <p:childTnLst>
                        <p:par>
                          <p:cTn id="386" fill="hold">
                            <p:stCondLst>
                              <p:cond delay="0"/>
                            </p:stCondLst>
                            <p:childTnLst>
                              <p:par>
                                <p:cTn id="387" presetID="1" presetClass="entr" presetSubtype="0" fill="hold" grpId="0" nodeType="clickEffect">
                                  <p:stCondLst>
                                    <p:cond delay="0"/>
                                  </p:stCondLst>
                                  <p:childTnLst>
                                    <p:set>
                                      <p:cBhvr>
                                        <p:cTn id="388" dur="1" fill="hold">
                                          <p:stCondLst>
                                            <p:cond delay="0"/>
                                          </p:stCondLst>
                                        </p:cTn>
                                        <p:tgtEl>
                                          <p:spTgt spid="1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 grpId="0"/>
      <p:bldP spid="183" grpId="0"/>
      <p:bldP spid="185" grpId="0"/>
      <p:bldP spid="186" grpId="0"/>
      <p:bldP spid="187" grpId="0"/>
      <p:bldP spid="188" grpId="0"/>
      <p:bldP spid="189" grpId="0"/>
      <p:bldP spid="19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7" name="object-1">
            <a:extLst>
              <a:ext uri="{FF2B5EF4-FFF2-40B4-BE49-F238E27FC236}">
                <a16:creationId xmlns:a16="http://schemas.microsoft.com/office/drawing/2014/main" id="{E39079DE-494A-42F6-A84A-0138D2B1F97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80018706-23E7-4662-873E-AC07E7E2BB2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Which are prime, square or cube numbers: 97, 196, 216?</a:t>
            </a:r>
          </a:p>
        </p:txBody>
      </p:sp>
      <p:sp>
        <p:nvSpPr>
          <p:cNvPr id="3" name="object-3">
            <a:extLst>
              <a:ext uri="{FF2B5EF4-FFF2-40B4-BE49-F238E27FC236}">
                <a16:creationId xmlns:a16="http://schemas.microsoft.com/office/drawing/2014/main" id="{6A4B9D3A-44CE-4ED1-9817-B8DF108B322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09E6A1E-9CAB-43EA-8475-A6158422F20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5" name="object-5">
            <a:extLst>
              <a:ext uri="{FF2B5EF4-FFF2-40B4-BE49-F238E27FC236}">
                <a16:creationId xmlns:a16="http://schemas.microsoft.com/office/drawing/2014/main" id="{7DC29C73-8715-4A4D-B03A-D309A3E0B28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C81D5A93-09F3-4887-9585-EE323683AF01}"/>
              </a:ext>
            </a:extLst>
          </p:cNvPr>
          <p:cNvSpPr>
            <a:spLocks noGrp="1"/>
          </p:cNvSpPr>
          <p:nvPr/>
        </p:nvSpPr>
        <p:spPr>
          <a:xfrm>
            <a:off x="5476875" y="3036094"/>
            <a:ext cx="212612" cy="212612"/>
          </a:xfrm>
          <a:prstGeom prst="rect">
            <a:avLst/>
          </a:prstGeom>
          <a:solidFill>
            <a:srgbClr val="1D4ED8"/>
          </a:solidFill>
          <a:ln w="11906">
            <a:solidFill>
              <a:srgbClr val="FFFFFF"/>
            </a:solidFill>
          </a:ln>
        </p:spPr>
      </p:sp>
      <p:sp>
        <p:nvSpPr>
          <p:cNvPr id="7" name="object-7">
            <a:extLst>
              <a:ext uri="{FF2B5EF4-FFF2-40B4-BE49-F238E27FC236}">
                <a16:creationId xmlns:a16="http://schemas.microsoft.com/office/drawing/2014/main" id="{636A5312-DD65-4FB6-B2F5-3F73CD3E79F4}"/>
              </a:ext>
            </a:extLst>
          </p:cNvPr>
          <p:cNvSpPr>
            <a:spLocks noGrp="1"/>
          </p:cNvSpPr>
          <p:nvPr/>
        </p:nvSpPr>
        <p:spPr>
          <a:xfrm>
            <a:off x="5689487" y="3036094"/>
            <a:ext cx="212612" cy="212612"/>
          </a:xfrm>
          <a:prstGeom prst="rect">
            <a:avLst/>
          </a:prstGeom>
          <a:solidFill>
            <a:srgbClr val="1D4ED8"/>
          </a:solidFill>
          <a:ln w="11906">
            <a:solidFill>
              <a:srgbClr val="FFFFFF"/>
            </a:solidFill>
          </a:ln>
        </p:spPr>
      </p:sp>
      <p:sp>
        <p:nvSpPr>
          <p:cNvPr id="8" name="object-8">
            <a:extLst>
              <a:ext uri="{FF2B5EF4-FFF2-40B4-BE49-F238E27FC236}">
                <a16:creationId xmlns:a16="http://schemas.microsoft.com/office/drawing/2014/main" id="{0B7E5CEF-15CD-40CA-9491-B2C5C2658770}"/>
              </a:ext>
            </a:extLst>
          </p:cNvPr>
          <p:cNvSpPr>
            <a:spLocks noGrp="1"/>
          </p:cNvSpPr>
          <p:nvPr/>
        </p:nvSpPr>
        <p:spPr>
          <a:xfrm>
            <a:off x="5902098" y="3036094"/>
            <a:ext cx="212612" cy="212612"/>
          </a:xfrm>
          <a:prstGeom prst="rect">
            <a:avLst/>
          </a:prstGeom>
          <a:solidFill>
            <a:srgbClr val="1D4ED8"/>
          </a:solidFill>
          <a:ln w="11906">
            <a:solidFill>
              <a:srgbClr val="FFFFFF"/>
            </a:solidFill>
          </a:ln>
        </p:spPr>
      </p:sp>
      <p:sp>
        <p:nvSpPr>
          <p:cNvPr id="9" name="object-9">
            <a:extLst>
              <a:ext uri="{FF2B5EF4-FFF2-40B4-BE49-F238E27FC236}">
                <a16:creationId xmlns:a16="http://schemas.microsoft.com/office/drawing/2014/main" id="{F3537207-1191-4621-B17E-D610404810E3}"/>
              </a:ext>
            </a:extLst>
          </p:cNvPr>
          <p:cNvSpPr>
            <a:spLocks noGrp="1"/>
          </p:cNvSpPr>
          <p:nvPr/>
        </p:nvSpPr>
        <p:spPr>
          <a:xfrm>
            <a:off x="6114710" y="3036094"/>
            <a:ext cx="212612" cy="212612"/>
          </a:xfrm>
          <a:prstGeom prst="rect">
            <a:avLst/>
          </a:prstGeom>
          <a:solidFill>
            <a:srgbClr val="1D4ED8"/>
          </a:solidFill>
          <a:ln w="11906">
            <a:solidFill>
              <a:srgbClr val="FFFFFF"/>
            </a:solidFill>
          </a:ln>
        </p:spPr>
      </p:sp>
      <p:sp>
        <p:nvSpPr>
          <p:cNvPr id="10" name="object-10">
            <a:extLst>
              <a:ext uri="{FF2B5EF4-FFF2-40B4-BE49-F238E27FC236}">
                <a16:creationId xmlns:a16="http://schemas.microsoft.com/office/drawing/2014/main" id="{3EA7F52A-F25B-4289-9E86-6B17996DCDDC}"/>
              </a:ext>
            </a:extLst>
          </p:cNvPr>
          <p:cNvSpPr>
            <a:spLocks noGrp="1"/>
          </p:cNvSpPr>
          <p:nvPr/>
        </p:nvSpPr>
        <p:spPr>
          <a:xfrm>
            <a:off x="6327321" y="3036094"/>
            <a:ext cx="212612" cy="212612"/>
          </a:xfrm>
          <a:prstGeom prst="rect">
            <a:avLst/>
          </a:prstGeom>
          <a:solidFill>
            <a:srgbClr val="1D4ED8"/>
          </a:solidFill>
          <a:ln w="11906">
            <a:solidFill>
              <a:srgbClr val="FFFFFF"/>
            </a:solidFill>
          </a:ln>
        </p:spPr>
      </p:sp>
      <p:sp>
        <p:nvSpPr>
          <p:cNvPr id="11" name="object-11">
            <a:extLst>
              <a:ext uri="{FF2B5EF4-FFF2-40B4-BE49-F238E27FC236}">
                <a16:creationId xmlns:a16="http://schemas.microsoft.com/office/drawing/2014/main" id="{038F915E-07BA-4338-89F5-07E771060418}"/>
              </a:ext>
            </a:extLst>
          </p:cNvPr>
          <p:cNvSpPr>
            <a:spLocks noGrp="1"/>
          </p:cNvSpPr>
          <p:nvPr/>
        </p:nvSpPr>
        <p:spPr>
          <a:xfrm>
            <a:off x="6539933" y="3036094"/>
            <a:ext cx="212612" cy="212612"/>
          </a:xfrm>
          <a:prstGeom prst="rect">
            <a:avLst/>
          </a:prstGeom>
          <a:solidFill>
            <a:srgbClr val="1D4ED8"/>
          </a:solidFill>
          <a:ln w="11906">
            <a:solidFill>
              <a:srgbClr val="FFFFFF"/>
            </a:solidFill>
          </a:ln>
        </p:spPr>
      </p:sp>
      <p:sp>
        <p:nvSpPr>
          <p:cNvPr id="12" name="object-12">
            <a:extLst>
              <a:ext uri="{FF2B5EF4-FFF2-40B4-BE49-F238E27FC236}">
                <a16:creationId xmlns:a16="http://schemas.microsoft.com/office/drawing/2014/main" id="{6FD4A1ED-4E96-427C-B60A-B2CB49F2A188}"/>
              </a:ext>
            </a:extLst>
          </p:cNvPr>
          <p:cNvSpPr>
            <a:spLocks noGrp="1"/>
          </p:cNvSpPr>
          <p:nvPr/>
        </p:nvSpPr>
        <p:spPr>
          <a:xfrm>
            <a:off x="6752545" y="3036094"/>
            <a:ext cx="212612" cy="212612"/>
          </a:xfrm>
          <a:prstGeom prst="rect">
            <a:avLst/>
          </a:prstGeom>
          <a:solidFill>
            <a:srgbClr val="1D4ED8"/>
          </a:solidFill>
          <a:ln w="11906">
            <a:solidFill>
              <a:srgbClr val="FFFFFF"/>
            </a:solidFill>
          </a:ln>
        </p:spPr>
      </p:sp>
      <p:sp>
        <p:nvSpPr>
          <p:cNvPr id="13" name="object-13">
            <a:extLst>
              <a:ext uri="{FF2B5EF4-FFF2-40B4-BE49-F238E27FC236}">
                <a16:creationId xmlns:a16="http://schemas.microsoft.com/office/drawing/2014/main" id="{E673E02D-8947-447D-BD31-5DCEC394540C}"/>
              </a:ext>
            </a:extLst>
          </p:cNvPr>
          <p:cNvSpPr>
            <a:spLocks noGrp="1"/>
          </p:cNvSpPr>
          <p:nvPr/>
        </p:nvSpPr>
        <p:spPr>
          <a:xfrm>
            <a:off x="6965156" y="3036094"/>
            <a:ext cx="212612" cy="212612"/>
          </a:xfrm>
          <a:prstGeom prst="rect">
            <a:avLst/>
          </a:prstGeom>
          <a:solidFill>
            <a:srgbClr val="1D4ED8"/>
          </a:solidFill>
          <a:ln w="11906">
            <a:solidFill>
              <a:srgbClr val="FFFFFF"/>
            </a:solidFill>
          </a:ln>
        </p:spPr>
      </p:sp>
      <p:sp>
        <p:nvSpPr>
          <p:cNvPr id="14" name="object-14">
            <a:extLst>
              <a:ext uri="{FF2B5EF4-FFF2-40B4-BE49-F238E27FC236}">
                <a16:creationId xmlns:a16="http://schemas.microsoft.com/office/drawing/2014/main" id="{E80826C4-CB53-42B5-BEED-12B66826301E}"/>
              </a:ext>
            </a:extLst>
          </p:cNvPr>
          <p:cNvSpPr>
            <a:spLocks noGrp="1"/>
          </p:cNvSpPr>
          <p:nvPr/>
        </p:nvSpPr>
        <p:spPr>
          <a:xfrm>
            <a:off x="7177768" y="3036094"/>
            <a:ext cx="212612" cy="212612"/>
          </a:xfrm>
          <a:prstGeom prst="rect">
            <a:avLst/>
          </a:prstGeom>
          <a:solidFill>
            <a:srgbClr val="1D4ED8"/>
          </a:solidFill>
          <a:ln w="11906">
            <a:solidFill>
              <a:srgbClr val="FFFFFF"/>
            </a:solidFill>
          </a:ln>
        </p:spPr>
      </p:sp>
      <p:sp>
        <p:nvSpPr>
          <p:cNvPr id="15" name="object-15">
            <a:extLst>
              <a:ext uri="{FF2B5EF4-FFF2-40B4-BE49-F238E27FC236}">
                <a16:creationId xmlns:a16="http://schemas.microsoft.com/office/drawing/2014/main" id="{24D4851A-8FB3-4FD9-A9D5-2C295109635D}"/>
              </a:ext>
            </a:extLst>
          </p:cNvPr>
          <p:cNvSpPr>
            <a:spLocks noGrp="1"/>
          </p:cNvSpPr>
          <p:nvPr/>
        </p:nvSpPr>
        <p:spPr>
          <a:xfrm>
            <a:off x="7390379" y="3036094"/>
            <a:ext cx="212612" cy="212612"/>
          </a:xfrm>
          <a:prstGeom prst="rect">
            <a:avLst/>
          </a:prstGeom>
          <a:solidFill>
            <a:srgbClr val="1D4ED8"/>
          </a:solidFill>
          <a:ln w="11906">
            <a:solidFill>
              <a:srgbClr val="FFFFFF"/>
            </a:solidFill>
          </a:ln>
        </p:spPr>
      </p:sp>
      <p:sp>
        <p:nvSpPr>
          <p:cNvPr id="16" name="object-16">
            <a:extLst>
              <a:ext uri="{FF2B5EF4-FFF2-40B4-BE49-F238E27FC236}">
                <a16:creationId xmlns:a16="http://schemas.microsoft.com/office/drawing/2014/main" id="{3212202F-24D4-4AEB-847B-1BD941458E08}"/>
              </a:ext>
            </a:extLst>
          </p:cNvPr>
          <p:cNvSpPr>
            <a:spLocks noGrp="1"/>
          </p:cNvSpPr>
          <p:nvPr/>
        </p:nvSpPr>
        <p:spPr>
          <a:xfrm>
            <a:off x="7602991" y="3036094"/>
            <a:ext cx="212612" cy="212612"/>
          </a:xfrm>
          <a:prstGeom prst="rect">
            <a:avLst/>
          </a:prstGeom>
          <a:solidFill>
            <a:srgbClr val="1D4ED8"/>
          </a:solidFill>
          <a:ln w="11906">
            <a:solidFill>
              <a:srgbClr val="FFFFFF"/>
            </a:solidFill>
          </a:ln>
        </p:spPr>
      </p:sp>
      <p:sp>
        <p:nvSpPr>
          <p:cNvPr id="17" name="object-17">
            <a:extLst>
              <a:ext uri="{FF2B5EF4-FFF2-40B4-BE49-F238E27FC236}">
                <a16:creationId xmlns:a16="http://schemas.microsoft.com/office/drawing/2014/main" id="{9FFD31A6-AFC4-4272-8D93-3D0448640F7D}"/>
              </a:ext>
            </a:extLst>
          </p:cNvPr>
          <p:cNvSpPr>
            <a:spLocks noGrp="1"/>
          </p:cNvSpPr>
          <p:nvPr/>
        </p:nvSpPr>
        <p:spPr>
          <a:xfrm>
            <a:off x="7815603" y="3036094"/>
            <a:ext cx="212612" cy="212612"/>
          </a:xfrm>
          <a:prstGeom prst="rect">
            <a:avLst/>
          </a:prstGeom>
          <a:solidFill>
            <a:srgbClr val="1D4ED8"/>
          </a:solidFill>
          <a:ln w="11906">
            <a:solidFill>
              <a:srgbClr val="FFFFFF"/>
            </a:solidFill>
          </a:ln>
        </p:spPr>
      </p:sp>
      <p:sp>
        <p:nvSpPr>
          <p:cNvPr id="18" name="object-18">
            <a:extLst>
              <a:ext uri="{FF2B5EF4-FFF2-40B4-BE49-F238E27FC236}">
                <a16:creationId xmlns:a16="http://schemas.microsoft.com/office/drawing/2014/main" id="{40E064D3-BF5D-43CA-B000-2CEBBD920F65}"/>
              </a:ext>
            </a:extLst>
          </p:cNvPr>
          <p:cNvSpPr>
            <a:spLocks noGrp="1"/>
          </p:cNvSpPr>
          <p:nvPr/>
        </p:nvSpPr>
        <p:spPr>
          <a:xfrm>
            <a:off x="8028214" y="3036094"/>
            <a:ext cx="212612" cy="212612"/>
          </a:xfrm>
          <a:prstGeom prst="rect">
            <a:avLst/>
          </a:prstGeom>
          <a:solidFill>
            <a:srgbClr val="1D4ED8"/>
          </a:solidFill>
          <a:ln w="11906">
            <a:solidFill>
              <a:srgbClr val="FFFFFF"/>
            </a:solidFill>
          </a:ln>
        </p:spPr>
      </p:sp>
      <p:sp>
        <p:nvSpPr>
          <p:cNvPr id="19" name="object-19">
            <a:extLst>
              <a:ext uri="{FF2B5EF4-FFF2-40B4-BE49-F238E27FC236}">
                <a16:creationId xmlns:a16="http://schemas.microsoft.com/office/drawing/2014/main" id="{D9BD729E-0940-4095-9986-02304A9A3397}"/>
              </a:ext>
            </a:extLst>
          </p:cNvPr>
          <p:cNvSpPr>
            <a:spLocks noGrp="1"/>
          </p:cNvSpPr>
          <p:nvPr/>
        </p:nvSpPr>
        <p:spPr>
          <a:xfrm>
            <a:off x="8240826" y="3036094"/>
            <a:ext cx="212612" cy="212612"/>
          </a:xfrm>
          <a:prstGeom prst="rect">
            <a:avLst/>
          </a:prstGeom>
          <a:solidFill>
            <a:srgbClr val="1D4ED8"/>
          </a:solidFill>
          <a:ln w="11906">
            <a:solidFill>
              <a:srgbClr val="FFFFFF"/>
            </a:solidFill>
          </a:ln>
        </p:spPr>
      </p:sp>
      <p:sp>
        <p:nvSpPr>
          <p:cNvPr id="20" name="object-20">
            <a:extLst>
              <a:ext uri="{FF2B5EF4-FFF2-40B4-BE49-F238E27FC236}">
                <a16:creationId xmlns:a16="http://schemas.microsoft.com/office/drawing/2014/main" id="{EC4CC3CE-CB73-4423-A608-1694C7C714E0}"/>
              </a:ext>
            </a:extLst>
          </p:cNvPr>
          <p:cNvSpPr>
            <a:spLocks noGrp="1"/>
          </p:cNvSpPr>
          <p:nvPr/>
        </p:nvSpPr>
        <p:spPr>
          <a:xfrm>
            <a:off x="5476875" y="3248705"/>
            <a:ext cx="212612" cy="212612"/>
          </a:xfrm>
          <a:prstGeom prst="rect">
            <a:avLst/>
          </a:prstGeom>
          <a:solidFill>
            <a:srgbClr val="1D4ED8"/>
          </a:solidFill>
          <a:ln w="11906">
            <a:solidFill>
              <a:srgbClr val="FFFFFF"/>
            </a:solidFill>
          </a:ln>
        </p:spPr>
      </p:sp>
      <p:sp>
        <p:nvSpPr>
          <p:cNvPr id="21" name="object-21">
            <a:extLst>
              <a:ext uri="{FF2B5EF4-FFF2-40B4-BE49-F238E27FC236}">
                <a16:creationId xmlns:a16="http://schemas.microsoft.com/office/drawing/2014/main" id="{68220556-B415-466C-992A-8CEA5C28B847}"/>
              </a:ext>
            </a:extLst>
          </p:cNvPr>
          <p:cNvSpPr>
            <a:spLocks noGrp="1"/>
          </p:cNvSpPr>
          <p:nvPr/>
        </p:nvSpPr>
        <p:spPr>
          <a:xfrm>
            <a:off x="5689487" y="3248705"/>
            <a:ext cx="212612" cy="212612"/>
          </a:xfrm>
          <a:prstGeom prst="rect">
            <a:avLst/>
          </a:prstGeom>
          <a:solidFill>
            <a:srgbClr val="1D4ED8"/>
          </a:solidFill>
          <a:ln w="11906">
            <a:solidFill>
              <a:srgbClr val="FFFFFF"/>
            </a:solidFill>
          </a:ln>
        </p:spPr>
      </p:sp>
      <p:sp>
        <p:nvSpPr>
          <p:cNvPr id="22" name="object-22">
            <a:extLst>
              <a:ext uri="{FF2B5EF4-FFF2-40B4-BE49-F238E27FC236}">
                <a16:creationId xmlns:a16="http://schemas.microsoft.com/office/drawing/2014/main" id="{77D16959-5294-4FEB-A889-0B99D8DE48E9}"/>
              </a:ext>
            </a:extLst>
          </p:cNvPr>
          <p:cNvSpPr>
            <a:spLocks noGrp="1"/>
          </p:cNvSpPr>
          <p:nvPr/>
        </p:nvSpPr>
        <p:spPr>
          <a:xfrm>
            <a:off x="5902098" y="3248705"/>
            <a:ext cx="212612" cy="212612"/>
          </a:xfrm>
          <a:prstGeom prst="rect">
            <a:avLst/>
          </a:prstGeom>
          <a:solidFill>
            <a:srgbClr val="1D4ED8"/>
          </a:solidFill>
          <a:ln w="11906">
            <a:solidFill>
              <a:srgbClr val="FFFFFF"/>
            </a:solidFill>
          </a:ln>
        </p:spPr>
      </p:sp>
      <p:sp>
        <p:nvSpPr>
          <p:cNvPr id="23" name="object-23">
            <a:extLst>
              <a:ext uri="{FF2B5EF4-FFF2-40B4-BE49-F238E27FC236}">
                <a16:creationId xmlns:a16="http://schemas.microsoft.com/office/drawing/2014/main" id="{CFB7A1DC-04F5-434D-A5EB-60D3B5AA481C}"/>
              </a:ext>
            </a:extLst>
          </p:cNvPr>
          <p:cNvSpPr>
            <a:spLocks noGrp="1"/>
          </p:cNvSpPr>
          <p:nvPr/>
        </p:nvSpPr>
        <p:spPr>
          <a:xfrm>
            <a:off x="6114710" y="3248705"/>
            <a:ext cx="212612" cy="212612"/>
          </a:xfrm>
          <a:prstGeom prst="rect">
            <a:avLst/>
          </a:prstGeom>
          <a:solidFill>
            <a:srgbClr val="1D4ED8"/>
          </a:solidFill>
          <a:ln w="11906">
            <a:solidFill>
              <a:srgbClr val="FFFFFF"/>
            </a:solidFill>
          </a:ln>
        </p:spPr>
      </p:sp>
      <p:sp>
        <p:nvSpPr>
          <p:cNvPr id="24" name="object-24">
            <a:extLst>
              <a:ext uri="{FF2B5EF4-FFF2-40B4-BE49-F238E27FC236}">
                <a16:creationId xmlns:a16="http://schemas.microsoft.com/office/drawing/2014/main" id="{10A47DC4-1B5F-4936-B969-00B0159C249A}"/>
              </a:ext>
            </a:extLst>
          </p:cNvPr>
          <p:cNvSpPr>
            <a:spLocks noGrp="1"/>
          </p:cNvSpPr>
          <p:nvPr/>
        </p:nvSpPr>
        <p:spPr>
          <a:xfrm>
            <a:off x="6327321" y="3248705"/>
            <a:ext cx="212612" cy="212612"/>
          </a:xfrm>
          <a:prstGeom prst="rect">
            <a:avLst/>
          </a:prstGeom>
          <a:solidFill>
            <a:srgbClr val="1D4ED8"/>
          </a:solidFill>
          <a:ln w="11906">
            <a:solidFill>
              <a:srgbClr val="FFFFFF"/>
            </a:solidFill>
          </a:ln>
        </p:spPr>
      </p:sp>
      <p:sp>
        <p:nvSpPr>
          <p:cNvPr id="25" name="object-25">
            <a:extLst>
              <a:ext uri="{FF2B5EF4-FFF2-40B4-BE49-F238E27FC236}">
                <a16:creationId xmlns:a16="http://schemas.microsoft.com/office/drawing/2014/main" id="{ACACD661-2582-4529-95EF-EBE7CB51C30C}"/>
              </a:ext>
            </a:extLst>
          </p:cNvPr>
          <p:cNvSpPr>
            <a:spLocks noGrp="1"/>
          </p:cNvSpPr>
          <p:nvPr/>
        </p:nvSpPr>
        <p:spPr>
          <a:xfrm>
            <a:off x="6539933" y="3248705"/>
            <a:ext cx="212612" cy="212612"/>
          </a:xfrm>
          <a:prstGeom prst="rect">
            <a:avLst/>
          </a:prstGeom>
          <a:solidFill>
            <a:srgbClr val="1D4ED8"/>
          </a:solidFill>
          <a:ln w="11906">
            <a:solidFill>
              <a:srgbClr val="FFFFFF"/>
            </a:solidFill>
          </a:ln>
        </p:spPr>
      </p:sp>
      <p:sp>
        <p:nvSpPr>
          <p:cNvPr id="26" name="object-26">
            <a:extLst>
              <a:ext uri="{FF2B5EF4-FFF2-40B4-BE49-F238E27FC236}">
                <a16:creationId xmlns:a16="http://schemas.microsoft.com/office/drawing/2014/main" id="{A1DED9A3-9682-4902-9FAF-2F18F43D7A27}"/>
              </a:ext>
            </a:extLst>
          </p:cNvPr>
          <p:cNvSpPr>
            <a:spLocks noGrp="1"/>
          </p:cNvSpPr>
          <p:nvPr/>
        </p:nvSpPr>
        <p:spPr>
          <a:xfrm>
            <a:off x="6752545" y="3248705"/>
            <a:ext cx="212612" cy="212612"/>
          </a:xfrm>
          <a:prstGeom prst="rect">
            <a:avLst/>
          </a:prstGeom>
          <a:solidFill>
            <a:srgbClr val="1D4ED8"/>
          </a:solidFill>
          <a:ln w="11906">
            <a:solidFill>
              <a:srgbClr val="FFFFFF"/>
            </a:solidFill>
          </a:ln>
        </p:spPr>
      </p:sp>
      <p:sp>
        <p:nvSpPr>
          <p:cNvPr id="27" name="object-27">
            <a:extLst>
              <a:ext uri="{FF2B5EF4-FFF2-40B4-BE49-F238E27FC236}">
                <a16:creationId xmlns:a16="http://schemas.microsoft.com/office/drawing/2014/main" id="{CD0FB718-6212-4025-8117-57CDFE0E678B}"/>
              </a:ext>
            </a:extLst>
          </p:cNvPr>
          <p:cNvSpPr>
            <a:spLocks noGrp="1"/>
          </p:cNvSpPr>
          <p:nvPr/>
        </p:nvSpPr>
        <p:spPr>
          <a:xfrm>
            <a:off x="6965156" y="3248705"/>
            <a:ext cx="212612" cy="212612"/>
          </a:xfrm>
          <a:prstGeom prst="rect">
            <a:avLst/>
          </a:prstGeom>
          <a:solidFill>
            <a:srgbClr val="1D4ED8"/>
          </a:solidFill>
          <a:ln w="11906">
            <a:solidFill>
              <a:srgbClr val="FFFFFF"/>
            </a:solidFill>
          </a:ln>
        </p:spPr>
      </p:sp>
      <p:sp>
        <p:nvSpPr>
          <p:cNvPr id="28" name="object-28">
            <a:extLst>
              <a:ext uri="{FF2B5EF4-FFF2-40B4-BE49-F238E27FC236}">
                <a16:creationId xmlns:a16="http://schemas.microsoft.com/office/drawing/2014/main" id="{74515A54-89E9-44B3-84A9-B1B54DBBBC3A}"/>
              </a:ext>
            </a:extLst>
          </p:cNvPr>
          <p:cNvSpPr>
            <a:spLocks noGrp="1"/>
          </p:cNvSpPr>
          <p:nvPr/>
        </p:nvSpPr>
        <p:spPr>
          <a:xfrm>
            <a:off x="7177768" y="3248705"/>
            <a:ext cx="212612" cy="212612"/>
          </a:xfrm>
          <a:prstGeom prst="rect">
            <a:avLst/>
          </a:prstGeom>
          <a:solidFill>
            <a:srgbClr val="1D4ED8"/>
          </a:solidFill>
          <a:ln w="11906">
            <a:solidFill>
              <a:srgbClr val="FFFFFF"/>
            </a:solidFill>
          </a:ln>
        </p:spPr>
      </p:sp>
      <p:sp>
        <p:nvSpPr>
          <p:cNvPr id="29" name="object-29">
            <a:extLst>
              <a:ext uri="{FF2B5EF4-FFF2-40B4-BE49-F238E27FC236}">
                <a16:creationId xmlns:a16="http://schemas.microsoft.com/office/drawing/2014/main" id="{76C83523-5A75-4CB0-8ED2-490C83905E08}"/>
              </a:ext>
            </a:extLst>
          </p:cNvPr>
          <p:cNvSpPr>
            <a:spLocks noGrp="1"/>
          </p:cNvSpPr>
          <p:nvPr/>
        </p:nvSpPr>
        <p:spPr>
          <a:xfrm>
            <a:off x="7390379" y="3248705"/>
            <a:ext cx="212612" cy="212612"/>
          </a:xfrm>
          <a:prstGeom prst="rect">
            <a:avLst/>
          </a:prstGeom>
          <a:solidFill>
            <a:srgbClr val="1D4ED8"/>
          </a:solidFill>
          <a:ln w="11906">
            <a:solidFill>
              <a:srgbClr val="FFFFFF"/>
            </a:solidFill>
          </a:ln>
        </p:spPr>
      </p:sp>
      <p:sp>
        <p:nvSpPr>
          <p:cNvPr id="30" name="object-30">
            <a:extLst>
              <a:ext uri="{FF2B5EF4-FFF2-40B4-BE49-F238E27FC236}">
                <a16:creationId xmlns:a16="http://schemas.microsoft.com/office/drawing/2014/main" id="{3DB2C5DB-A404-41AD-A54E-02D9DF244D35}"/>
              </a:ext>
            </a:extLst>
          </p:cNvPr>
          <p:cNvSpPr>
            <a:spLocks noGrp="1"/>
          </p:cNvSpPr>
          <p:nvPr/>
        </p:nvSpPr>
        <p:spPr>
          <a:xfrm>
            <a:off x="7602991" y="3248705"/>
            <a:ext cx="212612" cy="212612"/>
          </a:xfrm>
          <a:prstGeom prst="rect">
            <a:avLst/>
          </a:prstGeom>
          <a:solidFill>
            <a:srgbClr val="1D4ED8"/>
          </a:solidFill>
          <a:ln w="11906">
            <a:solidFill>
              <a:srgbClr val="FFFFFF"/>
            </a:solidFill>
          </a:ln>
        </p:spPr>
      </p:sp>
      <p:sp>
        <p:nvSpPr>
          <p:cNvPr id="31" name="object-31">
            <a:extLst>
              <a:ext uri="{FF2B5EF4-FFF2-40B4-BE49-F238E27FC236}">
                <a16:creationId xmlns:a16="http://schemas.microsoft.com/office/drawing/2014/main" id="{71044A13-421E-4EE9-A14D-70C0E52D4B86}"/>
              </a:ext>
            </a:extLst>
          </p:cNvPr>
          <p:cNvSpPr>
            <a:spLocks noGrp="1"/>
          </p:cNvSpPr>
          <p:nvPr/>
        </p:nvSpPr>
        <p:spPr>
          <a:xfrm>
            <a:off x="7815603" y="3248705"/>
            <a:ext cx="212612" cy="212612"/>
          </a:xfrm>
          <a:prstGeom prst="rect">
            <a:avLst/>
          </a:prstGeom>
          <a:solidFill>
            <a:srgbClr val="1D4ED8"/>
          </a:solidFill>
          <a:ln w="11906">
            <a:solidFill>
              <a:srgbClr val="FFFFFF"/>
            </a:solidFill>
          </a:ln>
        </p:spPr>
      </p:sp>
      <p:sp>
        <p:nvSpPr>
          <p:cNvPr id="32" name="object-32">
            <a:extLst>
              <a:ext uri="{FF2B5EF4-FFF2-40B4-BE49-F238E27FC236}">
                <a16:creationId xmlns:a16="http://schemas.microsoft.com/office/drawing/2014/main" id="{3A49DD27-6C6B-49FD-B8F8-82A91291A970}"/>
              </a:ext>
            </a:extLst>
          </p:cNvPr>
          <p:cNvSpPr>
            <a:spLocks noGrp="1"/>
          </p:cNvSpPr>
          <p:nvPr/>
        </p:nvSpPr>
        <p:spPr>
          <a:xfrm>
            <a:off x="8028214" y="3248705"/>
            <a:ext cx="212612" cy="212612"/>
          </a:xfrm>
          <a:prstGeom prst="rect">
            <a:avLst/>
          </a:prstGeom>
          <a:solidFill>
            <a:srgbClr val="1D4ED8"/>
          </a:solidFill>
          <a:ln w="11906">
            <a:solidFill>
              <a:srgbClr val="FFFFFF"/>
            </a:solidFill>
          </a:ln>
        </p:spPr>
      </p:sp>
      <p:sp>
        <p:nvSpPr>
          <p:cNvPr id="33" name="object-33">
            <a:extLst>
              <a:ext uri="{FF2B5EF4-FFF2-40B4-BE49-F238E27FC236}">
                <a16:creationId xmlns:a16="http://schemas.microsoft.com/office/drawing/2014/main" id="{C324B2A5-CF0D-451B-A3C9-BCB8C6C29AF5}"/>
              </a:ext>
            </a:extLst>
          </p:cNvPr>
          <p:cNvSpPr>
            <a:spLocks noGrp="1"/>
          </p:cNvSpPr>
          <p:nvPr/>
        </p:nvSpPr>
        <p:spPr>
          <a:xfrm>
            <a:off x="8240826" y="3248705"/>
            <a:ext cx="212612" cy="212612"/>
          </a:xfrm>
          <a:prstGeom prst="rect">
            <a:avLst/>
          </a:prstGeom>
          <a:solidFill>
            <a:srgbClr val="1D4ED8"/>
          </a:solidFill>
          <a:ln w="11906">
            <a:solidFill>
              <a:srgbClr val="FFFFFF"/>
            </a:solidFill>
          </a:ln>
        </p:spPr>
      </p:sp>
      <p:sp>
        <p:nvSpPr>
          <p:cNvPr id="34" name="object-34">
            <a:extLst>
              <a:ext uri="{FF2B5EF4-FFF2-40B4-BE49-F238E27FC236}">
                <a16:creationId xmlns:a16="http://schemas.microsoft.com/office/drawing/2014/main" id="{69337F2C-1883-4B27-A553-12CE0B809BB1}"/>
              </a:ext>
            </a:extLst>
          </p:cNvPr>
          <p:cNvSpPr>
            <a:spLocks noGrp="1"/>
          </p:cNvSpPr>
          <p:nvPr/>
        </p:nvSpPr>
        <p:spPr>
          <a:xfrm>
            <a:off x="5476875" y="3461317"/>
            <a:ext cx="212612" cy="212612"/>
          </a:xfrm>
          <a:prstGeom prst="rect">
            <a:avLst/>
          </a:prstGeom>
          <a:solidFill>
            <a:srgbClr val="1D4ED8"/>
          </a:solidFill>
          <a:ln w="11906">
            <a:solidFill>
              <a:srgbClr val="FFFFFF"/>
            </a:solidFill>
          </a:ln>
        </p:spPr>
      </p:sp>
      <p:sp>
        <p:nvSpPr>
          <p:cNvPr id="35" name="object-35">
            <a:extLst>
              <a:ext uri="{FF2B5EF4-FFF2-40B4-BE49-F238E27FC236}">
                <a16:creationId xmlns:a16="http://schemas.microsoft.com/office/drawing/2014/main" id="{FB920F6C-BC07-4521-B492-EAA639B6B488}"/>
              </a:ext>
            </a:extLst>
          </p:cNvPr>
          <p:cNvSpPr>
            <a:spLocks noGrp="1"/>
          </p:cNvSpPr>
          <p:nvPr/>
        </p:nvSpPr>
        <p:spPr>
          <a:xfrm>
            <a:off x="5689487" y="3461317"/>
            <a:ext cx="212612" cy="212612"/>
          </a:xfrm>
          <a:prstGeom prst="rect">
            <a:avLst/>
          </a:prstGeom>
          <a:solidFill>
            <a:srgbClr val="1D4ED8"/>
          </a:solidFill>
          <a:ln w="11906">
            <a:solidFill>
              <a:srgbClr val="FFFFFF"/>
            </a:solidFill>
          </a:ln>
        </p:spPr>
      </p:sp>
      <p:sp>
        <p:nvSpPr>
          <p:cNvPr id="36" name="object-36">
            <a:extLst>
              <a:ext uri="{FF2B5EF4-FFF2-40B4-BE49-F238E27FC236}">
                <a16:creationId xmlns:a16="http://schemas.microsoft.com/office/drawing/2014/main" id="{224296C1-F62B-42E9-BEB4-2C3703E790EE}"/>
              </a:ext>
            </a:extLst>
          </p:cNvPr>
          <p:cNvSpPr>
            <a:spLocks noGrp="1"/>
          </p:cNvSpPr>
          <p:nvPr/>
        </p:nvSpPr>
        <p:spPr>
          <a:xfrm>
            <a:off x="5902098" y="3461317"/>
            <a:ext cx="212612" cy="212612"/>
          </a:xfrm>
          <a:prstGeom prst="rect">
            <a:avLst/>
          </a:prstGeom>
          <a:solidFill>
            <a:srgbClr val="1D4ED8"/>
          </a:solidFill>
          <a:ln w="11906">
            <a:solidFill>
              <a:srgbClr val="FFFFFF"/>
            </a:solidFill>
          </a:ln>
        </p:spPr>
      </p:sp>
      <p:sp>
        <p:nvSpPr>
          <p:cNvPr id="37" name="object-37">
            <a:extLst>
              <a:ext uri="{FF2B5EF4-FFF2-40B4-BE49-F238E27FC236}">
                <a16:creationId xmlns:a16="http://schemas.microsoft.com/office/drawing/2014/main" id="{AB439E22-937A-4C89-8B6E-FC6BFE9E369F}"/>
              </a:ext>
            </a:extLst>
          </p:cNvPr>
          <p:cNvSpPr>
            <a:spLocks noGrp="1"/>
          </p:cNvSpPr>
          <p:nvPr/>
        </p:nvSpPr>
        <p:spPr>
          <a:xfrm>
            <a:off x="6114710" y="3461317"/>
            <a:ext cx="212612" cy="212612"/>
          </a:xfrm>
          <a:prstGeom prst="rect">
            <a:avLst/>
          </a:prstGeom>
          <a:solidFill>
            <a:srgbClr val="1D4ED8"/>
          </a:solidFill>
          <a:ln w="11906">
            <a:solidFill>
              <a:srgbClr val="FFFFFF"/>
            </a:solidFill>
          </a:ln>
        </p:spPr>
      </p:sp>
      <p:sp>
        <p:nvSpPr>
          <p:cNvPr id="38" name="object-38">
            <a:extLst>
              <a:ext uri="{FF2B5EF4-FFF2-40B4-BE49-F238E27FC236}">
                <a16:creationId xmlns:a16="http://schemas.microsoft.com/office/drawing/2014/main" id="{723D027B-AE68-4FBD-A208-A7991DC9C4FA}"/>
              </a:ext>
            </a:extLst>
          </p:cNvPr>
          <p:cNvSpPr>
            <a:spLocks noGrp="1"/>
          </p:cNvSpPr>
          <p:nvPr/>
        </p:nvSpPr>
        <p:spPr>
          <a:xfrm>
            <a:off x="6327321" y="3461317"/>
            <a:ext cx="212612" cy="212612"/>
          </a:xfrm>
          <a:prstGeom prst="rect">
            <a:avLst/>
          </a:prstGeom>
          <a:solidFill>
            <a:srgbClr val="1D4ED8"/>
          </a:solidFill>
          <a:ln w="11906">
            <a:solidFill>
              <a:srgbClr val="FFFFFF"/>
            </a:solidFill>
          </a:ln>
        </p:spPr>
      </p:sp>
      <p:sp>
        <p:nvSpPr>
          <p:cNvPr id="39" name="object-39">
            <a:extLst>
              <a:ext uri="{FF2B5EF4-FFF2-40B4-BE49-F238E27FC236}">
                <a16:creationId xmlns:a16="http://schemas.microsoft.com/office/drawing/2014/main" id="{9B2C6AE4-3426-4FE6-BDBC-D1FAA3BC07EA}"/>
              </a:ext>
            </a:extLst>
          </p:cNvPr>
          <p:cNvSpPr>
            <a:spLocks noGrp="1"/>
          </p:cNvSpPr>
          <p:nvPr/>
        </p:nvSpPr>
        <p:spPr>
          <a:xfrm>
            <a:off x="6539933" y="3461317"/>
            <a:ext cx="212612" cy="212612"/>
          </a:xfrm>
          <a:prstGeom prst="rect">
            <a:avLst/>
          </a:prstGeom>
          <a:solidFill>
            <a:srgbClr val="1D4ED8"/>
          </a:solidFill>
          <a:ln w="11906">
            <a:solidFill>
              <a:srgbClr val="FFFFFF"/>
            </a:solidFill>
          </a:ln>
        </p:spPr>
      </p:sp>
      <p:sp>
        <p:nvSpPr>
          <p:cNvPr id="40" name="object-40">
            <a:extLst>
              <a:ext uri="{FF2B5EF4-FFF2-40B4-BE49-F238E27FC236}">
                <a16:creationId xmlns:a16="http://schemas.microsoft.com/office/drawing/2014/main" id="{E125E934-7756-4BFE-85E5-5F96591A48F3}"/>
              </a:ext>
            </a:extLst>
          </p:cNvPr>
          <p:cNvSpPr>
            <a:spLocks noGrp="1"/>
          </p:cNvSpPr>
          <p:nvPr/>
        </p:nvSpPr>
        <p:spPr>
          <a:xfrm>
            <a:off x="6752545" y="3461317"/>
            <a:ext cx="212612" cy="212612"/>
          </a:xfrm>
          <a:prstGeom prst="rect">
            <a:avLst/>
          </a:prstGeom>
          <a:solidFill>
            <a:srgbClr val="1D4ED8"/>
          </a:solidFill>
          <a:ln w="11906">
            <a:solidFill>
              <a:srgbClr val="FFFFFF"/>
            </a:solidFill>
          </a:ln>
        </p:spPr>
      </p:sp>
      <p:sp>
        <p:nvSpPr>
          <p:cNvPr id="41" name="object-41">
            <a:extLst>
              <a:ext uri="{FF2B5EF4-FFF2-40B4-BE49-F238E27FC236}">
                <a16:creationId xmlns:a16="http://schemas.microsoft.com/office/drawing/2014/main" id="{2A274BCF-7E9C-4663-8F0B-D5C774DE083E}"/>
              </a:ext>
            </a:extLst>
          </p:cNvPr>
          <p:cNvSpPr>
            <a:spLocks noGrp="1"/>
          </p:cNvSpPr>
          <p:nvPr/>
        </p:nvSpPr>
        <p:spPr>
          <a:xfrm>
            <a:off x="6965156" y="3461317"/>
            <a:ext cx="212612" cy="212612"/>
          </a:xfrm>
          <a:prstGeom prst="rect">
            <a:avLst/>
          </a:prstGeom>
          <a:solidFill>
            <a:srgbClr val="1D4ED8"/>
          </a:solidFill>
          <a:ln w="11906">
            <a:solidFill>
              <a:srgbClr val="FFFFFF"/>
            </a:solidFill>
          </a:ln>
        </p:spPr>
      </p:sp>
      <p:sp>
        <p:nvSpPr>
          <p:cNvPr id="42" name="object-42">
            <a:extLst>
              <a:ext uri="{FF2B5EF4-FFF2-40B4-BE49-F238E27FC236}">
                <a16:creationId xmlns:a16="http://schemas.microsoft.com/office/drawing/2014/main" id="{DFA7EB7C-4882-4581-AC56-691652732278}"/>
              </a:ext>
            </a:extLst>
          </p:cNvPr>
          <p:cNvSpPr>
            <a:spLocks noGrp="1"/>
          </p:cNvSpPr>
          <p:nvPr/>
        </p:nvSpPr>
        <p:spPr>
          <a:xfrm>
            <a:off x="7177768" y="3461317"/>
            <a:ext cx="212612" cy="212612"/>
          </a:xfrm>
          <a:prstGeom prst="rect">
            <a:avLst/>
          </a:prstGeom>
          <a:solidFill>
            <a:srgbClr val="1D4ED8"/>
          </a:solidFill>
          <a:ln w="11906">
            <a:solidFill>
              <a:srgbClr val="FFFFFF"/>
            </a:solidFill>
          </a:ln>
        </p:spPr>
      </p:sp>
      <p:sp>
        <p:nvSpPr>
          <p:cNvPr id="43" name="object-43">
            <a:extLst>
              <a:ext uri="{FF2B5EF4-FFF2-40B4-BE49-F238E27FC236}">
                <a16:creationId xmlns:a16="http://schemas.microsoft.com/office/drawing/2014/main" id="{AB275FBB-DA70-42B1-BC06-1B5491DBBDCF}"/>
              </a:ext>
            </a:extLst>
          </p:cNvPr>
          <p:cNvSpPr>
            <a:spLocks noGrp="1"/>
          </p:cNvSpPr>
          <p:nvPr/>
        </p:nvSpPr>
        <p:spPr>
          <a:xfrm>
            <a:off x="7390379" y="3461317"/>
            <a:ext cx="212612" cy="212612"/>
          </a:xfrm>
          <a:prstGeom prst="rect">
            <a:avLst/>
          </a:prstGeom>
          <a:solidFill>
            <a:srgbClr val="1D4ED8"/>
          </a:solidFill>
          <a:ln w="11906">
            <a:solidFill>
              <a:srgbClr val="FFFFFF"/>
            </a:solidFill>
          </a:ln>
        </p:spPr>
      </p:sp>
      <p:sp>
        <p:nvSpPr>
          <p:cNvPr id="44" name="object-44">
            <a:extLst>
              <a:ext uri="{FF2B5EF4-FFF2-40B4-BE49-F238E27FC236}">
                <a16:creationId xmlns:a16="http://schemas.microsoft.com/office/drawing/2014/main" id="{E6136D38-DBFC-4923-910E-2286824540A6}"/>
              </a:ext>
            </a:extLst>
          </p:cNvPr>
          <p:cNvSpPr>
            <a:spLocks noGrp="1"/>
          </p:cNvSpPr>
          <p:nvPr/>
        </p:nvSpPr>
        <p:spPr>
          <a:xfrm>
            <a:off x="7602991" y="3461317"/>
            <a:ext cx="212612" cy="212612"/>
          </a:xfrm>
          <a:prstGeom prst="rect">
            <a:avLst/>
          </a:prstGeom>
          <a:solidFill>
            <a:srgbClr val="1D4ED8"/>
          </a:solidFill>
          <a:ln w="11906">
            <a:solidFill>
              <a:srgbClr val="FFFFFF"/>
            </a:solidFill>
          </a:ln>
        </p:spPr>
      </p:sp>
      <p:sp>
        <p:nvSpPr>
          <p:cNvPr id="45" name="object-45">
            <a:extLst>
              <a:ext uri="{FF2B5EF4-FFF2-40B4-BE49-F238E27FC236}">
                <a16:creationId xmlns:a16="http://schemas.microsoft.com/office/drawing/2014/main" id="{14C51443-0ACD-4DB5-93BB-0920F607EB50}"/>
              </a:ext>
            </a:extLst>
          </p:cNvPr>
          <p:cNvSpPr>
            <a:spLocks noGrp="1"/>
          </p:cNvSpPr>
          <p:nvPr/>
        </p:nvSpPr>
        <p:spPr>
          <a:xfrm>
            <a:off x="7815603" y="3461317"/>
            <a:ext cx="212612" cy="212612"/>
          </a:xfrm>
          <a:prstGeom prst="rect">
            <a:avLst/>
          </a:prstGeom>
          <a:solidFill>
            <a:srgbClr val="1D4ED8"/>
          </a:solidFill>
          <a:ln w="11906">
            <a:solidFill>
              <a:srgbClr val="FFFFFF"/>
            </a:solidFill>
          </a:ln>
        </p:spPr>
      </p:sp>
      <p:sp>
        <p:nvSpPr>
          <p:cNvPr id="46" name="object-46">
            <a:extLst>
              <a:ext uri="{FF2B5EF4-FFF2-40B4-BE49-F238E27FC236}">
                <a16:creationId xmlns:a16="http://schemas.microsoft.com/office/drawing/2014/main" id="{13DCB03B-D9FA-44E6-B4F6-48394D85462E}"/>
              </a:ext>
            </a:extLst>
          </p:cNvPr>
          <p:cNvSpPr>
            <a:spLocks noGrp="1"/>
          </p:cNvSpPr>
          <p:nvPr/>
        </p:nvSpPr>
        <p:spPr>
          <a:xfrm>
            <a:off x="8028214" y="3461317"/>
            <a:ext cx="212612" cy="212612"/>
          </a:xfrm>
          <a:prstGeom prst="rect">
            <a:avLst/>
          </a:prstGeom>
          <a:solidFill>
            <a:srgbClr val="1D4ED8"/>
          </a:solidFill>
          <a:ln w="11906">
            <a:solidFill>
              <a:srgbClr val="FFFFFF"/>
            </a:solidFill>
          </a:ln>
        </p:spPr>
      </p:sp>
      <p:sp>
        <p:nvSpPr>
          <p:cNvPr id="47" name="object-47">
            <a:extLst>
              <a:ext uri="{FF2B5EF4-FFF2-40B4-BE49-F238E27FC236}">
                <a16:creationId xmlns:a16="http://schemas.microsoft.com/office/drawing/2014/main" id="{03EC9B78-C177-4582-BB36-4DF5E380352F}"/>
              </a:ext>
            </a:extLst>
          </p:cNvPr>
          <p:cNvSpPr>
            <a:spLocks noGrp="1"/>
          </p:cNvSpPr>
          <p:nvPr/>
        </p:nvSpPr>
        <p:spPr>
          <a:xfrm>
            <a:off x="8240826" y="3461317"/>
            <a:ext cx="212612" cy="212612"/>
          </a:xfrm>
          <a:prstGeom prst="rect">
            <a:avLst/>
          </a:prstGeom>
          <a:solidFill>
            <a:srgbClr val="1D4ED8"/>
          </a:solidFill>
          <a:ln w="11906">
            <a:solidFill>
              <a:srgbClr val="FFFFFF"/>
            </a:solidFill>
          </a:ln>
        </p:spPr>
      </p:sp>
      <p:sp>
        <p:nvSpPr>
          <p:cNvPr id="48" name="object-48">
            <a:extLst>
              <a:ext uri="{FF2B5EF4-FFF2-40B4-BE49-F238E27FC236}">
                <a16:creationId xmlns:a16="http://schemas.microsoft.com/office/drawing/2014/main" id="{8FF596C1-8B9F-4210-A5D2-CB41CDBB9E2D}"/>
              </a:ext>
            </a:extLst>
          </p:cNvPr>
          <p:cNvSpPr>
            <a:spLocks noGrp="1"/>
          </p:cNvSpPr>
          <p:nvPr/>
        </p:nvSpPr>
        <p:spPr>
          <a:xfrm>
            <a:off x="5476875" y="3673929"/>
            <a:ext cx="212612" cy="212612"/>
          </a:xfrm>
          <a:prstGeom prst="rect">
            <a:avLst/>
          </a:prstGeom>
          <a:solidFill>
            <a:srgbClr val="1D4ED8"/>
          </a:solidFill>
          <a:ln w="11906">
            <a:solidFill>
              <a:srgbClr val="FFFFFF"/>
            </a:solidFill>
          </a:ln>
        </p:spPr>
      </p:sp>
      <p:sp>
        <p:nvSpPr>
          <p:cNvPr id="49" name="object-49">
            <a:extLst>
              <a:ext uri="{FF2B5EF4-FFF2-40B4-BE49-F238E27FC236}">
                <a16:creationId xmlns:a16="http://schemas.microsoft.com/office/drawing/2014/main" id="{AE54AFA3-59B7-4212-89CC-9D93701968F4}"/>
              </a:ext>
            </a:extLst>
          </p:cNvPr>
          <p:cNvSpPr>
            <a:spLocks noGrp="1"/>
          </p:cNvSpPr>
          <p:nvPr/>
        </p:nvSpPr>
        <p:spPr>
          <a:xfrm>
            <a:off x="5689487" y="3673929"/>
            <a:ext cx="212612" cy="212612"/>
          </a:xfrm>
          <a:prstGeom prst="rect">
            <a:avLst/>
          </a:prstGeom>
          <a:solidFill>
            <a:srgbClr val="1D4ED8"/>
          </a:solidFill>
          <a:ln w="11906">
            <a:solidFill>
              <a:srgbClr val="FFFFFF"/>
            </a:solidFill>
          </a:ln>
        </p:spPr>
      </p:sp>
      <p:sp>
        <p:nvSpPr>
          <p:cNvPr id="50" name="object-50">
            <a:extLst>
              <a:ext uri="{FF2B5EF4-FFF2-40B4-BE49-F238E27FC236}">
                <a16:creationId xmlns:a16="http://schemas.microsoft.com/office/drawing/2014/main" id="{8907C80A-D7F7-459C-8B4B-A082CEAAD1ED}"/>
              </a:ext>
            </a:extLst>
          </p:cNvPr>
          <p:cNvSpPr>
            <a:spLocks noGrp="1"/>
          </p:cNvSpPr>
          <p:nvPr/>
        </p:nvSpPr>
        <p:spPr>
          <a:xfrm>
            <a:off x="5902098" y="3673929"/>
            <a:ext cx="212612" cy="212612"/>
          </a:xfrm>
          <a:prstGeom prst="rect">
            <a:avLst/>
          </a:prstGeom>
          <a:solidFill>
            <a:srgbClr val="1D4ED8"/>
          </a:solidFill>
          <a:ln w="11906">
            <a:solidFill>
              <a:srgbClr val="FFFFFF"/>
            </a:solidFill>
          </a:ln>
        </p:spPr>
      </p:sp>
      <p:sp>
        <p:nvSpPr>
          <p:cNvPr id="51" name="object-51">
            <a:extLst>
              <a:ext uri="{FF2B5EF4-FFF2-40B4-BE49-F238E27FC236}">
                <a16:creationId xmlns:a16="http://schemas.microsoft.com/office/drawing/2014/main" id="{43BD75AB-ACB2-46ED-97EE-43334306E3B5}"/>
              </a:ext>
            </a:extLst>
          </p:cNvPr>
          <p:cNvSpPr>
            <a:spLocks noGrp="1"/>
          </p:cNvSpPr>
          <p:nvPr/>
        </p:nvSpPr>
        <p:spPr>
          <a:xfrm>
            <a:off x="6114710" y="3673929"/>
            <a:ext cx="212612" cy="212612"/>
          </a:xfrm>
          <a:prstGeom prst="rect">
            <a:avLst/>
          </a:prstGeom>
          <a:solidFill>
            <a:srgbClr val="1D4ED8"/>
          </a:solidFill>
          <a:ln w="11906">
            <a:solidFill>
              <a:srgbClr val="FFFFFF"/>
            </a:solidFill>
          </a:ln>
        </p:spPr>
      </p:sp>
      <p:sp>
        <p:nvSpPr>
          <p:cNvPr id="52" name="object-52">
            <a:extLst>
              <a:ext uri="{FF2B5EF4-FFF2-40B4-BE49-F238E27FC236}">
                <a16:creationId xmlns:a16="http://schemas.microsoft.com/office/drawing/2014/main" id="{615DEEEA-5CD7-4D77-8C50-2B4E22A57C1B}"/>
              </a:ext>
            </a:extLst>
          </p:cNvPr>
          <p:cNvSpPr>
            <a:spLocks noGrp="1"/>
          </p:cNvSpPr>
          <p:nvPr/>
        </p:nvSpPr>
        <p:spPr>
          <a:xfrm>
            <a:off x="6327321" y="3673929"/>
            <a:ext cx="212612" cy="212612"/>
          </a:xfrm>
          <a:prstGeom prst="rect">
            <a:avLst/>
          </a:prstGeom>
          <a:solidFill>
            <a:srgbClr val="1D4ED8"/>
          </a:solidFill>
          <a:ln w="11906">
            <a:solidFill>
              <a:srgbClr val="FFFFFF"/>
            </a:solidFill>
          </a:ln>
        </p:spPr>
      </p:sp>
      <p:sp>
        <p:nvSpPr>
          <p:cNvPr id="53" name="object-53">
            <a:extLst>
              <a:ext uri="{FF2B5EF4-FFF2-40B4-BE49-F238E27FC236}">
                <a16:creationId xmlns:a16="http://schemas.microsoft.com/office/drawing/2014/main" id="{0B9777DF-A9C3-4353-8452-F504A23E5152}"/>
              </a:ext>
            </a:extLst>
          </p:cNvPr>
          <p:cNvSpPr>
            <a:spLocks noGrp="1"/>
          </p:cNvSpPr>
          <p:nvPr/>
        </p:nvSpPr>
        <p:spPr>
          <a:xfrm>
            <a:off x="6539933" y="3673929"/>
            <a:ext cx="212612" cy="212612"/>
          </a:xfrm>
          <a:prstGeom prst="rect">
            <a:avLst/>
          </a:prstGeom>
          <a:solidFill>
            <a:srgbClr val="1D4ED8"/>
          </a:solidFill>
          <a:ln w="11906">
            <a:solidFill>
              <a:srgbClr val="FFFFFF"/>
            </a:solidFill>
          </a:ln>
        </p:spPr>
      </p:sp>
      <p:sp>
        <p:nvSpPr>
          <p:cNvPr id="54" name="object-54">
            <a:extLst>
              <a:ext uri="{FF2B5EF4-FFF2-40B4-BE49-F238E27FC236}">
                <a16:creationId xmlns:a16="http://schemas.microsoft.com/office/drawing/2014/main" id="{170A5E9F-ECD6-4F24-B0DF-3883F49BDAAC}"/>
              </a:ext>
            </a:extLst>
          </p:cNvPr>
          <p:cNvSpPr>
            <a:spLocks noGrp="1"/>
          </p:cNvSpPr>
          <p:nvPr/>
        </p:nvSpPr>
        <p:spPr>
          <a:xfrm>
            <a:off x="6752545" y="3673929"/>
            <a:ext cx="212612" cy="212612"/>
          </a:xfrm>
          <a:prstGeom prst="rect">
            <a:avLst/>
          </a:prstGeom>
          <a:solidFill>
            <a:srgbClr val="1D4ED8"/>
          </a:solidFill>
          <a:ln w="11906">
            <a:solidFill>
              <a:srgbClr val="FFFFFF"/>
            </a:solidFill>
          </a:ln>
        </p:spPr>
      </p:sp>
      <p:sp>
        <p:nvSpPr>
          <p:cNvPr id="55" name="object-55">
            <a:extLst>
              <a:ext uri="{FF2B5EF4-FFF2-40B4-BE49-F238E27FC236}">
                <a16:creationId xmlns:a16="http://schemas.microsoft.com/office/drawing/2014/main" id="{95653F11-858A-4516-950B-D106EAEA194E}"/>
              </a:ext>
            </a:extLst>
          </p:cNvPr>
          <p:cNvSpPr>
            <a:spLocks noGrp="1"/>
          </p:cNvSpPr>
          <p:nvPr/>
        </p:nvSpPr>
        <p:spPr>
          <a:xfrm>
            <a:off x="6965156" y="3673929"/>
            <a:ext cx="212612" cy="212612"/>
          </a:xfrm>
          <a:prstGeom prst="rect">
            <a:avLst/>
          </a:prstGeom>
          <a:solidFill>
            <a:srgbClr val="1D4ED8"/>
          </a:solidFill>
          <a:ln w="11906">
            <a:solidFill>
              <a:srgbClr val="FFFFFF"/>
            </a:solidFill>
          </a:ln>
        </p:spPr>
      </p:sp>
      <p:sp>
        <p:nvSpPr>
          <p:cNvPr id="56" name="object-56">
            <a:extLst>
              <a:ext uri="{FF2B5EF4-FFF2-40B4-BE49-F238E27FC236}">
                <a16:creationId xmlns:a16="http://schemas.microsoft.com/office/drawing/2014/main" id="{CEA89906-F6B5-470B-B0EE-A13900E63586}"/>
              </a:ext>
            </a:extLst>
          </p:cNvPr>
          <p:cNvSpPr>
            <a:spLocks noGrp="1"/>
          </p:cNvSpPr>
          <p:nvPr/>
        </p:nvSpPr>
        <p:spPr>
          <a:xfrm>
            <a:off x="7177768" y="3673929"/>
            <a:ext cx="212612" cy="212612"/>
          </a:xfrm>
          <a:prstGeom prst="rect">
            <a:avLst/>
          </a:prstGeom>
          <a:solidFill>
            <a:srgbClr val="1D4ED8"/>
          </a:solidFill>
          <a:ln w="11906">
            <a:solidFill>
              <a:srgbClr val="FFFFFF"/>
            </a:solidFill>
          </a:ln>
        </p:spPr>
      </p:sp>
      <p:sp>
        <p:nvSpPr>
          <p:cNvPr id="57" name="object-57">
            <a:extLst>
              <a:ext uri="{FF2B5EF4-FFF2-40B4-BE49-F238E27FC236}">
                <a16:creationId xmlns:a16="http://schemas.microsoft.com/office/drawing/2014/main" id="{1931FF1A-B20B-4557-A311-35D8052C44DF}"/>
              </a:ext>
            </a:extLst>
          </p:cNvPr>
          <p:cNvSpPr>
            <a:spLocks noGrp="1"/>
          </p:cNvSpPr>
          <p:nvPr/>
        </p:nvSpPr>
        <p:spPr>
          <a:xfrm>
            <a:off x="7390379" y="3673929"/>
            <a:ext cx="212612" cy="212612"/>
          </a:xfrm>
          <a:prstGeom prst="rect">
            <a:avLst/>
          </a:prstGeom>
          <a:solidFill>
            <a:srgbClr val="1D4ED8"/>
          </a:solidFill>
          <a:ln w="11906">
            <a:solidFill>
              <a:srgbClr val="FFFFFF"/>
            </a:solidFill>
          </a:ln>
        </p:spPr>
      </p:sp>
      <p:sp>
        <p:nvSpPr>
          <p:cNvPr id="58" name="object-58">
            <a:extLst>
              <a:ext uri="{FF2B5EF4-FFF2-40B4-BE49-F238E27FC236}">
                <a16:creationId xmlns:a16="http://schemas.microsoft.com/office/drawing/2014/main" id="{69BD5861-B57C-40F4-A184-CF1C5E95542C}"/>
              </a:ext>
            </a:extLst>
          </p:cNvPr>
          <p:cNvSpPr>
            <a:spLocks noGrp="1"/>
          </p:cNvSpPr>
          <p:nvPr/>
        </p:nvSpPr>
        <p:spPr>
          <a:xfrm>
            <a:off x="7602991" y="3673929"/>
            <a:ext cx="212612" cy="212612"/>
          </a:xfrm>
          <a:prstGeom prst="rect">
            <a:avLst/>
          </a:prstGeom>
          <a:solidFill>
            <a:srgbClr val="1D4ED8"/>
          </a:solidFill>
          <a:ln w="11906">
            <a:solidFill>
              <a:srgbClr val="FFFFFF"/>
            </a:solidFill>
          </a:ln>
        </p:spPr>
      </p:sp>
      <p:sp>
        <p:nvSpPr>
          <p:cNvPr id="59" name="object-59">
            <a:extLst>
              <a:ext uri="{FF2B5EF4-FFF2-40B4-BE49-F238E27FC236}">
                <a16:creationId xmlns:a16="http://schemas.microsoft.com/office/drawing/2014/main" id="{DEF1536E-A5A6-4416-A0BD-C09AFB29247C}"/>
              </a:ext>
            </a:extLst>
          </p:cNvPr>
          <p:cNvSpPr>
            <a:spLocks noGrp="1"/>
          </p:cNvSpPr>
          <p:nvPr/>
        </p:nvSpPr>
        <p:spPr>
          <a:xfrm>
            <a:off x="7815603" y="3673929"/>
            <a:ext cx="212612" cy="212612"/>
          </a:xfrm>
          <a:prstGeom prst="rect">
            <a:avLst/>
          </a:prstGeom>
          <a:solidFill>
            <a:srgbClr val="1D4ED8"/>
          </a:solidFill>
          <a:ln w="11906">
            <a:solidFill>
              <a:srgbClr val="FFFFFF"/>
            </a:solidFill>
          </a:ln>
        </p:spPr>
      </p:sp>
      <p:sp>
        <p:nvSpPr>
          <p:cNvPr id="60" name="object-60">
            <a:extLst>
              <a:ext uri="{FF2B5EF4-FFF2-40B4-BE49-F238E27FC236}">
                <a16:creationId xmlns:a16="http://schemas.microsoft.com/office/drawing/2014/main" id="{703AC209-0AFC-4E3C-ACC6-DD4F9BC0AB78}"/>
              </a:ext>
            </a:extLst>
          </p:cNvPr>
          <p:cNvSpPr>
            <a:spLocks noGrp="1"/>
          </p:cNvSpPr>
          <p:nvPr/>
        </p:nvSpPr>
        <p:spPr>
          <a:xfrm>
            <a:off x="8028214" y="3673929"/>
            <a:ext cx="212612" cy="212612"/>
          </a:xfrm>
          <a:prstGeom prst="rect">
            <a:avLst/>
          </a:prstGeom>
          <a:solidFill>
            <a:srgbClr val="1D4ED8"/>
          </a:solidFill>
          <a:ln w="11906">
            <a:solidFill>
              <a:srgbClr val="FFFFFF"/>
            </a:solidFill>
          </a:ln>
        </p:spPr>
      </p:sp>
      <p:sp>
        <p:nvSpPr>
          <p:cNvPr id="61" name="object-61">
            <a:extLst>
              <a:ext uri="{FF2B5EF4-FFF2-40B4-BE49-F238E27FC236}">
                <a16:creationId xmlns:a16="http://schemas.microsoft.com/office/drawing/2014/main" id="{0D9E2F01-71B2-41A2-B115-244F9DC7C0BA}"/>
              </a:ext>
            </a:extLst>
          </p:cNvPr>
          <p:cNvSpPr>
            <a:spLocks noGrp="1"/>
          </p:cNvSpPr>
          <p:nvPr/>
        </p:nvSpPr>
        <p:spPr>
          <a:xfrm>
            <a:off x="8240826" y="3673929"/>
            <a:ext cx="212612" cy="212612"/>
          </a:xfrm>
          <a:prstGeom prst="rect">
            <a:avLst/>
          </a:prstGeom>
          <a:solidFill>
            <a:srgbClr val="1D4ED8"/>
          </a:solidFill>
          <a:ln w="11906">
            <a:solidFill>
              <a:srgbClr val="FFFFFF"/>
            </a:solidFill>
          </a:ln>
        </p:spPr>
      </p:sp>
      <p:sp>
        <p:nvSpPr>
          <p:cNvPr id="62" name="object-62">
            <a:extLst>
              <a:ext uri="{FF2B5EF4-FFF2-40B4-BE49-F238E27FC236}">
                <a16:creationId xmlns:a16="http://schemas.microsoft.com/office/drawing/2014/main" id="{2DC5978A-6B11-45E9-90FA-53658311D527}"/>
              </a:ext>
            </a:extLst>
          </p:cNvPr>
          <p:cNvSpPr>
            <a:spLocks noGrp="1"/>
          </p:cNvSpPr>
          <p:nvPr/>
        </p:nvSpPr>
        <p:spPr>
          <a:xfrm>
            <a:off x="5476875" y="3886540"/>
            <a:ext cx="212612" cy="212612"/>
          </a:xfrm>
          <a:prstGeom prst="rect">
            <a:avLst/>
          </a:prstGeom>
          <a:solidFill>
            <a:srgbClr val="1D4ED8"/>
          </a:solidFill>
          <a:ln w="11906">
            <a:solidFill>
              <a:srgbClr val="FFFFFF"/>
            </a:solidFill>
          </a:ln>
        </p:spPr>
      </p:sp>
      <p:sp>
        <p:nvSpPr>
          <p:cNvPr id="63" name="object-63">
            <a:extLst>
              <a:ext uri="{FF2B5EF4-FFF2-40B4-BE49-F238E27FC236}">
                <a16:creationId xmlns:a16="http://schemas.microsoft.com/office/drawing/2014/main" id="{0E84F160-AC7C-4EED-AC49-B6044434E482}"/>
              </a:ext>
            </a:extLst>
          </p:cNvPr>
          <p:cNvSpPr>
            <a:spLocks noGrp="1"/>
          </p:cNvSpPr>
          <p:nvPr/>
        </p:nvSpPr>
        <p:spPr>
          <a:xfrm>
            <a:off x="5689487" y="3886540"/>
            <a:ext cx="212612" cy="212612"/>
          </a:xfrm>
          <a:prstGeom prst="rect">
            <a:avLst/>
          </a:prstGeom>
          <a:solidFill>
            <a:srgbClr val="1D4ED8"/>
          </a:solidFill>
          <a:ln w="11906">
            <a:solidFill>
              <a:srgbClr val="FFFFFF"/>
            </a:solidFill>
          </a:ln>
        </p:spPr>
      </p:sp>
      <p:sp>
        <p:nvSpPr>
          <p:cNvPr id="64" name="object-64">
            <a:extLst>
              <a:ext uri="{FF2B5EF4-FFF2-40B4-BE49-F238E27FC236}">
                <a16:creationId xmlns:a16="http://schemas.microsoft.com/office/drawing/2014/main" id="{AE689FD7-2A5F-4EDE-AA11-ADAE4BCFE32A}"/>
              </a:ext>
            </a:extLst>
          </p:cNvPr>
          <p:cNvSpPr>
            <a:spLocks noGrp="1"/>
          </p:cNvSpPr>
          <p:nvPr/>
        </p:nvSpPr>
        <p:spPr>
          <a:xfrm>
            <a:off x="5902098" y="3886540"/>
            <a:ext cx="212612" cy="212612"/>
          </a:xfrm>
          <a:prstGeom prst="rect">
            <a:avLst/>
          </a:prstGeom>
          <a:solidFill>
            <a:srgbClr val="1D4ED8"/>
          </a:solidFill>
          <a:ln w="11906">
            <a:solidFill>
              <a:srgbClr val="FFFFFF"/>
            </a:solidFill>
          </a:ln>
        </p:spPr>
      </p:sp>
      <p:sp>
        <p:nvSpPr>
          <p:cNvPr id="65" name="object-65">
            <a:extLst>
              <a:ext uri="{FF2B5EF4-FFF2-40B4-BE49-F238E27FC236}">
                <a16:creationId xmlns:a16="http://schemas.microsoft.com/office/drawing/2014/main" id="{DB54E387-C1C6-4135-9615-2185777CF36F}"/>
              </a:ext>
            </a:extLst>
          </p:cNvPr>
          <p:cNvSpPr>
            <a:spLocks noGrp="1"/>
          </p:cNvSpPr>
          <p:nvPr/>
        </p:nvSpPr>
        <p:spPr>
          <a:xfrm>
            <a:off x="6114710" y="3886540"/>
            <a:ext cx="212612" cy="212612"/>
          </a:xfrm>
          <a:prstGeom prst="rect">
            <a:avLst/>
          </a:prstGeom>
          <a:solidFill>
            <a:srgbClr val="1D4ED8"/>
          </a:solidFill>
          <a:ln w="11906">
            <a:solidFill>
              <a:srgbClr val="FFFFFF"/>
            </a:solidFill>
          </a:ln>
        </p:spPr>
      </p:sp>
      <p:sp>
        <p:nvSpPr>
          <p:cNvPr id="66" name="object-66">
            <a:extLst>
              <a:ext uri="{FF2B5EF4-FFF2-40B4-BE49-F238E27FC236}">
                <a16:creationId xmlns:a16="http://schemas.microsoft.com/office/drawing/2014/main" id="{0FEA7A8A-6C7B-4ABD-920F-7A4D998F571F}"/>
              </a:ext>
            </a:extLst>
          </p:cNvPr>
          <p:cNvSpPr>
            <a:spLocks noGrp="1"/>
          </p:cNvSpPr>
          <p:nvPr/>
        </p:nvSpPr>
        <p:spPr>
          <a:xfrm>
            <a:off x="6327321" y="3886540"/>
            <a:ext cx="212612" cy="212612"/>
          </a:xfrm>
          <a:prstGeom prst="rect">
            <a:avLst/>
          </a:prstGeom>
          <a:solidFill>
            <a:srgbClr val="1D4ED8"/>
          </a:solidFill>
          <a:ln w="11906">
            <a:solidFill>
              <a:srgbClr val="FFFFFF"/>
            </a:solidFill>
          </a:ln>
        </p:spPr>
      </p:sp>
      <p:sp>
        <p:nvSpPr>
          <p:cNvPr id="67" name="object-67">
            <a:extLst>
              <a:ext uri="{FF2B5EF4-FFF2-40B4-BE49-F238E27FC236}">
                <a16:creationId xmlns:a16="http://schemas.microsoft.com/office/drawing/2014/main" id="{E902E41A-865E-4C8C-9195-F28A38FCAE18}"/>
              </a:ext>
            </a:extLst>
          </p:cNvPr>
          <p:cNvSpPr>
            <a:spLocks noGrp="1"/>
          </p:cNvSpPr>
          <p:nvPr/>
        </p:nvSpPr>
        <p:spPr>
          <a:xfrm>
            <a:off x="6539933" y="3886540"/>
            <a:ext cx="212612" cy="212612"/>
          </a:xfrm>
          <a:prstGeom prst="rect">
            <a:avLst/>
          </a:prstGeom>
          <a:solidFill>
            <a:srgbClr val="1D4ED8"/>
          </a:solidFill>
          <a:ln w="11906">
            <a:solidFill>
              <a:srgbClr val="FFFFFF"/>
            </a:solidFill>
          </a:ln>
        </p:spPr>
      </p:sp>
      <p:sp>
        <p:nvSpPr>
          <p:cNvPr id="68" name="object-68">
            <a:extLst>
              <a:ext uri="{FF2B5EF4-FFF2-40B4-BE49-F238E27FC236}">
                <a16:creationId xmlns:a16="http://schemas.microsoft.com/office/drawing/2014/main" id="{BA91E7B4-2FBE-497A-B3AC-6EB30D9FDE14}"/>
              </a:ext>
            </a:extLst>
          </p:cNvPr>
          <p:cNvSpPr>
            <a:spLocks noGrp="1"/>
          </p:cNvSpPr>
          <p:nvPr/>
        </p:nvSpPr>
        <p:spPr>
          <a:xfrm>
            <a:off x="6752545" y="3886540"/>
            <a:ext cx="212612" cy="212612"/>
          </a:xfrm>
          <a:prstGeom prst="rect">
            <a:avLst/>
          </a:prstGeom>
          <a:solidFill>
            <a:srgbClr val="1D4ED8"/>
          </a:solidFill>
          <a:ln w="11906">
            <a:solidFill>
              <a:srgbClr val="FFFFFF"/>
            </a:solidFill>
          </a:ln>
        </p:spPr>
      </p:sp>
      <p:sp>
        <p:nvSpPr>
          <p:cNvPr id="69" name="object-69">
            <a:extLst>
              <a:ext uri="{FF2B5EF4-FFF2-40B4-BE49-F238E27FC236}">
                <a16:creationId xmlns:a16="http://schemas.microsoft.com/office/drawing/2014/main" id="{470584AD-E580-4300-980F-037822FD39E5}"/>
              </a:ext>
            </a:extLst>
          </p:cNvPr>
          <p:cNvSpPr>
            <a:spLocks noGrp="1"/>
          </p:cNvSpPr>
          <p:nvPr/>
        </p:nvSpPr>
        <p:spPr>
          <a:xfrm>
            <a:off x="6965156" y="3886540"/>
            <a:ext cx="212612" cy="212612"/>
          </a:xfrm>
          <a:prstGeom prst="rect">
            <a:avLst/>
          </a:prstGeom>
          <a:solidFill>
            <a:srgbClr val="1D4ED8"/>
          </a:solidFill>
          <a:ln w="11906">
            <a:solidFill>
              <a:srgbClr val="FFFFFF"/>
            </a:solidFill>
          </a:ln>
        </p:spPr>
      </p:sp>
      <p:sp>
        <p:nvSpPr>
          <p:cNvPr id="70" name="object-70">
            <a:extLst>
              <a:ext uri="{FF2B5EF4-FFF2-40B4-BE49-F238E27FC236}">
                <a16:creationId xmlns:a16="http://schemas.microsoft.com/office/drawing/2014/main" id="{8A7F4A2E-65E7-40FB-B97E-B28C0670D067}"/>
              </a:ext>
            </a:extLst>
          </p:cNvPr>
          <p:cNvSpPr>
            <a:spLocks noGrp="1"/>
          </p:cNvSpPr>
          <p:nvPr/>
        </p:nvSpPr>
        <p:spPr>
          <a:xfrm>
            <a:off x="7177768" y="3886540"/>
            <a:ext cx="212612" cy="212612"/>
          </a:xfrm>
          <a:prstGeom prst="rect">
            <a:avLst/>
          </a:prstGeom>
          <a:solidFill>
            <a:srgbClr val="1D4ED8"/>
          </a:solidFill>
          <a:ln w="11906">
            <a:solidFill>
              <a:srgbClr val="FFFFFF"/>
            </a:solidFill>
          </a:ln>
        </p:spPr>
      </p:sp>
      <p:sp>
        <p:nvSpPr>
          <p:cNvPr id="71" name="object-71">
            <a:extLst>
              <a:ext uri="{FF2B5EF4-FFF2-40B4-BE49-F238E27FC236}">
                <a16:creationId xmlns:a16="http://schemas.microsoft.com/office/drawing/2014/main" id="{FD2C2887-8C9C-4559-8351-CC3B3E51BC83}"/>
              </a:ext>
            </a:extLst>
          </p:cNvPr>
          <p:cNvSpPr>
            <a:spLocks noGrp="1"/>
          </p:cNvSpPr>
          <p:nvPr/>
        </p:nvSpPr>
        <p:spPr>
          <a:xfrm>
            <a:off x="7390379" y="3886540"/>
            <a:ext cx="212612" cy="212612"/>
          </a:xfrm>
          <a:prstGeom prst="rect">
            <a:avLst/>
          </a:prstGeom>
          <a:solidFill>
            <a:srgbClr val="1D4ED8"/>
          </a:solidFill>
          <a:ln w="11906">
            <a:solidFill>
              <a:srgbClr val="FFFFFF"/>
            </a:solidFill>
          </a:ln>
        </p:spPr>
      </p:sp>
      <p:sp>
        <p:nvSpPr>
          <p:cNvPr id="72" name="object-72">
            <a:extLst>
              <a:ext uri="{FF2B5EF4-FFF2-40B4-BE49-F238E27FC236}">
                <a16:creationId xmlns:a16="http://schemas.microsoft.com/office/drawing/2014/main" id="{06AC67C3-351F-4B94-AE49-918BF42D8511}"/>
              </a:ext>
            </a:extLst>
          </p:cNvPr>
          <p:cNvSpPr>
            <a:spLocks noGrp="1"/>
          </p:cNvSpPr>
          <p:nvPr/>
        </p:nvSpPr>
        <p:spPr>
          <a:xfrm>
            <a:off x="7602991" y="3886540"/>
            <a:ext cx="212612" cy="212612"/>
          </a:xfrm>
          <a:prstGeom prst="rect">
            <a:avLst/>
          </a:prstGeom>
          <a:solidFill>
            <a:srgbClr val="1D4ED8"/>
          </a:solidFill>
          <a:ln w="11906">
            <a:solidFill>
              <a:srgbClr val="FFFFFF"/>
            </a:solidFill>
          </a:ln>
        </p:spPr>
      </p:sp>
      <p:sp>
        <p:nvSpPr>
          <p:cNvPr id="73" name="object-73">
            <a:extLst>
              <a:ext uri="{FF2B5EF4-FFF2-40B4-BE49-F238E27FC236}">
                <a16:creationId xmlns:a16="http://schemas.microsoft.com/office/drawing/2014/main" id="{7DDAB1BB-7064-47F5-86BF-5C1DEC4AB9C8}"/>
              </a:ext>
            </a:extLst>
          </p:cNvPr>
          <p:cNvSpPr>
            <a:spLocks noGrp="1"/>
          </p:cNvSpPr>
          <p:nvPr/>
        </p:nvSpPr>
        <p:spPr>
          <a:xfrm>
            <a:off x="7815603" y="3886540"/>
            <a:ext cx="212612" cy="212612"/>
          </a:xfrm>
          <a:prstGeom prst="rect">
            <a:avLst/>
          </a:prstGeom>
          <a:solidFill>
            <a:srgbClr val="1D4ED8"/>
          </a:solidFill>
          <a:ln w="11906">
            <a:solidFill>
              <a:srgbClr val="FFFFFF"/>
            </a:solidFill>
          </a:ln>
        </p:spPr>
      </p:sp>
      <p:sp>
        <p:nvSpPr>
          <p:cNvPr id="74" name="object-74">
            <a:extLst>
              <a:ext uri="{FF2B5EF4-FFF2-40B4-BE49-F238E27FC236}">
                <a16:creationId xmlns:a16="http://schemas.microsoft.com/office/drawing/2014/main" id="{6C8564A6-0597-4049-9D23-D7BEA2943068}"/>
              </a:ext>
            </a:extLst>
          </p:cNvPr>
          <p:cNvSpPr>
            <a:spLocks noGrp="1"/>
          </p:cNvSpPr>
          <p:nvPr/>
        </p:nvSpPr>
        <p:spPr>
          <a:xfrm>
            <a:off x="8028214" y="3886540"/>
            <a:ext cx="212612" cy="212612"/>
          </a:xfrm>
          <a:prstGeom prst="rect">
            <a:avLst/>
          </a:prstGeom>
          <a:solidFill>
            <a:srgbClr val="1D4ED8"/>
          </a:solidFill>
          <a:ln w="11906">
            <a:solidFill>
              <a:srgbClr val="FFFFFF"/>
            </a:solidFill>
          </a:ln>
        </p:spPr>
      </p:sp>
      <p:sp>
        <p:nvSpPr>
          <p:cNvPr id="75" name="object-75">
            <a:extLst>
              <a:ext uri="{FF2B5EF4-FFF2-40B4-BE49-F238E27FC236}">
                <a16:creationId xmlns:a16="http://schemas.microsoft.com/office/drawing/2014/main" id="{5617BACD-D9BD-4E55-9E0A-46F488CDB922}"/>
              </a:ext>
            </a:extLst>
          </p:cNvPr>
          <p:cNvSpPr>
            <a:spLocks noGrp="1"/>
          </p:cNvSpPr>
          <p:nvPr/>
        </p:nvSpPr>
        <p:spPr>
          <a:xfrm>
            <a:off x="8240826" y="3886540"/>
            <a:ext cx="212612" cy="212612"/>
          </a:xfrm>
          <a:prstGeom prst="rect">
            <a:avLst/>
          </a:prstGeom>
          <a:solidFill>
            <a:srgbClr val="1D4ED8"/>
          </a:solidFill>
          <a:ln w="11906">
            <a:solidFill>
              <a:srgbClr val="FFFFFF"/>
            </a:solidFill>
          </a:ln>
        </p:spPr>
      </p:sp>
      <p:sp>
        <p:nvSpPr>
          <p:cNvPr id="76" name="object-76">
            <a:extLst>
              <a:ext uri="{FF2B5EF4-FFF2-40B4-BE49-F238E27FC236}">
                <a16:creationId xmlns:a16="http://schemas.microsoft.com/office/drawing/2014/main" id="{A809450A-CD59-4B7F-BE32-7878F229ABBF}"/>
              </a:ext>
            </a:extLst>
          </p:cNvPr>
          <p:cNvSpPr>
            <a:spLocks noGrp="1"/>
          </p:cNvSpPr>
          <p:nvPr/>
        </p:nvSpPr>
        <p:spPr>
          <a:xfrm>
            <a:off x="5476875" y="4099152"/>
            <a:ext cx="212612" cy="212612"/>
          </a:xfrm>
          <a:prstGeom prst="rect">
            <a:avLst/>
          </a:prstGeom>
          <a:solidFill>
            <a:srgbClr val="1D4ED8"/>
          </a:solidFill>
          <a:ln w="11906">
            <a:solidFill>
              <a:srgbClr val="FFFFFF"/>
            </a:solidFill>
          </a:ln>
        </p:spPr>
      </p:sp>
      <p:sp>
        <p:nvSpPr>
          <p:cNvPr id="77" name="object-77">
            <a:extLst>
              <a:ext uri="{FF2B5EF4-FFF2-40B4-BE49-F238E27FC236}">
                <a16:creationId xmlns:a16="http://schemas.microsoft.com/office/drawing/2014/main" id="{76896D4A-2E6D-4BDE-A875-2A41A3C27D38}"/>
              </a:ext>
            </a:extLst>
          </p:cNvPr>
          <p:cNvSpPr>
            <a:spLocks noGrp="1"/>
          </p:cNvSpPr>
          <p:nvPr/>
        </p:nvSpPr>
        <p:spPr>
          <a:xfrm>
            <a:off x="5689487" y="4099152"/>
            <a:ext cx="212612" cy="212612"/>
          </a:xfrm>
          <a:prstGeom prst="rect">
            <a:avLst/>
          </a:prstGeom>
          <a:solidFill>
            <a:srgbClr val="1D4ED8"/>
          </a:solidFill>
          <a:ln w="11906">
            <a:solidFill>
              <a:srgbClr val="FFFFFF"/>
            </a:solidFill>
          </a:ln>
        </p:spPr>
      </p:sp>
      <p:sp>
        <p:nvSpPr>
          <p:cNvPr id="78" name="object-78">
            <a:extLst>
              <a:ext uri="{FF2B5EF4-FFF2-40B4-BE49-F238E27FC236}">
                <a16:creationId xmlns:a16="http://schemas.microsoft.com/office/drawing/2014/main" id="{B0D156C0-0C59-43C0-8DFF-60818A6B5F6A}"/>
              </a:ext>
            </a:extLst>
          </p:cNvPr>
          <p:cNvSpPr>
            <a:spLocks noGrp="1"/>
          </p:cNvSpPr>
          <p:nvPr/>
        </p:nvSpPr>
        <p:spPr>
          <a:xfrm>
            <a:off x="5902098" y="4099152"/>
            <a:ext cx="212612" cy="212612"/>
          </a:xfrm>
          <a:prstGeom prst="rect">
            <a:avLst/>
          </a:prstGeom>
          <a:solidFill>
            <a:srgbClr val="1D4ED8"/>
          </a:solidFill>
          <a:ln w="11906">
            <a:solidFill>
              <a:srgbClr val="FFFFFF"/>
            </a:solidFill>
          </a:ln>
        </p:spPr>
      </p:sp>
      <p:sp>
        <p:nvSpPr>
          <p:cNvPr id="79" name="object-79">
            <a:extLst>
              <a:ext uri="{FF2B5EF4-FFF2-40B4-BE49-F238E27FC236}">
                <a16:creationId xmlns:a16="http://schemas.microsoft.com/office/drawing/2014/main" id="{432C8129-2548-4127-AD8B-D8741079A9BE}"/>
              </a:ext>
            </a:extLst>
          </p:cNvPr>
          <p:cNvSpPr>
            <a:spLocks noGrp="1"/>
          </p:cNvSpPr>
          <p:nvPr/>
        </p:nvSpPr>
        <p:spPr>
          <a:xfrm>
            <a:off x="6114710" y="4099152"/>
            <a:ext cx="212612" cy="212612"/>
          </a:xfrm>
          <a:prstGeom prst="rect">
            <a:avLst/>
          </a:prstGeom>
          <a:solidFill>
            <a:srgbClr val="1D4ED8"/>
          </a:solidFill>
          <a:ln w="11906">
            <a:solidFill>
              <a:srgbClr val="FFFFFF"/>
            </a:solidFill>
          </a:ln>
        </p:spPr>
      </p:sp>
      <p:sp>
        <p:nvSpPr>
          <p:cNvPr id="80" name="object-80">
            <a:extLst>
              <a:ext uri="{FF2B5EF4-FFF2-40B4-BE49-F238E27FC236}">
                <a16:creationId xmlns:a16="http://schemas.microsoft.com/office/drawing/2014/main" id="{F05C09E4-335D-4B9B-A4FD-4DE85161BF39}"/>
              </a:ext>
            </a:extLst>
          </p:cNvPr>
          <p:cNvSpPr>
            <a:spLocks noGrp="1"/>
          </p:cNvSpPr>
          <p:nvPr/>
        </p:nvSpPr>
        <p:spPr>
          <a:xfrm>
            <a:off x="6327321" y="4099152"/>
            <a:ext cx="212612" cy="212612"/>
          </a:xfrm>
          <a:prstGeom prst="rect">
            <a:avLst/>
          </a:prstGeom>
          <a:solidFill>
            <a:srgbClr val="1D4ED8"/>
          </a:solidFill>
          <a:ln w="11906">
            <a:solidFill>
              <a:srgbClr val="FFFFFF"/>
            </a:solidFill>
          </a:ln>
        </p:spPr>
      </p:sp>
      <p:sp>
        <p:nvSpPr>
          <p:cNvPr id="81" name="object-81">
            <a:extLst>
              <a:ext uri="{FF2B5EF4-FFF2-40B4-BE49-F238E27FC236}">
                <a16:creationId xmlns:a16="http://schemas.microsoft.com/office/drawing/2014/main" id="{9A4893B4-5463-48B1-8822-92BA1EB01DB0}"/>
              </a:ext>
            </a:extLst>
          </p:cNvPr>
          <p:cNvSpPr>
            <a:spLocks noGrp="1"/>
          </p:cNvSpPr>
          <p:nvPr/>
        </p:nvSpPr>
        <p:spPr>
          <a:xfrm>
            <a:off x="6539933" y="4099152"/>
            <a:ext cx="212612" cy="212612"/>
          </a:xfrm>
          <a:prstGeom prst="rect">
            <a:avLst/>
          </a:prstGeom>
          <a:solidFill>
            <a:srgbClr val="1D4ED8"/>
          </a:solidFill>
          <a:ln w="11906">
            <a:solidFill>
              <a:srgbClr val="FFFFFF"/>
            </a:solidFill>
          </a:ln>
        </p:spPr>
      </p:sp>
      <p:sp>
        <p:nvSpPr>
          <p:cNvPr id="82" name="object-82">
            <a:extLst>
              <a:ext uri="{FF2B5EF4-FFF2-40B4-BE49-F238E27FC236}">
                <a16:creationId xmlns:a16="http://schemas.microsoft.com/office/drawing/2014/main" id="{CB7AD596-941C-4E99-9948-3841C9A17A05}"/>
              </a:ext>
            </a:extLst>
          </p:cNvPr>
          <p:cNvSpPr>
            <a:spLocks noGrp="1"/>
          </p:cNvSpPr>
          <p:nvPr/>
        </p:nvSpPr>
        <p:spPr>
          <a:xfrm>
            <a:off x="6752545" y="4099152"/>
            <a:ext cx="212612" cy="212612"/>
          </a:xfrm>
          <a:prstGeom prst="rect">
            <a:avLst/>
          </a:prstGeom>
          <a:solidFill>
            <a:srgbClr val="1D4ED8"/>
          </a:solidFill>
          <a:ln w="11906">
            <a:solidFill>
              <a:srgbClr val="FFFFFF"/>
            </a:solidFill>
          </a:ln>
        </p:spPr>
      </p:sp>
      <p:sp>
        <p:nvSpPr>
          <p:cNvPr id="83" name="object-83">
            <a:extLst>
              <a:ext uri="{FF2B5EF4-FFF2-40B4-BE49-F238E27FC236}">
                <a16:creationId xmlns:a16="http://schemas.microsoft.com/office/drawing/2014/main" id="{42260F74-D567-4D5A-BCD7-A6D280038EE8}"/>
              </a:ext>
            </a:extLst>
          </p:cNvPr>
          <p:cNvSpPr>
            <a:spLocks noGrp="1"/>
          </p:cNvSpPr>
          <p:nvPr/>
        </p:nvSpPr>
        <p:spPr>
          <a:xfrm>
            <a:off x="6965156" y="4099152"/>
            <a:ext cx="212612" cy="212612"/>
          </a:xfrm>
          <a:prstGeom prst="rect">
            <a:avLst/>
          </a:prstGeom>
          <a:solidFill>
            <a:srgbClr val="1D4ED8"/>
          </a:solidFill>
          <a:ln w="11906">
            <a:solidFill>
              <a:srgbClr val="FFFFFF"/>
            </a:solidFill>
          </a:ln>
        </p:spPr>
      </p:sp>
      <p:sp>
        <p:nvSpPr>
          <p:cNvPr id="84" name="object-84">
            <a:extLst>
              <a:ext uri="{FF2B5EF4-FFF2-40B4-BE49-F238E27FC236}">
                <a16:creationId xmlns:a16="http://schemas.microsoft.com/office/drawing/2014/main" id="{FB4D8FE2-0324-4DBB-BE00-42D65939A71B}"/>
              </a:ext>
            </a:extLst>
          </p:cNvPr>
          <p:cNvSpPr>
            <a:spLocks noGrp="1"/>
          </p:cNvSpPr>
          <p:nvPr/>
        </p:nvSpPr>
        <p:spPr>
          <a:xfrm>
            <a:off x="7177768" y="4099152"/>
            <a:ext cx="212612" cy="212612"/>
          </a:xfrm>
          <a:prstGeom prst="rect">
            <a:avLst/>
          </a:prstGeom>
          <a:solidFill>
            <a:srgbClr val="1D4ED8"/>
          </a:solidFill>
          <a:ln w="11906">
            <a:solidFill>
              <a:srgbClr val="FFFFFF"/>
            </a:solidFill>
          </a:ln>
        </p:spPr>
      </p:sp>
      <p:sp>
        <p:nvSpPr>
          <p:cNvPr id="85" name="object-85">
            <a:extLst>
              <a:ext uri="{FF2B5EF4-FFF2-40B4-BE49-F238E27FC236}">
                <a16:creationId xmlns:a16="http://schemas.microsoft.com/office/drawing/2014/main" id="{9E76CD41-CB29-42F2-B580-0CDE8E31E593}"/>
              </a:ext>
            </a:extLst>
          </p:cNvPr>
          <p:cNvSpPr>
            <a:spLocks noGrp="1"/>
          </p:cNvSpPr>
          <p:nvPr/>
        </p:nvSpPr>
        <p:spPr>
          <a:xfrm>
            <a:off x="7390379" y="4099152"/>
            <a:ext cx="212612" cy="212612"/>
          </a:xfrm>
          <a:prstGeom prst="rect">
            <a:avLst/>
          </a:prstGeom>
          <a:solidFill>
            <a:srgbClr val="1D4ED8"/>
          </a:solidFill>
          <a:ln w="11906">
            <a:solidFill>
              <a:srgbClr val="FFFFFF"/>
            </a:solidFill>
          </a:ln>
        </p:spPr>
      </p:sp>
      <p:sp>
        <p:nvSpPr>
          <p:cNvPr id="86" name="object-86">
            <a:extLst>
              <a:ext uri="{FF2B5EF4-FFF2-40B4-BE49-F238E27FC236}">
                <a16:creationId xmlns:a16="http://schemas.microsoft.com/office/drawing/2014/main" id="{34EA6CA2-36CC-4C17-8B9F-6E2069EAA667}"/>
              </a:ext>
            </a:extLst>
          </p:cNvPr>
          <p:cNvSpPr>
            <a:spLocks noGrp="1"/>
          </p:cNvSpPr>
          <p:nvPr/>
        </p:nvSpPr>
        <p:spPr>
          <a:xfrm>
            <a:off x="7602991" y="4099152"/>
            <a:ext cx="212612" cy="212612"/>
          </a:xfrm>
          <a:prstGeom prst="rect">
            <a:avLst/>
          </a:prstGeom>
          <a:solidFill>
            <a:srgbClr val="1D4ED8"/>
          </a:solidFill>
          <a:ln w="11906">
            <a:solidFill>
              <a:srgbClr val="FFFFFF"/>
            </a:solidFill>
          </a:ln>
        </p:spPr>
      </p:sp>
      <p:sp>
        <p:nvSpPr>
          <p:cNvPr id="87" name="object-87">
            <a:extLst>
              <a:ext uri="{FF2B5EF4-FFF2-40B4-BE49-F238E27FC236}">
                <a16:creationId xmlns:a16="http://schemas.microsoft.com/office/drawing/2014/main" id="{0C0A8850-F6DF-451C-BBC8-A9B63BFE9338}"/>
              </a:ext>
            </a:extLst>
          </p:cNvPr>
          <p:cNvSpPr>
            <a:spLocks noGrp="1"/>
          </p:cNvSpPr>
          <p:nvPr/>
        </p:nvSpPr>
        <p:spPr>
          <a:xfrm>
            <a:off x="7815603" y="4099152"/>
            <a:ext cx="212612" cy="212612"/>
          </a:xfrm>
          <a:prstGeom prst="rect">
            <a:avLst/>
          </a:prstGeom>
          <a:solidFill>
            <a:srgbClr val="1D4ED8"/>
          </a:solidFill>
          <a:ln w="11906">
            <a:solidFill>
              <a:srgbClr val="FFFFFF"/>
            </a:solidFill>
          </a:ln>
        </p:spPr>
      </p:sp>
      <p:sp>
        <p:nvSpPr>
          <p:cNvPr id="88" name="object-88">
            <a:extLst>
              <a:ext uri="{FF2B5EF4-FFF2-40B4-BE49-F238E27FC236}">
                <a16:creationId xmlns:a16="http://schemas.microsoft.com/office/drawing/2014/main" id="{77E26E34-0343-497B-9A79-F39117CB8C86}"/>
              </a:ext>
            </a:extLst>
          </p:cNvPr>
          <p:cNvSpPr>
            <a:spLocks noGrp="1"/>
          </p:cNvSpPr>
          <p:nvPr/>
        </p:nvSpPr>
        <p:spPr>
          <a:xfrm>
            <a:off x="8028214" y="4099152"/>
            <a:ext cx="212612" cy="212612"/>
          </a:xfrm>
          <a:prstGeom prst="rect">
            <a:avLst/>
          </a:prstGeom>
          <a:solidFill>
            <a:srgbClr val="1D4ED8"/>
          </a:solidFill>
          <a:ln w="11906">
            <a:solidFill>
              <a:srgbClr val="FFFFFF"/>
            </a:solidFill>
          </a:ln>
        </p:spPr>
      </p:sp>
      <p:sp>
        <p:nvSpPr>
          <p:cNvPr id="89" name="object-89">
            <a:extLst>
              <a:ext uri="{FF2B5EF4-FFF2-40B4-BE49-F238E27FC236}">
                <a16:creationId xmlns:a16="http://schemas.microsoft.com/office/drawing/2014/main" id="{91D2B8D3-5CDC-4967-AC01-A1CF88F3F8FA}"/>
              </a:ext>
            </a:extLst>
          </p:cNvPr>
          <p:cNvSpPr>
            <a:spLocks noGrp="1"/>
          </p:cNvSpPr>
          <p:nvPr/>
        </p:nvSpPr>
        <p:spPr>
          <a:xfrm>
            <a:off x="8240826" y="4099152"/>
            <a:ext cx="212612" cy="212612"/>
          </a:xfrm>
          <a:prstGeom prst="rect">
            <a:avLst/>
          </a:prstGeom>
          <a:solidFill>
            <a:srgbClr val="1D4ED8"/>
          </a:solidFill>
          <a:ln w="11906">
            <a:solidFill>
              <a:srgbClr val="FFFFFF"/>
            </a:solidFill>
          </a:ln>
        </p:spPr>
      </p:sp>
      <p:sp>
        <p:nvSpPr>
          <p:cNvPr id="90" name="object-90">
            <a:extLst>
              <a:ext uri="{FF2B5EF4-FFF2-40B4-BE49-F238E27FC236}">
                <a16:creationId xmlns:a16="http://schemas.microsoft.com/office/drawing/2014/main" id="{57F7AA69-F24E-4730-8D27-BB75F0E9505B}"/>
              </a:ext>
            </a:extLst>
          </p:cNvPr>
          <p:cNvSpPr>
            <a:spLocks noGrp="1"/>
          </p:cNvSpPr>
          <p:nvPr/>
        </p:nvSpPr>
        <p:spPr>
          <a:xfrm>
            <a:off x="5476875" y="4311763"/>
            <a:ext cx="212612" cy="212612"/>
          </a:xfrm>
          <a:prstGeom prst="rect">
            <a:avLst/>
          </a:prstGeom>
          <a:solidFill>
            <a:srgbClr val="1D4ED8"/>
          </a:solidFill>
          <a:ln w="11906">
            <a:solidFill>
              <a:srgbClr val="FFFFFF"/>
            </a:solidFill>
          </a:ln>
        </p:spPr>
      </p:sp>
      <p:sp>
        <p:nvSpPr>
          <p:cNvPr id="91" name="object-91">
            <a:extLst>
              <a:ext uri="{FF2B5EF4-FFF2-40B4-BE49-F238E27FC236}">
                <a16:creationId xmlns:a16="http://schemas.microsoft.com/office/drawing/2014/main" id="{BB2A5612-37DD-4E18-99DF-725E228E1558}"/>
              </a:ext>
            </a:extLst>
          </p:cNvPr>
          <p:cNvSpPr>
            <a:spLocks noGrp="1"/>
          </p:cNvSpPr>
          <p:nvPr/>
        </p:nvSpPr>
        <p:spPr>
          <a:xfrm>
            <a:off x="5689487" y="4311763"/>
            <a:ext cx="212612" cy="212612"/>
          </a:xfrm>
          <a:prstGeom prst="rect">
            <a:avLst/>
          </a:prstGeom>
          <a:solidFill>
            <a:srgbClr val="1D4ED8"/>
          </a:solidFill>
          <a:ln w="11906">
            <a:solidFill>
              <a:srgbClr val="FFFFFF"/>
            </a:solidFill>
          </a:ln>
        </p:spPr>
      </p:sp>
      <p:sp>
        <p:nvSpPr>
          <p:cNvPr id="92" name="object-92">
            <a:extLst>
              <a:ext uri="{FF2B5EF4-FFF2-40B4-BE49-F238E27FC236}">
                <a16:creationId xmlns:a16="http://schemas.microsoft.com/office/drawing/2014/main" id="{020EB782-4518-4C09-881E-98DEC497BA27}"/>
              </a:ext>
            </a:extLst>
          </p:cNvPr>
          <p:cNvSpPr>
            <a:spLocks noGrp="1"/>
          </p:cNvSpPr>
          <p:nvPr/>
        </p:nvSpPr>
        <p:spPr>
          <a:xfrm>
            <a:off x="5902098" y="4311763"/>
            <a:ext cx="212612" cy="212612"/>
          </a:xfrm>
          <a:prstGeom prst="rect">
            <a:avLst/>
          </a:prstGeom>
          <a:solidFill>
            <a:srgbClr val="1D4ED8"/>
          </a:solidFill>
          <a:ln w="11906">
            <a:solidFill>
              <a:srgbClr val="FFFFFF"/>
            </a:solidFill>
          </a:ln>
        </p:spPr>
      </p:sp>
      <p:sp>
        <p:nvSpPr>
          <p:cNvPr id="93" name="object-93">
            <a:extLst>
              <a:ext uri="{FF2B5EF4-FFF2-40B4-BE49-F238E27FC236}">
                <a16:creationId xmlns:a16="http://schemas.microsoft.com/office/drawing/2014/main" id="{2060CFE2-4C08-4C98-A449-32D98572B365}"/>
              </a:ext>
            </a:extLst>
          </p:cNvPr>
          <p:cNvSpPr>
            <a:spLocks noGrp="1"/>
          </p:cNvSpPr>
          <p:nvPr/>
        </p:nvSpPr>
        <p:spPr>
          <a:xfrm>
            <a:off x="6114710" y="4311763"/>
            <a:ext cx="212612" cy="212612"/>
          </a:xfrm>
          <a:prstGeom prst="rect">
            <a:avLst/>
          </a:prstGeom>
          <a:solidFill>
            <a:srgbClr val="1D4ED8"/>
          </a:solidFill>
          <a:ln w="11906">
            <a:solidFill>
              <a:srgbClr val="FFFFFF"/>
            </a:solidFill>
          </a:ln>
        </p:spPr>
      </p:sp>
      <p:sp>
        <p:nvSpPr>
          <p:cNvPr id="94" name="object-94">
            <a:extLst>
              <a:ext uri="{FF2B5EF4-FFF2-40B4-BE49-F238E27FC236}">
                <a16:creationId xmlns:a16="http://schemas.microsoft.com/office/drawing/2014/main" id="{CC00AD16-BC5D-4C7D-BDC5-C0D8CF2062CC}"/>
              </a:ext>
            </a:extLst>
          </p:cNvPr>
          <p:cNvSpPr>
            <a:spLocks noGrp="1"/>
          </p:cNvSpPr>
          <p:nvPr/>
        </p:nvSpPr>
        <p:spPr>
          <a:xfrm>
            <a:off x="6327321" y="4311763"/>
            <a:ext cx="212612" cy="212612"/>
          </a:xfrm>
          <a:prstGeom prst="rect">
            <a:avLst/>
          </a:prstGeom>
          <a:solidFill>
            <a:srgbClr val="1D4ED8"/>
          </a:solidFill>
          <a:ln w="11906">
            <a:solidFill>
              <a:srgbClr val="FFFFFF"/>
            </a:solidFill>
          </a:ln>
        </p:spPr>
      </p:sp>
      <p:sp>
        <p:nvSpPr>
          <p:cNvPr id="95" name="object-95">
            <a:extLst>
              <a:ext uri="{FF2B5EF4-FFF2-40B4-BE49-F238E27FC236}">
                <a16:creationId xmlns:a16="http://schemas.microsoft.com/office/drawing/2014/main" id="{5F54533A-A875-449E-B337-FBB3D880946D}"/>
              </a:ext>
            </a:extLst>
          </p:cNvPr>
          <p:cNvSpPr>
            <a:spLocks noGrp="1"/>
          </p:cNvSpPr>
          <p:nvPr/>
        </p:nvSpPr>
        <p:spPr>
          <a:xfrm>
            <a:off x="6539933" y="4311763"/>
            <a:ext cx="212612" cy="212612"/>
          </a:xfrm>
          <a:prstGeom prst="rect">
            <a:avLst/>
          </a:prstGeom>
          <a:solidFill>
            <a:srgbClr val="1D4ED8"/>
          </a:solidFill>
          <a:ln w="11906">
            <a:solidFill>
              <a:srgbClr val="FFFFFF"/>
            </a:solidFill>
          </a:ln>
        </p:spPr>
      </p:sp>
      <p:sp>
        <p:nvSpPr>
          <p:cNvPr id="96" name="object-96">
            <a:extLst>
              <a:ext uri="{FF2B5EF4-FFF2-40B4-BE49-F238E27FC236}">
                <a16:creationId xmlns:a16="http://schemas.microsoft.com/office/drawing/2014/main" id="{3016E617-7CC7-44CD-9D5F-1BCB8949AFDA}"/>
              </a:ext>
            </a:extLst>
          </p:cNvPr>
          <p:cNvSpPr>
            <a:spLocks noGrp="1"/>
          </p:cNvSpPr>
          <p:nvPr/>
        </p:nvSpPr>
        <p:spPr>
          <a:xfrm>
            <a:off x="6752545" y="4311763"/>
            <a:ext cx="212612" cy="212612"/>
          </a:xfrm>
          <a:prstGeom prst="rect">
            <a:avLst/>
          </a:prstGeom>
          <a:solidFill>
            <a:srgbClr val="1D4ED8"/>
          </a:solidFill>
          <a:ln w="11906">
            <a:solidFill>
              <a:srgbClr val="FFFFFF"/>
            </a:solidFill>
          </a:ln>
        </p:spPr>
      </p:sp>
      <p:sp>
        <p:nvSpPr>
          <p:cNvPr id="97" name="object-97">
            <a:extLst>
              <a:ext uri="{FF2B5EF4-FFF2-40B4-BE49-F238E27FC236}">
                <a16:creationId xmlns:a16="http://schemas.microsoft.com/office/drawing/2014/main" id="{4A740A60-5840-4B0D-A171-604E429D02D5}"/>
              </a:ext>
            </a:extLst>
          </p:cNvPr>
          <p:cNvSpPr>
            <a:spLocks noGrp="1"/>
          </p:cNvSpPr>
          <p:nvPr/>
        </p:nvSpPr>
        <p:spPr>
          <a:xfrm>
            <a:off x="6965156" y="4311763"/>
            <a:ext cx="212612" cy="212612"/>
          </a:xfrm>
          <a:prstGeom prst="rect">
            <a:avLst/>
          </a:prstGeom>
          <a:solidFill>
            <a:srgbClr val="1D4ED8"/>
          </a:solidFill>
          <a:ln w="11906">
            <a:solidFill>
              <a:srgbClr val="FFFFFF"/>
            </a:solidFill>
          </a:ln>
        </p:spPr>
      </p:sp>
      <p:sp>
        <p:nvSpPr>
          <p:cNvPr id="98" name="object-98">
            <a:extLst>
              <a:ext uri="{FF2B5EF4-FFF2-40B4-BE49-F238E27FC236}">
                <a16:creationId xmlns:a16="http://schemas.microsoft.com/office/drawing/2014/main" id="{E65BD767-0CD8-418E-B383-C414F2E498CF}"/>
              </a:ext>
            </a:extLst>
          </p:cNvPr>
          <p:cNvSpPr>
            <a:spLocks noGrp="1"/>
          </p:cNvSpPr>
          <p:nvPr/>
        </p:nvSpPr>
        <p:spPr>
          <a:xfrm>
            <a:off x="7177768" y="4311763"/>
            <a:ext cx="212612" cy="212612"/>
          </a:xfrm>
          <a:prstGeom prst="rect">
            <a:avLst/>
          </a:prstGeom>
          <a:solidFill>
            <a:srgbClr val="1D4ED8"/>
          </a:solidFill>
          <a:ln w="11906">
            <a:solidFill>
              <a:srgbClr val="FFFFFF"/>
            </a:solidFill>
          </a:ln>
        </p:spPr>
      </p:sp>
      <p:sp>
        <p:nvSpPr>
          <p:cNvPr id="99" name="object-99">
            <a:extLst>
              <a:ext uri="{FF2B5EF4-FFF2-40B4-BE49-F238E27FC236}">
                <a16:creationId xmlns:a16="http://schemas.microsoft.com/office/drawing/2014/main" id="{9273FECD-8066-4FB4-9B51-ABE2A602D0EE}"/>
              </a:ext>
            </a:extLst>
          </p:cNvPr>
          <p:cNvSpPr>
            <a:spLocks noGrp="1"/>
          </p:cNvSpPr>
          <p:nvPr/>
        </p:nvSpPr>
        <p:spPr>
          <a:xfrm>
            <a:off x="7390379" y="4311763"/>
            <a:ext cx="212612" cy="212612"/>
          </a:xfrm>
          <a:prstGeom prst="rect">
            <a:avLst/>
          </a:prstGeom>
          <a:solidFill>
            <a:srgbClr val="1D4ED8"/>
          </a:solidFill>
          <a:ln w="11906">
            <a:solidFill>
              <a:srgbClr val="FFFFFF"/>
            </a:solidFill>
          </a:ln>
        </p:spPr>
      </p:sp>
      <p:sp>
        <p:nvSpPr>
          <p:cNvPr id="100" name="object-100">
            <a:extLst>
              <a:ext uri="{FF2B5EF4-FFF2-40B4-BE49-F238E27FC236}">
                <a16:creationId xmlns:a16="http://schemas.microsoft.com/office/drawing/2014/main" id="{811BD0B6-3343-403B-AB50-EA587421123A}"/>
              </a:ext>
            </a:extLst>
          </p:cNvPr>
          <p:cNvSpPr>
            <a:spLocks noGrp="1"/>
          </p:cNvSpPr>
          <p:nvPr/>
        </p:nvSpPr>
        <p:spPr>
          <a:xfrm>
            <a:off x="7602991" y="4311763"/>
            <a:ext cx="212612" cy="212612"/>
          </a:xfrm>
          <a:prstGeom prst="rect">
            <a:avLst/>
          </a:prstGeom>
          <a:solidFill>
            <a:srgbClr val="1D4ED8"/>
          </a:solidFill>
          <a:ln w="11906">
            <a:solidFill>
              <a:srgbClr val="FFFFFF"/>
            </a:solidFill>
          </a:ln>
        </p:spPr>
      </p:sp>
      <p:sp>
        <p:nvSpPr>
          <p:cNvPr id="101" name="object-101">
            <a:extLst>
              <a:ext uri="{FF2B5EF4-FFF2-40B4-BE49-F238E27FC236}">
                <a16:creationId xmlns:a16="http://schemas.microsoft.com/office/drawing/2014/main" id="{7EE47455-A861-41BC-A490-44A8D59CAA42}"/>
              </a:ext>
            </a:extLst>
          </p:cNvPr>
          <p:cNvSpPr>
            <a:spLocks noGrp="1"/>
          </p:cNvSpPr>
          <p:nvPr/>
        </p:nvSpPr>
        <p:spPr>
          <a:xfrm>
            <a:off x="7815603" y="4311763"/>
            <a:ext cx="212612" cy="212612"/>
          </a:xfrm>
          <a:prstGeom prst="rect">
            <a:avLst/>
          </a:prstGeom>
          <a:solidFill>
            <a:srgbClr val="1D4ED8"/>
          </a:solidFill>
          <a:ln w="11906">
            <a:solidFill>
              <a:srgbClr val="FFFFFF"/>
            </a:solidFill>
          </a:ln>
        </p:spPr>
      </p:sp>
      <p:sp>
        <p:nvSpPr>
          <p:cNvPr id="102" name="object-102">
            <a:extLst>
              <a:ext uri="{FF2B5EF4-FFF2-40B4-BE49-F238E27FC236}">
                <a16:creationId xmlns:a16="http://schemas.microsoft.com/office/drawing/2014/main" id="{72EC06F4-8D99-4973-BDE0-B458F8DBE545}"/>
              </a:ext>
            </a:extLst>
          </p:cNvPr>
          <p:cNvSpPr>
            <a:spLocks noGrp="1"/>
          </p:cNvSpPr>
          <p:nvPr/>
        </p:nvSpPr>
        <p:spPr>
          <a:xfrm>
            <a:off x="8028214" y="4311763"/>
            <a:ext cx="212612" cy="212612"/>
          </a:xfrm>
          <a:prstGeom prst="rect">
            <a:avLst/>
          </a:prstGeom>
          <a:solidFill>
            <a:srgbClr val="1D4ED8"/>
          </a:solidFill>
          <a:ln w="11906">
            <a:solidFill>
              <a:srgbClr val="FFFFFF"/>
            </a:solidFill>
          </a:ln>
        </p:spPr>
      </p:sp>
      <p:sp>
        <p:nvSpPr>
          <p:cNvPr id="103" name="object-103">
            <a:extLst>
              <a:ext uri="{FF2B5EF4-FFF2-40B4-BE49-F238E27FC236}">
                <a16:creationId xmlns:a16="http://schemas.microsoft.com/office/drawing/2014/main" id="{DE597DF4-B02D-4602-8DC3-291C381036F3}"/>
              </a:ext>
            </a:extLst>
          </p:cNvPr>
          <p:cNvSpPr>
            <a:spLocks noGrp="1"/>
          </p:cNvSpPr>
          <p:nvPr/>
        </p:nvSpPr>
        <p:spPr>
          <a:xfrm>
            <a:off x="8240826" y="4311763"/>
            <a:ext cx="212612" cy="212612"/>
          </a:xfrm>
          <a:prstGeom prst="rect">
            <a:avLst/>
          </a:prstGeom>
          <a:solidFill>
            <a:srgbClr val="1D4ED8"/>
          </a:solidFill>
          <a:ln w="11906">
            <a:solidFill>
              <a:srgbClr val="FFFFFF"/>
            </a:solidFill>
          </a:ln>
        </p:spPr>
      </p:sp>
      <p:sp>
        <p:nvSpPr>
          <p:cNvPr id="104" name="object-104">
            <a:extLst>
              <a:ext uri="{FF2B5EF4-FFF2-40B4-BE49-F238E27FC236}">
                <a16:creationId xmlns:a16="http://schemas.microsoft.com/office/drawing/2014/main" id="{517198EC-E02A-45E1-A8B8-E25BE045AF90}"/>
              </a:ext>
            </a:extLst>
          </p:cNvPr>
          <p:cNvSpPr>
            <a:spLocks noGrp="1"/>
          </p:cNvSpPr>
          <p:nvPr/>
        </p:nvSpPr>
        <p:spPr>
          <a:xfrm>
            <a:off x="5476875" y="4524375"/>
            <a:ext cx="212612" cy="212612"/>
          </a:xfrm>
          <a:prstGeom prst="rect">
            <a:avLst/>
          </a:prstGeom>
          <a:solidFill>
            <a:srgbClr val="1D4ED8"/>
          </a:solidFill>
          <a:ln w="11906">
            <a:solidFill>
              <a:srgbClr val="FFFFFF"/>
            </a:solidFill>
          </a:ln>
        </p:spPr>
      </p:sp>
      <p:sp>
        <p:nvSpPr>
          <p:cNvPr id="105" name="object-105">
            <a:extLst>
              <a:ext uri="{FF2B5EF4-FFF2-40B4-BE49-F238E27FC236}">
                <a16:creationId xmlns:a16="http://schemas.microsoft.com/office/drawing/2014/main" id="{D3F492D9-0A20-4A26-A6BB-87AF03F93C79}"/>
              </a:ext>
            </a:extLst>
          </p:cNvPr>
          <p:cNvSpPr>
            <a:spLocks noGrp="1"/>
          </p:cNvSpPr>
          <p:nvPr/>
        </p:nvSpPr>
        <p:spPr>
          <a:xfrm>
            <a:off x="5689487" y="4524375"/>
            <a:ext cx="212612" cy="212612"/>
          </a:xfrm>
          <a:prstGeom prst="rect">
            <a:avLst/>
          </a:prstGeom>
          <a:solidFill>
            <a:srgbClr val="1D4ED8"/>
          </a:solidFill>
          <a:ln w="11906">
            <a:solidFill>
              <a:srgbClr val="FFFFFF"/>
            </a:solidFill>
          </a:ln>
        </p:spPr>
      </p:sp>
      <p:sp>
        <p:nvSpPr>
          <p:cNvPr id="106" name="object-106">
            <a:extLst>
              <a:ext uri="{FF2B5EF4-FFF2-40B4-BE49-F238E27FC236}">
                <a16:creationId xmlns:a16="http://schemas.microsoft.com/office/drawing/2014/main" id="{E9235528-5B7D-4AF5-8156-16566F71C1B9}"/>
              </a:ext>
            </a:extLst>
          </p:cNvPr>
          <p:cNvSpPr>
            <a:spLocks noGrp="1"/>
          </p:cNvSpPr>
          <p:nvPr/>
        </p:nvSpPr>
        <p:spPr>
          <a:xfrm>
            <a:off x="5902098" y="4524375"/>
            <a:ext cx="212612" cy="212612"/>
          </a:xfrm>
          <a:prstGeom prst="rect">
            <a:avLst/>
          </a:prstGeom>
          <a:solidFill>
            <a:srgbClr val="1D4ED8"/>
          </a:solidFill>
          <a:ln w="11906">
            <a:solidFill>
              <a:srgbClr val="FFFFFF"/>
            </a:solidFill>
          </a:ln>
        </p:spPr>
      </p:sp>
      <p:sp>
        <p:nvSpPr>
          <p:cNvPr id="107" name="object-107">
            <a:extLst>
              <a:ext uri="{FF2B5EF4-FFF2-40B4-BE49-F238E27FC236}">
                <a16:creationId xmlns:a16="http://schemas.microsoft.com/office/drawing/2014/main" id="{BBBF3D02-20BA-456A-8BDA-304C5B07FBC6}"/>
              </a:ext>
            </a:extLst>
          </p:cNvPr>
          <p:cNvSpPr>
            <a:spLocks noGrp="1"/>
          </p:cNvSpPr>
          <p:nvPr/>
        </p:nvSpPr>
        <p:spPr>
          <a:xfrm>
            <a:off x="6114710" y="4524375"/>
            <a:ext cx="212612" cy="212612"/>
          </a:xfrm>
          <a:prstGeom prst="rect">
            <a:avLst/>
          </a:prstGeom>
          <a:solidFill>
            <a:srgbClr val="1D4ED8"/>
          </a:solidFill>
          <a:ln w="11906">
            <a:solidFill>
              <a:srgbClr val="FFFFFF"/>
            </a:solidFill>
          </a:ln>
        </p:spPr>
      </p:sp>
      <p:sp>
        <p:nvSpPr>
          <p:cNvPr id="108" name="object-108">
            <a:extLst>
              <a:ext uri="{FF2B5EF4-FFF2-40B4-BE49-F238E27FC236}">
                <a16:creationId xmlns:a16="http://schemas.microsoft.com/office/drawing/2014/main" id="{F37672B7-267A-44A7-B81A-0EE002814E36}"/>
              </a:ext>
            </a:extLst>
          </p:cNvPr>
          <p:cNvSpPr>
            <a:spLocks noGrp="1"/>
          </p:cNvSpPr>
          <p:nvPr/>
        </p:nvSpPr>
        <p:spPr>
          <a:xfrm>
            <a:off x="6327321" y="4524375"/>
            <a:ext cx="212612" cy="212612"/>
          </a:xfrm>
          <a:prstGeom prst="rect">
            <a:avLst/>
          </a:prstGeom>
          <a:solidFill>
            <a:srgbClr val="1D4ED8"/>
          </a:solidFill>
          <a:ln w="11906">
            <a:solidFill>
              <a:srgbClr val="FFFFFF"/>
            </a:solidFill>
          </a:ln>
        </p:spPr>
      </p:sp>
      <p:sp>
        <p:nvSpPr>
          <p:cNvPr id="109" name="object-109">
            <a:extLst>
              <a:ext uri="{FF2B5EF4-FFF2-40B4-BE49-F238E27FC236}">
                <a16:creationId xmlns:a16="http://schemas.microsoft.com/office/drawing/2014/main" id="{41E0753C-3627-426A-956A-0F8CB9D192DD}"/>
              </a:ext>
            </a:extLst>
          </p:cNvPr>
          <p:cNvSpPr>
            <a:spLocks noGrp="1"/>
          </p:cNvSpPr>
          <p:nvPr/>
        </p:nvSpPr>
        <p:spPr>
          <a:xfrm>
            <a:off x="6539933" y="4524375"/>
            <a:ext cx="212612" cy="212612"/>
          </a:xfrm>
          <a:prstGeom prst="rect">
            <a:avLst/>
          </a:prstGeom>
          <a:solidFill>
            <a:srgbClr val="1D4ED8"/>
          </a:solidFill>
          <a:ln w="11906">
            <a:solidFill>
              <a:srgbClr val="FFFFFF"/>
            </a:solidFill>
          </a:ln>
        </p:spPr>
      </p:sp>
      <p:sp>
        <p:nvSpPr>
          <p:cNvPr id="110" name="object-110">
            <a:extLst>
              <a:ext uri="{FF2B5EF4-FFF2-40B4-BE49-F238E27FC236}">
                <a16:creationId xmlns:a16="http://schemas.microsoft.com/office/drawing/2014/main" id="{D8B7EB37-1C0F-47B9-8C87-65134AA48DE9}"/>
              </a:ext>
            </a:extLst>
          </p:cNvPr>
          <p:cNvSpPr>
            <a:spLocks noGrp="1"/>
          </p:cNvSpPr>
          <p:nvPr/>
        </p:nvSpPr>
        <p:spPr>
          <a:xfrm>
            <a:off x="6752545" y="4524375"/>
            <a:ext cx="212612" cy="212612"/>
          </a:xfrm>
          <a:prstGeom prst="rect">
            <a:avLst/>
          </a:prstGeom>
          <a:solidFill>
            <a:srgbClr val="1D4ED8"/>
          </a:solidFill>
          <a:ln w="11906">
            <a:solidFill>
              <a:srgbClr val="FFFFFF"/>
            </a:solidFill>
          </a:ln>
        </p:spPr>
      </p:sp>
      <p:sp>
        <p:nvSpPr>
          <p:cNvPr id="111" name="object-111">
            <a:extLst>
              <a:ext uri="{FF2B5EF4-FFF2-40B4-BE49-F238E27FC236}">
                <a16:creationId xmlns:a16="http://schemas.microsoft.com/office/drawing/2014/main" id="{5ACF5BBF-E017-4565-BDB9-902AA71122E0}"/>
              </a:ext>
            </a:extLst>
          </p:cNvPr>
          <p:cNvSpPr>
            <a:spLocks noGrp="1"/>
          </p:cNvSpPr>
          <p:nvPr/>
        </p:nvSpPr>
        <p:spPr>
          <a:xfrm>
            <a:off x="6965156" y="4524375"/>
            <a:ext cx="212612" cy="212612"/>
          </a:xfrm>
          <a:prstGeom prst="rect">
            <a:avLst/>
          </a:prstGeom>
          <a:solidFill>
            <a:srgbClr val="1D4ED8"/>
          </a:solidFill>
          <a:ln w="11906">
            <a:solidFill>
              <a:srgbClr val="FFFFFF"/>
            </a:solidFill>
          </a:ln>
        </p:spPr>
      </p:sp>
      <p:sp>
        <p:nvSpPr>
          <p:cNvPr id="112" name="object-112">
            <a:extLst>
              <a:ext uri="{FF2B5EF4-FFF2-40B4-BE49-F238E27FC236}">
                <a16:creationId xmlns:a16="http://schemas.microsoft.com/office/drawing/2014/main" id="{A803888F-BF3C-4557-854E-A8719A59DD3E}"/>
              </a:ext>
            </a:extLst>
          </p:cNvPr>
          <p:cNvSpPr>
            <a:spLocks noGrp="1"/>
          </p:cNvSpPr>
          <p:nvPr/>
        </p:nvSpPr>
        <p:spPr>
          <a:xfrm>
            <a:off x="7177768" y="4524375"/>
            <a:ext cx="212612" cy="212612"/>
          </a:xfrm>
          <a:prstGeom prst="rect">
            <a:avLst/>
          </a:prstGeom>
          <a:solidFill>
            <a:srgbClr val="1D4ED8"/>
          </a:solidFill>
          <a:ln w="11906">
            <a:solidFill>
              <a:srgbClr val="FFFFFF"/>
            </a:solidFill>
          </a:ln>
        </p:spPr>
      </p:sp>
      <p:sp>
        <p:nvSpPr>
          <p:cNvPr id="113" name="object-113">
            <a:extLst>
              <a:ext uri="{FF2B5EF4-FFF2-40B4-BE49-F238E27FC236}">
                <a16:creationId xmlns:a16="http://schemas.microsoft.com/office/drawing/2014/main" id="{28857773-A313-4B03-A732-4DFC2CF35A1C}"/>
              </a:ext>
            </a:extLst>
          </p:cNvPr>
          <p:cNvSpPr>
            <a:spLocks noGrp="1"/>
          </p:cNvSpPr>
          <p:nvPr/>
        </p:nvSpPr>
        <p:spPr>
          <a:xfrm>
            <a:off x="7390379" y="4524375"/>
            <a:ext cx="212612" cy="212612"/>
          </a:xfrm>
          <a:prstGeom prst="rect">
            <a:avLst/>
          </a:prstGeom>
          <a:solidFill>
            <a:srgbClr val="1D4ED8"/>
          </a:solidFill>
          <a:ln w="11906">
            <a:solidFill>
              <a:srgbClr val="FFFFFF"/>
            </a:solidFill>
          </a:ln>
        </p:spPr>
      </p:sp>
      <p:sp>
        <p:nvSpPr>
          <p:cNvPr id="114" name="object-114">
            <a:extLst>
              <a:ext uri="{FF2B5EF4-FFF2-40B4-BE49-F238E27FC236}">
                <a16:creationId xmlns:a16="http://schemas.microsoft.com/office/drawing/2014/main" id="{9B82D81A-824C-4688-AF7A-C5B746B15513}"/>
              </a:ext>
            </a:extLst>
          </p:cNvPr>
          <p:cNvSpPr>
            <a:spLocks noGrp="1"/>
          </p:cNvSpPr>
          <p:nvPr/>
        </p:nvSpPr>
        <p:spPr>
          <a:xfrm>
            <a:off x="7602991" y="4524375"/>
            <a:ext cx="212612" cy="212612"/>
          </a:xfrm>
          <a:prstGeom prst="rect">
            <a:avLst/>
          </a:prstGeom>
          <a:solidFill>
            <a:srgbClr val="1D4ED8"/>
          </a:solidFill>
          <a:ln w="11906">
            <a:solidFill>
              <a:srgbClr val="FFFFFF"/>
            </a:solidFill>
          </a:ln>
        </p:spPr>
      </p:sp>
      <p:sp>
        <p:nvSpPr>
          <p:cNvPr id="115" name="object-115">
            <a:extLst>
              <a:ext uri="{FF2B5EF4-FFF2-40B4-BE49-F238E27FC236}">
                <a16:creationId xmlns:a16="http://schemas.microsoft.com/office/drawing/2014/main" id="{FF8765B5-A89A-4597-8CCB-C8A599D357C7}"/>
              </a:ext>
            </a:extLst>
          </p:cNvPr>
          <p:cNvSpPr>
            <a:spLocks noGrp="1"/>
          </p:cNvSpPr>
          <p:nvPr/>
        </p:nvSpPr>
        <p:spPr>
          <a:xfrm>
            <a:off x="7815603" y="4524375"/>
            <a:ext cx="212612" cy="212612"/>
          </a:xfrm>
          <a:prstGeom prst="rect">
            <a:avLst/>
          </a:prstGeom>
          <a:solidFill>
            <a:srgbClr val="1D4ED8"/>
          </a:solidFill>
          <a:ln w="11906">
            <a:solidFill>
              <a:srgbClr val="FFFFFF"/>
            </a:solidFill>
          </a:ln>
        </p:spPr>
      </p:sp>
      <p:sp>
        <p:nvSpPr>
          <p:cNvPr id="116" name="object-116">
            <a:extLst>
              <a:ext uri="{FF2B5EF4-FFF2-40B4-BE49-F238E27FC236}">
                <a16:creationId xmlns:a16="http://schemas.microsoft.com/office/drawing/2014/main" id="{78A1F768-8668-4626-ADF3-4DC7121EB35A}"/>
              </a:ext>
            </a:extLst>
          </p:cNvPr>
          <p:cNvSpPr>
            <a:spLocks noGrp="1"/>
          </p:cNvSpPr>
          <p:nvPr/>
        </p:nvSpPr>
        <p:spPr>
          <a:xfrm>
            <a:off x="8028214" y="4524375"/>
            <a:ext cx="212612" cy="212612"/>
          </a:xfrm>
          <a:prstGeom prst="rect">
            <a:avLst/>
          </a:prstGeom>
          <a:solidFill>
            <a:srgbClr val="1D4ED8"/>
          </a:solidFill>
          <a:ln w="11906">
            <a:solidFill>
              <a:srgbClr val="FFFFFF"/>
            </a:solidFill>
          </a:ln>
        </p:spPr>
      </p:sp>
      <p:sp>
        <p:nvSpPr>
          <p:cNvPr id="117" name="object-117">
            <a:extLst>
              <a:ext uri="{FF2B5EF4-FFF2-40B4-BE49-F238E27FC236}">
                <a16:creationId xmlns:a16="http://schemas.microsoft.com/office/drawing/2014/main" id="{3D070D45-2DFA-42DC-9573-25BABA0C4C47}"/>
              </a:ext>
            </a:extLst>
          </p:cNvPr>
          <p:cNvSpPr>
            <a:spLocks noGrp="1"/>
          </p:cNvSpPr>
          <p:nvPr/>
        </p:nvSpPr>
        <p:spPr>
          <a:xfrm>
            <a:off x="8240826" y="4524375"/>
            <a:ext cx="212612" cy="212612"/>
          </a:xfrm>
          <a:prstGeom prst="rect">
            <a:avLst/>
          </a:prstGeom>
          <a:solidFill>
            <a:srgbClr val="1D4ED8"/>
          </a:solidFill>
          <a:ln w="11906">
            <a:solidFill>
              <a:srgbClr val="FFFFFF"/>
            </a:solidFill>
          </a:ln>
        </p:spPr>
      </p:sp>
      <p:sp>
        <p:nvSpPr>
          <p:cNvPr id="118" name="object-118">
            <a:extLst>
              <a:ext uri="{FF2B5EF4-FFF2-40B4-BE49-F238E27FC236}">
                <a16:creationId xmlns:a16="http://schemas.microsoft.com/office/drawing/2014/main" id="{079310A5-869C-4A12-930C-17668A0B89C7}"/>
              </a:ext>
            </a:extLst>
          </p:cNvPr>
          <p:cNvSpPr>
            <a:spLocks noGrp="1"/>
          </p:cNvSpPr>
          <p:nvPr/>
        </p:nvSpPr>
        <p:spPr>
          <a:xfrm>
            <a:off x="5476875" y="4736987"/>
            <a:ext cx="212612" cy="212612"/>
          </a:xfrm>
          <a:prstGeom prst="rect">
            <a:avLst/>
          </a:prstGeom>
          <a:solidFill>
            <a:srgbClr val="1D4ED8"/>
          </a:solidFill>
          <a:ln w="11906">
            <a:solidFill>
              <a:srgbClr val="FFFFFF"/>
            </a:solidFill>
          </a:ln>
        </p:spPr>
      </p:sp>
      <p:sp>
        <p:nvSpPr>
          <p:cNvPr id="119" name="object-119">
            <a:extLst>
              <a:ext uri="{FF2B5EF4-FFF2-40B4-BE49-F238E27FC236}">
                <a16:creationId xmlns:a16="http://schemas.microsoft.com/office/drawing/2014/main" id="{8345EBB5-E82D-453F-ABDE-880D505FFE6C}"/>
              </a:ext>
            </a:extLst>
          </p:cNvPr>
          <p:cNvSpPr>
            <a:spLocks noGrp="1"/>
          </p:cNvSpPr>
          <p:nvPr/>
        </p:nvSpPr>
        <p:spPr>
          <a:xfrm>
            <a:off x="5689487" y="4736987"/>
            <a:ext cx="212612" cy="212612"/>
          </a:xfrm>
          <a:prstGeom prst="rect">
            <a:avLst/>
          </a:prstGeom>
          <a:solidFill>
            <a:srgbClr val="1D4ED8"/>
          </a:solidFill>
          <a:ln w="11906">
            <a:solidFill>
              <a:srgbClr val="FFFFFF"/>
            </a:solidFill>
          </a:ln>
        </p:spPr>
      </p:sp>
      <p:sp>
        <p:nvSpPr>
          <p:cNvPr id="120" name="object-120">
            <a:extLst>
              <a:ext uri="{FF2B5EF4-FFF2-40B4-BE49-F238E27FC236}">
                <a16:creationId xmlns:a16="http://schemas.microsoft.com/office/drawing/2014/main" id="{AF5653AA-960D-4BF7-8A97-84EF5DD396C8}"/>
              </a:ext>
            </a:extLst>
          </p:cNvPr>
          <p:cNvSpPr>
            <a:spLocks noGrp="1"/>
          </p:cNvSpPr>
          <p:nvPr/>
        </p:nvSpPr>
        <p:spPr>
          <a:xfrm>
            <a:off x="5902098" y="4736987"/>
            <a:ext cx="212612" cy="212612"/>
          </a:xfrm>
          <a:prstGeom prst="rect">
            <a:avLst/>
          </a:prstGeom>
          <a:solidFill>
            <a:srgbClr val="1D4ED8"/>
          </a:solidFill>
          <a:ln w="11906">
            <a:solidFill>
              <a:srgbClr val="FFFFFF"/>
            </a:solidFill>
          </a:ln>
        </p:spPr>
      </p:sp>
      <p:sp>
        <p:nvSpPr>
          <p:cNvPr id="121" name="object-121">
            <a:extLst>
              <a:ext uri="{FF2B5EF4-FFF2-40B4-BE49-F238E27FC236}">
                <a16:creationId xmlns:a16="http://schemas.microsoft.com/office/drawing/2014/main" id="{FC172A02-54FE-49A2-B900-DF0808E51B31}"/>
              </a:ext>
            </a:extLst>
          </p:cNvPr>
          <p:cNvSpPr>
            <a:spLocks noGrp="1"/>
          </p:cNvSpPr>
          <p:nvPr/>
        </p:nvSpPr>
        <p:spPr>
          <a:xfrm>
            <a:off x="6114710" y="4736987"/>
            <a:ext cx="212612" cy="212612"/>
          </a:xfrm>
          <a:prstGeom prst="rect">
            <a:avLst/>
          </a:prstGeom>
          <a:solidFill>
            <a:srgbClr val="1D4ED8"/>
          </a:solidFill>
          <a:ln w="11906">
            <a:solidFill>
              <a:srgbClr val="FFFFFF"/>
            </a:solidFill>
          </a:ln>
        </p:spPr>
      </p:sp>
      <p:sp>
        <p:nvSpPr>
          <p:cNvPr id="122" name="object-122">
            <a:extLst>
              <a:ext uri="{FF2B5EF4-FFF2-40B4-BE49-F238E27FC236}">
                <a16:creationId xmlns:a16="http://schemas.microsoft.com/office/drawing/2014/main" id="{81CFD300-1095-4DDE-9D55-4D992A69FA6D}"/>
              </a:ext>
            </a:extLst>
          </p:cNvPr>
          <p:cNvSpPr>
            <a:spLocks noGrp="1"/>
          </p:cNvSpPr>
          <p:nvPr/>
        </p:nvSpPr>
        <p:spPr>
          <a:xfrm>
            <a:off x="6327321" y="4736987"/>
            <a:ext cx="212612" cy="212612"/>
          </a:xfrm>
          <a:prstGeom prst="rect">
            <a:avLst/>
          </a:prstGeom>
          <a:solidFill>
            <a:srgbClr val="1D4ED8"/>
          </a:solidFill>
          <a:ln w="11906">
            <a:solidFill>
              <a:srgbClr val="FFFFFF"/>
            </a:solidFill>
          </a:ln>
        </p:spPr>
      </p:sp>
      <p:sp>
        <p:nvSpPr>
          <p:cNvPr id="123" name="object-123">
            <a:extLst>
              <a:ext uri="{FF2B5EF4-FFF2-40B4-BE49-F238E27FC236}">
                <a16:creationId xmlns:a16="http://schemas.microsoft.com/office/drawing/2014/main" id="{7AF9F967-A697-4E76-B6CC-42463C2540AA}"/>
              </a:ext>
            </a:extLst>
          </p:cNvPr>
          <p:cNvSpPr>
            <a:spLocks noGrp="1"/>
          </p:cNvSpPr>
          <p:nvPr/>
        </p:nvSpPr>
        <p:spPr>
          <a:xfrm>
            <a:off x="6539933" y="4736987"/>
            <a:ext cx="212612" cy="212612"/>
          </a:xfrm>
          <a:prstGeom prst="rect">
            <a:avLst/>
          </a:prstGeom>
          <a:solidFill>
            <a:srgbClr val="1D4ED8"/>
          </a:solidFill>
          <a:ln w="11906">
            <a:solidFill>
              <a:srgbClr val="FFFFFF"/>
            </a:solidFill>
          </a:ln>
        </p:spPr>
      </p:sp>
      <p:sp>
        <p:nvSpPr>
          <p:cNvPr id="124" name="object-124">
            <a:extLst>
              <a:ext uri="{FF2B5EF4-FFF2-40B4-BE49-F238E27FC236}">
                <a16:creationId xmlns:a16="http://schemas.microsoft.com/office/drawing/2014/main" id="{640CF378-23D0-4A2C-83D7-FFF18795A548}"/>
              </a:ext>
            </a:extLst>
          </p:cNvPr>
          <p:cNvSpPr>
            <a:spLocks noGrp="1"/>
          </p:cNvSpPr>
          <p:nvPr/>
        </p:nvSpPr>
        <p:spPr>
          <a:xfrm>
            <a:off x="6752545" y="4736987"/>
            <a:ext cx="212612" cy="212612"/>
          </a:xfrm>
          <a:prstGeom prst="rect">
            <a:avLst/>
          </a:prstGeom>
          <a:solidFill>
            <a:srgbClr val="1D4ED8"/>
          </a:solidFill>
          <a:ln w="11906">
            <a:solidFill>
              <a:srgbClr val="FFFFFF"/>
            </a:solidFill>
          </a:ln>
        </p:spPr>
      </p:sp>
      <p:sp>
        <p:nvSpPr>
          <p:cNvPr id="125" name="object-125">
            <a:extLst>
              <a:ext uri="{FF2B5EF4-FFF2-40B4-BE49-F238E27FC236}">
                <a16:creationId xmlns:a16="http://schemas.microsoft.com/office/drawing/2014/main" id="{04368C9A-4443-43A2-93CD-5E0802BF9094}"/>
              </a:ext>
            </a:extLst>
          </p:cNvPr>
          <p:cNvSpPr>
            <a:spLocks noGrp="1"/>
          </p:cNvSpPr>
          <p:nvPr/>
        </p:nvSpPr>
        <p:spPr>
          <a:xfrm>
            <a:off x="6965156" y="4736987"/>
            <a:ext cx="212612" cy="212612"/>
          </a:xfrm>
          <a:prstGeom prst="rect">
            <a:avLst/>
          </a:prstGeom>
          <a:solidFill>
            <a:srgbClr val="1D4ED8"/>
          </a:solidFill>
          <a:ln w="11906">
            <a:solidFill>
              <a:srgbClr val="FFFFFF"/>
            </a:solidFill>
          </a:ln>
        </p:spPr>
      </p:sp>
      <p:sp>
        <p:nvSpPr>
          <p:cNvPr id="126" name="object-126">
            <a:extLst>
              <a:ext uri="{FF2B5EF4-FFF2-40B4-BE49-F238E27FC236}">
                <a16:creationId xmlns:a16="http://schemas.microsoft.com/office/drawing/2014/main" id="{E97CA3B8-9B9E-488B-BDDC-80C396B768A8}"/>
              </a:ext>
            </a:extLst>
          </p:cNvPr>
          <p:cNvSpPr>
            <a:spLocks noGrp="1"/>
          </p:cNvSpPr>
          <p:nvPr/>
        </p:nvSpPr>
        <p:spPr>
          <a:xfrm>
            <a:off x="7177768" y="4736987"/>
            <a:ext cx="212612" cy="212612"/>
          </a:xfrm>
          <a:prstGeom prst="rect">
            <a:avLst/>
          </a:prstGeom>
          <a:solidFill>
            <a:srgbClr val="1D4ED8"/>
          </a:solidFill>
          <a:ln w="11906">
            <a:solidFill>
              <a:srgbClr val="FFFFFF"/>
            </a:solidFill>
          </a:ln>
        </p:spPr>
      </p:sp>
      <p:sp>
        <p:nvSpPr>
          <p:cNvPr id="127" name="object-127">
            <a:extLst>
              <a:ext uri="{FF2B5EF4-FFF2-40B4-BE49-F238E27FC236}">
                <a16:creationId xmlns:a16="http://schemas.microsoft.com/office/drawing/2014/main" id="{0D1C16C1-E8F9-4784-AA80-5518F4C32955}"/>
              </a:ext>
            </a:extLst>
          </p:cNvPr>
          <p:cNvSpPr>
            <a:spLocks noGrp="1"/>
          </p:cNvSpPr>
          <p:nvPr/>
        </p:nvSpPr>
        <p:spPr>
          <a:xfrm>
            <a:off x="7390379" y="4736987"/>
            <a:ext cx="212612" cy="212612"/>
          </a:xfrm>
          <a:prstGeom prst="rect">
            <a:avLst/>
          </a:prstGeom>
          <a:solidFill>
            <a:srgbClr val="1D4ED8"/>
          </a:solidFill>
          <a:ln w="11906">
            <a:solidFill>
              <a:srgbClr val="FFFFFF"/>
            </a:solidFill>
          </a:ln>
        </p:spPr>
      </p:sp>
      <p:sp>
        <p:nvSpPr>
          <p:cNvPr id="128" name="object-128">
            <a:extLst>
              <a:ext uri="{FF2B5EF4-FFF2-40B4-BE49-F238E27FC236}">
                <a16:creationId xmlns:a16="http://schemas.microsoft.com/office/drawing/2014/main" id="{AF6D70A1-7C00-440D-8A93-8C75591272F7}"/>
              </a:ext>
            </a:extLst>
          </p:cNvPr>
          <p:cNvSpPr>
            <a:spLocks noGrp="1"/>
          </p:cNvSpPr>
          <p:nvPr/>
        </p:nvSpPr>
        <p:spPr>
          <a:xfrm>
            <a:off x="7602991" y="4736987"/>
            <a:ext cx="212612" cy="212612"/>
          </a:xfrm>
          <a:prstGeom prst="rect">
            <a:avLst/>
          </a:prstGeom>
          <a:solidFill>
            <a:srgbClr val="1D4ED8"/>
          </a:solidFill>
          <a:ln w="11906">
            <a:solidFill>
              <a:srgbClr val="FFFFFF"/>
            </a:solidFill>
          </a:ln>
        </p:spPr>
      </p:sp>
      <p:sp>
        <p:nvSpPr>
          <p:cNvPr id="129" name="object-129">
            <a:extLst>
              <a:ext uri="{FF2B5EF4-FFF2-40B4-BE49-F238E27FC236}">
                <a16:creationId xmlns:a16="http://schemas.microsoft.com/office/drawing/2014/main" id="{65C56BD2-1C68-49DE-8577-535A2AA0CAF0}"/>
              </a:ext>
            </a:extLst>
          </p:cNvPr>
          <p:cNvSpPr>
            <a:spLocks noGrp="1"/>
          </p:cNvSpPr>
          <p:nvPr/>
        </p:nvSpPr>
        <p:spPr>
          <a:xfrm>
            <a:off x="7815603" y="4736987"/>
            <a:ext cx="212612" cy="212612"/>
          </a:xfrm>
          <a:prstGeom prst="rect">
            <a:avLst/>
          </a:prstGeom>
          <a:solidFill>
            <a:srgbClr val="1D4ED8"/>
          </a:solidFill>
          <a:ln w="11906">
            <a:solidFill>
              <a:srgbClr val="FFFFFF"/>
            </a:solidFill>
          </a:ln>
        </p:spPr>
      </p:sp>
      <p:sp>
        <p:nvSpPr>
          <p:cNvPr id="130" name="object-130">
            <a:extLst>
              <a:ext uri="{FF2B5EF4-FFF2-40B4-BE49-F238E27FC236}">
                <a16:creationId xmlns:a16="http://schemas.microsoft.com/office/drawing/2014/main" id="{541D52CB-87F8-413C-9C71-218DB7B941B2}"/>
              </a:ext>
            </a:extLst>
          </p:cNvPr>
          <p:cNvSpPr>
            <a:spLocks noGrp="1"/>
          </p:cNvSpPr>
          <p:nvPr/>
        </p:nvSpPr>
        <p:spPr>
          <a:xfrm>
            <a:off x="8028214" y="4736987"/>
            <a:ext cx="212612" cy="212612"/>
          </a:xfrm>
          <a:prstGeom prst="rect">
            <a:avLst/>
          </a:prstGeom>
          <a:solidFill>
            <a:srgbClr val="1D4ED8"/>
          </a:solidFill>
          <a:ln w="11906">
            <a:solidFill>
              <a:srgbClr val="FFFFFF"/>
            </a:solidFill>
          </a:ln>
        </p:spPr>
      </p:sp>
      <p:sp>
        <p:nvSpPr>
          <p:cNvPr id="131" name="object-131">
            <a:extLst>
              <a:ext uri="{FF2B5EF4-FFF2-40B4-BE49-F238E27FC236}">
                <a16:creationId xmlns:a16="http://schemas.microsoft.com/office/drawing/2014/main" id="{E16DFDA3-896A-44E3-9B53-32040CA37D94}"/>
              </a:ext>
            </a:extLst>
          </p:cNvPr>
          <p:cNvSpPr>
            <a:spLocks noGrp="1"/>
          </p:cNvSpPr>
          <p:nvPr/>
        </p:nvSpPr>
        <p:spPr>
          <a:xfrm>
            <a:off x="8240826" y="4736987"/>
            <a:ext cx="212612" cy="212612"/>
          </a:xfrm>
          <a:prstGeom prst="rect">
            <a:avLst/>
          </a:prstGeom>
          <a:solidFill>
            <a:srgbClr val="1D4ED8"/>
          </a:solidFill>
          <a:ln w="11906">
            <a:solidFill>
              <a:srgbClr val="FFFFFF"/>
            </a:solidFill>
          </a:ln>
        </p:spPr>
      </p:sp>
      <p:sp>
        <p:nvSpPr>
          <p:cNvPr id="132" name="object-132">
            <a:extLst>
              <a:ext uri="{FF2B5EF4-FFF2-40B4-BE49-F238E27FC236}">
                <a16:creationId xmlns:a16="http://schemas.microsoft.com/office/drawing/2014/main" id="{34D98154-29E9-4734-88B1-BB8E1BAEEFF2}"/>
              </a:ext>
            </a:extLst>
          </p:cNvPr>
          <p:cNvSpPr>
            <a:spLocks noGrp="1"/>
          </p:cNvSpPr>
          <p:nvPr/>
        </p:nvSpPr>
        <p:spPr>
          <a:xfrm>
            <a:off x="5476875" y="4949598"/>
            <a:ext cx="212612" cy="212612"/>
          </a:xfrm>
          <a:prstGeom prst="rect">
            <a:avLst/>
          </a:prstGeom>
          <a:solidFill>
            <a:srgbClr val="1D4ED8"/>
          </a:solidFill>
          <a:ln w="11906">
            <a:solidFill>
              <a:srgbClr val="FFFFFF"/>
            </a:solidFill>
          </a:ln>
        </p:spPr>
      </p:sp>
      <p:sp>
        <p:nvSpPr>
          <p:cNvPr id="133" name="object-133">
            <a:extLst>
              <a:ext uri="{FF2B5EF4-FFF2-40B4-BE49-F238E27FC236}">
                <a16:creationId xmlns:a16="http://schemas.microsoft.com/office/drawing/2014/main" id="{81E3AB76-B8C1-4CEB-B980-4FE3D27D4F9F}"/>
              </a:ext>
            </a:extLst>
          </p:cNvPr>
          <p:cNvSpPr>
            <a:spLocks noGrp="1"/>
          </p:cNvSpPr>
          <p:nvPr/>
        </p:nvSpPr>
        <p:spPr>
          <a:xfrm>
            <a:off x="5689487" y="4949598"/>
            <a:ext cx="212612" cy="212612"/>
          </a:xfrm>
          <a:prstGeom prst="rect">
            <a:avLst/>
          </a:prstGeom>
          <a:solidFill>
            <a:srgbClr val="1D4ED8"/>
          </a:solidFill>
          <a:ln w="11906">
            <a:solidFill>
              <a:srgbClr val="FFFFFF"/>
            </a:solidFill>
          </a:ln>
        </p:spPr>
      </p:sp>
      <p:sp>
        <p:nvSpPr>
          <p:cNvPr id="134" name="object-134">
            <a:extLst>
              <a:ext uri="{FF2B5EF4-FFF2-40B4-BE49-F238E27FC236}">
                <a16:creationId xmlns:a16="http://schemas.microsoft.com/office/drawing/2014/main" id="{4CD1A6BD-245F-46B3-8980-CF4D1D7C7AE6}"/>
              </a:ext>
            </a:extLst>
          </p:cNvPr>
          <p:cNvSpPr>
            <a:spLocks noGrp="1"/>
          </p:cNvSpPr>
          <p:nvPr/>
        </p:nvSpPr>
        <p:spPr>
          <a:xfrm>
            <a:off x="5902098" y="4949598"/>
            <a:ext cx="212612" cy="212612"/>
          </a:xfrm>
          <a:prstGeom prst="rect">
            <a:avLst/>
          </a:prstGeom>
          <a:solidFill>
            <a:srgbClr val="1D4ED8"/>
          </a:solidFill>
          <a:ln w="11906">
            <a:solidFill>
              <a:srgbClr val="FFFFFF"/>
            </a:solidFill>
          </a:ln>
        </p:spPr>
      </p:sp>
      <p:sp>
        <p:nvSpPr>
          <p:cNvPr id="135" name="object-135">
            <a:extLst>
              <a:ext uri="{FF2B5EF4-FFF2-40B4-BE49-F238E27FC236}">
                <a16:creationId xmlns:a16="http://schemas.microsoft.com/office/drawing/2014/main" id="{BA9293C5-181D-409B-95C3-43DBA7BF4CA3}"/>
              </a:ext>
            </a:extLst>
          </p:cNvPr>
          <p:cNvSpPr>
            <a:spLocks noGrp="1"/>
          </p:cNvSpPr>
          <p:nvPr/>
        </p:nvSpPr>
        <p:spPr>
          <a:xfrm>
            <a:off x="6114710" y="4949598"/>
            <a:ext cx="212612" cy="212612"/>
          </a:xfrm>
          <a:prstGeom prst="rect">
            <a:avLst/>
          </a:prstGeom>
          <a:solidFill>
            <a:srgbClr val="1D4ED8"/>
          </a:solidFill>
          <a:ln w="11906">
            <a:solidFill>
              <a:srgbClr val="FFFFFF"/>
            </a:solidFill>
          </a:ln>
        </p:spPr>
      </p:sp>
      <p:sp>
        <p:nvSpPr>
          <p:cNvPr id="136" name="object-136">
            <a:extLst>
              <a:ext uri="{FF2B5EF4-FFF2-40B4-BE49-F238E27FC236}">
                <a16:creationId xmlns:a16="http://schemas.microsoft.com/office/drawing/2014/main" id="{196C4B7B-4BAD-4D0E-997F-6321484CD033}"/>
              </a:ext>
            </a:extLst>
          </p:cNvPr>
          <p:cNvSpPr>
            <a:spLocks noGrp="1"/>
          </p:cNvSpPr>
          <p:nvPr/>
        </p:nvSpPr>
        <p:spPr>
          <a:xfrm>
            <a:off x="6327321" y="4949598"/>
            <a:ext cx="212612" cy="212612"/>
          </a:xfrm>
          <a:prstGeom prst="rect">
            <a:avLst/>
          </a:prstGeom>
          <a:solidFill>
            <a:srgbClr val="1D4ED8"/>
          </a:solidFill>
          <a:ln w="11906">
            <a:solidFill>
              <a:srgbClr val="FFFFFF"/>
            </a:solidFill>
          </a:ln>
        </p:spPr>
      </p:sp>
      <p:sp>
        <p:nvSpPr>
          <p:cNvPr id="137" name="object-137">
            <a:extLst>
              <a:ext uri="{FF2B5EF4-FFF2-40B4-BE49-F238E27FC236}">
                <a16:creationId xmlns:a16="http://schemas.microsoft.com/office/drawing/2014/main" id="{5B174E29-FBF7-451B-A4AE-19E63274C299}"/>
              </a:ext>
            </a:extLst>
          </p:cNvPr>
          <p:cNvSpPr>
            <a:spLocks noGrp="1"/>
          </p:cNvSpPr>
          <p:nvPr/>
        </p:nvSpPr>
        <p:spPr>
          <a:xfrm>
            <a:off x="6539933" y="4949598"/>
            <a:ext cx="212612" cy="212612"/>
          </a:xfrm>
          <a:prstGeom prst="rect">
            <a:avLst/>
          </a:prstGeom>
          <a:solidFill>
            <a:srgbClr val="1D4ED8"/>
          </a:solidFill>
          <a:ln w="11906">
            <a:solidFill>
              <a:srgbClr val="FFFFFF"/>
            </a:solidFill>
          </a:ln>
        </p:spPr>
      </p:sp>
      <p:sp>
        <p:nvSpPr>
          <p:cNvPr id="138" name="object-138">
            <a:extLst>
              <a:ext uri="{FF2B5EF4-FFF2-40B4-BE49-F238E27FC236}">
                <a16:creationId xmlns:a16="http://schemas.microsoft.com/office/drawing/2014/main" id="{AA933E0B-E747-4BD9-86FB-74E7E7638DB9}"/>
              </a:ext>
            </a:extLst>
          </p:cNvPr>
          <p:cNvSpPr>
            <a:spLocks noGrp="1"/>
          </p:cNvSpPr>
          <p:nvPr/>
        </p:nvSpPr>
        <p:spPr>
          <a:xfrm>
            <a:off x="6752545" y="4949598"/>
            <a:ext cx="212612" cy="212612"/>
          </a:xfrm>
          <a:prstGeom prst="rect">
            <a:avLst/>
          </a:prstGeom>
          <a:solidFill>
            <a:srgbClr val="1D4ED8"/>
          </a:solidFill>
          <a:ln w="11906">
            <a:solidFill>
              <a:srgbClr val="FFFFFF"/>
            </a:solidFill>
          </a:ln>
        </p:spPr>
      </p:sp>
      <p:sp>
        <p:nvSpPr>
          <p:cNvPr id="139" name="object-139">
            <a:extLst>
              <a:ext uri="{FF2B5EF4-FFF2-40B4-BE49-F238E27FC236}">
                <a16:creationId xmlns:a16="http://schemas.microsoft.com/office/drawing/2014/main" id="{30E70BD3-6225-4A14-9185-6480F5A82820}"/>
              </a:ext>
            </a:extLst>
          </p:cNvPr>
          <p:cNvSpPr>
            <a:spLocks noGrp="1"/>
          </p:cNvSpPr>
          <p:nvPr/>
        </p:nvSpPr>
        <p:spPr>
          <a:xfrm>
            <a:off x="6965156" y="4949598"/>
            <a:ext cx="212612" cy="212612"/>
          </a:xfrm>
          <a:prstGeom prst="rect">
            <a:avLst/>
          </a:prstGeom>
          <a:solidFill>
            <a:srgbClr val="1D4ED8"/>
          </a:solidFill>
          <a:ln w="11906">
            <a:solidFill>
              <a:srgbClr val="FFFFFF"/>
            </a:solidFill>
          </a:ln>
        </p:spPr>
      </p:sp>
      <p:sp>
        <p:nvSpPr>
          <p:cNvPr id="140" name="object-140">
            <a:extLst>
              <a:ext uri="{FF2B5EF4-FFF2-40B4-BE49-F238E27FC236}">
                <a16:creationId xmlns:a16="http://schemas.microsoft.com/office/drawing/2014/main" id="{0F267D45-297E-4A2A-B77B-6A34FD8CCD6F}"/>
              </a:ext>
            </a:extLst>
          </p:cNvPr>
          <p:cNvSpPr>
            <a:spLocks noGrp="1"/>
          </p:cNvSpPr>
          <p:nvPr/>
        </p:nvSpPr>
        <p:spPr>
          <a:xfrm>
            <a:off x="7177768" y="4949598"/>
            <a:ext cx="212612" cy="212612"/>
          </a:xfrm>
          <a:prstGeom prst="rect">
            <a:avLst/>
          </a:prstGeom>
          <a:solidFill>
            <a:srgbClr val="1D4ED8"/>
          </a:solidFill>
          <a:ln w="11906">
            <a:solidFill>
              <a:srgbClr val="FFFFFF"/>
            </a:solidFill>
          </a:ln>
        </p:spPr>
      </p:sp>
      <p:sp>
        <p:nvSpPr>
          <p:cNvPr id="141" name="object-141">
            <a:extLst>
              <a:ext uri="{FF2B5EF4-FFF2-40B4-BE49-F238E27FC236}">
                <a16:creationId xmlns:a16="http://schemas.microsoft.com/office/drawing/2014/main" id="{7D01ABB9-558E-487C-A40B-A776F9F5E26D}"/>
              </a:ext>
            </a:extLst>
          </p:cNvPr>
          <p:cNvSpPr>
            <a:spLocks noGrp="1"/>
          </p:cNvSpPr>
          <p:nvPr/>
        </p:nvSpPr>
        <p:spPr>
          <a:xfrm>
            <a:off x="7390379" y="4949598"/>
            <a:ext cx="212612" cy="212612"/>
          </a:xfrm>
          <a:prstGeom prst="rect">
            <a:avLst/>
          </a:prstGeom>
          <a:solidFill>
            <a:srgbClr val="1D4ED8"/>
          </a:solidFill>
          <a:ln w="11906">
            <a:solidFill>
              <a:srgbClr val="FFFFFF"/>
            </a:solidFill>
          </a:ln>
        </p:spPr>
      </p:sp>
      <p:sp>
        <p:nvSpPr>
          <p:cNvPr id="142" name="object-142">
            <a:extLst>
              <a:ext uri="{FF2B5EF4-FFF2-40B4-BE49-F238E27FC236}">
                <a16:creationId xmlns:a16="http://schemas.microsoft.com/office/drawing/2014/main" id="{CC4898A3-B7C3-4A0B-999F-D92470B8074E}"/>
              </a:ext>
            </a:extLst>
          </p:cNvPr>
          <p:cNvSpPr>
            <a:spLocks noGrp="1"/>
          </p:cNvSpPr>
          <p:nvPr/>
        </p:nvSpPr>
        <p:spPr>
          <a:xfrm>
            <a:off x="7602991" y="4949598"/>
            <a:ext cx="212612" cy="212612"/>
          </a:xfrm>
          <a:prstGeom prst="rect">
            <a:avLst/>
          </a:prstGeom>
          <a:solidFill>
            <a:srgbClr val="1D4ED8"/>
          </a:solidFill>
          <a:ln w="11906">
            <a:solidFill>
              <a:srgbClr val="FFFFFF"/>
            </a:solidFill>
          </a:ln>
        </p:spPr>
      </p:sp>
      <p:sp>
        <p:nvSpPr>
          <p:cNvPr id="143" name="object-143">
            <a:extLst>
              <a:ext uri="{FF2B5EF4-FFF2-40B4-BE49-F238E27FC236}">
                <a16:creationId xmlns:a16="http://schemas.microsoft.com/office/drawing/2014/main" id="{03088DCD-EE53-447E-9C4C-AE1DD31865CD}"/>
              </a:ext>
            </a:extLst>
          </p:cNvPr>
          <p:cNvSpPr>
            <a:spLocks noGrp="1"/>
          </p:cNvSpPr>
          <p:nvPr/>
        </p:nvSpPr>
        <p:spPr>
          <a:xfrm>
            <a:off x="7815603" y="4949598"/>
            <a:ext cx="212612" cy="212612"/>
          </a:xfrm>
          <a:prstGeom prst="rect">
            <a:avLst/>
          </a:prstGeom>
          <a:solidFill>
            <a:srgbClr val="1D4ED8"/>
          </a:solidFill>
          <a:ln w="11906">
            <a:solidFill>
              <a:srgbClr val="FFFFFF"/>
            </a:solidFill>
          </a:ln>
        </p:spPr>
      </p:sp>
      <p:sp>
        <p:nvSpPr>
          <p:cNvPr id="144" name="object-144">
            <a:extLst>
              <a:ext uri="{FF2B5EF4-FFF2-40B4-BE49-F238E27FC236}">
                <a16:creationId xmlns:a16="http://schemas.microsoft.com/office/drawing/2014/main" id="{84358506-5D89-4BCE-822A-319550B5FE23}"/>
              </a:ext>
            </a:extLst>
          </p:cNvPr>
          <p:cNvSpPr>
            <a:spLocks noGrp="1"/>
          </p:cNvSpPr>
          <p:nvPr/>
        </p:nvSpPr>
        <p:spPr>
          <a:xfrm>
            <a:off x="8028214" y="4949598"/>
            <a:ext cx="212612" cy="212612"/>
          </a:xfrm>
          <a:prstGeom prst="rect">
            <a:avLst/>
          </a:prstGeom>
          <a:solidFill>
            <a:srgbClr val="1D4ED8"/>
          </a:solidFill>
          <a:ln w="11906">
            <a:solidFill>
              <a:srgbClr val="FFFFFF"/>
            </a:solidFill>
          </a:ln>
        </p:spPr>
      </p:sp>
      <p:sp>
        <p:nvSpPr>
          <p:cNvPr id="145" name="object-145">
            <a:extLst>
              <a:ext uri="{FF2B5EF4-FFF2-40B4-BE49-F238E27FC236}">
                <a16:creationId xmlns:a16="http://schemas.microsoft.com/office/drawing/2014/main" id="{D9B306A6-BB61-454F-986F-FB5BB1AF3E70}"/>
              </a:ext>
            </a:extLst>
          </p:cNvPr>
          <p:cNvSpPr>
            <a:spLocks noGrp="1"/>
          </p:cNvSpPr>
          <p:nvPr/>
        </p:nvSpPr>
        <p:spPr>
          <a:xfrm>
            <a:off x="8240826" y="4949598"/>
            <a:ext cx="212612" cy="212612"/>
          </a:xfrm>
          <a:prstGeom prst="rect">
            <a:avLst/>
          </a:prstGeom>
          <a:solidFill>
            <a:srgbClr val="1D4ED8"/>
          </a:solidFill>
          <a:ln w="11906">
            <a:solidFill>
              <a:srgbClr val="FFFFFF"/>
            </a:solidFill>
          </a:ln>
        </p:spPr>
      </p:sp>
      <p:sp>
        <p:nvSpPr>
          <p:cNvPr id="146" name="object-146">
            <a:extLst>
              <a:ext uri="{FF2B5EF4-FFF2-40B4-BE49-F238E27FC236}">
                <a16:creationId xmlns:a16="http://schemas.microsoft.com/office/drawing/2014/main" id="{3043339F-22CB-4E0D-AF7C-7FABE60D0AFB}"/>
              </a:ext>
            </a:extLst>
          </p:cNvPr>
          <p:cNvSpPr>
            <a:spLocks noGrp="1"/>
          </p:cNvSpPr>
          <p:nvPr/>
        </p:nvSpPr>
        <p:spPr>
          <a:xfrm>
            <a:off x="5476875" y="5162210"/>
            <a:ext cx="212612" cy="212612"/>
          </a:xfrm>
          <a:prstGeom prst="rect">
            <a:avLst/>
          </a:prstGeom>
          <a:solidFill>
            <a:srgbClr val="1D4ED8"/>
          </a:solidFill>
          <a:ln w="11906">
            <a:solidFill>
              <a:srgbClr val="FFFFFF"/>
            </a:solidFill>
          </a:ln>
        </p:spPr>
      </p:sp>
      <p:sp>
        <p:nvSpPr>
          <p:cNvPr id="147" name="object-147">
            <a:extLst>
              <a:ext uri="{FF2B5EF4-FFF2-40B4-BE49-F238E27FC236}">
                <a16:creationId xmlns:a16="http://schemas.microsoft.com/office/drawing/2014/main" id="{110E6E56-20AF-4E50-968C-06A7E7B7C805}"/>
              </a:ext>
            </a:extLst>
          </p:cNvPr>
          <p:cNvSpPr>
            <a:spLocks noGrp="1"/>
          </p:cNvSpPr>
          <p:nvPr/>
        </p:nvSpPr>
        <p:spPr>
          <a:xfrm>
            <a:off x="5689487" y="5162210"/>
            <a:ext cx="212612" cy="212612"/>
          </a:xfrm>
          <a:prstGeom prst="rect">
            <a:avLst/>
          </a:prstGeom>
          <a:solidFill>
            <a:srgbClr val="1D4ED8"/>
          </a:solidFill>
          <a:ln w="11906">
            <a:solidFill>
              <a:srgbClr val="FFFFFF"/>
            </a:solidFill>
          </a:ln>
        </p:spPr>
      </p:sp>
      <p:sp>
        <p:nvSpPr>
          <p:cNvPr id="148" name="object-148">
            <a:extLst>
              <a:ext uri="{FF2B5EF4-FFF2-40B4-BE49-F238E27FC236}">
                <a16:creationId xmlns:a16="http://schemas.microsoft.com/office/drawing/2014/main" id="{3FAB641E-61D4-4976-8E83-1921148474ED}"/>
              </a:ext>
            </a:extLst>
          </p:cNvPr>
          <p:cNvSpPr>
            <a:spLocks noGrp="1"/>
          </p:cNvSpPr>
          <p:nvPr/>
        </p:nvSpPr>
        <p:spPr>
          <a:xfrm>
            <a:off x="5902098" y="5162210"/>
            <a:ext cx="212612" cy="212612"/>
          </a:xfrm>
          <a:prstGeom prst="rect">
            <a:avLst/>
          </a:prstGeom>
          <a:solidFill>
            <a:srgbClr val="1D4ED8"/>
          </a:solidFill>
          <a:ln w="11906">
            <a:solidFill>
              <a:srgbClr val="FFFFFF"/>
            </a:solidFill>
          </a:ln>
        </p:spPr>
      </p:sp>
      <p:sp>
        <p:nvSpPr>
          <p:cNvPr id="149" name="object-149">
            <a:extLst>
              <a:ext uri="{FF2B5EF4-FFF2-40B4-BE49-F238E27FC236}">
                <a16:creationId xmlns:a16="http://schemas.microsoft.com/office/drawing/2014/main" id="{6713F648-BBBB-407C-A7C2-26D7186C81E6}"/>
              </a:ext>
            </a:extLst>
          </p:cNvPr>
          <p:cNvSpPr>
            <a:spLocks noGrp="1"/>
          </p:cNvSpPr>
          <p:nvPr/>
        </p:nvSpPr>
        <p:spPr>
          <a:xfrm>
            <a:off x="6114710" y="5162210"/>
            <a:ext cx="212612" cy="212612"/>
          </a:xfrm>
          <a:prstGeom prst="rect">
            <a:avLst/>
          </a:prstGeom>
          <a:solidFill>
            <a:srgbClr val="1D4ED8"/>
          </a:solidFill>
          <a:ln w="11906">
            <a:solidFill>
              <a:srgbClr val="FFFFFF"/>
            </a:solidFill>
          </a:ln>
        </p:spPr>
      </p:sp>
      <p:sp>
        <p:nvSpPr>
          <p:cNvPr id="150" name="object-150">
            <a:extLst>
              <a:ext uri="{FF2B5EF4-FFF2-40B4-BE49-F238E27FC236}">
                <a16:creationId xmlns:a16="http://schemas.microsoft.com/office/drawing/2014/main" id="{CEE9EF07-85F8-43E3-B0FE-7734591729B5}"/>
              </a:ext>
            </a:extLst>
          </p:cNvPr>
          <p:cNvSpPr>
            <a:spLocks noGrp="1"/>
          </p:cNvSpPr>
          <p:nvPr/>
        </p:nvSpPr>
        <p:spPr>
          <a:xfrm>
            <a:off x="6327321" y="5162210"/>
            <a:ext cx="212612" cy="212612"/>
          </a:xfrm>
          <a:prstGeom prst="rect">
            <a:avLst/>
          </a:prstGeom>
          <a:solidFill>
            <a:srgbClr val="1D4ED8"/>
          </a:solidFill>
          <a:ln w="11906">
            <a:solidFill>
              <a:srgbClr val="FFFFFF"/>
            </a:solidFill>
          </a:ln>
        </p:spPr>
      </p:sp>
      <p:sp>
        <p:nvSpPr>
          <p:cNvPr id="151" name="object-151">
            <a:extLst>
              <a:ext uri="{FF2B5EF4-FFF2-40B4-BE49-F238E27FC236}">
                <a16:creationId xmlns:a16="http://schemas.microsoft.com/office/drawing/2014/main" id="{23322D4C-96B4-4C43-85DB-50BB4D99E1B9}"/>
              </a:ext>
            </a:extLst>
          </p:cNvPr>
          <p:cNvSpPr>
            <a:spLocks noGrp="1"/>
          </p:cNvSpPr>
          <p:nvPr/>
        </p:nvSpPr>
        <p:spPr>
          <a:xfrm>
            <a:off x="6539933" y="5162210"/>
            <a:ext cx="212612" cy="212612"/>
          </a:xfrm>
          <a:prstGeom prst="rect">
            <a:avLst/>
          </a:prstGeom>
          <a:solidFill>
            <a:srgbClr val="1D4ED8"/>
          </a:solidFill>
          <a:ln w="11906">
            <a:solidFill>
              <a:srgbClr val="FFFFFF"/>
            </a:solidFill>
          </a:ln>
        </p:spPr>
      </p:sp>
      <p:sp>
        <p:nvSpPr>
          <p:cNvPr id="152" name="object-152">
            <a:extLst>
              <a:ext uri="{FF2B5EF4-FFF2-40B4-BE49-F238E27FC236}">
                <a16:creationId xmlns:a16="http://schemas.microsoft.com/office/drawing/2014/main" id="{470BB6E3-BF45-4679-887D-4CC8A4170416}"/>
              </a:ext>
            </a:extLst>
          </p:cNvPr>
          <p:cNvSpPr>
            <a:spLocks noGrp="1"/>
          </p:cNvSpPr>
          <p:nvPr/>
        </p:nvSpPr>
        <p:spPr>
          <a:xfrm>
            <a:off x="6752545" y="5162210"/>
            <a:ext cx="212612" cy="212612"/>
          </a:xfrm>
          <a:prstGeom prst="rect">
            <a:avLst/>
          </a:prstGeom>
          <a:solidFill>
            <a:srgbClr val="1D4ED8"/>
          </a:solidFill>
          <a:ln w="11906">
            <a:solidFill>
              <a:srgbClr val="FFFFFF"/>
            </a:solidFill>
          </a:ln>
        </p:spPr>
      </p:sp>
      <p:sp>
        <p:nvSpPr>
          <p:cNvPr id="153" name="object-153">
            <a:extLst>
              <a:ext uri="{FF2B5EF4-FFF2-40B4-BE49-F238E27FC236}">
                <a16:creationId xmlns:a16="http://schemas.microsoft.com/office/drawing/2014/main" id="{5BAD90B3-D872-4892-846D-A614E8796727}"/>
              </a:ext>
            </a:extLst>
          </p:cNvPr>
          <p:cNvSpPr>
            <a:spLocks noGrp="1"/>
          </p:cNvSpPr>
          <p:nvPr/>
        </p:nvSpPr>
        <p:spPr>
          <a:xfrm>
            <a:off x="6965156" y="5162210"/>
            <a:ext cx="212612" cy="212612"/>
          </a:xfrm>
          <a:prstGeom prst="rect">
            <a:avLst/>
          </a:prstGeom>
          <a:solidFill>
            <a:srgbClr val="1D4ED8"/>
          </a:solidFill>
          <a:ln w="11906">
            <a:solidFill>
              <a:srgbClr val="FFFFFF"/>
            </a:solidFill>
          </a:ln>
        </p:spPr>
      </p:sp>
      <p:sp>
        <p:nvSpPr>
          <p:cNvPr id="154" name="object-154">
            <a:extLst>
              <a:ext uri="{FF2B5EF4-FFF2-40B4-BE49-F238E27FC236}">
                <a16:creationId xmlns:a16="http://schemas.microsoft.com/office/drawing/2014/main" id="{462FC213-0341-4245-AF26-E67767181C0E}"/>
              </a:ext>
            </a:extLst>
          </p:cNvPr>
          <p:cNvSpPr>
            <a:spLocks noGrp="1"/>
          </p:cNvSpPr>
          <p:nvPr/>
        </p:nvSpPr>
        <p:spPr>
          <a:xfrm>
            <a:off x="7177768" y="5162210"/>
            <a:ext cx="212612" cy="212612"/>
          </a:xfrm>
          <a:prstGeom prst="rect">
            <a:avLst/>
          </a:prstGeom>
          <a:solidFill>
            <a:srgbClr val="1D4ED8"/>
          </a:solidFill>
          <a:ln w="11906">
            <a:solidFill>
              <a:srgbClr val="FFFFFF"/>
            </a:solidFill>
          </a:ln>
        </p:spPr>
      </p:sp>
      <p:sp>
        <p:nvSpPr>
          <p:cNvPr id="155" name="object-155">
            <a:extLst>
              <a:ext uri="{FF2B5EF4-FFF2-40B4-BE49-F238E27FC236}">
                <a16:creationId xmlns:a16="http://schemas.microsoft.com/office/drawing/2014/main" id="{381898CB-9F76-428E-8457-18414C14CE64}"/>
              </a:ext>
            </a:extLst>
          </p:cNvPr>
          <p:cNvSpPr>
            <a:spLocks noGrp="1"/>
          </p:cNvSpPr>
          <p:nvPr/>
        </p:nvSpPr>
        <p:spPr>
          <a:xfrm>
            <a:off x="7390379" y="5162210"/>
            <a:ext cx="212612" cy="212612"/>
          </a:xfrm>
          <a:prstGeom prst="rect">
            <a:avLst/>
          </a:prstGeom>
          <a:solidFill>
            <a:srgbClr val="1D4ED8"/>
          </a:solidFill>
          <a:ln w="11906">
            <a:solidFill>
              <a:srgbClr val="FFFFFF"/>
            </a:solidFill>
          </a:ln>
        </p:spPr>
      </p:sp>
      <p:sp>
        <p:nvSpPr>
          <p:cNvPr id="156" name="object-156">
            <a:extLst>
              <a:ext uri="{FF2B5EF4-FFF2-40B4-BE49-F238E27FC236}">
                <a16:creationId xmlns:a16="http://schemas.microsoft.com/office/drawing/2014/main" id="{DFBD373F-1CCF-4770-A578-1CCAB0B62E7E}"/>
              </a:ext>
            </a:extLst>
          </p:cNvPr>
          <p:cNvSpPr>
            <a:spLocks noGrp="1"/>
          </p:cNvSpPr>
          <p:nvPr/>
        </p:nvSpPr>
        <p:spPr>
          <a:xfrm>
            <a:off x="7602991" y="5162210"/>
            <a:ext cx="212612" cy="212612"/>
          </a:xfrm>
          <a:prstGeom prst="rect">
            <a:avLst/>
          </a:prstGeom>
          <a:solidFill>
            <a:srgbClr val="1D4ED8"/>
          </a:solidFill>
          <a:ln w="11906">
            <a:solidFill>
              <a:srgbClr val="FFFFFF"/>
            </a:solidFill>
          </a:ln>
        </p:spPr>
      </p:sp>
      <p:sp>
        <p:nvSpPr>
          <p:cNvPr id="157" name="object-157">
            <a:extLst>
              <a:ext uri="{FF2B5EF4-FFF2-40B4-BE49-F238E27FC236}">
                <a16:creationId xmlns:a16="http://schemas.microsoft.com/office/drawing/2014/main" id="{40977E51-2D39-4F50-A8F3-698681197BA0}"/>
              </a:ext>
            </a:extLst>
          </p:cNvPr>
          <p:cNvSpPr>
            <a:spLocks noGrp="1"/>
          </p:cNvSpPr>
          <p:nvPr/>
        </p:nvSpPr>
        <p:spPr>
          <a:xfrm>
            <a:off x="7815603" y="5162210"/>
            <a:ext cx="212612" cy="212612"/>
          </a:xfrm>
          <a:prstGeom prst="rect">
            <a:avLst/>
          </a:prstGeom>
          <a:solidFill>
            <a:srgbClr val="1D4ED8"/>
          </a:solidFill>
          <a:ln w="11906">
            <a:solidFill>
              <a:srgbClr val="FFFFFF"/>
            </a:solidFill>
          </a:ln>
        </p:spPr>
      </p:sp>
      <p:sp>
        <p:nvSpPr>
          <p:cNvPr id="158" name="object-158">
            <a:extLst>
              <a:ext uri="{FF2B5EF4-FFF2-40B4-BE49-F238E27FC236}">
                <a16:creationId xmlns:a16="http://schemas.microsoft.com/office/drawing/2014/main" id="{BF6EDE2F-F744-4013-BF48-5065FB2C80C0}"/>
              </a:ext>
            </a:extLst>
          </p:cNvPr>
          <p:cNvSpPr>
            <a:spLocks noGrp="1"/>
          </p:cNvSpPr>
          <p:nvPr/>
        </p:nvSpPr>
        <p:spPr>
          <a:xfrm>
            <a:off x="8028214" y="5162210"/>
            <a:ext cx="212612" cy="212612"/>
          </a:xfrm>
          <a:prstGeom prst="rect">
            <a:avLst/>
          </a:prstGeom>
          <a:solidFill>
            <a:srgbClr val="1D4ED8"/>
          </a:solidFill>
          <a:ln w="11906">
            <a:solidFill>
              <a:srgbClr val="FFFFFF"/>
            </a:solidFill>
          </a:ln>
        </p:spPr>
      </p:sp>
      <p:sp>
        <p:nvSpPr>
          <p:cNvPr id="159" name="object-159">
            <a:extLst>
              <a:ext uri="{FF2B5EF4-FFF2-40B4-BE49-F238E27FC236}">
                <a16:creationId xmlns:a16="http://schemas.microsoft.com/office/drawing/2014/main" id="{89ECD09C-7F13-4726-93F0-3AB541C831C9}"/>
              </a:ext>
            </a:extLst>
          </p:cNvPr>
          <p:cNvSpPr>
            <a:spLocks noGrp="1"/>
          </p:cNvSpPr>
          <p:nvPr/>
        </p:nvSpPr>
        <p:spPr>
          <a:xfrm>
            <a:off x="8240826" y="5162210"/>
            <a:ext cx="212612" cy="212612"/>
          </a:xfrm>
          <a:prstGeom prst="rect">
            <a:avLst/>
          </a:prstGeom>
          <a:solidFill>
            <a:srgbClr val="1D4ED8"/>
          </a:solidFill>
          <a:ln w="11906">
            <a:solidFill>
              <a:srgbClr val="FFFFFF"/>
            </a:solidFill>
          </a:ln>
        </p:spPr>
      </p:sp>
      <p:sp>
        <p:nvSpPr>
          <p:cNvPr id="160" name="object-160">
            <a:extLst>
              <a:ext uri="{FF2B5EF4-FFF2-40B4-BE49-F238E27FC236}">
                <a16:creationId xmlns:a16="http://schemas.microsoft.com/office/drawing/2014/main" id="{D6B4B490-901A-433F-A766-3E2333F91966}"/>
              </a:ext>
            </a:extLst>
          </p:cNvPr>
          <p:cNvSpPr>
            <a:spLocks noGrp="1"/>
          </p:cNvSpPr>
          <p:nvPr/>
        </p:nvSpPr>
        <p:spPr>
          <a:xfrm>
            <a:off x="5476875" y="5374821"/>
            <a:ext cx="212612" cy="212612"/>
          </a:xfrm>
          <a:prstGeom prst="rect">
            <a:avLst/>
          </a:prstGeom>
          <a:solidFill>
            <a:srgbClr val="1D4ED8"/>
          </a:solidFill>
          <a:ln w="11906">
            <a:solidFill>
              <a:srgbClr val="FFFFFF"/>
            </a:solidFill>
          </a:ln>
        </p:spPr>
      </p:sp>
      <p:sp>
        <p:nvSpPr>
          <p:cNvPr id="161" name="object-161">
            <a:extLst>
              <a:ext uri="{FF2B5EF4-FFF2-40B4-BE49-F238E27FC236}">
                <a16:creationId xmlns:a16="http://schemas.microsoft.com/office/drawing/2014/main" id="{EE5B115E-2A48-4BAB-A180-101B75731476}"/>
              </a:ext>
            </a:extLst>
          </p:cNvPr>
          <p:cNvSpPr>
            <a:spLocks noGrp="1"/>
          </p:cNvSpPr>
          <p:nvPr/>
        </p:nvSpPr>
        <p:spPr>
          <a:xfrm>
            <a:off x="5689487" y="5374821"/>
            <a:ext cx="212612" cy="212612"/>
          </a:xfrm>
          <a:prstGeom prst="rect">
            <a:avLst/>
          </a:prstGeom>
          <a:solidFill>
            <a:srgbClr val="1D4ED8"/>
          </a:solidFill>
          <a:ln w="11906">
            <a:solidFill>
              <a:srgbClr val="FFFFFF"/>
            </a:solidFill>
          </a:ln>
        </p:spPr>
      </p:sp>
      <p:sp>
        <p:nvSpPr>
          <p:cNvPr id="162" name="object-162">
            <a:extLst>
              <a:ext uri="{FF2B5EF4-FFF2-40B4-BE49-F238E27FC236}">
                <a16:creationId xmlns:a16="http://schemas.microsoft.com/office/drawing/2014/main" id="{C795B9DE-EFA4-48C1-AF00-8F1A119A51CB}"/>
              </a:ext>
            </a:extLst>
          </p:cNvPr>
          <p:cNvSpPr>
            <a:spLocks noGrp="1"/>
          </p:cNvSpPr>
          <p:nvPr/>
        </p:nvSpPr>
        <p:spPr>
          <a:xfrm>
            <a:off x="5902098" y="5374821"/>
            <a:ext cx="212612" cy="212612"/>
          </a:xfrm>
          <a:prstGeom prst="rect">
            <a:avLst/>
          </a:prstGeom>
          <a:solidFill>
            <a:srgbClr val="1D4ED8"/>
          </a:solidFill>
          <a:ln w="11906">
            <a:solidFill>
              <a:srgbClr val="FFFFFF"/>
            </a:solidFill>
          </a:ln>
        </p:spPr>
      </p:sp>
      <p:sp>
        <p:nvSpPr>
          <p:cNvPr id="163" name="object-163">
            <a:extLst>
              <a:ext uri="{FF2B5EF4-FFF2-40B4-BE49-F238E27FC236}">
                <a16:creationId xmlns:a16="http://schemas.microsoft.com/office/drawing/2014/main" id="{C44187CD-D79A-4139-9359-A27CCD7B1453}"/>
              </a:ext>
            </a:extLst>
          </p:cNvPr>
          <p:cNvSpPr>
            <a:spLocks noGrp="1"/>
          </p:cNvSpPr>
          <p:nvPr/>
        </p:nvSpPr>
        <p:spPr>
          <a:xfrm>
            <a:off x="6114710" y="5374821"/>
            <a:ext cx="212612" cy="212612"/>
          </a:xfrm>
          <a:prstGeom prst="rect">
            <a:avLst/>
          </a:prstGeom>
          <a:solidFill>
            <a:srgbClr val="1D4ED8"/>
          </a:solidFill>
          <a:ln w="11906">
            <a:solidFill>
              <a:srgbClr val="FFFFFF"/>
            </a:solidFill>
          </a:ln>
        </p:spPr>
      </p:sp>
      <p:sp>
        <p:nvSpPr>
          <p:cNvPr id="164" name="object-164">
            <a:extLst>
              <a:ext uri="{FF2B5EF4-FFF2-40B4-BE49-F238E27FC236}">
                <a16:creationId xmlns:a16="http://schemas.microsoft.com/office/drawing/2014/main" id="{252577E0-009E-4FE1-B89A-2635D4374642}"/>
              </a:ext>
            </a:extLst>
          </p:cNvPr>
          <p:cNvSpPr>
            <a:spLocks noGrp="1"/>
          </p:cNvSpPr>
          <p:nvPr/>
        </p:nvSpPr>
        <p:spPr>
          <a:xfrm>
            <a:off x="6327321" y="5374821"/>
            <a:ext cx="212612" cy="212612"/>
          </a:xfrm>
          <a:prstGeom prst="rect">
            <a:avLst/>
          </a:prstGeom>
          <a:solidFill>
            <a:srgbClr val="1D4ED8"/>
          </a:solidFill>
          <a:ln w="11906">
            <a:solidFill>
              <a:srgbClr val="FFFFFF"/>
            </a:solidFill>
          </a:ln>
        </p:spPr>
      </p:sp>
      <p:sp>
        <p:nvSpPr>
          <p:cNvPr id="165" name="object-165">
            <a:extLst>
              <a:ext uri="{FF2B5EF4-FFF2-40B4-BE49-F238E27FC236}">
                <a16:creationId xmlns:a16="http://schemas.microsoft.com/office/drawing/2014/main" id="{7503FE27-5175-43A4-8596-5BF52C466E0C}"/>
              </a:ext>
            </a:extLst>
          </p:cNvPr>
          <p:cNvSpPr>
            <a:spLocks noGrp="1"/>
          </p:cNvSpPr>
          <p:nvPr/>
        </p:nvSpPr>
        <p:spPr>
          <a:xfrm>
            <a:off x="6539933" y="5374821"/>
            <a:ext cx="212612" cy="212612"/>
          </a:xfrm>
          <a:prstGeom prst="rect">
            <a:avLst/>
          </a:prstGeom>
          <a:solidFill>
            <a:srgbClr val="1D4ED8"/>
          </a:solidFill>
          <a:ln w="11906">
            <a:solidFill>
              <a:srgbClr val="FFFFFF"/>
            </a:solidFill>
          </a:ln>
        </p:spPr>
      </p:sp>
      <p:sp>
        <p:nvSpPr>
          <p:cNvPr id="166" name="object-166">
            <a:extLst>
              <a:ext uri="{FF2B5EF4-FFF2-40B4-BE49-F238E27FC236}">
                <a16:creationId xmlns:a16="http://schemas.microsoft.com/office/drawing/2014/main" id="{77B078F7-1899-4A02-A552-25563A2AE7D3}"/>
              </a:ext>
            </a:extLst>
          </p:cNvPr>
          <p:cNvSpPr>
            <a:spLocks noGrp="1"/>
          </p:cNvSpPr>
          <p:nvPr/>
        </p:nvSpPr>
        <p:spPr>
          <a:xfrm>
            <a:off x="6752545" y="5374821"/>
            <a:ext cx="212612" cy="212612"/>
          </a:xfrm>
          <a:prstGeom prst="rect">
            <a:avLst/>
          </a:prstGeom>
          <a:solidFill>
            <a:srgbClr val="1D4ED8"/>
          </a:solidFill>
          <a:ln w="11906">
            <a:solidFill>
              <a:srgbClr val="FFFFFF"/>
            </a:solidFill>
          </a:ln>
        </p:spPr>
      </p:sp>
      <p:sp>
        <p:nvSpPr>
          <p:cNvPr id="167" name="object-167">
            <a:extLst>
              <a:ext uri="{FF2B5EF4-FFF2-40B4-BE49-F238E27FC236}">
                <a16:creationId xmlns:a16="http://schemas.microsoft.com/office/drawing/2014/main" id="{FC336433-85ED-47E3-A44A-1DFC39B52F09}"/>
              </a:ext>
            </a:extLst>
          </p:cNvPr>
          <p:cNvSpPr>
            <a:spLocks noGrp="1"/>
          </p:cNvSpPr>
          <p:nvPr/>
        </p:nvSpPr>
        <p:spPr>
          <a:xfrm>
            <a:off x="6965156" y="5374821"/>
            <a:ext cx="212612" cy="212612"/>
          </a:xfrm>
          <a:prstGeom prst="rect">
            <a:avLst/>
          </a:prstGeom>
          <a:solidFill>
            <a:srgbClr val="1D4ED8"/>
          </a:solidFill>
          <a:ln w="11906">
            <a:solidFill>
              <a:srgbClr val="FFFFFF"/>
            </a:solidFill>
          </a:ln>
        </p:spPr>
      </p:sp>
      <p:sp>
        <p:nvSpPr>
          <p:cNvPr id="168" name="object-168">
            <a:extLst>
              <a:ext uri="{FF2B5EF4-FFF2-40B4-BE49-F238E27FC236}">
                <a16:creationId xmlns:a16="http://schemas.microsoft.com/office/drawing/2014/main" id="{FF5D1555-0906-4D90-8CBF-D58FD7AC59AC}"/>
              </a:ext>
            </a:extLst>
          </p:cNvPr>
          <p:cNvSpPr>
            <a:spLocks noGrp="1"/>
          </p:cNvSpPr>
          <p:nvPr/>
        </p:nvSpPr>
        <p:spPr>
          <a:xfrm>
            <a:off x="7177768" y="5374821"/>
            <a:ext cx="212612" cy="212612"/>
          </a:xfrm>
          <a:prstGeom prst="rect">
            <a:avLst/>
          </a:prstGeom>
          <a:solidFill>
            <a:srgbClr val="1D4ED8"/>
          </a:solidFill>
          <a:ln w="11906">
            <a:solidFill>
              <a:srgbClr val="FFFFFF"/>
            </a:solidFill>
          </a:ln>
        </p:spPr>
      </p:sp>
      <p:sp>
        <p:nvSpPr>
          <p:cNvPr id="169" name="object-169">
            <a:extLst>
              <a:ext uri="{FF2B5EF4-FFF2-40B4-BE49-F238E27FC236}">
                <a16:creationId xmlns:a16="http://schemas.microsoft.com/office/drawing/2014/main" id="{3B30E890-7BD8-4977-BC43-6F4342599A95}"/>
              </a:ext>
            </a:extLst>
          </p:cNvPr>
          <p:cNvSpPr>
            <a:spLocks noGrp="1"/>
          </p:cNvSpPr>
          <p:nvPr/>
        </p:nvSpPr>
        <p:spPr>
          <a:xfrm>
            <a:off x="7390379" y="5374821"/>
            <a:ext cx="212612" cy="212612"/>
          </a:xfrm>
          <a:prstGeom prst="rect">
            <a:avLst/>
          </a:prstGeom>
          <a:solidFill>
            <a:srgbClr val="1D4ED8"/>
          </a:solidFill>
          <a:ln w="11906">
            <a:solidFill>
              <a:srgbClr val="FFFFFF"/>
            </a:solidFill>
          </a:ln>
        </p:spPr>
      </p:sp>
      <p:sp>
        <p:nvSpPr>
          <p:cNvPr id="170" name="object-170">
            <a:extLst>
              <a:ext uri="{FF2B5EF4-FFF2-40B4-BE49-F238E27FC236}">
                <a16:creationId xmlns:a16="http://schemas.microsoft.com/office/drawing/2014/main" id="{18377477-AA1D-426A-B7B4-B74C863B13BE}"/>
              </a:ext>
            </a:extLst>
          </p:cNvPr>
          <p:cNvSpPr>
            <a:spLocks noGrp="1"/>
          </p:cNvSpPr>
          <p:nvPr/>
        </p:nvSpPr>
        <p:spPr>
          <a:xfrm>
            <a:off x="7602991" y="5374821"/>
            <a:ext cx="212612" cy="212612"/>
          </a:xfrm>
          <a:prstGeom prst="rect">
            <a:avLst/>
          </a:prstGeom>
          <a:solidFill>
            <a:srgbClr val="1D4ED8"/>
          </a:solidFill>
          <a:ln w="11906">
            <a:solidFill>
              <a:srgbClr val="FFFFFF"/>
            </a:solidFill>
          </a:ln>
        </p:spPr>
      </p:sp>
      <p:sp>
        <p:nvSpPr>
          <p:cNvPr id="171" name="object-171">
            <a:extLst>
              <a:ext uri="{FF2B5EF4-FFF2-40B4-BE49-F238E27FC236}">
                <a16:creationId xmlns:a16="http://schemas.microsoft.com/office/drawing/2014/main" id="{E8094F93-2A63-449F-8219-53112DCB29CF}"/>
              </a:ext>
            </a:extLst>
          </p:cNvPr>
          <p:cNvSpPr>
            <a:spLocks noGrp="1"/>
          </p:cNvSpPr>
          <p:nvPr/>
        </p:nvSpPr>
        <p:spPr>
          <a:xfrm>
            <a:off x="7815603" y="5374821"/>
            <a:ext cx="212612" cy="212612"/>
          </a:xfrm>
          <a:prstGeom prst="rect">
            <a:avLst/>
          </a:prstGeom>
          <a:solidFill>
            <a:srgbClr val="1D4ED8"/>
          </a:solidFill>
          <a:ln w="11906">
            <a:solidFill>
              <a:srgbClr val="FFFFFF"/>
            </a:solidFill>
          </a:ln>
        </p:spPr>
      </p:sp>
      <p:sp>
        <p:nvSpPr>
          <p:cNvPr id="172" name="object-172">
            <a:extLst>
              <a:ext uri="{FF2B5EF4-FFF2-40B4-BE49-F238E27FC236}">
                <a16:creationId xmlns:a16="http://schemas.microsoft.com/office/drawing/2014/main" id="{F38FB27D-3C4E-4F3E-B072-9282E47D416A}"/>
              </a:ext>
            </a:extLst>
          </p:cNvPr>
          <p:cNvSpPr>
            <a:spLocks noGrp="1"/>
          </p:cNvSpPr>
          <p:nvPr/>
        </p:nvSpPr>
        <p:spPr>
          <a:xfrm>
            <a:off x="8028214" y="5374821"/>
            <a:ext cx="212612" cy="212612"/>
          </a:xfrm>
          <a:prstGeom prst="rect">
            <a:avLst/>
          </a:prstGeom>
          <a:solidFill>
            <a:srgbClr val="1D4ED8"/>
          </a:solidFill>
          <a:ln w="11906">
            <a:solidFill>
              <a:srgbClr val="FFFFFF"/>
            </a:solidFill>
          </a:ln>
        </p:spPr>
      </p:sp>
      <p:sp>
        <p:nvSpPr>
          <p:cNvPr id="173" name="object-173">
            <a:extLst>
              <a:ext uri="{FF2B5EF4-FFF2-40B4-BE49-F238E27FC236}">
                <a16:creationId xmlns:a16="http://schemas.microsoft.com/office/drawing/2014/main" id="{E378C919-7CA7-4465-A2A0-591DF8B3C5C6}"/>
              </a:ext>
            </a:extLst>
          </p:cNvPr>
          <p:cNvSpPr>
            <a:spLocks noGrp="1"/>
          </p:cNvSpPr>
          <p:nvPr/>
        </p:nvSpPr>
        <p:spPr>
          <a:xfrm>
            <a:off x="8240826" y="5374821"/>
            <a:ext cx="212612" cy="212612"/>
          </a:xfrm>
          <a:prstGeom prst="rect">
            <a:avLst/>
          </a:prstGeom>
          <a:solidFill>
            <a:srgbClr val="1D4ED8"/>
          </a:solidFill>
          <a:ln w="11906">
            <a:solidFill>
              <a:srgbClr val="FFFFFF"/>
            </a:solidFill>
          </a:ln>
        </p:spPr>
      </p:sp>
      <p:sp>
        <p:nvSpPr>
          <p:cNvPr id="174" name="object-174">
            <a:extLst>
              <a:ext uri="{FF2B5EF4-FFF2-40B4-BE49-F238E27FC236}">
                <a16:creationId xmlns:a16="http://schemas.microsoft.com/office/drawing/2014/main" id="{BF29C8C0-F24A-4178-B85C-3B8291E7BCD2}"/>
              </a:ext>
            </a:extLst>
          </p:cNvPr>
          <p:cNvSpPr>
            <a:spLocks noGrp="1"/>
          </p:cNvSpPr>
          <p:nvPr/>
        </p:nvSpPr>
        <p:spPr>
          <a:xfrm>
            <a:off x="5476875" y="5587433"/>
            <a:ext cx="212612" cy="212612"/>
          </a:xfrm>
          <a:prstGeom prst="rect">
            <a:avLst/>
          </a:prstGeom>
          <a:solidFill>
            <a:srgbClr val="1D4ED8"/>
          </a:solidFill>
          <a:ln w="11906">
            <a:solidFill>
              <a:srgbClr val="FFFFFF"/>
            </a:solidFill>
          </a:ln>
        </p:spPr>
      </p:sp>
      <p:sp>
        <p:nvSpPr>
          <p:cNvPr id="175" name="object-175">
            <a:extLst>
              <a:ext uri="{FF2B5EF4-FFF2-40B4-BE49-F238E27FC236}">
                <a16:creationId xmlns:a16="http://schemas.microsoft.com/office/drawing/2014/main" id="{825B0F92-D042-4AA6-9D44-FB1025E83F85}"/>
              </a:ext>
            </a:extLst>
          </p:cNvPr>
          <p:cNvSpPr>
            <a:spLocks noGrp="1"/>
          </p:cNvSpPr>
          <p:nvPr/>
        </p:nvSpPr>
        <p:spPr>
          <a:xfrm>
            <a:off x="5689487" y="5587433"/>
            <a:ext cx="212612" cy="212612"/>
          </a:xfrm>
          <a:prstGeom prst="rect">
            <a:avLst/>
          </a:prstGeom>
          <a:solidFill>
            <a:srgbClr val="1D4ED8"/>
          </a:solidFill>
          <a:ln w="11906">
            <a:solidFill>
              <a:srgbClr val="FFFFFF"/>
            </a:solidFill>
          </a:ln>
        </p:spPr>
      </p:sp>
      <p:sp>
        <p:nvSpPr>
          <p:cNvPr id="176" name="object-176">
            <a:extLst>
              <a:ext uri="{FF2B5EF4-FFF2-40B4-BE49-F238E27FC236}">
                <a16:creationId xmlns:a16="http://schemas.microsoft.com/office/drawing/2014/main" id="{7BF2BA1F-BB4F-44E0-AB64-7BD8D380C503}"/>
              </a:ext>
            </a:extLst>
          </p:cNvPr>
          <p:cNvSpPr>
            <a:spLocks noGrp="1"/>
          </p:cNvSpPr>
          <p:nvPr/>
        </p:nvSpPr>
        <p:spPr>
          <a:xfrm>
            <a:off x="5902098" y="5587433"/>
            <a:ext cx="212612" cy="212612"/>
          </a:xfrm>
          <a:prstGeom prst="rect">
            <a:avLst/>
          </a:prstGeom>
          <a:solidFill>
            <a:srgbClr val="1D4ED8"/>
          </a:solidFill>
          <a:ln w="11906">
            <a:solidFill>
              <a:srgbClr val="FFFFFF"/>
            </a:solidFill>
          </a:ln>
        </p:spPr>
      </p:sp>
      <p:sp>
        <p:nvSpPr>
          <p:cNvPr id="177" name="object-177">
            <a:extLst>
              <a:ext uri="{FF2B5EF4-FFF2-40B4-BE49-F238E27FC236}">
                <a16:creationId xmlns:a16="http://schemas.microsoft.com/office/drawing/2014/main" id="{23B6913A-B258-4E62-81D2-FC06FA0F6BAF}"/>
              </a:ext>
            </a:extLst>
          </p:cNvPr>
          <p:cNvSpPr>
            <a:spLocks noGrp="1"/>
          </p:cNvSpPr>
          <p:nvPr/>
        </p:nvSpPr>
        <p:spPr>
          <a:xfrm>
            <a:off x="6114710" y="5587433"/>
            <a:ext cx="212612" cy="212612"/>
          </a:xfrm>
          <a:prstGeom prst="rect">
            <a:avLst/>
          </a:prstGeom>
          <a:solidFill>
            <a:srgbClr val="1D4ED8"/>
          </a:solidFill>
          <a:ln w="11906">
            <a:solidFill>
              <a:srgbClr val="FFFFFF"/>
            </a:solidFill>
          </a:ln>
        </p:spPr>
      </p:sp>
      <p:sp>
        <p:nvSpPr>
          <p:cNvPr id="178" name="object-178">
            <a:extLst>
              <a:ext uri="{FF2B5EF4-FFF2-40B4-BE49-F238E27FC236}">
                <a16:creationId xmlns:a16="http://schemas.microsoft.com/office/drawing/2014/main" id="{37A8A5BA-3371-4600-B36D-ED1FDE12BFED}"/>
              </a:ext>
            </a:extLst>
          </p:cNvPr>
          <p:cNvSpPr>
            <a:spLocks noGrp="1"/>
          </p:cNvSpPr>
          <p:nvPr/>
        </p:nvSpPr>
        <p:spPr>
          <a:xfrm>
            <a:off x="6327321" y="5587433"/>
            <a:ext cx="212612" cy="212612"/>
          </a:xfrm>
          <a:prstGeom prst="rect">
            <a:avLst/>
          </a:prstGeom>
          <a:solidFill>
            <a:srgbClr val="1D4ED8"/>
          </a:solidFill>
          <a:ln w="11906">
            <a:solidFill>
              <a:srgbClr val="FFFFFF"/>
            </a:solidFill>
          </a:ln>
        </p:spPr>
      </p:sp>
      <p:sp>
        <p:nvSpPr>
          <p:cNvPr id="179" name="object-179">
            <a:extLst>
              <a:ext uri="{FF2B5EF4-FFF2-40B4-BE49-F238E27FC236}">
                <a16:creationId xmlns:a16="http://schemas.microsoft.com/office/drawing/2014/main" id="{D2E19F9E-8A4B-47D4-8E92-D43998C59636}"/>
              </a:ext>
            </a:extLst>
          </p:cNvPr>
          <p:cNvSpPr>
            <a:spLocks noGrp="1"/>
          </p:cNvSpPr>
          <p:nvPr/>
        </p:nvSpPr>
        <p:spPr>
          <a:xfrm>
            <a:off x="6539933" y="5587433"/>
            <a:ext cx="212612" cy="212612"/>
          </a:xfrm>
          <a:prstGeom prst="rect">
            <a:avLst/>
          </a:prstGeom>
          <a:solidFill>
            <a:srgbClr val="1D4ED8"/>
          </a:solidFill>
          <a:ln w="11906">
            <a:solidFill>
              <a:srgbClr val="FFFFFF"/>
            </a:solidFill>
          </a:ln>
        </p:spPr>
      </p:sp>
      <p:sp>
        <p:nvSpPr>
          <p:cNvPr id="180" name="object-180">
            <a:extLst>
              <a:ext uri="{FF2B5EF4-FFF2-40B4-BE49-F238E27FC236}">
                <a16:creationId xmlns:a16="http://schemas.microsoft.com/office/drawing/2014/main" id="{30D0B4EE-637A-4E39-9D0A-520EA0546989}"/>
              </a:ext>
            </a:extLst>
          </p:cNvPr>
          <p:cNvSpPr>
            <a:spLocks noGrp="1"/>
          </p:cNvSpPr>
          <p:nvPr/>
        </p:nvSpPr>
        <p:spPr>
          <a:xfrm>
            <a:off x="6752545" y="5587433"/>
            <a:ext cx="212612" cy="212612"/>
          </a:xfrm>
          <a:prstGeom prst="rect">
            <a:avLst/>
          </a:prstGeom>
          <a:solidFill>
            <a:srgbClr val="1D4ED8"/>
          </a:solidFill>
          <a:ln w="11906">
            <a:solidFill>
              <a:srgbClr val="FFFFFF"/>
            </a:solidFill>
          </a:ln>
        </p:spPr>
      </p:sp>
      <p:sp>
        <p:nvSpPr>
          <p:cNvPr id="181" name="object-181">
            <a:extLst>
              <a:ext uri="{FF2B5EF4-FFF2-40B4-BE49-F238E27FC236}">
                <a16:creationId xmlns:a16="http://schemas.microsoft.com/office/drawing/2014/main" id="{D1C0AF4D-1D12-485F-B016-00308ACE4A1C}"/>
              </a:ext>
            </a:extLst>
          </p:cNvPr>
          <p:cNvSpPr>
            <a:spLocks noGrp="1"/>
          </p:cNvSpPr>
          <p:nvPr/>
        </p:nvSpPr>
        <p:spPr>
          <a:xfrm>
            <a:off x="6965156" y="5587433"/>
            <a:ext cx="212612" cy="212612"/>
          </a:xfrm>
          <a:prstGeom prst="rect">
            <a:avLst/>
          </a:prstGeom>
          <a:solidFill>
            <a:srgbClr val="1D4ED8"/>
          </a:solidFill>
          <a:ln w="11906">
            <a:solidFill>
              <a:srgbClr val="FFFFFF"/>
            </a:solidFill>
          </a:ln>
        </p:spPr>
      </p:sp>
      <p:sp>
        <p:nvSpPr>
          <p:cNvPr id="182" name="object-182">
            <a:extLst>
              <a:ext uri="{FF2B5EF4-FFF2-40B4-BE49-F238E27FC236}">
                <a16:creationId xmlns:a16="http://schemas.microsoft.com/office/drawing/2014/main" id="{91C6F56D-46C3-470E-BC18-C3B6DF4DF6C8}"/>
              </a:ext>
            </a:extLst>
          </p:cNvPr>
          <p:cNvSpPr>
            <a:spLocks noGrp="1"/>
          </p:cNvSpPr>
          <p:nvPr/>
        </p:nvSpPr>
        <p:spPr>
          <a:xfrm>
            <a:off x="7177768" y="5587433"/>
            <a:ext cx="212612" cy="212612"/>
          </a:xfrm>
          <a:prstGeom prst="rect">
            <a:avLst/>
          </a:prstGeom>
          <a:solidFill>
            <a:srgbClr val="1D4ED8"/>
          </a:solidFill>
          <a:ln w="11906">
            <a:solidFill>
              <a:srgbClr val="FFFFFF"/>
            </a:solidFill>
          </a:ln>
        </p:spPr>
      </p:sp>
      <p:sp>
        <p:nvSpPr>
          <p:cNvPr id="183" name="object-183">
            <a:extLst>
              <a:ext uri="{FF2B5EF4-FFF2-40B4-BE49-F238E27FC236}">
                <a16:creationId xmlns:a16="http://schemas.microsoft.com/office/drawing/2014/main" id="{34708378-57C6-4C80-BDCC-AA1FA9BDF32F}"/>
              </a:ext>
            </a:extLst>
          </p:cNvPr>
          <p:cNvSpPr>
            <a:spLocks noGrp="1"/>
          </p:cNvSpPr>
          <p:nvPr/>
        </p:nvSpPr>
        <p:spPr>
          <a:xfrm>
            <a:off x="7390379" y="5587433"/>
            <a:ext cx="212612" cy="212612"/>
          </a:xfrm>
          <a:prstGeom prst="rect">
            <a:avLst/>
          </a:prstGeom>
          <a:solidFill>
            <a:srgbClr val="1D4ED8"/>
          </a:solidFill>
          <a:ln w="11906">
            <a:solidFill>
              <a:srgbClr val="FFFFFF"/>
            </a:solidFill>
          </a:ln>
        </p:spPr>
      </p:sp>
      <p:sp>
        <p:nvSpPr>
          <p:cNvPr id="184" name="object-184">
            <a:extLst>
              <a:ext uri="{FF2B5EF4-FFF2-40B4-BE49-F238E27FC236}">
                <a16:creationId xmlns:a16="http://schemas.microsoft.com/office/drawing/2014/main" id="{62761BBB-3B71-4319-A6C6-B168F4789F89}"/>
              </a:ext>
            </a:extLst>
          </p:cNvPr>
          <p:cNvSpPr>
            <a:spLocks noGrp="1"/>
          </p:cNvSpPr>
          <p:nvPr/>
        </p:nvSpPr>
        <p:spPr>
          <a:xfrm>
            <a:off x="7602991" y="5587433"/>
            <a:ext cx="212612" cy="212612"/>
          </a:xfrm>
          <a:prstGeom prst="rect">
            <a:avLst/>
          </a:prstGeom>
          <a:solidFill>
            <a:srgbClr val="1D4ED8"/>
          </a:solidFill>
          <a:ln w="11906">
            <a:solidFill>
              <a:srgbClr val="FFFFFF"/>
            </a:solidFill>
          </a:ln>
        </p:spPr>
      </p:sp>
      <p:sp>
        <p:nvSpPr>
          <p:cNvPr id="185" name="object-185">
            <a:extLst>
              <a:ext uri="{FF2B5EF4-FFF2-40B4-BE49-F238E27FC236}">
                <a16:creationId xmlns:a16="http://schemas.microsoft.com/office/drawing/2014/main" id="{B11CE711-9E4B-4193-BC1A-0EF5A2F209A6}"/>
              </a:ext>
            </a:extLst>
          </p:cNvPr>
          <p:cNvSpPr>
            <a:spLocks noGrp="1"/>
          </p:cNvSpPr>
          <p:nvPr/>
        </p:nvSpPr>
        <p:spPr>
          <a:xfrm>
            <a:off x="7815603" y="5587433"/>
            <a:ext cx="212612" cy="212612"/>
          </a:xfrm>
          <a:prstGeom prst="rect">
            <a:avLst/>
          </a:prstGeom>
          <a:solidFill>
            <a:srgbClr val="1D4ED8"/>
          </a:solidFill>
          <a:ln w="11906">
            <a:solidFill>
              <a:srgbClr val="FFFFFF"/>
            </a:solidFill>
          </a:ln>
        </p:spPr>
      </p:sp>
      <p:sp>
        <p:nvSpPr>
          <p:cNvPr id="186" name="object-186">
            <a:extLst>
              <a:ext uri="{FF2B5EF4-FFF2-40B4-BE49-F238E27FC236}">
                <a16:creationId xmlns:a16="http://schemas.microsoft.com/office/drawing/2014/main" id="{4DD80A14-7E7E-4435-9366-6ED7B3F56041}"/>
              </a:ext>
            </a:extLst>
          </p:cNvPr>
          <p:cNvSpPr>
            <a:spLocks noGrp="1"/>
          </p:cNvSpPr>
          <p:nvPr/>
        </p:nvSpPr>
        <p:spPr>
          <a:xfrm>
            <a:off x="8028214" y="5587433"/>
            <a:ext cx="212612" cy="212612"/>
          </a:xfrm>
          <a:prstGeom prst="rect">
            <a:avLst/>
          </a:prstGeom>
          <a:solidFill>
            <a:srgbClr val="1D4ED8"/>
          </a:solidFill>
          <a:ln w="11906">
            <a:solidFill>
              <a:srgbClr val="FFFFFF"/>
            </a:solidFill>
          </a:ln>
        </p:spPr>
      </p:sp>
      <p:sp>
        <p:nvSpPr>
          <p:cNvPr id="187" name="object-187">
            <a:extLst>
              <a:ext uri="{FF2B5EF4-FFF2-40B4-BE49-F238E27FC236}">
                <a16:creationId xmlns:a16="http://schemas.microsoft.com/office/drawing/2014/main" id="{D673B83D-9080-498D-9746-B8F35E5F4A65}"/>
              </a:ext>
            </a:extLst>
          </p:cNvPr>
          <p:cNvSpPr>
            <a:spLocks noGrp="1"/>
          </p:cNvSpPr>
          <p:nvPr/>
        </p:nvSpPr>
        <p:spPr>
          <a:xfrm>
            <a:off x="8240826" y="5587433"/>
            <a:ext cx="212612" cy="212612"/>
          </a:xfrm>
          <a:prstGeom prst="rect">
            <a:avLst/>
          </a:prstGeom>
          <a:solidFill>
            <a:srgbClr val="1D4ED8"/>
          </a:solidFill>
          <a:ln w="11906">
            <a:solidFill>
              <a:srgbClr val="FFFFFF"/>
            </a:solidFill>
          </a:ln>
        </p:spPr>
      </p:sp>
      <p:sp>
        <p:nvSpPr>
          <p:cNvPr id="188" name="object-188">
            <a:extLst>
              <a:ext uri="{FF2B5EF4-FFF2-40B4-BE49-F238E27FC236}">
                <a16:creationId xmlns:a16="http://schemas.microsoft.com/office/drawing/2014/main" id="{09CAD562-53FD-4537-8C45-D3A81EEF77FB}"/>
              </a:ext>
            </a:extLst>
          </p:cNvPr>
          <p:cNvSpPr>
            <a:spLocks noGrp="1"/>
          </p:cNvSpPr>
          <p:nvPr/>
        </p:nvSpPr>
        <p:spPr>
          <a:xfrm>
            <a:off x="5476875" y="5800045"/>
            <a:ext cx="212612" cy="212612"/>
          </a:xfrm>
          <a:prstGeom prst="rect">
            <a:avLst/>
          </a:prstGeom>
          <a:solidFill>
            <a:srgbClr val="1D4ED8"/>
          </a:solidFill>
          <a:ln w="11906">
            <a:solidFill>
              <a:srgbClr val="FFFFFF"/>
            </a:solidFill>
          </a:ln>
        </p:spPr>
      </p:sp>
      <p:sp>
        <p:nvSpPr>
          <p:cNvPr id="189" name="object-189">
            <a:extLst>
              <a:ext uri="{FF2B5EF4-FFF2-40B4-BE49-F238E27FC236}">
                <a16:creationId xmlns:a16="http://schemas.microsoft.com/office/drawing/2014/main" id="{B621EC53-6E73-424A-A6C1-ABADCFF80314}"/>
              </a:ext>
            </a:extLst>
          </p:cNvPr>
          <p:cNvSpPr>
            <a:spLocks noGrp="1"/>
          </p:cNvSpPr>
          <p:nvPr/>
        </p:nvSpPr>
        <p:spPr>
          <a:xfrm>
            <a:off x="5689487" y="5800045"/>
            <a:ext cx="212612" cy="212612"/>
          </a:xfrm>
          <a:prstGeom prst="rect">
            <a:avLst/>
          </a:prstGeom>
          <a:solidFill>
            <a:srgbClr val="1D4ED8"/>
          </a:solidFill>
          <a:ln w="11906">
            <a:solidFill>
              <a:srgbClr val="FFFFFF"/>
            </a:solidFill>
          </a:ln>
        </p:spPr>
      </p:sp>
      <p:sp>
        <p:nvSpPr>
          <p:cNvPr id="190" name="object-190">
            <a:extLst>
              <a:ext uri="{FF2B5EF4-FFF2-40B4-BE49-F238E27FC236}">
                <a16:creationId xmlns:a16="http://schemas.microsoft.com/office/drawing/2014/main" id="{542C5F76-95BE-4C6E-A9ED-BDB9837AD105}"/>
              </a:ext>
            </a:extLst>
          </p:cNvPr>
          <p:cNvSpPr>
            <a:spLocks noGrp="1"/>
          </p:cNvSpPr>
          <p:nvPr/>
        </p:nvSpPr>
        <p:spPr>
          <a:xfrm>
            <a:off x="5902098" y="5800045"/>
            <a:ext cx="212612" cy="212612"/>
          </a:xfrm>
          <a:prstGeom prst="rect">
            <a:avLst/>
          </a:prstGeom>
          <a:solidFill>
            <a:srgbClr val="1D4ED8"/>
          </a:solidFill>
          <a:ln w="11906">
            <a:solidFill>
              <a:srgbClr val="FFFFFF"/>
            </a:solidFill>
          </a:ln>
        </p:spPr>
      </p:sp>
      <p:sp>
        <p:nvSpPr>
          <p:cNvPr id="191" name="object-191">
            <a:extLst>
              <a:ext uri="{FF2B5EF4-FFF2-40B4-BE49-F238E27FC236}">
                <a16:creationId xmlns:a16="http://schemas.microsoft.com/office/drawing/2014/main" id="{E602A870-D15D-4F0E-ADDA-63B053EE118B}"/>
              </a:ext>
            </a:extLst>
          </p:cNvPr>
          <p:cNvSpPr>
            <a:spLocks noGrp="1"/>
          </p:cNvSpPr>
          <p:nvPr/>
        </p:nvSpPr>
        <p:spPr>
          <a:xfrm>
            <a:off x="6114710" y="5800045"/>
            <a:ext cx="212612" cy="212612"/>
          </a:xfrm>
          <a:prstGeom prst="rect">
            <a:avLst/>
          </a:prstGeom>
          <a:solidFill>
            <a:srgbClr val="1D4ED8"/>
          </a:solidFill>
          <a:ln w="11906">
            <a:solidFill>
              <a:srgbClr val="FFFFFF"/>
            </a:solidFill>
          </a:ln>
        </p:spPr>
      </p:sp>
      <p:sp>
        <p:nvSpPr>
          <p:cNvPr id="192" name="object-192">
            <a:extLst>
              <a:ext uri="{FF2B5EF4-FFF2-40B4-BE49-F238E27FC236}">
                <a16:creationId xmlns:a16="http://schemas.microsoft.com/office/drawing/2014/main" id="{33BA1C10-768C-4803-876F-A14AB3026070}"/>
              </a:ext>
            </a:extLst>
          </p:cNvPr>
          <p:cNvSpPr>
            <a:spLocks noGrp="1"/>
          </p:cNvSpPr>
          <p:nvPr/>
        </p:nvSpPr>
        <p:spPr>
          <a:xfrm>
            <a:off x="6327321" y="5800045"/>
            <a:ext cx="212612" cy="212612"/>
          </a:xfrm>
          <a:prstGeom prst="rect">
            <a:avLst/>
          </a:prstGeom>
          <a:solidFill>
            <a:srgbClr val="1D4ED8"/>
          </a:solidFill>
          <a:ln w="11906">
            <a:solidFill>
              <a:srgbClr val="FFFFFF"/>
            </a:solidFill>
          </a:ln>
        </p:spPr>
      </p:sp>
      <p:sp>
        <p:nvSpPr>
          <p:cNvPr id="193" name="object-193">
            <a:extLst>
              <a:ext uri="{FF2B5EF4-FFF2-40B4-BE49-F238E27FC236}">
                <a16:creationId xmlns:a16="http://schemas.microsoft.com/office/drawing/2014/main" id="{4A0CC3FE-1C32-4CFD-81ED-FAA800C0991B}"/>
              </a:ext>
            </a:extLst>
          </p:cNvPr>
          <p:cNvSpPr>
            <a:spLocks noGrp="1"/>
          </p:cNvSpPr>
          <p:nvPr/>
        </p:nvSpPr>
        <p:spPr>
          <a:xfrm>
            <a:off x="6539933" y="5800045"/>
            <a:ext cx="212612" cy="212612"/>
          </a:xfrm>
          <a:prstGeom prst="rect">
            <a:avLst/>
          </a:prstGeom>
          <a:solidFill>
            <a:srgbClr val="1D4ED8"/>
          </a:solidFill>
          <a:ln w="11906">
            <a:solidFill>
              <a:srgbClr val="FFFFFF"/>
            </a:solidFill>
          </a:ln>
        </p:spPr>
      </p:sp>
      <p:sp>
        <p:nvSpPr>
          <p:cNvPr id="194" name="object-194">
            <a:extLst>
              <a:ext uri="{FF2B5EF4-FFF2-40B4-BE49-F238E27FC236}">
                <a16:creationId xmlns:a16="http://schemas.microsoft.com/office/drawing/2014/main" id="{688A9414-B308-4F6B-ADAA-1F7964AD93B9}"/>
              </a:ext>
            </a:extLst>
          </p:cNvPr>
          <p:cNvSpPr>
            <a:spLocks noGrp="1"/>
          </p:cNvSpPr>
          <p:nvPr/>
        </p:nvSpPr>
        <p:spPr>
          <a:xfrm>
            <a:off x="6752545" y="5800045"/>
            <a:ext cx="212612" cy="212612"/>
          </a:xfrm>
          <a:prstGeom prst="rect">
            <a:avLst/>
          </a:prstGeom>
          <a:solidFill>
            <a:srgbClr val="1D4ED8"/>
          </a:solidFill>
          <a:ln w="11906">
            <a:solidFill>
              <a:srgbClr val="FFFFFF"/>
            </a:solidFill>
          </a:ln>
        </p:spPr>
      </p:sp>
      <p:sp>
        <p:nvSpPr>
          <p:cNvPr id="195" name="object-195">
            <a:extLst>
              <a:ext uri="{FF2B5EF4-FFF2-40B4-BE49-F238E27FC236}">
                <a16:creationId xmlns:a16="http://schemas.microsoft.com/office/drawing/2014/main" id="{DF8E42E5-7797-4ACA-8005-30EBF2D1E798}"/>
              </a:ext>
            </a:extLst>
          </p:cNvPr>
          <p:cNvSpPr>
            <a:spLocks noGrp="1"/>
          </p:cNvSpPr>
          <p:nvPr/>
        </p:nvSpPr>
        <p:spPr>
          <a:xfrm>
            <a:off x="6965156" y="5800045"/>
            <a:ext cx="212612" cy="212612"/>
          </a:xfrm>
          <a:prstGeom prst="rect">
            <a:avLst/>
          </a:prstGeom>
          <a:solidFill>
            <a:srgbClr val="1D4ED8"/>
          </a:solidFill>
          <a:ln w="11906">
            <a:solidFill>
              <a:srgbClr val="FFFFFF"/>
            </a:solidFill>
          </a:ln>
        </p:spPr>
      </p:sp>
      <p:sp>
        <p:nvSpPr>
          <p:cNvPr id="196" name="object-196">
            <a:extLst>
              <a:ext uri="{FF2B5EF4-FFF2-40B4-BE49-F238E27FC236}">
                <a16:creationId xmlns:a16="http://schemas.microsoft.com/office/drawing/2014/main" id="{BDB14364-D32F-480D-8AB8-E35736EA0A12}"/>
              </a:ext>
            </a:extLst>
          </p:cNvPr>
          <p:cNvSpPr>
            <a:spLocks noGrp="1"/>
          </p:cNvSpPr>
          <p:nvPr/>
        </p:nvSpPr>
        <p:spPr>
          <a:xfrm>
            <a:off x="7177768" y="5800045"/>
            <a:ext cx="212612" cy="212612"/>
          </a:xfrm>
          <a:prstGeom prst="rect">
            <a:avLst/>
          </a:prstGeom>
          <a:solidFill>
            <a:srgbClr val="1D4ED8"/>
          </a:solidFill>
          <a:ln w="11906">
            <a:solidFill>
              <a:srgbClr val="FFFFFF"/>
            </a:solidFill>
          </a:ln>
        </p:spPr>
      </p:sp>
      <p:sp>
        <p:nvSpPr>
          <p:cNvPr id="197" name="object-197">
            <a:extLst>
              <a:ext uri="{FF2B5EF4-FFF2-40B4-BE49-F238E27FC236}">
                <a16:creationId xmlns:a16="http://schemas.microsoft.com/office/drawing/2014/main" id="{7B171B5F-4140-4C5B-B16F-CD721BB8BEC5}"/>
              </a:ext>
            </a:extLst>
          </p:cNvPr>
          <p:cNvSpPr>
            <a:spLocks noGrp="1"/>
          </p:cNvSpPr>
          <p:nvPr/>
        </p:nvSpPr>
        <p:spPr>
          <a:xfrm>
            <a:off x="7390379" y="5800045"/>
            <a:ext cx="212612" cy="212612"/>
          </a:xfrm>
          <a:prstGeom prst="rect">
            <a:avLst/>
          </a:prstGeom>
          <a:solidFill>
            <a:srgbClr val="1D4ED8"/>
          </a:solidFill>
          <a:ln w="11906">
            <a:solidFill>
              <a:srgbClr val="FFFFFF"/>
            </a:solidFill>
          </a:ln>
        </p:spPr>
      </p:sp>
      <p:sp>
        <p:nvSpPr>
          <p:cNvPr id="198" name="object-198">
            <a:extLst>
              <a:ext uri="{FF2B5EF4-FFF2-40B4-BE49-F238E27FC236}">
                <a16:creationId xmlns:a16="http://schemas.microsoft.com/office/drawing/2014/main" id="{47ACCB6E-6EFB-4D29-9C70-316B50E1557B}"/>
              </a:ext>
            </a:extLst>
          </p:cNvPr>
          <p:cNvSpPr>
            <a:spLocks noGrp="1"/>
          </p:cNvSpPr>
          <p:nvPr/>
        </p:nvSpPr>
        <p:spPr>
          <a:xfrm>
            <a:off x="7602991" y="5800045"/>
            <a:ext cx="212612" cy="212612"/>
          </a:xfrm>
          <a:prstGeom prst="rect">
            <a:avLst/>
          </a:prstGeom>
          <a:solidFill>
            <a:srgbClr val="1D4ED8"/>
          </a:solidFill>
          <a:ln w="11906">
            <a:solidFill>
              <a:srgbClr val="FFFFFF"/>
            </a:solidFill>
          </a:ln>
        </p:spPr>
      </p:sp>
      <p:sp>
        <p:nvSpPr>
          <p:cNvPr id="199" name="object-199">
            <a:extLst>
              <a:ext uri="{FF2B5EF4-FFF2-40B4-BE49-F238E27FC236}">
                <a16:creationId xmlns:a16="http://schemas.microsoft.com/office/drawing/2014/main" id="{9A65F990-36C8-4AB4-A1CB-53E239017AEF}"/>
              </a:ext>
            </a:extLst>
          </p:cNvPr>
          <p:cNvSpPr>
            <a:spLocks noGrp="1"/>
          </p:cNvSpPr>
          <p:nvPr/>
        </p:nvSpPr>
        <p:spPr>
          <a:xfrm>
            <a:off x="7815603" y="5800045"/>
            <a:ext cx="212612" cy="212612"/>
          </a:xfrm>
          <a:prstGeom prst="rect">
            <a:avLst/>
          </a:prstGeom>
          <a:solidFill>
            <a:srgbClr val="1D4ED8"/>
          </a:solidFill>
          <a:ln w="11906">
            <a:solidFill>
              <a:srgbClr val="FFFFFF"/>
            </a:solidFill>
          </a:ln>
        </p:spPr>
      </p:sp>
      <p:sp>
        <p:nvSpPr>
          <p:cNvPr id="200" name="object-200">
            <a:extLst>
              <a:ext uri="{FF2B5EF4-FFF2-40B4-BE49-F238E27FC236}">
                <a16:creationId xmlns:a16="http://schemas.microsoft.com/office/drawing/2014/main" id="{D63617B6-40B5-43B8-8C97-E4BF8E93C1DD}"/>
              </a:ext>
            </a:extLst>
          </p:cNvPr>
          <p:cNvSpPr>
            <a:spLocks noGrp="1"/>
          </p:cNvSpPr>
          <p:nvPr/>
        </p:nvSpPr>
        <p:spPr>
          <a:xfrm>
            <a:off x="8028214" y="5800045"/>
            <a:ext cx="212612" cy="212612"/>
          </a:xfrm>
          <a:prstGeom prst="rect">
            <a:avLst/>
          </a:prstGeom>
          <a:solidFill>
            <a:srgbClr val="1D4ED8"/>
          </a:solidFill>
          <a:ln w="11906">
            <a:solidFill>
              <a:srgbClr val="FFFFFF"/>
            </a:solidFill>
          </a:ln>
        </p:spPr>
      </p:sp>
      <p:sp>
        <p:nvSpPr>
          <p:cNvPr id="201" name="object-201">
            <a:extLst>
              <a:ext uri="{FF2B5EF4-FFF2-40B4-BE49-F238E27FC236}">
                <a16:creationId xmlns:a16="http://schemas.microsoft.com/office/drawing/2014/main" id="{D4BC5A81-621F-4562-9806-6EDB39C27F73}"/>
              </a:ext>
            </a:extLst>
          </p:cNvPr>
          <p:cNvSpPr>
            <a:spLocks noGrp="1"/>
          </p:cNvSpPr>
          <p:nvPr/>
        </p:nvSpPr>
        <p:spPr>
          <a:xfrm>
            <a:off x="8240826" y="5800045"/>
            <a:ext cx="212612" cy="212612"/>
          </a:xfrm>
          <a:prstGeom prst="rect">
            <a:avLst/>
          </a:prstGeom>
          <a:solidFill>
            <a:srgbClr val="1D4ED8"/>
          </a:solidFill>
          <a:ln w="11906">
            <a:solidFill>
              <a:srgbClr val="FFFFFF"/>
            </a:solidFill>
          </a:ln>
        </p:spPr>
      </p:sp>
      <p:sp>
        <p:nvSpPr>
          <p:cNvPr id="202" name="object-202">
            <a:extLst>
              <a:ext uri="{FF2B5EF4-FFF2-40B4-BE49-F238E27FC236}">
                <a16:creationId xmlns:a16="http://schemas.microsoft.com/office/drawing/2014/main" id="{4F8EF29F-8A1F-4E4A-AAE6-7BB404B6CA4A}"/>
              </a:ext>
            </a:extLst>
          </p:cNvPr>
          <p:cNvSpPr>
            <a:spLocks noGrp="1"/>
          </p:cNvSpPr>
          <p:nvPr/>
        </p:nvSpPr>
        <p:spPr>
          <a:xfrm>
            <a:off x="5238750"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14 × 14 = 196</a:t>
            </a:r>
          </a:p>
        </p:txBody>
      </p:sp>
      <p:sp>
        <p:nvSpPr>
          <p:cNvPr id="203" name="object-203">
            <a:extLst>
              <a:ext uri="{FF2B5EF4-FFF2-40B4-BE49-F238E27FC236}">
                <a16:creationId xmlns:a16="http://schemas.microsoft.com/office/drawing/2014/main" id="{01903B3E-DE03-4386-AC03-115DF7DE3E75}"/>
              </a:ext>
            </a:extLst>
          </p:cNvPr>
          <p:cNvSpPr>
            <a:spLocks noGrp="1"/>
          </p:cNvSpPr>
          <p:nvPr/>
        </p:nvSpPr>
        <p:spPr>
          <a:xfrm>
            <a:off x="10417969" y="5000625"/>
            <a:ext cx="2262188" cy="416719"/>
          </a:xfrm>
          <a:prstGeom prst="rect">
            <a:avLst/>
          </a:prstGeom>
          <a:solidFill>
            <a:srgbClr val="EFF6FF"/>
          </a:solidFill>
          <a:ln w="23813">
            <a:solidFill>
              <a:srgbClr val="1D4ED8"/>
            </a:solidFill>
          </a:ln>
        </p:spPr>
      </p:sp>
      <p:sp>
        <p:nvSpPr>
          <p:cNvPr id="204" name="object-204">
            <a:extLst>
              <a:ext uri="{FF2B5EF4-FFF2-40B4-BE49-F238E27FC236}">
                <a16:creationId xmlns:a16="http://schemas.microsoft.com/office/drawing/2014/main" id="{4AEF7396-CCD8-4EA8-890B-054C9C36A70D}"/>
              </a:ext>
            </a:extLst>
          </p:cNvPr>
          <p:cNvSpPr>
            <a:spLocks noGrp="1"/>
          </p:cNvSpPr>
          <p:nvPr/>
        </p:nvSpPr>
        <p:spPr>
          <a:xfrm>
            <a:off x="10572750" y="4691063"/>
            <a:ext cx="2262188" cy="416719"/>
          </a:xfrm>
          <a:prstGeom prst="rect">
            <a:avLst/>
          </a:prstGeom>
          <a:solidFill>
            <a:srgbClr val="EFF6FF"/>
          </a:solidFill>
          <a:ln w="23813">
            <a:solidFill>
              <a:srgbClr val="1D4ED8"/>
            </a:solidFill>
          </a:ln>
        </p:spPr>
      </p:sp>
      <p:sp>
        <p:nvSpPr>
          <p:cNvPr id="205" name="object-205">
            <a:extLst>
              <a:ext uri="{FF2B5EF4-FFF2-40B4-BE49-F238E27FC236}">
                <a16:creationId xmlns:a16="http://schemas.microsoft.com/office/drawing/2014/main" id="{71A8862E-EB62-408A-B1EB-4F7F4CCC7C85}"/>
              </a:ext>
            </a:extLst>
          </p:cNvPr>
          <p:cNvSpPr>
            <a:spLocks noGrp="1"/>
          </p:cNvSpPr>
          <p:nvPr/>
        </p:nvSpPr>
        <p:spPr>
          <a:xfrm>
            <a:off x="10727531" y="4381500"/>
            <a:ext cx="2262188" cy="416719"/>
          </a:xfrm>
          <a:prstGeom prst="rect">
            <a:avLst/>
          </a:prstGeom>
          <a:solidFill>
            <a:srgbClr val="EFF6FF"/>
          </a:solidFill>
          <a:ln w="23813">
            <a:solidFill>
              <a:srgbClr val="1D4ED8"/>
            </a:solidFill>
          </a:ln>
        </p:spPr>
      </p:sp>
      <p:sp>
        <p:nvSpPr>
          <p:cNvPr id="206" name="object-206">
            <a:extLst>
              <a:ext uri="{FF2B5EF4-FFF2-40B4-BE49-F238E27FC236}">
                <a16:creationId xmlns:a16="http://schemas.microsoft.com/office/drawing/2014/main" id="{0DA3AFA4-4670-42FE-BF7F-D7F95A730956}"/>
              </a:ext>
            </a:extLst>
          </p:cNvPr>
          <p:cNvSpPr>
            <a:spLocks noGrp="1"/>
          </p:cNvSpPr>
          <p:nvPr/>
        </p:nvSpPr>
        <p:spPr>
          <a:xfrm>
            <a:off x="10882313" y="4071938"/>
            <a:ext cx="2262188" cy="416719"/>
          </a:xfrm>
          <a:prstGeom prst="rect">
            <a:avLst/>
          </a:prstGeom>
          <a:solidFill>
            <a:srgbClr val="EFF6FF"/>
          </a:solidFill>
          <a:ln w="23813">
            <a:solidFill>
              <a:srgbClr val="1D4ED8"/>
            </a:solidFill>
          </a:ln>
        </p:spPr>
      </p:sp>
      <p:sp>
        <p:nvSpPr>
          <p:cNvPr id="207" name="object-207">
            <a:extLst>
              <a:ext uri="{FF2B5EF4-FFF2-40B4-BE49-F238E27FC236}">
                <a16:creationId xmlns:a16="http://schemas.microsoft.com/office/drawing/2014/main" id="{925BF16C-F6A1-4B6E-924E-03E1AE7ECED1}"/>
              </a:ext>
            </a:extLst>
          </p:cNvPr>
          <p:cNvSpPr>
            <a:spLocks noGrp="1"/>
          </p:cNvSpPr>
          <p:nvPr/>
        </p:nvSpPr>
        <p:spPr>
          <a:xfrm>
            <a:off x="11037094" y="3762375"/>
            <a:ext cx="2262188" cy="416719"/>
          </a:xfrm>
          <a:prstGeom prst="rect">
            <a:avLst/>
          </a:prstGeom>
          <a:solidFill>
            <a:srgbClr val="EFF6FF"/>
          </a:solidFill>
          <a:ln w="23813">
            <a:solidFill>
              <a:srgbClr val="1D4ED8"/>
            </a:solidFill>
          </a:ln>
        </p:spPr>
      </p:sp>
      <p:sp>
        <p:nvSpPr>
          <p:cNvPr id="208" name="object-208">
            <a:extLst>
              <a:ext uri="{FF2B5EF4-FFF2-40B4-BE49-F238E27FC236}">
                <a16:creationId xmlns:a16="http://schemas.microsoft.com/office/drawing/2014/main" id="{ED764D9D-C5CC-4D4D-8BEF-0EC5F1F8488E}"/>
              </a:ext>
            </a:extLst>
          </p:cNvPr>
          <p:cNvSpPr>
            <a:spLocks noGrp="1"/>
          </p:cNvSpPr>
          <p:nvPr/>
        </p:nvSpPr>
        <p:spPr>
          <a:xfrm>
            <a:off x="11191875" y="3452813"/>
            <a:ext cx="2262188" cy="416719"/>
          </a:xfrm>
          <a:prstGeom prst="rect">
            <a:avLst/>
          </a:prstGeom>
          <a:solidFill>
            <a:srgbClr val="EFF6FF"/>
          </a:solidFill>
          <a:ln w="23813">
            <a:solidFill>
              <a:srgbClr val="1D4ED8"/>
            </a:solidFill>
          </a:ln>
        </p:spPr>
      </p:sp>
      <p:sp>
        <p:nvSpPr>
          <p:cNvPr id="209" name="object-209">
            <a:extLst>
              <a:ext uri="{FF2B5EF4-FFF2-40B4-BE49-F238E27FC236}">
                <a16:creationId xmlns:a16="http://schemas.microsoft.com/office/drawing/2014/main" id="{140B3E77-5ECB-4342-961D-BF2142E850CB}"/>
              </a:ext>
            </a:extLst>
          </p:cNvPr>
          <p:cNvSpPr>
            <a:spLocks noGrp="1"/>
          </p:cNvSpPr>
          <p:nvPr/>
        </p:nvSpPr>
        <p:spPr>
          <a:xfrm>
            <a:off x="10239375"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6³ = 216</a:t>
            </a:r>
          </a:p>
        </p:txBody>
      </p:sp>
      <p:sp>
        <p:nvSpPr>
          <p:cNvPr id="210" name="object-210">
            <a:extLst>
              <a:ext uri="{FF2B5EF4-FFF2-40B4-BE49-F238E27FC236}">
                <a16:creationId xmlns:a16="http://schemas.microsoft.com/office/drawing/2014/main" id="{B26751AD-C631-4C9B-B26E-012CB066E208}"/>
              </a:ext>
            </a:extLst>
          </p:cNvPr>
          <p:cNvSpPr>
            <a:spLocks noGrp="1"/>
          </p:cNvSpPr>
          <p:nvPr/>
        </p:nvSpPr>
        <p:spPr>
          <a:xfrm>
            <a:off x="1190625" y="2917031"/>
            <a:ext cx="2857500" cy="1071563"/>
          </a:xfrm>
          <a:prstGeom prst="rect">
            <a:avLst/>
          </a:prstGeom>
          <a:noFill/>
          <a:ln w="0">
            <a:noFill/>
          </a:ln>
        </p:spPr>
        <p:txBody>
          <a:bodyPr anchor="ctr">
            <a:noAutofit/>
          </a:bodyPr>
          <a:lstStyle/>
          <a:p>
            <a:pPr algn="ctr">
              <a:defRPr sz="5625" b="1">
                <a:solidFill>
                  <a:srgbClr val="1D4ED8"/>
                </a:solidFill>
                <a:latin typeface="Arial"/>
                <a:ea typeface="Arial"/>
                <a:cs typeface="Arial"/>
              </a:defRPr>
            </a:pPr>
            <a:r>
              <a:rPr sz="5625" b="1">
                <a:solidFill>
                  <a:srgbClr val="1D4ED8"/>
                </a:solidFill>
                <a:latin typeface="Arial"/>
                <a:ea typeface="Arial"/>
                <a:cs typeface="Arial"/>
              </a:rPr>
              <a:t>97</a:t>
            </a:r>
          </a:p>
        </p:txBody>
      </p:sp>
      <p:sp>
        <p:nvSpPr>
          <p:cNvPr id="211" name="object-211">
            <a:extLst>
              <a:ext uri="{FF2B5EF4-FFF2-40B4-BE49-F238E27FC236}">
                <a16:creationId xmlns:a16="http://schemas.microsoft.com/office/drawing/2014/main" id="{2E0EA299-FA09-4460-B9AE-DE8B1A66AE7D}"/>
              </a:ext>
            </a:extLst>
          </p:cNvPr>
          <p:cNvSpPr>
            <a:spLocks noGrp="1"/>
          </p:cNvSpPr>
          <p:nvPr/>
        </p:nvSpPr>
        <p:spPr>
          <a:xfrm>
            <a:off x="773906" y="40124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2: remainder 1</a:t>
            </a:r>
          </a:p>
        </p:txBody>
      </p:sp>
      <p:sp>
        <p:nvSpPr>
          <p:cNvPr id="212" name="object-212">
            <a:extLst>
              <a:ext uri="{FF2B5EF4-FFF2-40B4-BE49-F238E27FC236}">
                <a16:creationId xmlns:a16="http://schemas.microsoft.com/office/drawing/2014/main" id="{7E9C7A61-8C68-47ED-8FFE-ACA2C1452E83}"/>
              </a:ext>
            </a:extLst>
          </p:cNvPr>
          <p:cNvSpPr>
            <a:spLocks noGrp="1"/>
          </p:cNvSpPr>
          <p:nvPr/>
        </p:nvSpPr>
        <p:spPr>
          <a:xfrm>
            <a:off x="773906" y="44886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3: remainder 1</a:t>
            </a:r>
          </a:p>
        </p:txBody>
      </p:sp>
      <p:sp>
        <p:nvSpPr>
          <p:cNvPr id="213" name="object-213">
            <a:extLst>
              <a:ext uri="{FF2B5EF4-FFF2-40B4-BE49-F238E27FC236}">
                <a16:creationId xmlns:a16="http://schemas.microsoft.com/office/drawing/2014/main" id="{4795A74C-1FC2-496A-94AE-FD8E77272B1B}"/>
              </a:ext>
            </a:extLst>
          </p:cNvPr>
          <p:cNvSpPr>
            <a:spLocks noGrp="1"/>
          </p:cNvSpPr>
          <p:nvPr/>
        </p:nvSpPr>
        <p:spPr>
          <a:xfrm>
            <a:off x="773906" y="49649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5: remainder 2</a:t>
            </a:r>
          </a:p>
        </p:txBody>
      </p:sp>
      <p:sp>
        <p:nvSpPr>
          <p:cNvPr id="214" name="object-214">
            <a:extLst>
              <a:ext uri="{FF2B5EF4-FFF2-40B4-BE49-F238E27FC236}">
                <a16:creationId xmlns:a16="http://schemas.microsoft.com/office/drawing/2014/main" id="{F91A4786-BD7C-4FD7-9969-31FF268E279B}"/>
              </a:ext>
            </a:extLst>
          </p:cNvPr>
          <p:cNvSpPr>
            <a:spLocks noGrp="1"/>
          </p:cNvSpPr>
          <p:nvPr/>
        </p:nvSpPr>
        <p:spPr>
          <a:xfrm>
            <a:off x="773906" y="54411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7: remainder 6</a:t>
            </a:r>
          </a:p>
        </p:txBody>
      </p:sp>
      <p:sp>
        <p:nvSpPr>
          <p:cNvPr id="215" name="object-215">
            <a:extLst>
              <a:ext uri="{FF2B5EF4-FFF2-40B4-BE49-F238E27FC236}">
                <a16:creationId xmlns:a16="http://schemas.microsoft.com/office/drawing/2014/main" id="{084D795E-D272-489C-A0FB-512C7ADD0AD8}"/>
              </a:ext>
            </a:extLst>
          </p:cNvPr>
          <p:cNvSpPr>
            <a:spLocks noGrp="1"/>
          </p:cNvSpPr>
          <p:nvPr/>
        </p:nvSpPr>
        <p:spPr>
          <a:xfrm>
            <a:off x="773906" y="5929313"/>
            <a:ext cx="4286250"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Only factors: 1 and 97</a:t>
            </a:r>
          </a:p>
        </p:txBody>
      </p:sp>
      <p:sp>
        <p:nvSpPr>
          <p:cNvPr id="216" name="object-216">
            <a:extLst>
              <a:ext uri="{FF2B5EF4-FFF2-40B4-BE49-F238E27FC236}">
                <a16:creationId xmlns:a16="http://schemas.microsoft.com/office/drawing/2014/main" id="{A0641FF5-35AE-442F-A17E-B43E4990FDC5}"/>
              </a:ext>
            </a:extLst>
          </p:cNvPr>
          <p:cNvSpPr>
            <a:spLocks noGrp="1"/>
          </p:cNvSpPr>
          <p:nvPr/>
        </p:nvSpPr>
        <p:spPr>
          <a:xfrm>
            <a:off x="1190625" y="6310313"/>
            <a:ext cx="2857500" cy="714375"/>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prime</a:t>
            </a:r>
          </a:p>
        </p:txBody>
      </p:sp>
    </p:spTree>
    <p:extLst>
      <p:ext uri="{BB962C8B-B14F-4D97-AF65-F5344CB8AC3E}">
        <p14:creationId xmlns:p14="http://schemas.microsoft.com/office/powerpoint/2010/main" val="1955678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7"/>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49"/>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2"/>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3"/>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5"/>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6"/>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7"/>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8"/>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59"/>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0"/>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1"/>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2"/>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3"/>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4"/>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5"/>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6"/>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7"/>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8"/>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69"/>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0"/>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1"/>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2"/>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3"/>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4"/>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5"/>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6"/>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7"/>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8"/>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79"/>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0"/>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1"/>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2"/>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3"/>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4"/>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5"/>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6"/>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7"/>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8"/>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89"/>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0"/>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1"/>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2"/>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3"/>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4"/>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5"/>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6"/>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7"/>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8"/>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99"/>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0"/>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1"/>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2"/>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3"/>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4"/>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5"/>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6"/>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7"/>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8"/>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09"/>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0"/>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1"/>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2"/>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3"/>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4"/>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5"/>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6"/>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7"/>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8"/>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19"/>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0"/>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1"/>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2"/>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3"/>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4"/>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5"/>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6"/>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7"/>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8"/>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29"/>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0"/>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1"/>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2"/>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3"/>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4"/>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5"/>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6"/>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7"/>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8"/>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39"/>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0"/>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1"/>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2"/>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3"/>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4"/>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5"/>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6"/>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7"/>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8"/>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49"/>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0"/>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1"/>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2"/>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3"/>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4"/>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5"/>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6"/>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7"/>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8"/>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59"/>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0"/>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1"/>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2"/>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3"/>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4"/>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5"/>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6"/>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7"/>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8"/>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69"/>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0"/>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1"/>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2"/>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3"/>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4"/>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5"/>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6"/>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7"/>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8"/>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79"/>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0"/>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1"/>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2"/>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3"/>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4"/>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5"/>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6"/>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7"/>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8"/>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89"/>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0"/>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1"/>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2"/>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3"/>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4"/>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5"/>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6"/>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7"/>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8"/>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199"/>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0"/>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1"/>
                                        </p:tgtEl>
                                        <p:attrNameLst>
                                          <p:attrName>style.visibility</p:attrName>
                                        </p:attrNameLst>
                                      </p:cBhvr>
                                      <p:to>
                                        <p:strVal val="visible"/>
                                      </p:to>
                                    </p:set>
                                  </p:childTnLst>
                                </p:cTn>
                              </p:par>
                            </p:childTnLst>
                          </p:cTn>
                        </p:par>
                      </p:childTnLst>
                    </p:cTn>
                  </p:par>
                  <p:par>
                    <p:cTn id="397" fill="hold">
                      <p:stCondLst>
                        <p:cond delay="indefinite"/>
                      </p:stCondLst>
                      <p:childTnLst>
                        <p:par>
                          <p:cTn id="398" fill="hold">
                            <p:stCondLst>
                              <p:cond delay="0"/>
                            </p:stCondLst>
                            <p:childTnLst>
                              <p:par>
                                <p:cTn id="399" presetID="1" presetClass="entr" presetSubtype="0" fill="hold" grpId="0" nodeType="clickEffect">
                                  <p:stCondLst>
                                    <p:cond delay="0"/>
                                  </p:stCondLst>
                                  <p:childTnLst>
                                    <p:set>
                                      <p:cBhvr>
                                        <p:cTn id="400" dur="1" fill="hold">
                                          <p:stCondLst>
                                            <p:cond delay="0"/>
                                          </p:stCondLst>
                                        </p:cTn>
                                        <p:tgtEl>
                                          <p:spTgt spid="202"/>
                                        </p:tgtEl>
                                        <p:attrNameLst>
                                          <p:attrName>style.visibility</p:attrName>
                                        </p:attrNameLst>
                                      </p:cBhvr>
                                      <p:to>
                                        <p:strVal val="visible"/>
                                      </p:to>
                                    </p:set>
                                  </p:childTnLst>
                                </p:cTn>
                              </p:par>
                            </p:childTnLst>
                          </p:cTn>
                        </p:par>
                      </p:childTnLst>
                    </p:cTn>
                  </p:par>
                  <p:par>
                    <p:cTn id="401" fill="hold">
                      <p:stCondLst>
                        <p:cond delay="indefinite"/>
                      </p:stCondLst>
                      <p:childTnLst>
                        <p:par>
                          <p:cTn id="402" fill="hold">
                            <p:stCondLst>
                              <p:cond delay="0"/>
                            </p:stCondLst>
                            <p:childTnLst>
                              <p:par>
                                <p:cTn id="403" presetID="1" presetClass="entr" presetSubtype="0" fill="hold" nodeType="clickEffect">
                                  <p:stCondLst>
                                    <p:cond delay="0"/>
                                  </p:stCondLst>
                                  <p:childTnLst>
                                    <p:set>
                                      <p:cBhvr>
                                        <p:cTn id="404" dur="1" fill="hold">
                                          <p:stCondLst>
                                            <p:cond delay="0"/>
                                          </p:stCondLst>
                                        </p:cTn>
                                        <p:tgtEl>
                                          <p:spTgt spid="203"/>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4"/>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5"/>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06"/>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07"/>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08"/>
                                        </p:tgtEl>
                                        <p:attrNameLst>
                                          <p:attrName>style.visibility</p:attrName>
                                        </p:attrNameLst>
                                      </p:cBhvr>
                                      <p:to>
                                        <p:strVal val="visible"/>
                                      </p:to>
                                    </p:set>
                                  </p:childTnLst>
                                </p:cTn>
                              </p:par>
                            </p:childTnLst>
                          </p:cTn>
                        </p:par>
                      </p:childTnLst>
                    </p:cTn>
                  </p:par>
                  <p:par>
                    <p:cTn id="415" fill="hold">
                      <p:stCondLst>
                        <p:cond delay="indefinite"/>
                      </p:stCondLst>
                      <p:childTnLst>
                        <p:par>
                          <p:cTn id="416" fill="hold">
                            <p:stCondLst>
                              <p:cond delay="0"/>
                            </p:stCondLst>
                            <p:childTnLst>
                              <p:par>
                                <p:cTn id="417" presetID="1" presetClass="entr" presetSubtype="0" fill="hold" grpId="0" nodeType="clickEffect">
                                  <p:stCondLst>
                                    <p:cond delay="0"/>
                                  </p:stCondLst>
                                  <p:childTnLst>
                                    <p:set>
                                      <p:cBhvr>
                                        <p:cTn id="418" dur="1" fill="hold">
                                          <p:stCondLst>
                                            <p:cond delay="0"/>
                                          </p:stCondLst>
                                        </p:cTn>
                                        <p:tgtEl>
                                          <p:spTgt spid="209"/>
                                        </p:tgtEl>
                                        <p:attrNameLst>
                                          <p:attrName>style.visibility</p:attrName>
                                        </p:attrNameLst>
                                      </p:cBhvr>
                                      <p:to>
                                        <p:strVal val="visible"/>
                                      </p:to>
                                    </p:set>
                                  </p:childTnLst>
                                </p:cTn>
                              </p:par>
                            </p:childTnLst>
                          </p:cTn>
                        </p:par>
                      </p:childTnLst>
                    </p:cTn>
                  </p:par>
                  <p:par>
                    <p:cTn id="419" fill="hold">
                      <p:stCondLst>
                        <p:cond delay="indefinite"/>
                      </p:stCondLst>
                      <p:childTnLst>
                        <p:par>
                          <p:cTn id="420" fill="hold">
                            <p:stCondLst>
                              <p:cond delay="0"/>
                            </p:stCondLst>
                            <p:childTnLst>
                              <p:par>
                                <p:cTn id="421" presetID="1" presetClass="entr" presetSubtype="0" fill="hold" grpId="0" nodeType="clickEffect">
                                  <p:stCondLst>
                                    <p:cond delay="0"/>
                                  </p:stCondLst>
                                  <p:childTnLst>
                                    <p:set>
                                      <p:cBhvr>
                                        <p:cTn id="422" dur="1" fill="hold">
                                          <p:stCondLst>
                                            <p:cond delay="0"/>
                                          </p:stCondLst>
                                        </p:cTn>
                                        <p:tgtEl>
                                          <p:spTgt spid="211"/>
                                        </p:tgtEl>
                                        <p:attrNameLst>
                                          <p:attrName>style.visibility</p:attrName>
                                        </p:attrNameLst>
                                      </p:cBhvr>
                                      <p:to>
                                        <p:strVal val="visible"/>
                                      </p:to>
                                    </p:set>
                                  </p:childTnLst>
                                </p:cTn>
                              </p:par>
                            </p:childTnLst>
                          </p:cTn>
                        </p:par>
                      </p:childTnLst>
                    </p:cTn>
                  </p:par>
                  <p:par>
                    <p:cTn id="423" fill="hold">
                      <p:stCondLst>
                        <p:cond delay="indefinite"/>
                      </p:stCondLst>
                      <p:childTnLst>
                        <p:par>
                          <p:cTn id="424" fill="hold">
                            <p:stCondLst>
                              <p:cond delay="0"/>
                            </p:stCondLst>
                            <p:childTnLst>
                              <p:par>
                                <p:cTn id="425" presetID="1" presetClass="entr" presetSubtype="0" fill="hold" grpId="0" nodeType="clickEffect">
                                  <p:stCondLst>
                                    <p:cond delay="0"/>
                                  </p:stCondLst>
                                  <p:childTnLst>
                                    <p:set>
                                      <p:cBhvr>
                                        <p:cTn id="426" dur="1" fill="hold">
                                          <p:stCondLst>
                                            <p:cond delay="0"/>
                                          </p:stCondLst>
                                        </p:cTn>
                                        <p:tgtEl>
                                          <p:spTgt spid="212"/>
                                        </p:tgtEl>
                                        <p:attrNameLst>
                                          <p:attrName>style.visibility</p:attrName>
                                        </p:attrNameLst>
                                      </p:cBhvr>
                                      <p:to>
                                        <p:strVal val="visible"/>
                                      </p:to>
                                    </p:set>
                                  </p:childTnLst>
                                </p:cTn>
                              </p:par>
                            </p:childTnLst>
                          </p:cTn>
                        </p:par>
                      </p:childTnLst>
                    </p:cTn>
                  </p:par>
                  <p:par>
                    <p:cTn id="427" fill="hold">
                      <p:stCondLst>
                        <p:cond delay="indefinite"/>
                      </p:stCondLst>
                      <p:childTnLst>
                        <p:par>
                          <p:cTn id="428" fill="hold">
                            <p:stCondLst>
                              <p:cond delay="0"/>
                            </p:stCondLst>
                            <p:childTnLst>
                              <p:par>
                                <p:cTn id="429" presetID="1" presetClass="entr" presetSubtype="0" fill="hold" grpId="0" nodeType="clickEffect">
                                  <p:stCondLst>
                                    <p:cond delay="0"/>
                                  </p:stCondLst>
                                  <p:childTnLst>
                                    <p:set>
                                      <p:cBhvr>
                                        <p:cTn id="430" dur="1" fill="hold">
                                          <p:stCondLst>
                                            <p:cond delay="0"/>
                                          </p:stCondLst>
                                        </p:cTn>
                                        <p:tgtEl>
                                          <p:spTgt spid="213"/>
                                        </p:tgtEl>
                                        <p:attrNameLst>
                                          <p:attrName>style.visibility</p:attrName>
                                        </p:attrNameLst>
                                      </p:cBhvr>
                                      <p:to>
                                        <p:strVal val="visible"/>
                                      </p:to>
                                    </p:set>
                                  </p:childTnLst>
                                </p:cTn>
                              </p:par>
                            </p:childTnLst>
                          </p:cTn>
                        </p:par>
                      </p:childTnLst>
                    </p:cTn>
                  </p:par>
                  <p:par>
                    <p:cTn id="431" fill="hold">
                      <p:stCondLst>
                        <p:cond delay="indefinite"/>
                      </p:stCondLst>
                      <p:childTnLst>
                        <p:par>
                          <p:cTn id="432" fill="hold">
                            <p:stCondLst>
                              <p:cond delay="0"/>
                            </p:stCondLst>
                            <p:childTnLst>
                              <p:par>
                                <p:cTn id="433" presetID="1" presetClass="entr" presetSubtype="0" fill="hold" grpId="0" nodeType="clickEffect">
                                  <p:stCondLst>
                                    <p:cond delay="0"/>
                                  </p:stCondLst>
                                  <p:childTnLst>
                                    <p:set>
                                      <p:cBhvr>
                                        <p:cTn id="434" dur="1" fill="hold">
                                          <p:stCondLst>
                                            <p:cond delay="0"/>
                                          </p:stCondLst>
                                        </p:cTn>
                                        <p:tgtEl>
                                          <p:spTgt spid="214"/>
                                        </p:tgtEl>
                                        <p:attrNameLst>
                                          <p:attrName>style.visibility</p:attrName>
                                        </p:attrNameLst>
                                      </p:cBhvr>
                                      <p:to>
                                        <p:strVal val="visible"/>
                                      </p:to>
                                    </p:set>
                                  </p:childTnLst>
                                </p:cTn>
                              </p:par>
                            </p:childTnLst>
                          </p:cTn>
                        </p:par>
                      </p:childTnLst>
                    </p:cTn>
                  </p:par>
                  <p:par>
                    <p:cTn id="435" fill="hold">
                      <p:stCondLst>
                        <p:cond delay="indefinite"/>
                      </p:stCondLst>
                      <p:childTnLst>
                        <p:par>
                          <p:cTn id="436" fill="hold">
                            <p:stCondLst>
                              <p:cond delay="0"/>
                            </p:stCondLst>
                            <p:childTnLst>
                              <p:par>
                                <p:cTn id="437" presetID="1" presetClass="entr" presetSubtype="0" fill="hold" grpId="0" nodeType="clickEffect">
                                  <p:stCondLst>
                                    <p:cond delay="0"/>
                                  </p:stCondLst>
                                  <p:childTnLst>
                                    <p:set>
                                      <p:cBhvr>
                                        <p:cTn id="438" dur="1" fill="hold">
                                          <p:stCondLst>
                                            <p:cond delay="0"/>
                                          </p:stCondLst>
                                        </p:cTn>
                                        <p:tgtEl>
                                          <p:spTgt spid="215"/>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p:bldP spid="209" grpId="0"/>
      <p:bldP spid="211" grpId="0"/>
      <p:bldP spid="212" grpId="0"/>
      <p:bldP spid="213" grpId="0"/>
      <p:bldP spid="214" grpId="0"/>
      <p:bldP spid="215" grpId="0"/>
      <p:bldP spid="2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7" name="object-1">
            <a:extLst>
              <a:ext uri="{FF2B5EF4-FFF2-40B4-BE49-F238E27FC236}">
                <a16:creationId xmlns:a16="http://schemas.microsoft.com/office/drawing/2014/main" id="{26030ECB-8C76-4C9D-9D44-3C28C723332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4DCBBB36-0140-4243-B0CE-CB03380E1AD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FF232D0-76E5-477E-984E-EE4FA2E4F0C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Which are prime, square or cube numbers: 97, 225, 216?</a:t>
            </a:r>
          </a:p>
        </p:txBody>
      </p:sp>
      <p:sp>
        <p:nvSpPr>
          <p:cNvPr id="4" name="object-4">
            <a:extLst>
              <a:ext uri="{FF2B5EF4-FFF2-40B4-BE49-F238E27FC236}">
                <a16:creationId xmlns:a16="http://schemas.microsoft.com/office/drawing/2014/main" id="{FE65FD9B-B3E0-4945-BF69-E8D152033B0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DCC43A71-E0B7-4C2A-9568-1494B8587DF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6" name="object-6">
            <a:extLst>
              <a:ext uri="{FF2B5EF4-FFF2-40B4-BE49-F238E27FC236}">
                <a16:creationId xmlns:a16="http://schemas.microsoft.com/office/drawing/2014/main" id="{3790E079-F171-4F08-BCB9-3F3481209B5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103E1B47-96A8-469F-8FDE-08EE46EF5A66}"/>
              </a:ext>
            </a:extLst>
          </p:cNvPr>
          <p:cNvSpPr>
            <a:spLocks noGrp="1"/>
          </p:cNvSpPr>
          <p:nvPr/>
        </p:nvSpPr>
        <p:spPr>
          <a:xfrm>
            <a:off x="5476875" y="3036094"/>
            <a:ext cx="198438" cy="198438"/>
          </a:xfrm>
          <a:prstGeom prst="rect">
            <a:avLst/>
          </a:prstGeom>
          <a:solidFill>
            <a:srgbClr val="1D4ED8"/>
          </a:solidFill>
          <a:ln w="11906">
            <a:solidFill>
              <a:srgbClr val="FFFFFF"/>
            </a:solidFill>
          </a:ln>
        </p:spPr>
      </p:sp>
      <p:sp>
        <p:nvSpPr>
          <p:cNvPr id="8" name="object-8">
            <a:extLst>
              <a:ext uri="{FF2B5EF4-FFF2-40B4-BE49-F238E27FC236}">
                <a16:creationId xmlns:a16="http://schemas.microsoft.com/office/drawing/2014/main" id="{02451C37-4CB9-4255-A42B-F1345FBCA5D3}"/>
              </a:ext>
            </a:extLst>
          </p:cNvPr>
          <p:cNvSpPr>
            <a:spLocks noGrp="1"/>
          </p:cNvSpPr>
          <p:nvPr/>
        </p:nvSpPr>
        <p:spPr>
          <a:xfrm>
            <a:off x="5675313" y="3036094"/>
            <a:ext cx="198438" cy="198438"/>
          </a:xfrm>
          <a:prstGeom prst="rect">
            <a:avLst/>
          </a:prstGeom>
          <a:solidFill>
            <a:srgbClr val="1D4ED8"/>
          </a:solidFill>
          <a:ln w="11906">
            <a:solidFill>
              <a:srgbClr val="FFFFFF"/>
            </a:solidFill>
          </a:ln>
        </p:spPr>
      </p:sp>
      <p:sp>
        <p:nvSpPr>
          <p:cNvPr id="9" name="object-9">
            <a:extLst>
              <a:ext uri="{FF2B5EF4-FFF2-40B4-BE49-F238E27FC236}">
                <a16:creationId xmlns:a16="http://schemas.microsoft.com/office/drawing/2014/main" id="{1B860D8D-8B96-4087-9617-FA28F19E3C3A}"/>
              </a:ext>
            </a:extLst>
          </p:cNvPr>
          <p:cNvSpPr>
            <a:spLocks noGrp="1"/>
          </p:cNvSpPr>
          <p:nvPr/>
        </p:nvSpPr>
        <p:spPr>
          <a:xfrm>
            <a:off x="5873750" y="3036094"/>
            <a:ext cx="198438" cy="198438"/>
          </a:xfrm>
          <a:prstGeom prst="rect">
            <a:avLst/>
          </a:prstGeom>
          <a:solidFill>
            <a:srgbClr val="1D4ED8"/>
          </a:solidFill>
          <a:ln w="11906">
            <a:solidFill>
              <a:srgbClr val="FFFFFF"/>
            </a:solidFill>
          </a:ln>
        </p:spPr>
      </p:sp>
      <p:sp>
        <p:nvSpPr>
          <p:cNvPr id="10" name="object-10">
            <a:extLst>
              <a:ext uri="{FF2B5EF4-FFF2-40B4-BE49-F238E27FC236}">
                <a16:creationId xmlns:a16="http://schemas.microsoft.com/office/drawing/2014/main" id="{E1743676-93B1-4E77-92D2-18D427D3B391}"/>
              </a:ext>
            </a:extLst>
          </p:cNvPr>
          <p:cNvSpPr>
            <a:spLocks noGrp="1"/>
          </p:cNvSpPr>
          <p:nvPr/>
        </p:nvSpPr>
        <p:spPr>
          <a:xfrm>
            <a:off x="6072188" y="3036094"/>
            <a:ext cx="198438" cy="198438"/>
          </a:xfrm>
          <a:prstGeom prst="rect">
            <a:avLst/>
          </a:prstGeom>
          <a:solidFill>
            <a:srgbClr val="1D4ED8"/>
          </a:solidFill>
          <a:ln w="11906">
            <a:solidFill>
              <a:srgbClr val="FFFFFF"/>
            </a:solidFill>
          </a:ln>
        </p:spPr>
      </p:sp>
      <p:sp>
        <p:nvSpPr>
          <p:cNvPr id="11" name="object-11">
            <a:extLst>
              <a:ext uri="{FF2B5EF4-FFF2-40B4-BE49-F238E27FC236}">
                <a16:creationId xmlns:a16="http://schemas.microsoft.com/office/drawing/2014/main" id="{8673E0A3-C5B1-4414-B488-3BF462F9CF92}"/>
              </a:ext>
            </a:extLst>
          </p:cNvPr>
          <p:cNvSpPr>
            <a:spLocks noGrp="1"/>
          </p:cNvSpPr>
          <p:nvPr/>
        </p:nvSpPr>
        <p:spPr>
          <a:xfrm>
            <a:off x="6270625" y="3036094"/>
            <a:ext cx="198438" cy="198438"/>
          </a:xfrm>
          <a:prstGeom prst="rect">
            <a:avLst/>
          </a:prstGeom>
          <a:solidFill>
            <a:srgbClr val="1D4ED8"/>
          </a:solidFill>
          <a:ln w="11906">
            <a:solidFill>
              <a:srgbClr val="FFFFFF"/>
            </a:solidFill>
          </a:ln>
        </p:spPr>
      </p:sp>
      <p:sp>
        <p:nvSpPr>
          <p:cNvPr id="12" name="object-12">
            <a:extLst>
              <a:ext uri="{FF2B5EF4-FFF2-40B4-BE49-F238E27FC236}">
                <a16:creationId xmlns:a16="http://schemas.microsoft.com/office/drawing/2014/main" id="{2E40BCC1-1D40-47DF-B07C-08CBADC596D1}"/>
              </a:ext>
            </a:extLst>
          </p:cNvPr>
          <p:cNvSpPr>
            <a:spLocks noGrp="1"/>
          </p:cNvSpPr>
          <p:nvPr/>
        </p:nvSpPr>
        <p:spPr>
          <a:xfrm>
            <a:off x="6469063" y="3036094"/>
            <a:ext cx="198438" cy="198438"/>
          </a:xfrm>
          <a:prstGeom prst="rect">
            <a:avLst/>
          </a:prstGeom>
          <a:solidFill>
            <a:srgbClr val="1D4ED8"/>
          </a:solidFill>
          <a:ln w="11906">
            <a:solidFill>
              <a:srgbClr val="FFFFFF"/>
            </a:solidFill>
          </a:ln>
        </p:spPr>
      </p:sp>
      <p:sp>
        <p:nvSpPr>
          <p:cNvPr id="13" name="object-13">
            <a:extLst>
              <a:ext uri="{FF2B5EF4-FFF2-40B4-BE49-F238E27FC236}">
                <a16:creationId xmlns:a16="http://schemas.microsoft.com/office/drawing/2014/main" id="{D09C5D0F-A363-4507-92AF-9456A9CCB4DE}"/>
              </a:ext>
            </a:extLst>
          </p:cNvPr>
          <p:cNvSpPr>
            <a:spLocks noGrp="1"/>
          </p:cNvSpPr>
          <p:nvPr/>
        </p:nvSpPr>
        <p:spPr>
          <a:xfrm>
            <a:off x="6667500" y="3036094"/>
            <a:ext cx="198438" cy="198438"/>
          </a:xfrm>
          <a:prstGeom prst="rect">
            <a:avLst/>
          </a:prstGeom>
          <a:solidFill>
            <a:srgbClr val="1D4ED8"/>
          </a:solidFill>
          <a:ln w="11906">
            <a:solidFill>
              <a:srgbClr val="FFFFFF"/>
            </a:solidFill>
          </a:ln>
        </p:spPr>
      </p:sp>
      <p:sp>
        <p:nvSpPr>
          <p:cNvPr id="14" name="object-14">
            <a:extLst>
              <a:ext uri="{FF2B5EF4-FFF2-40B4-BE49-F238E27FC236}">
                <a16:creationId xmlns:a16="http://schemas.microsoft.com/office/drawing/2014/main" id="{9D71930B-B976-46DC-A145-F7BE87983541}"/>
              </a:ext>
            </a:extLst>
          </p:cNvPr>
          <p:cNvSpPr>
            <a:spLocks noGrp="1"/>
          </p:cNvSpPr>
          <p:nvPr/>
        </p:nvSpPr>
        <p:spPr>
          <a:xfrm>
            <a:off x="6865937" y="3036094"/>
            <a:ext cx="198438" cy="198438"/>
          </a:xfrm>
          <a:prstGeom prst="rect">
            <a:avLst/>
          </a:prstGeom>
          <a:solidFill>
            <a:srgbClr val="1D4ED8"/>
          </a:solidFill>
          <a:ln w="11906">
            <a:solidFill>
              <a:srgbClr val="FFFFFF"/>
            </a:solidFill>
          </a:ln>
        </p:spPr>
      </p:sp>
      <p:sp>
        <p:nvSpPr>
          <p:cNvPr id="15" name="object-15">
            <a:extLst>
              <a:ext uri="{FF2B5EF4-FFF2-40B4-BE49-F238E27FC236}">
                <a16:creationId xmlns:a16="http://schemas.microsoft.com/office/drawing/2014/main" id="{20572232-DDC1-4354-A4C9-3AC8322A6E8B}"/>
              </a:ext>
            </a:extLst>
          </p:cNvPr>
          <p:cNvSpPr>
            <a:spLocks noGrp="1"/>
          </p:cNvSpPr>
          <p:nvPr/>
        </p:nvSpPr>
        <p:spPr>
          <a:xfrm>
            <a:off x="7064375" y="3036094"/>
            <a:ext cx="198438" cy="198438"/>
          </a:xfrm>
          <a:prstGeom prst="rect">
            <a:avLst/>
          </a:prstGeom>
          <a:solidFill>
            <a:srgbClr val="1D4ED8"/>
          </a:solidFill>
          <a:ln w="11906">
            <a:solidFill>
              <a:srgbClr val="FFFFFF"/>
            </a:solidFill>
          </a:ln>
        </p:spPr>
      </p:sp>
      <p:sp>
        <p:nvSpPr>
          <p:cNvPr id="16" name="object-16">
            <a:extLst>
              <a:ext uri="{FF2B5EF4-FFF2-40B4-BE49-F238E27FC236}">
                <a16:creationId xmlns:a16="http://schemas.microsoft.com/office/drawing/2014/main" id="{6CD36A59-6DF3-4EDD-8B3B-92C9F72938D3}"/>
              </a:ext>
            </a:extLst>
          </p:cNvPr>
          <p:cNvSpPr>
            <a:spLocks noGrp="1"/>
          </p:cNvSpPr>
          <p:nvPr/>
        </p:nvSpPr>
        <p:spPr>
          <a:xfrm>
            <a:off x="7262813" y="3036094"/>
            <a:ext cx="198438" cy="198438"/>
          </a:xfrm>
          <a:prstGeom prst="rect">
            <a:avLst/>
          </a:prstGeom>
          <a:solidFill>
            <a:srgbClr val="1D4ED8"/>
          </a:solidFill>
          <a:ln w="11906">
            <a:solidFill>
              <a:srgbClr val="FFFFFF"/>
            </a:solidFill>
          </a:ln>
        </p:spPr>
      </p:sp>
      <p:sp>
        <p:nvSpPr>
          <p:cNvPr id="17" name="object-17">
            <a:extLst>
              <a:ext uri="{FF2B5EF4-FFF2-40B4-BE49-F238E27FC236}">
                <a16:creationId xmlns:a16="http://schemas.microsoft.com/office/drawing/2014/main" id="{BA700DAD-44C7-459C-AE41-919A2655A21D}"/>
              </a:ext>
            </a:extLst>
          </p:cNvPr>
          <p:cNvSpPr>
            <a:spLocks noGrp="1"/>
          </p:cNvSpPr>
          <p:nvPr/>
        </p:nvSpPr>
        <p:spPr>
          <a:xfrm>
            <a:off x="7461250" y="3036094"/>
            <a:ext cx="198438" cy="198438"/>
          </a:xfrm>
          <a:prstGeom prst="rect">
            <a:avLst/>
          </a:prstGeom>
          <a:solidFill>
            <a:srgbClr val="1D4ED8"/>
          </a:solidFill>
          <a:ln w="11906">
            <a:solidFill>
              <a:srgbClr val="FFFFFF"/>
            </a:solidFill>
          </a:ln>
        </p:spPr>
      </p:sp>
      <p:sp>
        <p:nvSpPr>
          <p:cNvPr id="18" name="object-18">
            <a:extLst>
              <a:ext uri="{FF2B5EF4-FFF2-40B4-BE49-F238E27FC236}">
                <a16:creationId xmlns:a16="http://schemas.microsoft.com/office/drawing/2014/main" id="{B273DE39-DC30-4BC2-ACCA-CE0EA84ED564}"/>
              </a:ext>
            </a:extLst>
          </p:cNvPr>
          <p:cNvSpPr>
            <a:spLocks noGrp="1"/>
          </p:cNvSpPr>
          <p:nvPr/>
        </p:nvSpPr>
        <p:spPr>
          <a:xfrm>
            <a:off x="7659688" y="3036094"/>
            <a:ext cx="198438" cy="198438"/>
          </a:xfrm>
          <a:prstGeom prst="rect">
            <a:avLst/>
          </a:prstGeom>
          <a:solidFill>
            <a:srgbClr val="1D4ED8"/>
          </a:solidFill>
          <a:ln w="11906">
            <a:solidFill>
              <a:srgbClr val="FFFFFF"/>
            </a:solidFill>
          </a:ln>
        </p:spPr>
      </p:sp>
      <p:sp>
        <p:nvSpPr>
          <p:cNvPr id="19" name="object-19">
            <a:extLst>
              <a:ext uri="{FF2B5EF4-FFF2-40B4-BE49-F238E27FC236}">
                <a16:creationId xmlns:a16="http://schemas.microsoft.com/office/drawing/2014/main" id="{F904E38A-0F7B-40FF-98BD-8217BA5A7EBB}"/>
              </a:ext>
            </a:extLst>
          </p:cNvPr>
          <p:cNvSpPr>
            <a:spLocks noGrp="1"/>
          </p:cNvSpPr>
          <p:nvPr/>
        </p:nvSpPr>
        <p:spPr>
          <a:xfrm>
            <a:off x="7858125" y="3036094"/>
            <a:ext cx="198438" cy="198438"/>
          </a:xfrm>
          <a:prstGeom prst="rect">
            <a:avLst/>
          </a:prstGeom>
          <a:solidFill>
            <a:srgbClr val="1D4ED8"/>
          </a:solidFill>
          <a:ln w="11906">
            <a:solidFill>
              <a:srgbClr val="FFFFFF"/>
            </a:solidFill>
          </a:ln>
        </p:spPr>
      </p:sp>
      <p:sp>
        <p:nvSpPr>
          <p:cNvPr id="20" name="object-20">
            <a:extLst>
              <a:ext uri="{FF2B5EF4-FFF2-40B4-BE49-F238E27FC236}">
                <a16:creationId xmlns:a16="http://schemas.microsoft.com/office/drawing/2014/main" id="{A5C1164D-C874-46C6-AD04-83F19BD9D89E}"/>
              </a:ext>
            </a:extLst>
          </p:cNvPr>
          <p:cNvSpPr>
            <a:spLocks noGrp="1"/>
          </p:cNvSpPr>
          <p:nvPr/>
        </p:nvSpPr>
        <p:spPr>
          <a:xfrm>
            <a:off x="8056563" y="3036094"/>
            <a:ext cx="198438" cy="198438"/>
          </a:xfrm>
          <a:prstGeom prst="rect">
            <a:avLst/>
          </a:prstGeom>
          <a:solidFill>
            <a:srgbClr val="1D4ED8"/>
          </a:solidFill>
          <a:ln w="11906">
            <a:solidFill>
              <a:srgbClr val="FFFFFF"/>
            </a:solidFill>
          </a:ln>
        </p:spPr>
      </p:sp>
      <p:sp>
        <p:nvSpPr>
          <p:cNvPr id="21" name="object-21">
            <a:extLst>
              <a:ext uri="{FF2B5EF4-FFF2-40B4-BE49-F238E27FC236}">
                <a16:creationId xmlns:a16="http://schemas.microsoft.com/office/drawing/2014/main" id="{B508FB4A-33B3-4818-ACD1-A1FC7B6C0253}"/>
              </a:ext>
            </a:extLst>
          </p:cNvPr>
          <p:cNvSpPr>
            <a:spLocks noGrp="1"/>
          </p:cNvSpPr>
          <p:nvPr/>
        </p:nvSpPr>
        <p:spPr>
          <a:xfrm>
            <a:off x="8255000" y="3036094"/>
            <a:ext cx="198438" cy="198438"/>
          </a:xfrm>
          <a:prstGeom prst="rect">
            <a:avLst/>
          </a:prstGeom>
          <a:solidFill>
            <a:srgbClr val="1D4ED8"/>
          </a:solidFill>
          <a:ln w="11906">
            <a:solidFill>
              <a:srgbClr val="FFFFFF"/>
            </a:solidFill>
          </a:ln>
        </p:spPr>
      </p:sp>
      <p:sp>
        <p:nvSpPr>
          <p:cNvPr id="22" name="object-22">
            <a:extLst>
              <a:ext uri="{FF2B5EF4-FFF2-40B4-BE49-F238E27FC236}">
                <a16:creationId xmlns:a16="http://schemas.microsoft.com/office/drawing/2014/main" id="{DA2A2AD4-925F-403A-9D24-B6B6123BC52D}"/>
              </a:ext>
            </a:extLst>
          </p:cNvPr>
          <p:cNvSpPr>
            <a:spLocks noGrp="1"/>
          </p:cNvSpPr>
          <p:nvPr/>
        </p:nvSpPr>
        <p:spPr>
          <a:xfrm>
            <a:off x="5476875" y="3234531"/>
            <a:ext cx="198438" cy="198438"/>
          </a:xfrm>
          <a:prstGeom prst="rect">
            <a:avLst/>
          </a:prstGeom>
          <a:solidFill>
            <a:srgbClr val="1D4ED8"/>
          </a:solidFill>
          <a:ln w="11906">
            <a:solidFill>
              <a:srgbClr val="FFFFFF"/>
            </a:solidFill>
          </a:ln>
        </p:spPr>
      </p:sp>
      <p:sp>
        <p:nvSpPr>
          <p:cNvPr id="23" name="object-23">
            <a:extLst>
              <a:ext uri="{FF2B5EF4-FFF2-40B4-BE49-F238E27FC236}">
                <a16:creationId xmlns:a16="http://schemas.microsoft.com/office/drawing/2014/main" id="{A5CD48EA-57C4-4001-8226-F62CF9380D7A}"/>
              </a:ext>
            </a:extLst>
          </p:cNvPr>
          <p:cNvSpPr>
            <a:spLocks noGrp="1"/>
          </p:cNvSpPr>
          <p:nvPr/>
        </p:nvSpPr>
        <p:spPr>
          <a:xfrm>
            <a:off x="5675313" y="3234531"/>
            <a:ext cx="198438" cy="198438"/>
          </a:xfrm>
          <a:prstGeom prst="rect">
            <a:avLst/>
          </a:prstGeom>
          <a:solidFill>
            <a:srgbClr val="1D4ED8"/>
          </a:solidFill>
          <a:ln w="11906">
            <a:solidFill>
              <a:srgbClr val="FFFFFF"/>
            </a:solidFill>
          </a:ln>
        </p:spPr>
      </p:sp>
      <p:sp>
        <p:nvSpPr>
          <p:cNvPr id="24" name="object-24">
            <a:extLst>
              <a:ext uri="{FF2B5EF4-FFF2-40B4-BE49-F238E27FC236}">
                <a16:creationId xmlns:a16="http://schemas.microsoft.com/office/drawing/2014/main" id="{404B4A30-0C8E-4911-B5EB-FDC6BA479416}"/>
              </a:ext>
            </a:extLst>
          </p:cNvPr>
          <p:cNvSpPr>
            <a:spLocks noGrp="1"/>
          </p:cNvSpPr>
          <p:nvPr/>
        </p:nvSpPr>
        <p:spPr>
          <a:xfrm>
            <a:off x="5873750" y="3234531"/>
            <a:ext cx="198438" cy="198438"/>
          </a:xfrm>
          <a:prstGeom prst="rect">
            <a:avLst/>
          </a:prstGeom>
          <a:solidFill>
            <a:srgbClr val="1D4ED8"/>
          </a:solidFill>
          <a:ln w="11906">
            <a:solidFill>
              <a:srgbClr val="FFFFFF"/>
            </a:solidFill>
          </a:ln>
        </p:spPr>
      </p:sp>
      <p:sp>
        <p:nvSpPr>
          <p:cNvPr id="25" name="object-25">
            <a:extLst>
              <a:ext uri="{FF2B5EF4-FFF2-40B4-BE49-F238E27FC236}">
                <a16:creationId xmlns:a16="http://schemas.microsoft.com/office/drawing/2014/main" id="{853A3D04-6C31-4BC5-A2DB-5FE8A2D1E175}"/>
              </a:ext>
            </a:extLst>
          </p:cNvPr>
          <p:cNvSpPr>
            <a:spLocks noGrp="1"/>
          </p:cNvSpPr>
          <p:nvPr/>
        </p:nvSpPr>
        <p:spPr>
          <a:xfrm>
            <a:off x="6072188" y="3234531"/>
            <a:ext cx="198438" cy="198438"/>
          </a:xfrm>
          <a:prstGeom prst="rect">
            <a:avLst/>
          </a:prstGeom>
          <a:solidFill>
            <a:srgbClr val="1D4ED8"/>
          </a:solidFill>
          <a:ln w="11906">
            <a:solidFill>
              <a:srgbClr val="FFFFFF"/>
            </a:solidFill>
          </a:ln>
        </p:spPr>
      </p:sp>
      <p:sp>
        <p:nvSpPr>
          <p:cNvPr id="26" name="object-26">
            <a:extLst>
              <a:ext uri="{FF2B5EF4-FFF2-40B4-BE49-F238E27FC236}">
                <a16:creationId xmlns:a16="http://schemas.microsoft.com/office/drawing/2014/main" id="{16F70808-CFCA-4731-A99E-83192B6D83AB}"/>
              </a:ext>
            </a:extLst>
          </p:cNvPr>
          <p:cNvSpPr>
            <a:spLocks noGrp="1"/>
          </p:cNvSpPr>
          <p:nvPr/>
        </p:nvSpPr>
        <p:spPr>
          <a:xfrm>
            <a:off x="6270625" y="3234531"/>
            <a:ext cx="198438" cy="198438"/>
          </a:xfrm>
          <a:prstGeom prst="rect">
            <a:avLst/>
          </a:prstGeom>
          <a:solidFill>
            <a:srgbClr val="1D4ED8"/>
          </a:solidFill>
          <a:ln w="11906">
            <a:solidFill>
              <a:srgbClr val="FFFFFF"/>
            </a:solidFill>
          </a:ln>
        </p:spPr>
      </p:sp>
      <p:sp>
        <p:nvSpPr>
          <p:cNvPr id="27" name="object-27">
            <a:extLst>
              <a:ext uri="{FF2B5EF4-FFF2-40B4-BE49-F238E27FC236}">
                <a16:creationId xmlns:a16="http://schemas.microsoft.com/office/drawing/2014/main" id="{3A8CAC7E-7A22-473E-83BB-E321805C5E45}"/>
              </a:ext>
            </a:extLst>
          </p:cNvPr>
          <p:cNvSpPr>
            <a:spLocks noGrp="1"/>
          </p:cNvSpPr>
          <p:nvPr/>
        </p:nvSpPr>
        <p:spPr>
          <a:xfrm>
            <a:off x="6469063" y="3234531"/>
            <a:ext cx="198438" cy="198438"/>
          </a:xfrm>
          <a:prstGeom prst="rect">
            <a:avLst/>
          </a:prstGeom>
          <a:solidFill>
            <a:srgbClr val="1D4ED8"/>
          </a:solidFill>
          <a:ln w="11906">
            <a:solidFill>
              <a:srgbClr val="FFFFFF"/>
            </a:solidFill>
          </a:ln>
        </p:spPr>
      </p:sp>
      <p:sp>
        <p:nvSpPr>
          <p:cNvPr id="28" name="object-28">
            <a:extLst>
              <a:ext uri="{FF2B5EF4-FFF2-40B4-BE49-F238E27FC236}">
                <a16:creationId xmlns:a16="http://schemas.microsoft.com/office/drawing/2014/main" id="{98D11CAE-361A-4BC3-9736-CF1A6834CE80}"/>
              </a:ext>
            </a:extLst>
          </p:cNvPr>
          <p:cNvSpPr>
            <a:spLocks noGrp="1"/>
          </p:cNvSpPr>
          <p:nvPr/>
        </p:nvSpPr>
        <p:spPr>
          <a:xfrm>
            <a:off x="6667500" y="3234531"/>
            <a:ext cx="198438" cy="198438"/>
          </a:xfrm>
          <a:prstGeom prst="rect">
            <a:avLst/>
          </a:prstGeom>
          <a:solidFill>
            <a:srgbClr val="1D4ED8"/>
          </a:solidFill>
          <a:ln w="11906">
            <a:solidFill>
              <a:srgbClr val="FFFFFF"/>
            </a:solidFill>
          </a:ln>
        </p:spPr>
      </p:sp>
      <p:sp>
        <p:nvSpPr>
          <p:cNvPr id="29" name="object-29">
            <a:extLst>
              <a:ext uri="{FF2B5EF4-FFF2-40B4-BE49-F238E27FC236}">
                <a16:creationId xmlns:a16="http://schemas.microsoft.com/office/drawing/2014/main" id="{A3F6802C-247B-4FB3-A70A-BEFEBFF85930}"/>
              </a:ext>
            </a:extLst>
          </p:cNvPr>
          <p:cNvSpPr>
            <a:spLocks noGrp="1"/>
          </p:cNvSpPr>
          <p:nvPr/>
        </p:nvSpPr>
        <p:spPr>
          <a:xfrm>
            <a:off x="6865937" y="3234531"/>
            <a:ext cx="198438" cy="198438"/>
          </a:xfrm>
          <a:prstGeom prst="rect">
            <a:avLst/>
          </a:prstGeom>
          <a:solidFill>
            <a:srgbClr val="1D4ED8"/>
          </a:solidFill>
          <a:ln w="11906">
            <a:solidFill>
              <a:srgbClr val="FFFFFF"/>
            </a:solidFill>
          </a:ln>
        </p:spPr>
      </p:sp>
      <p:sp>
        <p:nvSpPr>
          <p:cNvPr id="30" name="object-30">
            <a:extLst>
              <a:ext uri="{FF2B5EF4-FFF2-40B4-BE49-F238E27FC236}">
                <a16:creationId xmlns:a16="http://schemas.microsoft.com/office/drawing/2014/main" id="{A1295D17-9C6A-43A1-B762-CA3C6101D87A}"/>
              </a:ext>
            </a:extLst>
          </p:cNvPr>
          <p:cNvSpPr>
            <a:spLocks noGrp="1"/>
          </p:cNvSpPr>
          <p:nvPr/>
        </p:nvSpPr>
        <p:spPr>
          <a:xfrm>
            <a:off x="7064375" y="3234531"/>
            <a:ext cx="198438" cy="198438"/>
          </a:xfrm>
          <a:prstGeom prst="rect">
            <a:avLst/>
          </a:prstGeom>
          <a:solidFill>
            <a:srgbClr val="1D4ED8"/>
          </a:solidFill>
          <a:ln w="11906">
            <a:solidFill>
              <a:srgbClr val="FFFFFF"/>
            </a:solidFill>
          </a:ln>
        </p:spPr>
      </p:sp>
      <p:sp>
        <p:nvSpPr>
          <p:cNvPr id="31" name="object-31">
            <a:extLst>
              <a:ext uri="{FF2B5EF4-FFF2-40B4-BE49-F238E27FC236}">
                <a16:creationId xmlns:a16="http://schemas.microsoft.com/office/drawing/2014/main" id="{B93CB87D-A03F-4342-A6C9-C89C796FFF8E}"/>
              </a:ext>
            </a:extLst>
          </p:cNvPr>
          <p:cNvSpPr>
            <a:spLocks noGrp="1"/>
          </p:cNvSpPr>
          <p:nvPr/>
        </p:nvSpPr>
        <p:spPr>
          <a:xfrm>
            <a:off x="7262813" y="3234531"/>
            <a:ext cx="198438" cy="198438"/>
          </a:xfrm>
          <a:prstGeom prst="rect">
            <a:avLst/>
          </a:prstGeom>
          <a:solidFill>
            <a:srgbClr val="1D4ED8"/>
          </a:solidFill>
          <a:ln w="11906">
            <a:solidFill>
              <a:srgbClr val="FFFFFF"/>
            </a:solidFill>
          </a:ln>
        </p:spPr>
      </p:sp>
      <p:sp>
        <p:nvSpPr>
          <p:cNvPr id="32" name="object-32">
            <a:extLst>
              <a:ext uri="{FF2B5EF4-FFF2-40B4-BE49-F238E27FC236}">
                <a16:creationId xmlns:a16="http://schemas.microsoft.com/office/drawing/2014/main" id="{B1129C93-4487-44A2-BD72-81591A4877C7}"/>
              </a:ext>
            </a:extLst>
          </p:cNvPr>
          <p:cNvSpPr>
            <a:spLocks noGrp="1"/>
          </p:cNvSpPr>
          <p:nvPr/>
        </p:nvSpPr>
        <p:spPr>
          <a:xfrm>
            <a:off x="7461250" y="3234531"/>
            <a:ext cx="198438" cy="198438"/>
          </a:xfrm>
          <a:prstGeom prst="rect">
            <a:avLst/>
          </a:prstGeom>
          <a:solidFill>
            <a:srgbClr val="1D4ED8"/>
          </a:solidFill>
          <a:ln w="11906">
            <a:solidFill>
              <a:srgbClr val="FFFFFF"/>
            </a:solidFill>
          </a:ln>
        </p:spPr>
      </p:sp>
      <p:sp>
        <p:nvSpPr>
          <p:cNvPr id="33" name="object-33">
            <a:extLst>
              <a:ext uri="{FF2B5EF4-FFF2-40B4-BE49-F238E27FC236}">
                <a16:creationId xmlns:a16="http://schemas.microsoft.com/office/drawing/2014/main" id="{C9032725-182D-439B-90E6-971436D767A6}"/>
              </a:ext>
            </a:extLst>
          </p:cNvPr>
          <p:cNvSpPr>
            <a:spLocks noGrp="1"/>
          </p:cNvSpPr>
          <p:nvPr/>
        </p:nvSpPr>
        <p:spPr>
          <a:xfrm>
            <a:off x="7659688" y="3234531"/>
            <a:ext cx="198438" cy="198438"/>
          </a:xfrm>
          <a:prstGeom prst="rect">
            <a:avLst/>
          </a:prstGeom>
          <a:solidFill>
            <a:srgbClr val="1D4ED8"/>
          </a:solidFill>
          <a:ln w="11906">
            <a:solidFill>
              <a:srgbClr val="FFFFFF"/>
            </a:solidFill>
          </a:ln>
        </p:spPr>
      </p:sp>
      <p:sp>
        <p:nvSpPr>
          <p:cNvPr id="34" name="object-34">
            <a:extLst>
              <a:ext uri="{FF2B5EF4-FFF2-40B4-BE49-F238E27FC236}">
                <a16:creationId xmlns:a16="http://schemas.microsoft.com/office/drawing/2014/main" id="{36F308EE-7014-4CC0-B207-410B273891EE}"/>
              </a:ext>
            </a:extLst>
          </p:cNvPr>
          <p:cNvSpPr>
            <a:spLocks noGrp="1"/>
          </p:cNvSpPr>
          <p:nvPr/>
        </p:nvSpPr>
        <p:spPr>
          <a:xfrm>
            <a:off x="7858125" y="3234531"/>
            <a:ext cx="198438" cy="198438"/>
          </a:xfrm>
          <a:prstGeom prst="rect">
            <a:avLst/>
          </a:prstGeom>
          <a:solidFill>
            <a:srgbClr val="1D4ED8"/>
          </a:solidFill>
          <a:ln w="11906">
            <a:solidFill>
              <a:srgbClr val="FFFFFF"/>
            </a:solidFill>
          </a:ln>
        </p:spPr>
      </p:sp>
      <p:sp>
        <p:nvSpPr>
          <p:cNvPr id="35" name="object-35">
            <a:extLst>
              <a:ext uri="{FF2B5EF4-FFF2-40B4-BE49-F238E27FC236}">
                <a16:creationId xmlns:a16="http://schemas.microsoft.com/office/drawing/2014/main" id="{10865986-1638-48BB-B291-C13B6DFFD07A}"/>
              </a:ext>
            </a:extLst>
          </p:cNvPr>
          <p:cNvSpPr>
            <a:spLocks noGrp="1"/>
          </p:cNvSpPr>
          <p:nvPr/>
        </p:nvSpPr>
        <p:spPr>
          <a:xfrm>
            <a:off x="8056563" y="3234531"/>
            <a:ext cx="198438" cy="198438"/>
          </a:xfrm>
          <a:prstGeom prst="rect">
            <a:avLst/>
          </a:prstGeom>
          <a:solidFill>
            <a:srgbClr val="1D4ED8"/>
          </a:solidFill>
          <a:ln w="11906">
            <a:solidFill>
              <a:srgbClr val="FFFFFF"/>
            </a:solidFill>
          </a:ln>
        </p:spPr>
      </p:sp>
      <p:sp>
        <p:nvSpPr>
          <p:cNvPr id="36" name="object-36">
            <a:extLst>
              <a:ext uri="{FF2B5EF4-FFF2-40B4-BE49-F238E27FC236}">
                <a16:creationId xmlns:a16="http://schemas.microsoft.com/office/drawing/2014/main" id="{3ABD9110-D89E-4390-B2EB-986517F24BAF}"/>
              </a:ext>
            </a:extLst>
          </p:cNvPr>
          <p:cNvSpPr>
            <a:spLocks noGrp="1"/>
          </p:cNvSpPr>
          <p:nvPr/>
        </p:nvSpPr>
        <p:spPr>
          <a:xfrm>
            <a:off x="8255000" y="3234531"/>
            <a:ext cx="198438" cy="198438"/>
          </a:xfrm>
          <a:prstGeom prst="rect">
            <a:avLst/>
          </a:prstGeom>
          <a:solidFill>
            <a:srgbClr val="1D4ED8"/>
          </a:solidFill>
          <a:ln w="11906">
            <a:solidFill>
              <a:srgbClr val="FFFFFF"/>
            </a:solidFill>
          </a:ln>
        </p:spPr>
      </p:sp>
      <p:sp>
        <p:nvSpPr>
          <p:cNvPr id="37" name="object-37">
            <a:extLst>
              <a:ext uri="{FF2B5EF4-FFF2-40B4-BE49-F238E27FC236}">
                <a16:creationId xmlns:a16="http://schemas.microsoft.com/office/drawing/2014/main" id="{CCF1FAC9-71C0-4910-8606-668D8B4ACEEC}"/>
              </a:ext>
            </a:extLst>
          </p:cNvPr>
          <p:cNvSpPr>
            <a:spLocks noGrp="1"/>
          </p:cNvSpPr>
          <p:nvPr/>
        </p:nvSpPr>
        <p:spPr>
          <a:xfrm>
            <a:off x="5476875" y="3432969"/>
            <a:ext cx="198438" cy="198438"/>
          </a:xfrm>
          <a:prstGeom prst="rect">
            <a:avLst/>
          </a:prstGeom>
          <a:solidFill>
            <a:srgbClr val="1D4ED8"/>
          </a:solidFill>
          <a:ln w="11906">
            <a:solidFill>
              <a:srgbClr val="FFFFFF"/>
            </a:solidFill>
          </a:ln>
        </p:spPr>
      </p:sp>
      <p:sp>
        <p:nvSpPr>
          <p:cNvPr id="38" name="object-38">
            <a:extLst>
              <a:ext uri="{FF2B5EF4-FFF2-40B4-BE49-F238E27FC236}">
                <a16:creationId xmlns:a16="http://schemas.microsoft.com/office/drawing/2014/main" id="{3B38C1B2-243D-4265-A27F-075308F67B6C}"/>
              </a:ext>
            </a:extLst>
          </p:cNvPr>
          <p:cNvSpPr>
            <a:spLocks noGrp="1"/>
          </p:cNvSpPr>
          <p:nvPr/>
        </p:nvSpPr>
        <p:spPr>
          <a:xfrm>
            <a:off x="5675313" y="3432969"/>
            <a:ext cx="198438" cy="198438"/>
          </a:xfrm>
          <a:prstGeom prst="rect">
            <a:avLst/>
          </a:prstGeom>
          <a:solidFill>
            <a:srgbClr val="1D4ED8"/>
          </a:solidFill>
          <a:ln w="11906">
            <a:solidFill>
              <a:srgbClr val="FFFFFF"/>
            </a:solidFill>
          </a:ln>
        </p:spPr>
      </p:sp>
      <p:sp>
        <p:nvSpPr>
          <p:cNvPr id="39" name="object-39">
            <a:extLst>
              <a:ext uri="{FF2B5EF4-FFF2-40B4-BE49-F238E27FC236}">
                <a16:creationId xmlns:a16="http://schemas.microsoft.com/office/drawing/2014/main" id="{ADC5098F-4283-479E-ACBB-1DFBB83271BA}"/>
              </a:ext>
            </a:extLst>
          </p:cNvPr>
          <p:cNvSpPr>
            <a:spLocks noGrp="1"/>
          </p:cNvSpPr>
          <p:nvPr/>
        </p:nvSpPr>
        <p:spPr>
          <a:xfrm>
            <a:off x="5873750" y="3432969"/>
            <a:ext cx="198438" cy="198438"/>
          </a:xfrm>
          <a:prstGeom prst="rect">
            <a:avLst/>
          </a:prstGeom>
          <a:solidFill>
            <a:srgbClr val="1D4ED8"/>
          </a:solidFill>
          <a:ln w="11906">
            <a:solidFill>
              <a:srgbClr val="FFFFFF"/>
            </a:solidFill>
          </a:ln>
        </p:spPr>
      </p:sp>
      <p:sp>
        <p:nvSpPr>
          <p:cNvPr id="40" name="object-40">
            <a:extLst>
              <a:ext uri="{FF2B5EF4-FFF2-40B4-BE49-F238E27FC236}">
                <a16:creationId xmlns:a16="http://schemas.microsoft.com/office/drawing/2014/main" id="{991FE94D-FF2C-4866-A83E-07BC790904E3}"/>
              </a:ext>
            </a:extLst>
          </p:cNvPr>
          <p:cNvSpPr>
            <a:spLocks noGrp="1"/>
          </p:cNvSpPr>
          <p:nvPr/>
        </p:nvSpPr>
        <p:spPr>
          <a:xfrm>
            <a:off x="6072188" y="3432969"/>
            <a:ext cx="198438" cy="198438"/>
          </a:xfrm>
          <a:prstGeom prst="rect">
            <a:avLst/>
          </a:prstGeom>
          <a:solidFill>
            <a:srgbClr val="1D4ED8"/>
          </a:solidFill>
          <a:ln w="11906">
            <a:solidFill>
              <a:srgbClr val="FFFFFF"/>
            </a:solidFill>
          </a:ln>
        </p:spPr>
      </p:sp>
      <p:sp>
        <p:nvSpPr>
          <p:cNvPr id="41" name="object-41">
            <a:extLst>
              <a:ext uri="{FF2B5EF4-FFF2-40B4-BE49-F238E27FC236}">
                <a16:creationId xmlns:a16="http://schemas.microsoft.com/office/drawing/2014/main" id="{6EDAD89C-5840-4F08-9A55-C09A38F4C4FF}"/>
              </a:ext>
            </a:extLst>
          </p:cNvPr>
          <p:cNvSpPr>
            <a:spLocks noGrp="1"/>
          </p:cNvSpPr>
          <p:nvPr/>
        </p:nvSpPr>
        <p:spPr>
          <a:xfrm>
            <a:off x="6270625" y="3432969"/>
            <a:ext cx="198438" cy="198438"/>
          </a:xfrm>
          <a:prstGeom prst="rect">
            <a:avLst/>
          </a:prstGeom>
          <a:solidFill>
            <a:srgbClr val="1D4ED8"/>
          </a:solidFill>
          <a:ln w="11906">
            <a:solidFill>
              <a:srgbClr val="FFFFFF"/>
            </a:solidFill>
          </a:ln>
        </p:spPr>
      </p:sp>
      <p:sp>
        <p:nvSpPr>
          <p:cNvPr id="42" name="object-42">
            <a:extLst>
              <a:ext uri="{FF2B5EF4-FFF2-40B4-BE49-F238E27FC236}">
                <a16:creationId xmlns:a16="http://schemas.microsoft.com/office/drawing/2014/main" id="{744543F9-4EFA-4F75-8FE9-3C77CF01212A}"/>
              </a:ext>
            </a:extLst>
          </p:cNvPr>
          <p:cNvSpPr>
            <a:spLocks noGrp="1"/>
          </p:cNvSpPr>
          <p:nvPr/>
        </p:nvSpPr>
        <p:spPr>
          <a:xfrm>
            <a:off x="6469063" y="3432969"/>
            <a:ext cx="198438" cy="198438"/>
          </a:xfrm>
          <a:prstGeom prst="rect">
            <a:avLst/>
          </a:prstGeom>
          <a:solidFill>
            <a:srgbClr val="1D4ED8"/>
          </a:solidFill>
          <a:ln w="11906">
            <a:solidFill>
              <a:srgbClr val="FFFFFF"/>
            </a:solidFill>
          </a:ln>
        </p:spPr>
      </p:sp>
      <p:sp>
        <p:nvSpPr>
          <p:cNvPr id="43" name="object-43">
            <a:extLst>
              <a:ext uri="{FF2B5EF4-FFF2-40B4-BE49-F238E27FC236}">
                <a16:creationId xmlns:a16="http://schemas.microsoft.com/office/drawing/2014/main" id="{13CF1E8A-BBA5-44C0-AA1C-C47A672141C0}"/>
              </a:ext>
            </a:extLst>
          </p:cNvPr>
          <p:cNvSpPr>
            <a:spLocks noGrp="1"/>
          </p:cNvSpPr>
          <p:nvPr/>
        </p:nvSpPr>
        <p:spPr>
          <a:xfrm>
            <a:off x="6667500" y="3432969"/>
            <a:ext cx="198438" cy="198438"/>
          </a:xfrm>
          <a:prstGeom prst="rect">
            <a:avLst/>
          </a:prstGeom>
          <a:solidFill>
            <a:srgbClr val="1D4ED8"/>
          </a:solidFill>
          <a:ln w="11906">
            <a:solidFill>
              <a:srgbClr val="FFFFFF"/>
            </a:solidFill>
          </a:ln>
        </p:spPr>
      </p:sp>
      <p:sp>
        <p:nvSpPr>
          <p:cNvPr id="44" name="object-44">
            <a:extLst>
              <a:ext uri="{FF2B5EF4-FFF2-40B4-BE49-F238E27FC236}">
                <a16:creationId xmlns:a16="http://schemas.microsoft.com/office/drawing/2014/main" id="{1C172390-ED22-474E-8630-0FD17D39538F}"/>
              </a:ext>
            </a:extLst>
          </p:cNvPr>
          <p:cNvSpPr>
            <a:spLocks noGrp="1"/>
          </p:cNvSpPr>
          <p:nvPr/>
        </p:nvSpPr>
        <p:spPr>
          <a:xfrm>
            <a:off x="6865937" y="3432969"/>
            <a:ext cx="198438" cy="198438"/>
          </a:xfrm>
          <a:prstGeom prst="rect">
            <a:avLst/>
          </a:prstGeom>
          <a:solidFill>
            <a:srgbClr val="1D4ED8"/>
          </a:solidFill>
          <a:ln w="11906">
            <a:solidFill>
              <a:srgbClr val="FFFFFF"/>
            </a:solidFill>
          </a:ln>
        </p:spPr>
      </p:sp>
      <p:sp>
        <p:nvSpPr>
          <p:cNvPr id="45" name="object-45">
            <a:extLst>
              <a:ext uri="{FF2B5EF4-FFF2-40B4-BE49-F238E27FC236}">
                <a16:creationId xmlns:a16="http://schemas.microsoft.com/office/drawing/2014/main" id="{656644CB-7F18-40F3-80D6-B366FD3803D8}"/>
              </a:ext>
            </a:extLst>
          </p:cNvPr>
          <p:cNvSpPr>
            <a:spLocks noGrp="1"/>
          </p:cNvSpPr>
          <p:nvPr/>
        </p:nvSpPr>
        <p:spPr>
          <a:xfrm>
            <a:off x="7064375" y="3432969"/>
            <a:ext cx="198438" cy="198438"/>
          </a:xfrm>
          <a:prstGeom prst="rect">
            <a:avLst/>
          </a:prstGeom>
          <a:solidFill>
            <a:srgbClr val="1D4ED8"/>
          </a:solidFill>
          <a:ln w="11906">
            <a:solidFill>
              <a:srgbClr val="FFFFFF"/>
            </a:solidFill>
          </a:ln>
        </p:spPr>
      </p:sp>
      <p:sp>
        <p:nvSpPr>
          <p:cNvPr id="46" name="object-46">
            <a:extLst>
              <a:ext uri="{FF2B5EF4-FFF2-40B4-BE49-F238E27FC236}">
                <a16:creationId xmlns:a16="http://schemas.microsoft.com/office/drawing/2014/main" id="{F2FF1FA8-7970-4860-8432-BC5BA60A4854}"/>
              </a:ext>
            </a:extLst>
          </p:cNvPr>
          <p:cNvSpPr>
            <a:spLocks noGrp="1"/>
          </p:cNvSpPr>
          <p:nvPr/>
        </p:nvSpPr>
        <p:spPr>
          <a:xfrm>
            <a:off x="7262813" y="3432969"/>
            <a:ext cx="198438" cy="198438"/>
          </a:xfrm>
          <a:prstGeom prst="rect">
            <a:avLst/>
          </a:prstGeom>
          <a:solidFill>
            <a:srgbClr val="1D4ED8"/>
          </a:solidFill>
          <a:ln w="11906">
            <a:solidFill>
              <a:srgbClr val="FFFFFF"/>
            </a:solidFill>
          </a:ln>
        </p:spPr>
      </p:sp>
      <p:sp>
        <p:nvSpPr>
          <p:cNvPr id="47" name="object-47">
            <a:extLst>
              <a:ext uri="{FF2B5EF4-FFF2-40B4-BE49-F238E27FC236}">
                <a16:creationId xmlns:a16="http://schemas.microsoft.com/office/drawing/2014/main" id="{090FA927-8C17-4945-9829-38D5EDE22363}"/>
              </a:ext>
            </a:extLst>
          </p:cNvPr>
          <p:cNvSpPr>
            <a:spLocks noGrp="1"/>
          </p:cNvSpPr>
          <p:nvPr/>
        </p:nvSpPr>
        <p:spPr>
          <a:xfrm>
            <a:off x="7461250" y="3432969"/>
            <a:ext cx="198438" cy="198438"/>
          </a:xfrm>
          <a:prstGeom prst="rect">
            <a:avLst/>
          </a:prstGeom>
          <a:solidFill>
            <a:srgbClr val="1D4ED8"/>
          </a:solidFill>
          <a:ln w="11906">
            <a:solidFill>
              <a:srgbClr val="FFFFFF"/>
            </a:solidFill>
          </a:ln>
        </p:spPr>
      </p:sp>
      <p:sp>
        <p:nvSpPr>
          <p:cNvPr id="48" name="object-48">
            <a:extLst>
              <a:ext uri="{FF2B5EF4-FFF2-40B4-BE49-F238E27FC236}">
                <a16:creationId xmlns:a16="http://schemas.microsoft.com/office/drawing/2014/main" id="{4E090142-F140-451F-B440-0B123D4D957D}"/>
              </a:ext>
            </a:extLst>
          </p:cNvPr>
          <p:cNvSpPr>
            <a:spLocks noGrp="1"/>
          </p:cNvSpPr>
          <p:nvPr/>
        </p:nvSpPr>
        <p:spPr>
          <a:xfrm>
            <a:off x="7659688" y="3432969"/>
            <a:ext cx="198438" cy="198438"/>
          </a:xfrm>
          <a:prstGeom prst="rect">
            <a:avLst/>
          </a:prstGeom>
          <a:solidFill>
            <a:srgbClr val="1D4ED8"/>
          </a:solidFill>
          <a:ln w="11906">
            <a:solidFill>
              <a:srgbClr val="FFFFFF"/>
            </a:solidFill>
          </a:ln>
        </p:spPr>
      </p:sp>
      <p:sp>
        <p:nvSpPr>
          <p:cNvPr id="49" name="object-49">
            <a:extLst>
              <a:ext uri="{FF2B5EF4-FFF2-40B4-BE49-F238E27FC236}">
                <a16:creationId xmlns:a16="http://schemas.microsoft.com/office/drawing/2014/main" id="{D4FFB635-9F80-4B8F-A427-C44FD49A3B4F}"/>
              </a:ext>
            </a:extLst>
          </p:cNvPr>
          <p:cNvSpPr>
            <a:spLocks noGrp="1"/>
          </p:cNvSpPr>
          <p:nvPr/>
        </p:nvSpPr>
        <p:spPr>
          <a:xfrm>
            <a:off x="7858125" y="3432969"/>
            <a:ext cx="198438" cy="198438"/>
          </a:xfrm>
          <a:prstGeom prst="rect">
            <a:avLst/>
          </a:prstGeom>
          <a:solidFill>
            <a:srgbClr val="1D4ED8"/>
          </a:solidFill>
          <a:ln w="11906">
            <a:solidFill>
              <a:srgbClr val="FFFFFF"/>
            </a:solidFill>
          </a:ln>
        </p:spPr>
      </p:sp>
      <p:sp>
        <p:nvSpPr>
          <p:cNvPr id="50" name="object-50">
            <a:extLst>
              <a:ext uri="{FF2B5EF4-FFF2-40B4-BE49-F238E27FC236}">
                <a16:creationId xmlns:a16="http://schemas.microsoft.com/office/drawing/2014/main" id="{C28E2652-828F-48A5-BBB4-9D6AAC5C4622}"/>
              </a:ext>
            </a:extLst>
          </p:cNvPr>
          <p:cNvSpPr>
            <a:spLocks noGrp="1"/>
          </p:cNvSpPr>
          <p:nvPr/>
        </p:nvSpPr>
        <p:spPr>
          <a:xfrm>
            <a:off x="8056563" y="3432969"/>
            <a:ext cx="198438" cy="198438"/>
          </a:xfrm>
          <a:prstGeom prst="rect">
            <a:avLst/>
          </a:prstGeom>
          <a:solidFill>
            <a:srgbClr val="1D4ED8"/>
          </a:solidFill>
          <a:ln w="11906">
            <a:solidFill>
              <a:srgbClr val="FFFFFF"/>
            </a:solidFill>
          </a:ln>
        </p:spPr>
      </p:sp>
      <p:sp>
        <p:nvSpPr>
          <p:cNvPr id="51" name="object-51">
            <a:extLst>
              <a:ext uri="{FF2B5EF4-FFF2-40B4-BE49-F238E27FC236}">
                <a16:creationId xmlns:a16="http://schemas.microsoft.com/office/drawing/2014/main" id="{86AC7D65-F418-4C97-AA2B-C614B0297028}"/>
              </a:ext>
            </a:extLst>
          </p:cNvPr>
          <p:cNvSpPr>
            <a:spLocks noGrp="1"/>
          </p:cNvSpPr>
          <p:nvPr/>
        </p:nvSpPr>
        <p:spPr>
          <a:xfrm>
            <a:off x="8255000" y="3432969"/>
            <a:ext cx="198438" cy="198438"/>
          </a:xfrm>
          <a:prstGeom prst="rect">
            <a:avLst/>
          </a:prstGeom>
          <a:solidFill>
            <a:srgbClr val="1D4ED8"/>
          </a:solidFill>
          <a:ln w="11906">
            <a:solidFill>
              <a:srgbClr val="FFFFFF"/>
            </a:solidFill>
          </a:ln>
        </p:spPr>
      </p:sp>
      <p:sp>
        <p:nvSpPr>
          <p:cNvPr id="52" name="object-52">
            <a:extLst>
              <a:ext uri="{FF2B5EF4-FFF2-40B4-BE49-F238E27FC236}">
                <a16:creationId xmlns:a16="http://schemas.microsoft.com/office/drawing/2014/main" id="{0508E880-0D51-435B-860E-7C8059FD6008}"/>
              </a:ext>
            </a:extLst>
          </p:cNvPr>
          <p:cNvSpPr>
            <a:spLocks noGrp="1"/>
          </p:cNvSpPr>
          <p:nvPr/>
        </p:nvSpPr>
        <p:spPr>
          <a:xfrm>
            <a:off x="5476875" y="3631406"/>
            <a:ext cx="198438" cy="198438"/>
          </a:xfrm>
          <a:prstGeom prst="rect">
            <a:avLst/>
          </a:prstGeom>
          <a:solidFill>
            <a:srgbClr val="1D4ED8"/>
          </a:solidFill>
          <a:ln w="11906">
            <a:solidFill>
              <a:srgbClr val="FFFFFF"/>
            </a:solidFill>
          </a:ln>
        </p:spPr>
      </p:sp>
      <p:sp>
        <p:nvSpPr>
          <p:cNvPr id="53" name="object-53">
            <a:extLst>
              <a:ext uri="{FF2B5EF4-FFF2-40B4-BE49-F238E27FC236}">
                <a16:creationId xmlns:a16="http://schemas.microsoft.com/office/drawing/2014/main" id="{613E02E8-715A-48E1-8ABD-1A7972347118}"/>
              </a:ext>
            </a:extLst>
          </p:cNvPr>
          <p:cNvSpPr>
            <a:spLocks noGrp="1"/>
          </p:cNvSpPr>
          <p:nvPr/>
        </p:nvSpPr>
        <p:spPr>
          <a:xfrm>
            <a:off x="5675313" y="3631406"/>
            <a:ext cx="198438" cy="198438"/>
          </a:xfrm>
          <a:prstGeom prst="rect">
            <a:avLst/>
          </a:prstGeom>
          <a:solidFill>
            <a:srgbClr val="1D4ED8"/>
          </a:solidFill>
          <a:ln w="11906">
            <a:solidFill>
              <a:srgbClr val="FFFFFF"/>
            </a:solidFill>
          </a:ln>
        </p:spPr>
      </p:sp>
      <p:sp>
        <p:nvSpPr>
          <p:cNvPr id="54" name="object-54">
            <a:extLst>
              <a:ext uri="{FF2B5EF4-FFF2-40B4-BE49-F238E27FC236}">
                <a16:creationId xmlns:a16="http://schemas.microsoft.com/office/drawing/2014/main" id="{5BFD0E07-E0F2-4ECD-8813-1F3EAADB84A9}"/>
              </a:ext>
            </a:extLst>
          </p:cNvPr>
          <p:cNvSpPr>
            <a:spLocks noGrp="1"/>
          </p:cNvSpPr>
          <p:nvPr/>
        </p:nvSpPr>
        <p:spPr>
          <a:xfrm>
            <a:off x="5873750" y="3631406"/>
            <a:ext cx="198438" cy="198438"/>
          </a:xfrm>
          <a:prstGeom prst="rect">
            <a:avLst/>
          </a:prstGeom>
          <a:solidFill>
            <a:srgbClr val="1D4ED8"/>
          </a:solidFill>
          <a:ln w="11906">
            <a:solidFill>
              <a:srgbClr val="FFFFFF"/>
            </a:solidFill>
          </a:ln>
        </p:spPr>
      </p:sp>
      <p:sp>
        <p:nvSpPr>
          <p:cNvPr id="55" name="object-55">
            <a:extLst>
              <a:ext uri="{FF2B5EF4-FFF2-40B4-BE49-F238E27FC236}">
                <a16:creationId xmlns:a16="http://schemas.microsoft.com/office/drawing/2014/main" id="{216B9C3A-DE7B-4449-8E5C-16A74DD6B3F6}"/>
              </a:ext>
            </a:extLst>
          </p:cNvPr>
          <p:cNvSpPr>
            <a:spLocks noGrp="1"/>
          </p:cNvSpPr>
          <p:nvPr/>
        </p:nvSpPr>
        <p:spPr>
          <a:xfrm>
            <a:off x="6072188" y="3631406"/>
            <a:ext cx="198438" cy="198438"/>
          </a:xfrm>
          <a:prstGeom prst="rect">
            <a:avLst/>
          </a:prstGeom>
          <a:solidFill>
            <a:srgbClr val="1D4ED8"/>
          </a:solidFill>
          <a:ln w="11906">
            <a:solidFill>
              <a:srgbClr val="FFFFFF"/>
            </a:solidFill>
          </a:ln>
        </p:spPr>
      </p:sp>
      <p:sp>
        <p:nvSpPr>
          <p:cNvPr id="56" name="object-56">
            <a:extLst>
              <a:ext uri="{FF2B5EF4-FFF2-40B4-BE49-F238E27FC236}">
                <a16:creationId xmlns:a16="http://schemas.microsoft.com/office/drawing/2014/main" id="{EC6DEC02-A8DA-43E8-9D6C-3B7202B956D4}"/>
              </a:ext>
            </a:extLst>
          </p:cNvPr>
          <p:cNvSpPr>
            <a:spLocks noGrp="1"/>
          </p:cNvSpPr>
          <p:nvPr/>
        </p:nvSpPr>
        <p:spPr>
          <a:xfrm>
            <a:off x="6270625" y="3631406"/>
            <a:ext cx="198438" cy="198438"/>
          </a:xfrm>
          <a:prstGeom prst="rect">
            <a:avLst/>
          </a:prstGeom>
          <a:solidFill>
            <a:srgbClr val="1D4ED8"/>
          </a:solidFill>
          <a:ln w="11906">
            <a:solidFill>
              <a:srgbClr val="FFFFFF"/>
            </a:solidFill>
          </a:ln>
        </p:spPr>
      </p:sp>
      <p:sp>
        <p:nvSpPr>
          <p:cNvPr id="57" name="object-57">
            <a:extLst>
              <a:ext uri="{FF2B5EF4-FFF2-40B4-BE49-F238E27FC236}">
                <a16:creationId xmlns:a16="http://schemas.microsoft.com/office/drawing/2014/main" id="{07D8F45A-4106-47F7-AB0E-56129C32940A}"/>
              </a:ext>
            </a:extLst>
          </p:cNvPr>
          <p:cNvSpPr>
            <a:spLocks noGrp="1"/>
          </p:cNvSpPr>
          <p:nvPr/>
        </p:nvSpPr>
        <p:spPr>
          <a:xfrm>
            <a:off x="6469063" y="3631406"/>
            <a:ext cx="198438" cy="198438"/>
          </a:xfrm>
          <a:prstGeom prst="rect">
            <a:avLst/>
          </a:prstGeom>
          <a:solidFill>
            <a:srgbClr val="1D4ED8"/>
          </a:solidFill>
          <a:ln w="11906">
            <a:solidFill>
              <a:srgbClr val="FFFFFF"/>
            </a:solidFill>
          </a:ln>
        </p:spPr>
      </p:sp>
      <p:sp>
        <p:nvSpPr>
          <p:cNvPr id="58" name="object-58">
            <a:extLst>
              <a:ext uri="{FF2B5EF4-FFF2-40B4-BE49-F238E27FC236}">
                <a16:creationId xmlns:a16="http://schemas.microsoft.com/office/drawing/2014/main" id="{4CADDCC0-DC36-4210-AFD1-AD30AE557D02}"/>
              </a:ext>
            </a:extLst>
          </p:cNvPr>
          <p:cNvSpPr>
            <a:spLocks noGrp="1"/>
          </p:cNvSpPr>
          <p:nvPr/>
        </p:nvSpPr>
        <p:spPr>
          <a:xfrm>
            <a:off x="6667500" y="3631406"/>
            <a:ext cx="198438" cy="198438"/>
          </a:xfrm>
          <a:prstGeom prst="rect">
            <a:avLst/>
          </a:prstGeom>
          <a:solidFill>
            <a:srgbClr val="1D4ED8"/>
          </a:solidFill>
          <a:ln w="11906">
            <a:solidFill>
              <a:srgbClr val="FFFFFF"/>
            </a:solidFill>
          </a:ln>
        </p:spPr>
      </p:sp>
      <p:sp>
        <p:nvSpPr>
          <p:cNvPr id="59" name="object-59">
            <a:extLst>
              <a:ext uri="{FF2B5EF4-FFF2-40B4-BE49-F238E27FC236}">
                <a16:creationId xmlns:a16="http://schemas.microsoft.com/office/drawing/2014/main" id="{B020A545-4AF0-4C91-B6F2-279BFF6F4F57}"/>
              </a:ext>
            </a:extLst>
          </p:cNvPr>
          <p:cNvSpPr>
            <a:spLocks noGrp="1"/>
          </p:cNvSpPr>
          <p:nvPr/>
        </p:nvSpPr>
        <p:spPr>
          <a:xfrm>
            <a:off x="6865937" y="3631406"/>
            <a:ext cx="198438" cy="198438"/>
          </a:xfrm>
          <a:prstGeom prst="rect">
            <a:avLst/>
          </a:prstGeom>
          <a:solidFill>
            <a:srgbClr val="1D4ED8"/>
          </a:solidFill>
          <a:ln w="11906">
            <a:solidFill>
              <a:srgbClr val="FFFFFF"/>
            </a:solidFill>
          </a:ln>
        </p:spPr>
      </p:sp>
      <p:sp>
        <p:nvSpPr>
          <p:cNvPr id="60" name="object-60">
            <a:extLst>
              <a:ext uri="{FF2B5EF4-FFF2-40B4-BE49-F238E27FC236}">
                <a16:creationId xmlns:a16="http://schemas.microsoft.com/office/drawing/2014/main" id="{C341D027-38A8-4B57-88A7-21C3EEB17367}"/>
              </a:ext>
            </a:extLst>
          </p:cNvPr>
          <p:cNvSpPr>
            <a:spLocks noGrp="1"/>
          </p:cNvSpPr>
          <p:nvPr/>
        </p:nvSpPr>
        <p:spPr>
          <a:xfrm>
            <a:off x="7064375" y="3631406"/>
            <a:ext cx="198438" cy="198438"/>
          </a:xfrm>
          <a:prstGeom prst="rect">
            <a:avLst/>
          </a:prstGeom>
          <a:solidFill>
            <a:srgbClr val="1D4ED8"/>
          </a:solidFill>
          <a:ln w="11906">
            <a:solidFill>
              <a:srgbClr val="FFFFFF"/>
            </a:solidFill>
          </a:ln>
        </p:spPr>
      </p:sp>
      <p:sp>
        <p:nvSpPr>
          <p:cNvPr id="61" name="object-61">
            <a:extLst>
              <a:ext uri="{FF2B5EF4-FFF2-40B4-BE49-F238E27FC236}">
                <a16:creationId xmlns:a16="http://schemas.microsoft.com/office/drawing/2014/main" id="{1549170E-A0EE-4030-B40B-2C9FC5646258}"/>
              </a:ext>
            </a:extLst>
          </p:cNvPr>
          <p:cNvSpPr>
            <a:spLocks noGrp="1"/>
          </p:cNvSpPr>
          <p:nvPr/>
        </p:nvSpPr>
        <p:spPr>
          <a:xfrm>
            <a:off x="7262813" y="3631406"/>
            <a:ext cx="198438" cy="198438"/>
          </a:xfrm>
          <a:prstGeom prst="rect">
            <a:avLst/>
          </a:prstGeom>
          <a:solidFill>
            <a:srgbClr val="1D4ED8"/>
          </a:solidFill>
          <a:ln w="11906">
            <a:solidFill>
              <a:srgbClr val="FFFFFF"/>
            </a:solidFill>
          </a:ln>
        </p:spPr>
      </p:sp>
      <p:sp>
        <p:nvSpPr>
          <p:cNvPr id="62" name="object-62">
            <a:extLst>
              <a:ext uri="{FF2B5EF4-FFF2-40B4-BE49-F238E27FC236}">
                <a16:creationId xmlns:a16="http://schemas.microsoft.com/office/drawing/2014/main" id="{953566E9-EC93-45A6-8B0C-F388153FABB8}"/>
              </a:ext>
            </a:extLst>
          </p:cNvPr>
          <p:cNvSpPr>
            <a:spLocks noGrp="1"/>
          </p:cNvSpPr>
          <p:nvPr/>
        </p:nvSpPr>
        <p:spPr>
          <a:xfrm>
            <a:off x="7461250" y="3631406"/>
            <a:ext cx="198438" cy="198438"/>
          </a:xfrm>
          <a:prstGeom prst="rect">
            <a:avLst/>
          </a:prstGeom>
          <a:solidFill>
            <a:srgbClr val="1D4ED8"/>
          </a:solidFill>
          <a:ln w="11906">
            <a:solidFill>
              <a:srgbClr val="FFFFFF"/>
            </a:solidFill>
          </a:ln>
        </p:spPr>
      </p:sp>
      <p:sp>
        <p:nvSpPr>
          <p:cNvPr id="63" name="object-63">
            <a:extLst>
              <a:ext uri="{FF2B5EF4-FFF2-40B4-BE49-F238E27FC236}">
                <a16:creationId xmlns:a16="http://schemas.microsoft.com/office/drawing/2014/main" id="{91D6B12B-333B-4427-8EFD-0F8FEAFAF695}"/>
              </a:ext>
            </a:extLst>
          </p:cNvPr>
          <p:cNvSpPr>
            <a:spLocks noGrp="1"/>
          </p:cNvSpPr>
          <p:nvPr/>
        </p:nvSpPr>
        <p:spPr>
          <a:xfrm>
            <a:off x="7659688" y="3631406"/>
            <a:ext cx="198438" cy="198438"/>
          </a:xfrm>
          <a:prstGeom prst="rect">
            <a:avLst/>
          </a:prstGeom>
          <a:solidFill>
            <a:srgbClr val="1D4ED8"/>
          </a:solidFill>
          <a:ln w="11906">
            <a:solidFill>
              <a:srgbClr val="FFFFFF"/>
            </a:solidFill>
          </a:ln>
        </p:spPr>
      </p:sp>
      <p:sp>
        <p:nvSpPr>
          <p:cNvPr id="64" name="object-64">
            <a:extLst>
              <a:ext uri="{FF2B5EF4-FFF2-40B4-BE49-F238E27FC236}">
                <a16:creationId xmlns:a16="http://schemas.microsoft.com/office/drawing/2014/main" id="{5B3FD7AD-EFE6-4F3B-B1D1-A913F299A94B}"/>
              </a:ext>
            </a:extLst>
          </p:cNvPr>
          <p:cNvSpPr>
            <a:spLocks noGrp="1"/>
          </p:cNvSpPr>
          <p:nvPr/>
        </p:nvSpPr>
        <p:spPr>
          <a:xfrm>
            <a:off x="7858125" y="3631406"/>
            <a:ext cx="198438" cy="198438"/>
          </a:xfrm>
          <a:prstGeom prst="rect">
            <a:avLst/>
          </a:prstGeom>
          <a:solidFill>
            <a:srgbClr val="1D4ED8"/>
          </a:solidFill>
          <a:ln w="11906">
            <a:solidFill>
              <a:srgbClr val="FFFFFF"/>
            </a:solidFill>
          </a:ln>
        </p:spPr>
      </p:sp>
      <p:sp>
        <p:nvSpPr>
          <p:cNvPr id="65" name="object-65">
            <a:extLst>
              <a:ext uri="{FF2B5EF4-FFF2-40B4-BE49-F238E27FC236}">
                <a16:creationId xmlns:a16="http://schemas.microsoft.com/office/drawing/2014/main" id="{23B28EB8-6C35-4BC5-BA6B-E332CAE498ED}"/>
              </a:ext>
            </a:extLst>
          </p:cNvPr>
          <p:cNvSpPr>
            <a:spLocks noGrp="1"/>
          </p:cNvSpPr>
          <p:nvPr/>
        </p:nvSpPr>
        <p:spPr>
          <a:xfrm>
            <a:off x="8056563" y="3631406"/>
            <a:ext cx="198438" cy="198438"/>
          </a:xfrm>
          <a:prstGeom prst="rect">
            <a:avLst/>
          </a:prstGeom>
          <a:solidFill>
            <a:srgbClr val="1D4ED8"/>
          </a:solidFill>
          <a:ln w="11906">
            <a:solidFill>
              <a:srgbClr val="FFFFFF"/>
            </a:solidFill>
          </a:ln>
        </p:spPr>
      </p:sp>
      <p:sp>
        <p:nvSpPr>
          <p:cNvPr id="66" name="object-66">
            <a:extLst>
              <a:ext uri="{FF2B5EF4-FFF2-40B4-BE49-F238E27FC236}">
                <a16:creationId xmlns:a16="http://schemas.microsoft.com/office/drawing/2014/main" id="{CD77DC1D-452B-48A6-B343-0CEFA4B87365}"/>
              </a:ext>
            </a:extLst>
          </p:cNvPr>
          <p:cNvSpPr>
            <a:spLocks noGrp="1"/>
          </p:cNvSpPr>
          <p:nvPr/>
        </p:nvSpPr>
        <p:spPr>
          <a:xfrm>
            <a:off x="8255000" y="3631406"/>
            <a:ext cx="198438" cy="198438"/>
          </a:xfrm>
          <a:prstGeom prst="rect">
            <a:avLst/>
          </a:prstGeom>
          <a:solidFill>
            <a:srgbClr val="1D4ED8"/>
          </a:solidFill>
          <a:ln w="11906">
            <a:solidFill>
              <a:srgbClr val="FFFFFF"/>
            </a:solidFill>
          </a:ln>
        </p:spPr>
      </p:sp>
      <p:sp>
        <p:nvSpPr>
          <p:cNvPr id="67" name="object-67">
            <a:extLst>
              <a:ext uri="{FF2B5EF4-FFF2-40B4-BE49-F238E27FC236}">
                <a16:creationId xmlns:a16="http://schemas.microsoft.com/office/drawing/2014/main" id="{804C40D5-5327-4AD1-BE12-D433225E9789}"/>
              </a:ext>
            </a:extLst>
          </p:cNvPr>
          <p:cNvSpPr>
            <a:spLocks noGrp="1"/>
          </p:cNvSpPr>
          <p:nvPr/>
        </p:nvSpPr>
        <p:spPr>
          <a:xfrm>
            <a:off x="5476875" y="3829844"/>
            <a:ext cx="198438" cy="198438"/>
          </a:xfrm>
          <a:prstGeom prst="rect">
            <a:avLst/>
          </a:prstGeom>
          <a:solidFill>
            <a:srgbClr val="1D4ED8"/>
          </a:solidFill>
          <a:ln w="11906">
            <a:solidFill>
              <a:srgbClr val="FFFFFF"/>
            </a:solidFill>
          </a:ln>
        </p:spPr>
      </p:sp>
      <p:sp>
        <p:nvSpPr>
          <p:cNvPr id="68" name="object-68">
            <a:extLst>
              <a:ext uri="{FF2B5EF4-FFF2-40B4-BE49-F238E27FC236}">
                <a16:creationId xmlns:a16="http://schemas.microsoft.com/office/drawing/2014/main" id="{16D2BA64-4FE8-421E-BF66-7EAC3822C673}"/>
              </a:ext>
            </a:extLst>
          </p:cNvPr>
          <p:cNvSpPr>
            <a:spLocks noGrp="1"/>
          </p:cNvSpPr>
          <p:nvPr/>
        </p:nvSpPr>
        <p:spPr>
          <a:xfrm>
            <a:off x="5675313" y="3829844"/>
            <a:ext cx="198438" cy="198438"/>
          </a:xfrm>
          <a:prstGeom prst="rect">
            <a:avLst/>
          </a:prstGeom>
          <a:solidFill>
            <a:srgbClr val="1D4ED8"/>
          </a:solidFill>
          <a:ln w="11906">
            <a:solidFill>
              <a:srgbClr val="FFFFFF"/>
            </a:solidFill>
          </a:ln>
        </p:spPr>
      </p:sp>
      <p:sp>
        <p:nvSpPr>
          <p:cNvPr id="69" name="object-69">
            <a:extLst>
              <a:ext uri="{FF2B5EF4-FFF2-40B4-BE49-F238E27FC236}">
                <a16:creationId xmlns:a16="http://schemas.microsoft.com/office/drawing/2014/main" id="{EA2E6BEC-A357-4A3A-ACF8-77E266D4BB7E}"/>
              </a:ext>
            </a:extLst>
          </p:cNvPr>
          <p:cNvSpPr>
            <a:spLocks noGrp="1"/>
          </p:cNvSpPr>
          <p:nvPr/>
        </p:nvSpPr>
        <p:spPr>
          <a:xfrm>
            <a:off x="5873750" y="3829844"/>
            <a:ext cx="198438" cy="198438"/>
          </a:xfrm>
          <a:prstGeom prst="rect">
            <a:avLst/>
          </a:prstGeom>
          <a:solidFill>
            <a:srgbClr val="1D4ED8"/>
          </a:solidFill>
          <a:ln w="11906">
            <a:solidFill>
              <a:srgbClr val="FFFFFF"/>
            </a:solidFill>
          </a:ln>
        </p:spPr>
      </p:sp>
      <p:sp>
        <p:nvSpPr>
          <p:cNvPr id="70" name="object-70">
            <a:extLst>
              <a:ext uri="{FF2B5EF4-FFF2-40B4-BE49-F238E27FC236}">
                <a16:creationId xmlns:a16="http://schemas.microsoft.com/office/drawing/2014/main" id="{42BE9746-1222-421C-93CF-17BD85A7A739}"/>
              </a:ext>
            </a:extLst>
          </p:cNvPr>
          <p:cNvSpPr>
            <a:spLocks noGrp="1"/>
          </p:cNvSpPr>
          <p:nvPr/>
        </p:nvSpPr>
        <p:spPr>
          <a:xfrm>
            <a:off x="6072188" y="3829844"/>
            <a:ext cx="198438" cy="198438"/>
          </a:xfrm>
          <a:prstGeom prst="rect">
            <a:avLst/>
          </a:prstGeom>
          <a:solidFill>
            <a:srgbClr val="1D4ED8"/>
          </a:solidFill>
          <a:ln w="11906">
            <a:solidFill>
              <a:srgbClr val="FFFFFF"/>
            </a:solidFill>
          </a:ln>
        </p:spPr>
      </p:sp>
      <p:sp>
        <p:nvSpPr>
          <p:cNvPr id="71" name="object-71">
            <a:extLst>
              <a:ext uri="{FF2B5EF4-FFF2-40B4-BE49-F238E27FC236}">
                <a16:creationId xmlns:a16="http://schemas.microsoft.com/office/drawing/2014/main" id="{5860DDDD-79B1-4E38-BEFD-993DD4AB2DDC}"/>
              </a:ext>
            </a:extLst>
          </p:cNvPr>
          <p:cNvSpPr>
            <a:spLocks noGrp="1"/>
          </p:cNvSpPr>
          <p:nvPr/>
        </p:nvSpPr>
        <p:spPr>
          <a:xfrm>
            <a:off x="6270625" y="3829844"/>
            <a:ext cx="198438" cy="198438"/>
          </a:xfrm>
          <a:prstGeom prst="rect">
            <a:avLst/>
          </a:prstGeom>
          <a:solidFill>
            <a:srgbClr val="1D4ED8"/>
          </a:solidFill>
          <a:ln w="11906">
            <a:solidFill>
              <a:srgbClr val="FFFFFF"/>
            </a:solidFill>
          </a:ln>
        </p:spPr>
      </p:sp>
      <p:sp>
        <p:nvSpPr>
          <p:cNvPr id="72" name="object-72">
            <a:extLst>
              <a:ext uri="{FF2B5EF4-FFF2-40B4-BE49-F238E27FC236}">
                <a16:creationId xmlns:a16="http://schemas.microsoft.com/office/drawing/2014/main" id="{E91B544B-5121-4EE9-97E1-8936D71E4198}"/>
              </a:ext>
            </a:extLst>
          </p:cNvPr>
          <p:cNvSpPr>
            <a:spLocks noGrp="1"/>
          </p:cNvSpPr>
          <p:nvPr/>
        </p:nvSpPr>
        <p:spPr>
          <a:xfrm>
            <a:off x="6469063" y="3829844"/>
            <a:ext cx="198438" cy="198438"/>
          </a:xfrm>
          <a:prstGeom prst="rect">
            <a:avLst/>
          </a:prstGeom>
          <a:solidFill>
            <a:srgbClr val="1D4ED8"/>
          </a:solidFill>
          <a:ln w="11906">
            <a:solidFill>
              <a:srgbClr val="FFFFFF"/>
            </a:solidFill>
          </a:ln>
        </p:spPr>
      </p:sp>
      <p:sp>
        <p:nvSpPr>
          <p:cNvPr id="73" name="object-73">
            <a:extLst>
              <a:ext uri="{FF2B5EF4-FFF2-40B4-BE49-F238E27FC236}">
                <a16:creationId xmlns:a16="http://schemas.microsoft.com/office/drawing/2014/main" id="{27744417-2198-4F00-82A0-DD487275814D}"/>
              </a:ext>
            </a:extLst>
          </p:cNvPr>
          <p:cNvSpPr>
            <a:spLocks noGrp="1"/>
          </p:cNvSpPr>
          <p:nvPr/>
        </p:nvSpPr>
        <p:spPr>
          <a:xfrm>
            <a:off x="6667500" y="3829844"/>
            <a:ext cx="198438" cy="198438"/>
          </a:xfrm>
          <a:prstGeom prst="rect">
            <a:avLst/>
          </a:prstGeom>
          <a:solidFill>
            <a:srgbClr val="1D4ED8"/>
          </a:solidFill>
          <a:ln w="11906">
            <a:solidFill>
              <a:srgbClr val="FFFFFF"/>
            </a:solidFill>
          </a:ln>
        </p:spPr>
      </p:sp>
      <p:sp>
        <p:nvSpPr>
          <p:cNvPr id="74" name="object-74">
            <a:extLst>
              <a:ext uri="{FF2B5EF4-FFF2-40B4-BE49-F238E27FC236}">
                <a16:creationId xmlns:a16="http://schemas.microsoft.com/office/drawing/2014/main" id="{C1C72D40-3C81-4ABE-896C-465161A60017}"/>
              </a:ext>
            </a:extLst>
          </p:cNvPr>
          <p:cNvSpPr>
            <a:spLocks noGrp="1"/>
          </p:cNvSpPr>
          <p:nvPr/>
        </p:nvSpPr>
        <p:spPr>
          <a:xfrm>
            <a:off x="6865937" y="3829844"/>
            <a:ext cx="198438" cy="198438"/>
          </a:xfrm>
          <a:prstGeom prst="rect">
            <a:avLst/>
          </a:prstGeom>
          <a:solidFill>
            <a:srgbClr val="1D4ED8"/>
          </a:solidFill>
          <a:ln w="11906">
            <a:solidFill>
              <a:srgbClr val="FFFFFF"/>
            </a:solidFill>
          </a:ln>
        </p:spPr>
      </p:sp>
      <p:sp>
        <p:nvSpPr>
          <p:cNvPr id="75" name="object-75">
            <a:extLst>
              <a:ext uri="{FF2B5EF4-FFF2-40B4-BE49-F238E27FC236}">
                <a16:creationId xmlns:a16="http://schemas.microsoft.com/office/drawing/2014/main" id="{06EA00F1-23DA-4136-BDC5-094BC14FB733}"/>
              </a:ext>
            </a:extLst>
          </p:cNvPr>
          <p:cNvSpPr>
            <a:spLocks noGrp="1"/>
          </p:cNvSpPr>
          <p:nvPr/>
        </p:nvSpPr>
        <p:spPr>
          <a:xfrm>
            <a:off x="7064375" y="3829844"/>
            <a:ext cx="198438" cy="198438"/>
          </a:xfrm>
          <a:prstGeom prst="rect">
            <a:avLst/>
          </a:prstGeom>
          <a:solidFill>
            <a:srgbClr val="1D4ED8"/>
          </a:solidFill>
          <a:ln w="11906">
            <a:solidFill>
              <a:srgbClr val="FFFFFF"/>
            </a:solidFill>
          </a:ln>
        </p:spPr>
      </p:sp>
      <p:sp>
        <p:nvSpPr>
          <p:cNvPr id="76" name="object-76">
            <a:extLst>
              <a:ext uri="{FF2B5EF4-FFF2-40B4-BE49-F238E27FC236}">
                <a16:creationId xmlns:a16="http://schemas.microsoft.com/office/drawing/2014/main" id="{CDEF0D75-456F-4B78-AC60-075DB55AE283}"/>
              </a:ext>
            </a:extLst>
          </p:cNvPr>
          <p:cNvSpPr>
            <a:spLocks noGrp="1"/>
          </p:cNvSpPr>
          <p:nvPr/>
        </p:nvSpPr>
        <p:spPr>
          <a:xfrm>
            <a:off x="7262813" y="3829844"/>
            <a:ext cx="198438" cy="198438"/>
          </a:xfrm>
          <a:prstGeom prst="rect">
            <a:avLst/>
          </a:prstGeom>
          <a:solidFill>
            <a:srgbClr val="1D4ED8"/>
          </a:solidFill>
          <a:ln w="11906">
            <a:solidFill>
              <a:srgbClr val="FFFFFF"/>
            </a:solidFill>
          </a:ln>
        </p:spPr>
      </p:sp>
      <p:sp>
        <p:nvSpPr>
          <p:cNvPr id="77" name="object-77">
            <a:extLst>
              <a:ext uri="{FF2B5EF4-FFF2-40B4-BE49-F238E27FC236}">
                <a16:creationId xmlns:a16="http://schemas.microsoft.com/office/drawing/2014/main" id="{4AE784F6-5E0C-4F01-AF4B-E8ED75185946}"/>
              </a:ext>
            </a:extLst>
          </p:cNvPr>
          <p:cNvSpPr>
            <a:spLocks noGrp="1"/>
          </p:cNvSpPr>
          <p:nvPr/>
        </p:nvSpPr>
        <p:spPr>
          <a:xfrm>
            <a:off x="7461250" y="3829844"/>
            <a:ext cx="198438" cy="198438"/>
          </a:xfrm>
          <a:prstGeom prst="rect">
            <a:avLst/>
          </a:prstGeom>
          <a:solidFill>
            <a:srgbClr val="1D4ED8"/>
          </a:solidFill>
          <a:ln w="11906">
            <a:solidFill>
              <a:srgbClr val="FFFFFF"/>
            </a:solidFill>
          </a:ln>
        </p:spPr>
      </p:sp>
      <p:sp>
        <p:nvSpPr>
          <p:cNvPr id="78" name="object-78">
            <a:extLst>
              <a:ext uri="{FF2B5EF4-FFF2-40B4-BE49-F238E27FC236}">
                <a16:creationId xmlns:a16="http://schemas.microsoft.com/office/drawing/2014/main" id="{5246CC45-E567-4A19-9CCD-C115FBF33D08}"/>
              </a:ext>
            </a:extLst>
          </p:cNvPr>
          <p:cNvSpPr>
            <a:spLocks noGrp="1"/>
          </p:cNvSpPr>
          <p:nvPr/>
        </p:nvSpPr>
        <p:spPr>
          <a:xfrm>
            <a:off x="7659688" y="3829844"/>
            <a:ext cx="198438" cy="198438"/>
          </a:xfrm>
          <a:prstGeom prst="rect">
            <a:avLst/>
          </a:prstGeom>
          <a:solidFill>
            <a:srgbClr val="1D4ED8"/>
          </a:solidFill>
          <a:ln w="11906">
            <a:solidFill>
              <a:srgbClr val="FFFFFF"/>
            </a:solidFill>
          </a:ln>
        </p:spPr>
      </p:sp>
      <p:sp>
        <p:nvSpPr>
          <p:cNvPr id="79" name="object-79">
            <a:extLst>
              <a:ext uri="{FF2B5EF4-FFF2-40B4-BE49-F238E27FC236}">
                <a16:creationId xmlns:a16="http://schemas.microsoft.com/office/drawing/2014/main" id="{6266EA01-5DFC-4925-BF13-6BFBB345E516}"/>
              </a:ext>
            </a:extLst>
          </p:cNvPr>
          <p:cNvSpPr>
            <a:spLocks noGrp="1"/>
          </p:cNvSpPr>
          <p:nvPr/>
        </p:nvSpPr>
        <p:spPr>
          <a:xfrm>
            <a:off x="7858125" y="3829844"/>
            <a:ext cx="198438" cy="198438"/>
          </a:xfrm>
          <a:prstGeom prst="rect">
            <a:avLst/>
          </a:prstGeom>
          <a:solidFill>
            <a:srgbClr val="1D4ED8"/>
          </a:solidFill>
          <a:ln w="11906">
            <a:solidFill>
              <a:srgbClr val="FFFFFF"/>
            </a:solidFill>
          </a:ln>
        </p:spPr>
      </p:sp>
      <p:sp>
        <p:nvSpPr>
          <p:cNvPr id="80" name="object-80">
            <a:extLst>
              <a:ext uri="{FF2B5EF4-FFF2-40B4-BE49-F238E27FC236}">
                <a16:creationId xmlns:a16="http://schemas.microsoft.com/office/drawing/2014/main" id="{D3CAE6AD-C017-48E8-AB46-F49DFA157E77}"/>
              </a:ext>
            </a:extLst>
          </p:cNvPr>
          <p:cNvSpPr>
            <a:spLocks noGrp="1"/>
          </p:cNvSpPr>
          <p:nvPr/>
        </p:nvSpPr>
        <p:spPr>
          <a:xfrm>
            <a:off x="8056563" y="3829844"/>
            <a:ext cx="198438" cy="198438"/>
          </a:xfrm>
          <a:prstGeom prst="rect">
            <a:avLst/>
          </a:prstGeom>
          <a:solidFill>
            <a:srgbClr val="1D4ED8"/>
          </a:solidFill>
          <a:ln w="11906">
            <a:solidFill>
              <a:srgbClr val="FFFFFF"/>
            </a:solidFill>
          </a:ln>
        </p:spPr>
      </p:sp>
      <p:sp>
        <p:nvSpPr>
          <p:cNvPr id="81" name="object-81">
            <a:extLst>
              <a:ext uri="{FF2B5EF4-FFF2-40B4-BE49-F238E27FC236}">
                <a16:creationId xmlns:a16="http://schemas.microsoft.com/office/drawing/2014/main" id="{B419F3CA-B895-41B4-99CA-B0C0C05C14DB}"/>
              </a:ext>
            </a:extLst>
          </p:cNvPr>
          <p:cNvSpPr>
            <a:spLocks noGrp="1"/>
          </p:cNvSpPr>
          <p:nvPr/>
        </p:nvSpPr>
        <p:spPr>
          <a:xfrm>
            <a:off x="8255000" y="3829844"/>
            <a:ext cx="198438" cy="198438"/>
          </a:xfrm>
          <a:prstGeom prst="rect">
            <a:avLst/>
          </a:prstGeom>
          <a:solidFill>
            <a:srgbClr val="1D4ED8"/>
          </a:solidFill>
          <a:ln w="11906">
            <a:solidFill>
              <a:srgbClr val="FFFFFF"/>
            </a:solidFill>
          </a:ln>
        </p:spPr>
      </p:sp>
      <p:sp>
        <p:nvSpPr>
          <p:cNvPr id="82" name="object-82">
            <a:extLst>
              <a:ext uri="{FF2B5EF4-FFF2-40B4-BE49-F238E27FC236}">
                <a16:creationId xmlns:a16="http://schemas.microsoft.com/office/drawing/2014/main" id="{FF615F32-BC02-4057-8EB0-06C6F505BDD5}"/>
              </a:ext>
            </a:extLst>
          </p:cNvPr>
          <p:cNvSpPr>
            <a:spLocks noGrp="1"/>
          </p:cNvSpPr>
          <p:nvPr/>
        </p:nvSpPr>
        <p:spPr>
          <a:xfrm>
            <a:off x="5476875" y="4028281"/>
            <a:ext cx="198438" cy="198438"/>
          </a:xfrm>
          <a:prstGeom prst="rect">
            <a:avLst/>
          </a:prstGeom>
          <a:solidFill>
            <a:srgbClr val="1D4ED8"/>
          </a:solidFill>
          <a:ln w="11906">
            <a:solidFill>
              <a:srgbClr val="FFFFFF"/>
            </a:solidFill>
          </a:ln>
        </p:spPr>
      </p:sp>
      <p:sp>
        <p:nvSpPr>
          <p:cNvPr id="83" name="object-83">
            <a:extLst>
              <a:ext uri="{FF2B5EF4-FFF2-40B4-BE49-F238E27FC236}">
                <a16:creationId xmlns:a16="http://schemas.microsoft.com/office/drawing/2014/main" id="{7C667FAE-CEFC-43A0-AB77-8FAE5D1A0035}"/>
              </a:ext>
            </a:extLst>
          </p:cNvPr>
          <p:cNvSpPr>
            <a:spLocks noGrp="1"/>
          </p:cNvSpPr>
          <p:nvPr/>
        </p:nvSpPr>
        <p:spPr>
          <a:xfrm>
            <a:off x="5675313" y="4028281"/>
            <a:ext cx="198438" cy="198438"/>
          </a:xfrm>
          <a:prstGeom prst="rect">
            <a:avLst/>
          </a:prstGeom>
          <a:solidFill>
            <a:srgbClr val="1D4ED8"/>
          </a:solidFill>
          <a:ln w="11906">
            <a:solidFill>
              <a:srgbClr val="FFFFFF"/>
            </a:solidFill>
          </a:ln>
        </p:spPr>
      </p:sp>
      <p:sp>
        <p:nvSpPr>
          <p:cNvPr id="84" name="object-84">
            <a:extLst>
              <a:ext uri="{FF2B5EF4-FFF2-40B4-BE49-F238E27FC236}">
                <a16:creationId xmlns:a16="http://schemas.microsoft.com/office/drawing/2014/main" id="{E7894223-5FB7-4060-A4C9-3638AF75114D}"/>
              </a:ext>
            </a:extLst>
          </p:cNvPr>
          <p:cNvSpPr>
            <a:spLocks noGrp="1"/>
          </p:cNvSpPr>
          <p:nvPr/>
        </p:nvSpPr>
        <p:spPr>
          <a:xfrm>
            <a:off x="5873750" y="4028281"/>
            <a:ext cx="198438" cy="198438"/>
          </a:xfrm>
          <a:prstGeom prst="rect">
            <a:avLst/>
          </a:prstGeom>
          <a:solidFill>
            <a:srgbClr val="1D4ED8"/>
          </a:solidFill>
          <a:ln w="11906">
            <a:solidFill>
              <a:srgbClr val="FFFFFF"/>
            </a:solidFill>
          </a:ln>
        </p:spPr>
      </p:sp>
      <p:sp>
        <p:nvSpPr>
          <p:cNvPr id="85" name="object-85">
            <a:extLst>
              <a:ext uri="{FF2B5EF4-FFF2-40B4-BE49-F238E27FC236}">
                <a16:creationId xmlns:a16="http://schemas.microsoft.com/office/drawing/2014/main" id="{A0519A07-5461-41E0-8A2E-175F482D79DE}"/>
              </a:ext>
            </a:extLst>
          </p:cNvPr>
          <p:cNvSpPr>
            <a:spLocks noGrp="1"/>
          </p:cNvSpPr>
          <p:nvPr/>
        </p:nvSpPr>
        <p:spPr>
          <a:xfrm>
            <a:off x="6072188" y="4028281"/>
            <a:ext cx="198438" cy="198438"/>
          </a:xfrm>
          <a:prstGeom prst="rect">
            <a:avLst/>
          </a:prstGeom>
          <a:solidFill>
            <a:srgbClr val="1D4ED8"/>
          </a:solidFill>
          <a:ln w="11906">
            <a:solidFill>
              <a:srgbClr val="FFFFFF"/>
            </a:solidFill>
          </a:ln>
        </p:spPr>
      </p:sp>
      <p:sp>
        <p:nvSpPr>
          <p:cNvPr id="86" name="object-86">
            <a:extLst>
              <a:ext uri="{FF2B5EF4-FFF2-40B4-BE49-F238E27FC236}">
                <a16:creationId xmlns:a16="http://schemas.microsoft.com/office/drawing/2014/main" id="{E83A86C6-01D6-44BD-BFD9-6885F153315E}"/>
              </a:ext>
            </a:extLst>
          </p:cNvPr>
          <p:cNvSpPr>
            <a:spLocks noGrp="1"/>
          </p:cNvSpPr>
          <p:nvPr/>
        </p:nvSpPr>
        <p:spPr>
          <a:xfrm>
            <a:off x="6270625" y="4028281"/>
            <a:ext cx="198438" cy="198438"/>
          </a:xfrm>
          <a:prstGeom prst="rect">
            <a:avLst/>
          </a:prstGeom>
          <a:solidFill>
            <a:srgbClr val="1D4ED8"/>
          </a:solidFill>
          <a:ln w="11906">
            <a:solidFill>
              <a:srgbClr val="FFFFFF"/>
            </a:solidFill>
          </a:ln>
        </p:spPr>
      </p:sp>
      <p:sp>
        <p:nvSpPr>
          <p:cNvPr id="87" name="object-87">
            <a:extLst>
              <a:ext uri="{FF2B5EF4-FFF2-40B4-BE49-F238E27FC236}">
                <a16:creationId xmlns:a16="http://schemas.microsoft.com/office/drawing/2014/main" id="{6D84C18E-986F-483D-A29E-59277D80C48A}"/>
              </a:ext>
            </a:extLst>
          </p:cNvPr>
          <p:cNvSpPr>
            <a:spLocks noGrp="1"/>
          </p:cNvSpPr>
          <p:nvPr/>
        </p:nvSpPr>
        <p:spPr>
          <a:xfrm>
            <a:off x="6469063" y="4028281"/>
            <a:ext cx="198438" cy="198438"/>
          </a:xfrm>
          <a:prstGeom prst="rect">
            <a:avLst/>
          </a:prstGeom>
          <a:solidFill>
            <a:srgbClr val="1D4ED8"/>
          </a:solidFill>
          <a:ln w="11906">
            <a:solidFill>
              <a:srgbClr val="FFFFFF"/>
            </a:solidFill>
          </a:ln>
        </p:spPr>
      </p:sp>
      <p:sp>
        <p:nvSpPr>
          <p:cNvPr id="88" name="object-88">
            <a:extLst>
              <a:ext uri="{FF2B5EF4-FFF2-40B4-BE49-F238E27FC236}">
                <a16:creationId xmlns:a16="http://schemas.microsoft.com/office/drawing/2014/main" id="{EDBC4F9C-3063-4EF4-957D-CF3D419E1771}"/>
              </a:ext>
            </a:extLst>
          </p:cNvPr>
          <p:cNvSpPr>
            <a:spLocks noGrp="1"/>
          </p:cNvSpPr>
          <p:nvPr/>
        </p:nvSpPr>
        <p:spPr>
          <a:xfrm>
            <a:off x="6667500" y="4028281"/>
            <a:ext cx="198438" cy="198438"/>
          </a:xfrm>
          <a:prstGeom prst="rect">
            <a:avLst/>
          </a:prstGeom>
          <a:solidFill>
            <a:srgbClr val="1D4ED8"/>
          </a:solidFill>
          <a:ln w="11906">
            <a:solidFill>
              <a:srgbClr val="FFFFFF"/>
            </a:solidFill>
          </a:ln>
        </p:spPr>
      </p:sp>
      <p:sp>
        <p:nvSpPr>
          <p:cNvPr id="89" name="object-89">
            <a:extLst>
              <a:ext uri="{FF2B5EF4-FFF2-40B4-BE49-F238E27FC236}">
                <a16:creationId xmlns:a16="http://schemas.microsoft.com/office/drawing/2014/main" id="{7BA67313-12F7-4142-9DC2-A0D6658EE671}"/>
              </a:ext>
            </a:extLst>
          </p:cNvPr>
          <p:cNvSpPr>
            <a:spLocks noGrp="1"/>
          </p:cNvSpPr>
          <p:nvPr/>
        </p:nvSpPr>
        <p:spPr>
          <a:xfrm>
            <a:off x="6865937" y="4028281"/>
            <a:ext cx="198438" cy="198438"/>
          </a:xfrm>
          <a:prstGeom prst="rect">
            <a:avLst/>
          </a:prstGeom>
          <a:solidFill>
            <a:srgbClr val="1D4ED8"/>
          </a:solidFill>
          <a:ln w="11906">
            <a:solidFill>
              <a:srgbClr val="FFFFFF"/>
            </a:solidFill>
          </a:ln>
        </p:spPr>
      </p:sp>
      <p:sp>
        <p:nvSpPr>
          <p:cNvPr id="90" name="object-90">
            <a:extLst>
              <a:ext uri="{FF2B5EF4-FFF2-40B4-BE49-F238E27FC236}">
                <a16:creationId xmlns:a16="http://schemas.microsoft.com/office/drawing/2014/main" id="{7131774A-B3CA-4215-8B9D-3C5B0F16D16E}"/>
              </a:ext>
            </a:extLst>
          </p:cNvPr>
          <p:cNvSpPr>
            <a:spLocks noGrp="1"/>
          </p:cNvSpPr>
          <p:nvPr/>
        </p:nvSpPr>
        <p:spPr>
          <a:xfrm>
            <a:off x="7064375" y="4028281"/>
            <a:ext cx="198438" cy="198438"/>
          </a:xfrm>
          <a:prstGeom prst="rect">
            <a:avLst/>
          </a:prstGeom>
          <a:solidFill>
            <a:srgbClr val="1D4ED8"/>
          </a:solidFill>
          <a:ln w="11906">
            <a:solidFill>
              <a:srgbClr val="FFFFFF"/>
            </a:solidFill>
          </a:ln>
        </p:spPr>
      </p:sp>
      <p:sp>
        <p:nvSpPr>
          <p:cNvPr id="91" name="object-91">
            <a:extLst>
              <a:ext uri="{FF2B5EF4-FFF2-40B4-BE49-F238E27FC236}">
                <a16:creationId xmlns:a16="http://schemas.microsoft.com/office/drawing/2014/main" id="{B3700FD6-4F93-4223-93D8-8BF60F588543}"/>
              </a:ext>
            </a:extLst>
          </p:cNvPr>
          <p:cNvSpPr>
            <a:spLocks noGrp="1"/>
          </p:cNvSpPr>
          <p:nvPr/>
        </p:nvSpPr>
        <p:spPr>
          <a:xfrm>
            <a:off x="7262813" y="4028281"/>
            <a:ext cx="198438" cy="198438"/>
          </a:xfrm>
          <a:prstGeom prst="rect">
            <a:avLst/>
          </a:prstGeom>
          <a:solidFill>
            <a:srgbClr val="1D4ED8"/>
          </a:solidFill>
          <a:ln w="11906">
            <a:solidFill>
              <a:srgbClr val="FFFFFF"/>
            </a:solidFill>
          </a:ln>
        </p:spPr>
      </p:sp>
      <p:sp>
        <p:nvSpPr>
          <p:cNvPr id="92" name="object-92">
            <a:extLst>
              <a:ext uri="{FF2B5EF4-FFF2-40B4-BE49-F238E27FC236}">
                <a16:creationId xmlns:a16="http://schemas.microsoft.com/office/drawing/2014/main" id="{94C9A6CD-94B1-403C-9C66-B101C09CAE5F}"/>
              </a:ext>
            </a:extLst>
          </p:cNvPr>
          <p:cNvSpPr>
            <a:spLocks noGrp="1"/>
          </p:cNvSpPr>
          <p:nvPr/>
        </p:nvSpPr>
        <p:spPr>
          <a:xfrm>
            <a:off x="7461250" y="4028281"/>
            <a:ext cx="198438" cy="198438"/>
          </a:xfrm>
          <a:prstGeom prst="rect">
            <a:avLst/>
          </a:prstGeom>
          <a:solidFill>
            <a:srgbClr val="1D4ED8"/>
          </a:solidFill>
          <a:ln w="11906">
            <a:solidFill>
              <a:srgbClr val="FFFFFF"/>
            </a:solidFill>
          </a:ln>
        </p:spPr>
      </p:sp>
      <p:sp>
        <p:nvSpPr>
          <p:cNvPr id="93" name="object-93">
            <a:extLst>
              <a:ext uri="{FF2B5EF4-FFF2-40B4-BE49-F238E27FC236}">
                <a16:creationId xmlns:a16="http://schemas.microsoft.com/office/drawing/2014/main" id="{9614B9F7-CA0D-4848-9AA7-DE2949C18AC8}"/>
              </a:ext>
            </a:extLst>
          </p:cNvPr>
          <p:cNvSpPr>
            <a:spLocks noGrp="1"/>
          </p:cNvSpPr>
          <p:nvPr/>
        </p:nvSpPr>
        <p:spPr>
          <a:xfrm>
            <a:off x="7659688" y="4028281"/>
            <a:ext cx="198438" cy="198438"/>
          </a:xfrm>
          <a:prstGeom prst="rect">
            <a:avLst/>
          </a:prstGeom>
          <a:solidFill>
            <a:srgbClr val="1D4ED8"/>
          </a:solidFill>
          <a:ln w="11906">
            <a:solidFill>
              <a:srgbClr val="FFFFFF"/>
            </a:solidFill>
          </a:ln>
        </p:spPr>
      </p:sp>
      <p:sp>
        <p:nvSpPr>
          <p:cNvPr id="94" name="object-94">
            <a:extLst>
              <a:ext uri="{FF2B5EF4-FFF2-40B4-BE49-F238E27FC236}">
                <a16:creationId xmlns:a16="http://schemas.microsoft.com/office/drawing/2014/main" id="{B5C9FBFC-2836-429C-B5BA-E22E42B77DF4}"/>
              </a:ext>
            </a:extLst>
          </p:cNvPr>
          <p:cNvSpPr>
            <a:spLocks noGrp="1"/>
          </p:cNvSpPr>
          <p:nvPr/>
        </p:nvSpPr>
        <p:spPr>
          <a:xfrm>
            <a:off x="7858125" y="4028281"/>
            <a:ext cx="198438" cy="198438"/>
          </a:xfrm>
          <a:prstGeom prst="rect">
            <a:avLst/>
          </a:prstGeom>
          <a:solidFill>
            <a:srgbClr val="1D4ED8"/>
          </a:solidFill>
          <a:ln w="11906">
            <a:solidFill>
              <a:srgbClr val="FFFFFF"/>
            </a:solidFill>
          </a:ln>
        </p:spPr>
      </p:sp>
      <p:sp>
        <p:nvSpPr>
          <p:cNvPr id="95" name="object-95">
            <a:extLst>
              <a:ext uri="{FF2B5EF4-FFF2-40B4-BE49-F238E27FC236}">
                <a16:creationId xmlns:a16="http://schemas.microsoft.com/office/drawing/2014/main" id="{7A43F9C0-6A70-45FE-AADC-168942B86FAA}"/>
              </a:ext>
            </a:extLst>
          </p:cNvPr>
          <p:cNvSpPr>
            <a:spLocks noGrp="1"/>
          </p:cNvSpPr>
          <p:nvPr/>
        </p:nvSpPr>
        <p:spPr>
          <a:xfrm>
            <a:off x="8056563" y="4028281"/>
            <a:ext cx="198438" cy="198438"/>
          </a:xfrm>
          <a:prstGeom prst="rect">
            <a:avLst/>
          </a:prstGeom>
          <a:solidFill>
            <a:srgbClr val="1D4ED8"/>
          </a:solidFill>
          <a:ln w="11906">
            <a:solidFill>
              <a:srgbClr val="FFFFFF"/>
            </a:solidFill>
          </a:ln>
        </p:spPr>
      </p:sp>
      <p:sp>
        <p:nvSpPr>
          <p:cNvPr id="96" name="object-96">
            <a:extLst>
              <a:ext uri="{FF2B5EF4-FFF2-40B4-BE49-F238E27FC236}">
                <a16:creationId xmlns:a16="http://schemas.microsoft.com/office/drawing/2014/main" id="{654A24B8-0DC5-4154-A295-2B28983BB9D1}"/>
              </a:ext>
            </a:extLst>
          </p:cNvPr>
          <p:cNvSpPr>
            <a:spLocks noGrp="1"/>
          </p:cNvSpPr>
          <p:nvPr/>
        </p:nvSpPr>
        <p:spPr>
          <a:xfrm>
            <a:off x="8255000" y="4028281"/>
            <a:ext cx="198438" cy="198438"/>
          </a:xfrm>
          <a:prstGeom prst="rect">
            <a:avLst/>
          </a:prstGeom>
          <a:solidFill>
            <a:srgbClr val="1D4ED8"/>
          </a:solidFill>
          <a:ln w="11906">
            <a:solidFill>
              <a:srgbClr val="FFFFFF"/>
            </a:solidFill>
          </a:ln>
        </p:spPr>
      </p:sp>
      <p:sp>
        <p:nvSpPr>
          <p:cNvPr id="97" name="object-97">
            <a:extLst>
              <a:ext uri="{FF2B5EF4-FFF2-40B4-BE49-F238E27FC236}">
                <a16:creationId xmlns:a16="http://schemas.microsoft.com/office/drawing/2014/main" id="{282486BA-8A01-48C3-9DCD-1FE30D6A56FC}"/>
              </a:ext>
            </a:extLst>
          </p:cNvPr>
          <p:cNvSpPr>
            <a:spLocks noGrp="1"/>
          </p:cNvSpPr>
          <p:nvPr/>
        </p:nvSpPr>
        <p:spPr>
          <a:xfrm>
            <a:off x="5476875" y="4226719"/>
            <a:ext cx="198438" cy="198438"/>
          </a:xfrm>
          <a:prstGeom prst="rect">
            <a:avLst/>
          </a:prstGeom>
          <a:solidFill>
            <a:srgbClr val="1D4ED8"/>
          </a:solidFill>
          <a:ln w="11906">
            <a:solidFill>
              <a:srgbClr val="FFFFFF"/>
            </a:solidFill>
          </a:ln>
        </p:spPr>
      </p:sp>
      <p:sp>
        <p:nvSpPr>
          <p:cNvPr id="98" name="object-98">
            <a:extLst>
              <a:ext uri="{FF2B5EF4-FFF2-40B4-BE49-F238E27FC236}">
                <a16:creationId xmlns:a16="http://schemas.microsoft.com/office/drawing/2014/main" id="{74BF5B4C-0F6D-4A98-B2C5-5D724FDAAE5B}"/>
              </a:ext>
            </a:extLst>
          </p:cNvPr>
          <p:cNvSpPr>
            <a:spLocks noGrp="1"/>
          </p:cNvSpPr>
          <p:nvPr/>
        </p:nvSpPr>
        <p:spPr>
          <a:xfrm>
            <a:off x="5675313" y="4226719"/>
            <a:ext cx="198438" cy="198438"/>
          </a:xfrm>
          <a:prstGeom prst="rect">
            <a:avLst/>
          </a:prstGeom>
          <a:solidFill>
            <a:srgbClr val="1D4ED8"/>
          </a:solidFill>
          <a:ln w="11906">
            <a:solidFill>
              <a:srgbClr val="FFFFFF"/>
            </a:solidFill>
          </a:ln>
        </p:spPr>
      </p:sp>
      <p:sp>
        <p:nvSpPr>
          <p:cNvPr id="99" name="object-99">
            <a:extLst>
              <a:ext uri="{FF2B5EF4-FFF2-40B4-BE49-F238E27FC236}">
                <a16:creationId xmlns:a16="http://schemas.microsoft.com/office/drawing/2014/main" id="{D6D073F6-9461-4BA5-AC07-55C894DB110D}"/>
              </a:ext>
            </a:extLst>
          </p:cNvPr>
          <p:cNvSpPr>
            <a:spLocks noGrp="1"/>
          </p:cNvSpPr>
          <p:nvPr/>
        </p:nvSpPr>
        <p:spPr>
          <a:xfrm>
            <a:off x="5873750" y="4226719"/>
            <a:ext cx="198438" cy="198438"/>
          </a:xfrm>
          <a:prstGeom prst="rect">
            <a:avLst/>
          </a:prstGeom>
          <a:solidFill>
            <a:srgbClr val="1D4ED8"/>
          </a:solidFill>
          <a:ln w="11906">
            <a:solidFill>
              <a:srgbClr val="FFFFFF"/>
            </a:solidFill>
          </a:ln>
        </p:spPr>
      </p:sp>
      <p:sp>
        <p:nvSpPr>
          <p:cNvPr id="100" name="object-100">
            <a:extLst>
              <a:ext uri="{FF2B5EF4-FFF2-40B4-BE49-F238E27FC236}">
                <a16:creationId xmlns:a16="http://schemas.microsoft.com/office/drawing/2014/main" id="{3BB6DF98-0AC2-4020-8FAE-B49867D23A58}"/>
              </a:ext>
            </a:extLst>
          </p:cNvPr>
          <p:cNvSpPr>
            <a:spLocks noGrp="1"/>
          </p:cNvSpPr>
          <p:nvPr/>
        </p:nvSpPr>
        <p:spPr>
          <a:xfrm>
            <a:off x="6072188" y="4226719"/>
            <a:ext cx="198438" cy="198438"/>
          </a:xfrm>
          <a:prstGeom prst="rect">
            <a:avLst/>
          </a:prstGeom>
          <a:solidFill>
            <a:srgbClr val="1D4ED8"/>
          </a:solidFill>
          <a:ln w="11906">
            <a:solidFill>
              <a:srgbClr val="FFFFFF"/>
            </a:solidFill>
          </a:ln>
        </p:spPr>
      </p:sp>
      <p:sp>
        <p:nvSpPr>
          <p:cNvPr id="101" name="object-101">
            <a:extLst>
              <a:ext uri="{FF2B5EF4-FFF2-40B4-BE49-F238E27FC236}">
                <a16:creationId xmlns:a16="http://schemas.microsoft.com/office/drawing/2014/main" id="{47701A54-6C46-4269-A70C-544B2B1AFF13}"/>
              </a:ext>
            </a:extLst>
          </p:cNvPr>
          <p:cNvSpPr>
            <a:spLocks noGrp="1"/>
          </p:cNvSpPr>
          <p:nvPr/>
        </p:nvSpPr>
        <p:spPr>
          <a:xfrm>
            <a:off x="6270625" y="4226719"/>
            <a:ext cx="198438" cy="198438"/>
          </a:xfrm>
          <a:prstGeom prst="rect">
            <a:avLst/>
          </a:prstGeom>
          <a:solidFill>
            <a:srgbClr val="1D4ED8"/>
          </a:solidFill>
          <a:ln w="11906">
            <a:solidFill>
              <a:srgbClr val="FFFFFF"/>
            </a:solidFill>
          </a:ln>
        </p:spPr>
      </p:sp>
      <p:sp>
        <p:nvSpPr>
          <p:cNvPr id="102" name="object-102">
            <a:extLst>
              <a:ext uri="{FF2B5EF4-FFF2-40B4-BE49-F238E27FC236}">
                <a16:creationId xmlns:a16="http://schemas.microsoft.com/office/drawing/2014/main" id="{37A767C0-0BCD-4DE3-A531-2D3B3000CCB2}"/>
              </a:ext>
            </a:extLst>
          </p:cNvPr>
          <p:cNvSpPr>
            <a:spLocks noGrp="1"/>
          </p:cNvSpPr>
          <p:nvPr/>
        </p:nvSpPr>
        <p:spPr>
          <a:xfrm>
            <a:off x="6469063" y="4226719"/>
            <a:ext cx="198438" cy="198438"/>
          </a:xfrm>
          <a:prstGeom prst="rect">
            <a:avLst/>
          </a:prstGeom>
          <a:solidFill>
            <a:srgbClr val="1D4ED8"/>
          </a:solidFill>
          <a:ln w="11906">
            <a:solidFill>
              <a:srgbClr val="FFFFFF"/>
            </a:solidFill>
          </a:ln>
        </p:spPr>
      </p:sp>
      <p:sp>
        <p:nvSpPr>
          <p:cNvPr id="103" name="object-103">
            <a:extLst>
              <a:ext uri="{FF2B5EF4-FFF2-40B4-BE49-F238E27FC236}">
                <a16:creationId xmlns:a16="http://schemas.microsoft.com/office/drawing/2014/main" id="{5F343A9F-4B19-44ED-97EB-67A7917CF9C0}"/>
              </a:ext>
            </a:extLst>
          </p:cNvPr>
          <p:cNvSpPr>
            <a:spLocks noGrp="1"/>
          </p:cNvSpPr>
          <p:nvPr/>
        </p:nvSpPr>
        <p:spPr>
          <a:xfrm>
            <a:off x="6667500" y="4226719"/>
            <a:ext cx="198438" cy="198438"/>
          </a:xfrm>
          <a:prstGeom prst="rect">
            <a:avLst/>
          </a:prstGeom>
          <a:solidFill>
            <a:srgbClr val="1D4ED8"/>
          </a:solidFill>
          <a:ln w="11906">
            <a:solidFill>
              <a:srgbClr val="FFFFFF"/>
            </a:solidFill>
          </a:ln>
        </p:spPr>
      </p:sp>
      <p:sp>
        <p:nvSpPr>
          <p:cNvPr id="104" name="object-104">
            <a:extLst>
              <a:ext uri="{FF2B5EF4-FFF2-40B4-BE49-F238E27FC236}">
                <a16:creationId xmlns:a16="http://schemas.microsoft.com/office/drawing/2014/main" id="{74661EC2-AA5A-40A8-AB0C-2215B6692D02}"/>
              </a:ext>
            </a:extLst>
          </p:cNvPr>
          <p:cNvSpPr>
            <a:spLocks noGrp="1"/>
          </p:cNvSpPr>
          <p:nvPr/>
        </p:nvSpPr>
        <p:spPr>
          <a:xfrm>
            <a:off x="6865937" y="4226719"/>
            <a:ext cx="198438" cy="198438"/>
          </a:xfrm>
          <a:prstGeom prst="rect">
            <a:avLst/>
          </a:prstGeom>
          <a:solidFill>
            <a:srgbClr val="1D4ED8"/>
          </a:solidFill>
          <a:ln w="11906">
            <a:solidFill>
              <a:srgbClr val="FFFFFF"/>
            </a:solidFill>
          </a:ln>
        </p:spPr>
      </p:sp>
      <p:sp>
        <p:nvSpPr>
          <p:cNvPr id="105" name="object-105">
            <a:extLst>
              <a:ext uri="{FF2B5EF4-FFF2-40B4-BE49-F238E27FC236}">
                <a16:creationId xmlns:a16="http://schemas.microsoft.com/office/drawing/2014/main" id="{7ADB4F4C-D02D-4A3A-9AD2-264C5DD969C6}"/>
              </a:ext>
            </a:extLst>
          </p:cNvPr>
          <p:cNvSpPr>
            <a:spLocks noGrp="1"/>
          </p:cNvSpPr>
          <p:nvPr/>
        </p:nvSpPr>
        <p:spPr>
          <a:xfrm>
            <a:off x="7064375" y="4226719"/>
            <a:ext cx="198438" cy="198438"/>
          </a:xfrm>
          <a:prstGeom prst="rect">
            <a:avLst/>
          </a:prstGeom>
          <a:solidFill>
            <a:srgbClr val="1D4ED8"/>
          </a:solidFill>
          <a:ln w="11906">
            <a:solidFill>
              <a:srgbClr val="FFFFFF"/>
            </a:solidFill>
          </a:ln>
        </p:spPr>
      </p:sp>
      <p:sp>
        <p:nvSpPr>
          <p:cNvPr id="106" name="object-106">
            <a:extLst>
              <a:ext uri="{FF2B5EF4-FFF2-40B4-BE49-F238E27FC236}">
                <a16:creationId xmlns:a16="http://schemas.microsoft.com/office/drawing/2014/main" id="{40D487C6-8685-413B-A1B9-BCE8150B086F}"/>
              </a:ext>
            </a:extLst>
          </p:cNvPr>
          <p:cNvSpPr>
            <a:spLocks noGrp="1"/>
          </p:cNvSpPr>
          <p:nvPr/>
        </p:nvSpPr>
        <p:spPr>
          <a:xfrm>
            <a:off x="7262813" y="4226719"/>
            <a:ext cx="198438" cy="198438"/>
          </a:xfrm>
          <a:prstGeom prst="rect">
            <a:avLst/>
          </a:prstGeom>
          <a:solidFill>
            <a:srgbClr val="1D4ED8"/>
          </a:solidFill>
          <a:ln w="11906">
            <a:solidFill>
              <a:srgbClr val="FFFFFF"/>
            </a:solidFill>
          </a:ln>
        </p:spPr>
      </p:sp>
      <p:sp>
        <p:nvSpPr>
          <p:cNvPr id="107" name="object-107">
            <a:extLst>
              <a:ext uri="{FF2B5EF4-FFF2-40B4-BE49-F238E27FC236}">
                <a16:creationId xmlns:a16="http://schemas.microsoft.com/office/drawing/2014/main" id="{92DE3722-A83D-4975-A714-27B61DC1C053}"/>
              </a:ext>
            </a:extLst>
          </p:cNvPr>
          <p:cNvSpPr>
            <a:spLocks noGrp="1"/>
          </p:cNvSpPr>
          <p:nvPr/>
        </p:nvSpPr>
        <p:spPr>
          <a:xfrm>
            <a:off x="7461250" y="4226719"/>
            <a:ext cx="198438" cy="198438"/>
          </a:xfrm>
          <a:prstGeom prst="rect">
            <a:avLst/>
          </a:prstGeom>
          <a:solidFill>
            <a:srgbClr val="1D4ED8"/>
          </a:solidFill>
          <a:ln w="11906">
            <a:solidFill>
              <a:srgbClr val="FFFFFF"/>
            </a:solidFill>
          </a:ln>
        </p:spPr>
      </p:sp>
      <p:sp>
        <p:nvSpPr>
          <p:cNvPr id="108" name="object-108">
            <a:extLst>
              <a:ext uri="{FF2B5EF4-FFF2-40B4-BE49-F238E27FC236}">
                <a16:creationId xmlns:a16="http://schemas.microsoft.com/office/drawing/2014/main" id="{07694FC3-2C70-4A01-AB1D-13731C8C09AB}"/>
              </a:ext>
            </a:extLst>
          </p:cNvPr>
          <p:cNvSpPr>
            <a:spLocks noGrp="1"/>
          </p:cNvSpPr>
          <p:nvPr/>
        </p:nvSpPr>
        <p:spPr>
          <a:xfrm>
            <a:off x="7659688" y="4226719"/>
            <a:ext cx="198438" cy="198438"/>
          </a:xfrm>
          <a:prstGeom prst="rect">
            <a:avLst/>
          </a:prstGeom>
          <a:solidFill>
            <a:srgbClr val="1D4ED8"/>
          </a:solidFill>
          <a:ln w="11906">
            <a:solidFill>
              <a:srgbClr val="FFFFFF"/>
            </a:solidFill>
          </a:ln>
        </p:spPr>
      </p:sp>
      <p:sp>
        <p:nvSpPr>
          <p:cNvPr id="109" name="object-109">
            <a:extLst>
              <a:ext uri="{FF2B5EF4-FFF2-40B4-BE49-F238E27FC236}">
                <a16:creationId xmlns:a16="http://schemas.microsoft.com/office/drawing/2014/main" id="{82CAFD24-1048-4ED3-BE34-4A71D16C68D8}"/>
              </a:ext>
            </a:extLst>
          </p:cNvPr>
          <p:cNvSpPr>
            <a:spLocks noGrp="1"/>
          </p:cNvSpPr>
          <p:nvPr/>
        </p:nvSpPr>
        <p:spPr>
          <a:xfrm>
            <a:off x="7858125" y="4226719"/>
            <a:ext cx="198438" cy="198438"/>
          </a:xfrm>
          <a:prstGeom prst="rect">
            <a:avLst/>
          </a:prstGeom>
          <a:solidFill>
            <a:srgbClr val="1D4ED8"/>
          </a:solidFill>
          <a:ln w="11906">
            <a:solidFill>
              <a:srgbClr val="FFFFFF"/>
            </a:solidFill>
          </a:ln>
        </p:spPr>
      </p:sp>
      <p:sp>
        <p:nvSpPr>
          <p:cNvPr id="110" name="object-110">
            <a:extLst>
              <a:ext uri="{FF2B5EF4-FFF2-40B4-BE49-F238E27FC236}">
                <a16:creationId xmlns:a16="http://schemas.microsoft.com/office/drawing/2014/main" id="{FCA0EDA6-02C9-41B3-88F8-2FFA6B210D8E}"/>
              </a:ext>
            </a:extLst>
          </p:cNvPr>
          <p:cNvSpPr>
            <a:spLocks noGrp="1"/>
          </p:cNvSpPr>
          <p:nvPr/>
        </p:nvSpPr>
        <p:spPr>
          <a:xfrm>
            <a:off x="8056563" y="4226719"/>
            <a:ext cx="198438" cy="198438"/>
          </a:xfrm>
          <a:prstGeom prst="rect">
            <a:avLst/>
          </a:prstGeom>
          <a:solidFill>
            <a:srgbClr val="1D4ED8"/>
          </a:solidFill>
          <a:ln w="11906">
            <a:solidFill>
              <a:srgbClr val="FFFFFF"/>
            </a:solidFill>
          </a:ln>
        </p:spPr>
      </p:sp>
      <p:sp>
        <p:nvSpPr>
          <p:cNvPr id="111" name="object-111">
            <a:extLst>
              <a:ext uri="{FF2B5EF4-FFF2-40B4-BE49-F238E27FC236}">
                <a16:creationId xmlns:a16="http://schemas.microsoft.com/office/drawing/2014/main" id="{DCD6B15C-16DC-44C6-A96D-5C1F237ECEDD}"/>
              </a:ext>
            </a:extLst>
          </p:cNvPr>
          <p:cNvSpPr>
            <a:spLocks noGrp="1"/>
          </p:cNvSpPr>
          <p:nvPr/>
        </p:nvSpPr>
        <p:spPr>
          <a:xfrm>
            <a:off x="8255000" y="4226719"/>
            <a:ext cx="198438" cy="198438"/>
          </a:xfrm>
          <a:prstGeom prst="rect">
            <a:avLst/>
          </a:prstGeom>
          <a:solidFill>
            <a:srgbClr val="1D4ED8"/>
          </a:solidFill>
          <a:ln w="11906">
            <a:solidFill>
              <a:srgbClr val="FFFFFF"/>
            </a:solidFill>
          </a:ln>
        </p:spPr>
      </p:sp>
      <p:sp>
        <p:nvSpPr>
          <p:cNvPr id="112" name="object-112">
            <a:extLst>
              <a:ext uri="{FF2B5EF4-FFF2-40B4-BE49-F238E27FC236}">
                <a16:creationId xmlns:a16="http://schemas.microsoft.com/office/drawing/2014/main" id="{782D791C-9B3B-4BD5-94EA-B429B884AA22}"/>
              </a:ext>
            </a:extLst>
          </p:cNvPr>
          <p:cNvSpPr>
            <a:spLocks noGrp="1"/>
          </p:cNvSpPr>
          <p:nvPr/>
        </p:nvSpPr>
        <p:spPr>
          <a:xfrm>
            <a:off x="5476875" y="4425156"/>
            <a:ext cx="198438" cy="198438"/>
          </a:xfrm>
          <a:prstGeom prst="rect">
            <a:avLst/>
          </a:prstGeom>
          <a:solidFill>
            <a:srgbClr val="1D4ED8"/>
          </a:solidFill>
          <a:ln w="11906">
            <a:solidFill>
              <a:srgbClr val="FFFFFF"/>
            </a:solidFill>
          </a:ln>
        </p:spPr>
      </p:sp>
      <p:sp>
        <p:nvSpPr>
          <p:cNvPr id="113" name="object-113">
            <a:extLst>
              <a:ext uri="{FF2B5EF4-FFF2-40B4-BE49-F238E27FC236}">
                <a16:creationId xmlns:a16="http://schemas.microsoft.com/office/drawing/2014/main" id="{25F6A0A9-53D3-4945-B923-47561B9B76FB}"/>
              </a:ext>
            </a:extLst>
          </p:cNvPr>
          <p:cNvSpPr>
            <a:spLocks noGrp="1"/>
          </p:cNvSpPr>
          <p:nvPr/>
        </p:nvSpPr>
        <p:spPr>
          <a:xfrm>
            <a:off x="5675313" y="4425156"/>
            <a:ext cx="198438" cy="198438"/>
          </a:xfrm>
          <a:prstGeom prst="rect">
            <a:avLst/>
          </a:prstGeom>
          <a:solidFill>
            <a:srgbClr val="1D4ED8"/>
          </a:solidFill>
          <a:ln w="11906">
            <a:solidFill>
              <a:srgbClr val="FFFFFF"/>
            </a:solidFill>
          </a:ln>
        </p:spPr>
      </p:sp>
      <p:sp>
        <p:nvSpPr>
          <p:cNvPr id="114" name="object-114">
            <a:extLst>
              <a:ext uri="{FF2B5EF4-FFF2-40B4-BE49-F238E27FC236}">
                <a16:creationId xmlns:a16="http://schemas.microsoft.com/office/drawing/2014/main" id="{68D64C35-A10D-4840-832D-3FAA98031584}"/>
              </a:ext>
            </a:extLst>
          </p:cNvPr>
          <p:cNvSpPr>
            <a:spLocks noGrp="1"/>
          </p:cNvSpPr>
          <p:nvPr/>
        </p:nvSpPr>
        <p:spPr>
          <a:xfrm>
            <a:off x="5873750" y="4425156"/>
            <a:ext cx="198438" cy="198438"/>
          </a:xfrm>
          <a:prstGeom prst="rect">
            <a:avLst/>
          </a:prstGeom>
          <a:solidFill>
            <a:srgbClr val="1D4ED8"/>
          </a:solidFill>
          <a:ln w="11906">
            <a:solidFill>
              <a:srgbClr val="FFFFFF"/>
            </a:solidFill>
          </a:ln>
        </p:spPr>
      </p:sp>
      <p:sp>
        <p:nvSpPr>
          <p:cNvPr id="115" name="object-115">
            <a:extLst>
              <a:ext uri="{FF2B5EF4-FFF2-40B4-BE49-F238E27FC236}">
                <a16:creationId xmlns:a16="http://schemas.microsoft.com/office/drawing/2014/main" id="{DA0E587C-C8A4-4020-9987-6DA1A4C53646}"/>
              </a:ext>
            </a:extLst>
          </p:cNvPr>
          <p:cNvSpPr>
            <a:spLocks noGrp="1"/>
          </p:cNvSpPr>
          <p:nvPr/>
        </p:nvSpPr>
        <p:spPr>
          <a:xfrm>
            <a:off x="6072188" y="4425156"/>
            <a:ext cx="198438" cy="198438"/>
          </a:xfrm>
          <a:prstGeom prst="rect">
            <a:avLst/>
          </a:prstGeom>
          <a:solidFill>
            <a:srgbClr val="1D4ED8"/>
          </a:solidFill>
          <a:ln w="11906">
            <a:solidFill>
              <a:srgbClr val="FFFFFF"/>
            </a:solidFill>
          </a:ln>
        </p:spPr>
      </p:sp>
      <p:sp>
        <p:nvSpPr>
          <p:cNvPr id="116" name="object-116">
            <a:extLst>
              <a:ext uri="{FF2B5EF4-FFF2-40B4-BE49-F238E27FC236}">
                <a16:creationId xmlns:a16="http://schemas.microsoft.com/office/drawing/2014/main" id="{7AE59440-C021-4986-BDE7-E20DEF6BE435}"/>
              </a:ext>
            </a:extLst>
          </p:cNvPr>
          <p:cNvSpPr>
            <a:spLocks noGrp="1"/>
          </p:cNvSpPr>
          <p:nvPr/>
        </p:nvSpPr>
        <p:spPr>
          <a:xfrm>
            <a:off x="6270625" y="4425156"/>
            <a:ext cx="198438" cy="198438"/>
          </a:xfrm>
          <a:prstGeom prst="rect">
            <a:avLst/>
          </a:prstGeom>
          <a:solidFill>
            <a:srgbClr val="1D4ED8"/>
          </a:solidFill>
          <a:ln w="11906">
            <a:solidFill>
              <a:srgbClr val="FFFFFF"/>
            </a:solidFill>
          </a:ln>
        </p:spPr>
      </p:sp>
      <p:sp>
        <p:nvSpPr>
          <p:cNvPr id="117" name="object-117">
            <a:extLst>
              <a:ext uri="{FF2B5EF4-FFF2-40B4-BE49-F238E27FC236}">
                <a16:creationId xmlns:a16="http://schemas.microsoft.com/office/drawing/2014/main" id="{E367E616-D05B-412D-8E55-81D691BC9ACE}"/>
              </a:ext>
            </a:extLst>
          </p:cNvPr>
          <p:cNvSpPr>
            <a:spLocks noGrp="1"/>
          </p:cNvSpPr>
          <p:nvPr/>
        </p:nvSpPr>
        <p:spPr>
          <a:xfrm>
            <a:off x="6469063" y="4425156"/>
            <a:ext cx="198438" cy="198438"/>
          </a:xfrm>
          <a:prstGeom prst="rect">
            <a:avLst/>
          </a:prstGeom>
          <a:solidFill>
            <a:srgbClr val="1D4ED8"/>
          </a:solidFill>
          <a:ln w="11906">
            <a:solidFill>
              <a:srgbClr val="FFFFFF"/>
            </a:solidFill>
          </a:ln>
        </p:spPr>
      </p:sp>
      <p:sp>
        <p:nvSpPr>
          <p:cNvPr id="118" name="object-118">
            <a:extLst>
              <a:ext uri="{FF2B5EF4-FFF2-40B4-BE49-F238E27FC236}">
                <a16:creationId xmlns:a16="http://schemas.microsoft.com/office/drawing/2014/main" id="{79DB177C-1273-44DE-8679-9030B585B29B}"/>
              </a:ext>
            </a:extLst>
          </p:cNvPr>
          <p:cNvSpPr>
            <a:spLocks noGrp="1"/>
          </p:cNvSpPr>
          <p:nvPr/>
        </p:nvSpPr>
        <p:spPr>
          <a:xfrm>
            <a:off x="6667500" y="4425156"/>
            <a:ext cx="198438" cy="198438"/>
          </a:xfrm>
          <a:prstGeom prst="rect">
            <a:avLst/>
          </a:prstGeom>
          <a:solidFill>
            <a:srgbClr val="1D4ED8"/>
          </a:solidFill>
          <a:ln w="11906">
            <a:solidFill>
              <a:srgbClr val="FFFFFF"/>
            </a:solidFill>
          </a:ln>
        </p:spPr>
      </p:sp>
      <p:sp>
        <p:nvSpPr>
          <p:cNvPr id="119" name="object-119">
            <a:extLst>
              <a:ext uri="{FF2B5EF4-FFF2-40B4-BE49-F238E27FC236}">
                <a16:creationId xmlns:a16="http://schemas.microsoft.com/office/drawing/2014/main" id="{8F677BD8-3063-43CB-AE94-F8B2848821AB}"/>
              </a:ext>
            </a:extLst>
          </p:cNvPr>
          <p:cNvSpPr>
            <a:spLocks noGrp="1"/>
          </p:cNvSpPr>
          <p:nvPr/>
        </p:nvSpPr>
        <p:spPr>
          <a:xfrm>
            <a:off x="6865937" y="4425156"/>
            <a:ext cx="198438" cy="198438"/>
          </a:xfrm>
          <a:prstGeom prst="rect">
            <a:avLst/>
          </a:prstGeom>
          <a:solidFill>
            <a:srgbClr val="1D4ED8"/>
          </a:solidFill>
          <a:ln w="11906">
            <a:solidFill>
              <a:srgbClr val="FFFFFF"/>
            </a:solidFill>
          </a:ln>
        </p:spPr>
      </p:sp>
      <p:sp>
        <p:nvSpPr>
          <p:cNvPr id="120" name="object-120">
            <a:extLst>
              <a:ext uri="{FF2B5EF4-FFF2-40B4-BE49-F238E27FC236}">
                <a16:creationId xmlns:a16="http://schemas.microsoft.com/office/drawing/2014/main" id="{F3B5E0BB-D309-4759-A03E-BAF3E9B7AFD4}"/>
              </a:ext>
            </a:extLst>
          </p:cNvPr>
          <p:cNvSpPr>
            <a:spLocks noGrp="1"/>
          </p:cNvSpPr>
          <p:nvPr/>
        </p:nvSpPr>
        <p:spPr>
          <a:xfrm>
            <a:off x="7064375" y="4425156"/>
            <a:ext cx="198438" cy="198438"/>
          </a:xfrm>
          <a:prstGeom prst="rect">
            <a:avLst/>
          </a:prstGeom>
          <a:solidFill>
            <a:srgbClr val="1D4ED8"/>
          </a:solidFill>
          <a:ln w="11906">
            <a:solidFill>
              <a:srgbClr val="FFFFFF"/>
            </a:solidFill>
          </a:ln>
        </p:spPr>
      </p:sp>
      <p:sp>
        <p:nvSpPr>
          <p:cNvPr id="121" name="object-121">
            <a:extLst>
              <a:ext uri="{FF2B5EF4-FFF2-40B4-BE49-F238E27FC236}">
                <a16:creationId xmlns:a16="http://schemas.microsoft.com/office/drawing/2014/main" id="{6A378C44-BAF8-4BF1-A89E-CDCB1F68F3DB}"/>
              </a:ext>
            </a:extLst>
          </p:cNvPr>
          <p:cNvSpPr>
            <a:spLocks noGrp="1"/>
          </p:cNvSpPr>
          <p:nvPr/>
        </p:nvSpPr>
        <p:spPr>
          <a:xfrm>
            <a:off x="7262813" y="4425156"/>
            <a:ext cx="198438" cy="198438"/>
          </a:xfrm>
          <a:prstGeom prst="rect">
            <a:avLst/>
          </a:prstGeom>
          <a:solidFill>
            <a:srgbClr val="1D4ED8"/>
          </a:solidFill>
          <a:ln w="11906">
            <a:solidFill>
              <a:srgbClr val="FFFFFF"/>
            </a:solidFill>
          </a:ln>
        </p:spPr>
      </p:sp>
      <p:sp>
        <p:nvSpPr>
          <p:cNvPr id="122" name="object-122">
            <a:extLst>
              <a:ext uri="{FF2B5EF4-FFF2-40B4-BE49-F238E27FC236}">
                <a16:creationId xmlns:a16="http://schemas.microsoft.com/office/drawing/2014/main" id="{35559295-FAA4-4E49-B4E0-575601DE86FC}"/>
              </a:ext>
            </a:extLst>
          </p:cNvPr>
          <p:cNvSpPr>
            <a:spLocks noGrp="1"/>
          </p:cNvSpPr>
          <p:nvPr/>
        </p:nvSpPr>
        <p:spPr>
          <a:xfrm>
            <a:off x="7461250" y="4425156"/>
            <a:ext cx="198438" cy="198438"/>
          </a:xfrm>
          <a:prstGeom prst="rect">
            <a:avLst/>
          </a:prstGeom>
          <a:solidFill>
            <a:srgbClr val="1D4ED8"/>
          </a:solidFill>
          <a:ln w="11906">
            <a:solidFill>
              <a:srgbClr val="FFFFFF"/>
            </a:solidFill>
          </a:ln>
        </p:spPr>
      </p:sp>
      <p:sp>
        <p:nvSpPr>
          <p:cNvPr id="123" name="object-123">
            <a:extLst>
              <a:ext uri="{FF2B5EF4-FFF2-40B4-BE49-F238E27FC236}">
                <a16:creationId xmlns:a16="http://schemas.microsoft.com/office/drawing/2014/main" id="{21FDEF11-F8A1-44D6-A897-E4169C006BC8}"/>
              </a:ext>
            </a:extLst>
          </p:cNvPr>
          <p:cNvSpPr>
            <a:spLocks noGrp="1"/>
          </p:cNvSpPr>
          <p:nvPr/>
        </p:nvSpPr>
        <p:spPr>
          <a:xfrm>
            <a:off x="7659688" y="4425156"/>
            <a:ext cx="198438" cy="198438"/>
          </a:xfrm>
          <a:prstGeom prst="rect">
            <a:avLst/>
          </a:prstGeom>
          <a:solidFill>
            <a:srgbClr val="1D4ED8"/>
          </a:solidFill>
          <a:ln w="11906">
            <a:solidFill>
              <a:srgbClr val="FFFFFF"/>
            </a:solidFill>
          </a:ln>
        </p:spPr>
      </p:sp>
      <p:sp>
        <p:nvSpPr>
          <p:cNvPr id="124" name="object-124">
            <a:extLst>
              <a:ext uri="{FF2B5EF4-FFF2-40B4-BE49-F238E27FC236}">
                <a16:creationId xmlns:a16="http://schemas.microsoft.com/office/drawing/2014/main" id="{65A3F811-53BF-4046-A9DD-C70D85C82351}"/>
              </a:ext>
            </a:extLst>
          </p:cNvPr>
          <p:cNvSpPr>
            <a:spLocks noGrp="1"/>
          </p:cNvSpPr>
          <p:nvPr/>
        </p:nvSpPr>
        <p:spPr>
          <a:xfrm>
            <a:off x="7858125" y="4425156"/>
            <a:ext cx="198438" cy="198438"/>
          </a:xfrm>
          <a:prstGeom prst="rect">
            <a:avLst/>
          </a:prstGeom>
          <a:solidFill>
            <a:srgbClr val="1D4ED8"/>
          </a:solidFill>
          <a:ln w="11906">
            <a:solidFill>
              <a:srgbClr val="FFFFFF"/>
            </a:solidFill>
          </a:ln>
        </p:spPr>
      </p:sp>
      <p:sp>
        <p:nvSpPr>
          <p:cNvPr id="125" name="object-125">
            <a:extLst>
              <a:ext uri="{FF2B5EF4-FFF2-40B4-BE49-F238E27FC236}">
                <a16:creationId xmlns:a16="http://schemas.microsoft.com/office/drawing/2014/main" id="{6118CFF8-5610-419F-9662-CD91A9FE3FD5}"/>
              </a:ext>
            </a:extLst>
          </p:cNvPr>
          <p:cNvSpPr>
            <a:spLocks noGrp="1"/>
          </p:cNvSpPr>
          <p:nvPr/>
        </p:nvSpPr>
        <p:spPr>
          <a:xfrm>
            <a:off x="8056563" y="4425156"/>
            <a:ext cx="198438" cy="198438"/>
          </a:xfrm>
          <a:prstGeom prst="rect">
            <a:avLst/>
          </a:prstGeom>
          <a:solidFill>
            <a:srgbClr val="1D4ED8"/>
          </a:solidFill>
          <a:ln w="11906">
            <a:solidFill>
              <a:srgbClr val="FFFFFF"/>
            </a:solidFill>
          </a:ln>
        </p:spPr>
      </p:sp>
      <p:sp>
        <p:nvSpPr>
          <p:cNvPr id="126" name="object-126">
            <a:extLst>
              <a:ext uri="{FF2B5EF4-FFF2-40B4-BE49-F238E27FC236}">
                <a16:creationId xmlns:a16="http://schemas.microsoft.com/office/drawing/2014/main" id="{47040E1A-FB1C-4980-A968-458272A4926E}"/>
              </a:ext>
            </a:extLst>
          </p:cNvPr>
          <p:cNvSpPr>
            <a:spLocks noGrp="1"/>
          </p:cNvSpPr>
          <p:nvPr/>
        </p:nvSpPr>
        <p:spPr>
          <a:xfrm>
            <a:off x="8255000" y="4425156"/>
            <a:ext cx="198438" cy="198438"/>
          </a:xfrm>
          <a:prstGeom prst="rect">
            <a:avLst/>
          </a:prstGeom>
          <a:solidFill>
            <a:srgbClr val="1D4ED8"/>
          </a:solidFill>
          <a:ln w="11906">
            <a:solidFill>
              <a:srgbClr val="FFFFFF"/>
            </a:solidFill>
          </a:ln>
        </p:spPr>
      </p:sp>
      <p:sp>
        <p:nvSpPr>
          <p:cNvPr id="127" name="object-127">
            <a:extLst>
              <a:ext uri="{FF2B5EF4-FFF2-40B4-BE49-F238E27FC236}">
                <a16:creationId xmlns:a16="http://schemas.microsoft.com/office/drawing/2014/main" id="{5460A1E7-7696-453D-A06F-CDC6087B0BA2}"/>
              </a:ext>
            </a:extLst>
          </p:cNvPr>
          <p:cNvSpPr>
            <a:spLocks noGrp="1"/>
          </p:cNvSpPr>
          <p:nvPr/>
        </p:nvSpPr>
        <p:spPr>
          <a:xfrm>
            <a:off x="5476875" y="4623594"/>
            <a:ext cx="198438" cy="198438"/>
          </a:xfrm>
          <a:prstGeom prst="rect">
            <a:avLst/>
          </a:prstGeom>
          <a:solidFill>
            <a:srgbClr val="1D4ED8"/>
          </a:solidFill>
          <a:ln w="11906">
            <a:solidFill>
              <a:srgbClr val="FFFFFF"/>
            </a:solidFill>
          </a:ln>
        </p:spPr>
      </p:sp>
      <p:sp>
        <p:nvSpPr>
          <p:cNvPr id="128" name="object-128">
            <a:extLst>
              <a:ext uri="{FF2B5EF4-FFF2-40B4-BE49-F238E27FC236}">
                <a16:creationId xmlns:a16="http://schemas.microsoft.com/office/drawing/2014/main" id="{71281744-EB4B-4FFC-8EA1-9D03E2F1E5F1}"/>
              </a:ext>
            </a:extLst>
          </p:cNvPr>
          <p:cNvSpPr>
            <a:spLocks noGrp="1"/>
          </p:cNvSpPr>
          <p:nvPr/>
        </p:nvSpPr>
        <p:spPr>
          <a:xfrm>
            <a:off x="5675313" y="4623594"/>
            <a:ext cx="198438" cy="198438"/>
          </a:xfrm>
          <a:prstGeom prst="rect">
            <a:avLst/>
          </a:prstGeom>
          <a:solidFill>
            <a:srgbClr val="1D4ED8"/>
          </a:solidFill>
          <a:ln w="11906">
            <a:solidFill>
              <a:srgbClr val="FFFFFF"/>
            </a:solidFill>
          </a:ln>
        </p:spPr>
      </p:sp>
      <p:sp>
        <p:nvSpPr>
          <p:cNvPr id="129" name="object-129">
            <a:extLst>
              <a:ext uri="{FF2B5EF4-FFF2-40B4-BE49-F238E27FC236}">
                <a16:creationId xmlns:a16="http://schemas.microsoft.com/office/drawing/2014/main" id="{F41CA765-0134-4033-A026-E0685077772E}"/>
              </a:ext>
            </a:extLst>
          </p:cNvPr>
          <p:cNvSpPr>
            <a:spLocks noGrp="1"/>
          </p:cNvSpPr>
          <p:nvPr/>
        </p:nvSpPr>
        <p:spPr>
          <a:xfrm>
            <a:off x="5873750" y="4623594"/>
            <a:ext cx="198438" cy="198438"/>
          </a:xfrm>
          <a:prstGeom prst="rect">
            <a:avLst/>
          </a:prstGeom>
          <a:solidFill>
            <a:srgbClr val="1D4ED8"/>
          </a:solidFill>
          <a:ln w="11906">
            <a:solidFill>
              <a:srgbClr val="FFFFFF"/>
            </a:solidFill>
          </a:ln>
        </p:spPr>
      </p:sp>
      <p:sp>
        <p:nvSpPr>
          <p:cNvPr id="130" name="object-130">
            <a:extLst>
              <a:ext uri="{FF2B5EF4-FFF2-40B4-BE49-F238E27FC236}">
                <a16:creationId xmlns:a16="http://schemas.microsoft.com/office/drawing/2014/main" id="{FB0F5C99-A54F-4550-9A37-D4B4C615AC22}"/>
              </a:ext>
            </a:extLst>
          </p:cNvPr>
          <p:cNvSpPr>
            <a:spLocks noGrp="1"/>
          </p:cNvSpPr>
          <p:nvPr/>
        </p:nvSpPr>
        <p:spPr>
          <a:xfrm>
            <a:off x="6072188" y="4623594"/>
            <a:ext cx="198438" cy="198438"/>
          </a:xfrm>
          <a:prstGeom prst="rect">
            <a:avLst/>
          </a:prstGeom>
          <a:solidFill>
            <a:srgbClr val="1D4ED8"/>
          </a:solidFill>
          <a:ln w="11906">
            <a:solidFill>
              <a:srgbClr val="FFFFFF"/>
            </a:solidFill>
          </a:ln>
        </p:spPr>
      </p:sp>
      <p:sp>
        <p:nvSpPr>
          <p:cNvPr id="131" name="object-131">
            <a:extLst>
              <a:ext uri="{FF2B5EF4-FFF2-40B4-BE49-F238E27FC236}">
                <a16:creationId xmlns:a16="http://schemas.microsoft.com/office/drawing/2014/main" id="{9216A541-0684-47C7-BBDA-2346172B88EF}"/>
              </a:ext>
            </a:extLst>
          </p:cNvPr>
          <p:cNvSpPr>
            <a:spLocks noGrp="1"/>
          </p:cNvSpPr>
          <p:nvPr/>
        </p:nvSpPr>
        <p:spPr>
          <a:xfrm>
            <a:off x="6270625" y="4623594"/>
            <a:ext cx="198438" cy="198438"/>
          </a:xfrm>
          <a:prstGeom prst="rect">
            <a:avLst/>
          </a:prstGeom>
          <a:solidFill>
            <a:srgbClr val="1D4ED8"/>
          </a:solidFill>
          <a:ln w="11906">
            <a:solidFill>
              <a:srgbClr val="FFFFFF"/>
            </a:solidFill>
          </a:ln>
        </p:spPr>
      </p:sp>
      <p:sp>
        <p:nvSpPr>
          <p:cNvPr id="132" name="object-132">
            <a:extLst>
              <a:ext uri="{FF2B5EF4-FFF2-40B4-BE49-F238E27FC236}">
                <a16:creationId xmlns:a16="http://schemas.microsoft.com/office/drawing/2014/main" id="{85BCA3A8-C5B7-443E-89F1-DD5D5ABD9812}"/>
              </a:ext>
            </a:extLst>
          </p:cNvPr>
          <p:cNvSpPr>
            <a:spLocks noGrp="1"/>
          </p:cNvSpPr>
          <p:nvPr/>
        </p:nvSpPr>
        <p:spPr>
          <a:xfrm>
            <a:off x="6469063" y="4623594"/>
            <a:ext cx="198438" cy="198438"/>
          </a:xfrm>
          <a:prstGeom prst="rect">
            <a:avLst/>
          </a:prstGeom>
          <a:solidFill>
            <a:srgbClr val="1D4ED8"/>
          </a:solidFill>
          <a:ln w="11906">
            <a:solidFill>
              <a:srgbClr val="FFFFFF"/>
            </a:solidFill>
          </a:ln>
        </p:spPr>
      </p:sp>
      <p:sp>
        <p:nvSpPr>
          <p:cNvPr id="133" name="object-133">
            <a:extLst>
              <a:ext uri="{FF2B5EF4-FFF2-40B4-BE49-F238E27FC236}">
                <a16:creationId xmlns:a16="http://schemas.microsoft.com/office/drawing/2014/main" id="{97DB59C4-4193-44E7-B4B6-92575CC6DB11}"/>
              </a:ext>
            </a:extLst>
          </p:cNvPr>
          <p:cNvSpPr>
            <a:spLocks noGrp="1"/>
          </p:cNvSpPr>
          <p:nvPr/>
        </p:nvSpPr>
        <p:spPr>
          <a:xfrm>
            <a:off x="6667500" y="4623594"/>
            <a:ext cx="198438" cy="198438"/>
          </a:xfrm>
          <a:prstGeom prst="rect">
            <a:avLst/>
          </a:prstGeom>
          <a:solidFill>
            <a:srgbClr val="1D4ED8"/>
          </a:solidFill>
          <a:ln w="11906">
            <a:solidFill>
              <a:srgbClr val="FFFFFF"/>
            </a:solidFill>
          </a:ln>
        </p:spPr>
      </p:sp>
      <p:sp>
        <p:nvSpPr>
          <p:cNvPr id="134" name="object-134">
            <a:extLst>
              <a:ext uri="{FF2B5EF4-FFF2-40B4-BE49-F238E27FC236}">
                <a16:creationId xmlns:a16="http://schemas.microsoft.com/office/drawing/2014/main" id="{8133717C-6701-42E5-A188-B2E37F768193}"/>
              </a:ext>
            </a:extLst>
          </p:cNvPr>
          <p:cNvSpPr>
            <a:spLocks noGrp="1"/>
          </p:cNvSpPr>
          <p:nvPr/>
        </p:nvSpPr>
        <p:spPr>
          <a:xfrm>
            <a:off x="6865937" y="4623594"/>
            <a:ext cx="198438" cy="198438"/>
          </a:xfrm>
          <a:prstGeom prst="rect">
            <a:avLst/>
          </a:prstGeom>
          <a:solidFill>
            <a:srgbClr val="1D4ED8"/>
          </a:solidFill>
          <a:ln w="11906">
            <a:solidFill>
              <a:srgbClr val="FFFFFF"/>
            </a:solidFill>
          </a:ln>
        </p:spPr>
      </p:sp>
      <p:sp>
        <p:nvSpPr>
          <p:cNvPr id="135" name="object-135">
            <a:extLst>
              <a:ext uri="{FF2B5EF4-FFF2-40B4-BE49-F238E27FC236}">
                <a16:creationId xmlns:a16="http://schemas.microsoft.com/office/drawing/2014/main" id="{5B8D2AC7-DA2C-48F0-AD81-3CC1AEB1A2B8}"/>
              </a:ext>
            </a:extLst>
          </p:cNvPr>
          <p:cNvSpPr>
            <a:spLocks noGrp="1"/>
          </p:cNvSpPr>
          <p:nvPr/>
        </p:nvSpPr>
        <p:spPr>
          <a:xfrm>
            <a:off x="7064375" y="4623594"/>
            <a:ext cx="198438" cy="198438"/>
          </a:xfrm>
          <a:prstGeom prst="rect">
            <a:avLst/>
          </a:prstGeom>
          <a:solidFill>
            <a:srgbClr val="1D4ED8"/>
          </a:solidFill>
          <a:ln w="11906">
            <a:solidFill>
              <a:srgbClr val="FFFFFF"/>
            </a:solidFill>
          </a:ln>
        </p:spPr>
      </p:sp>
      <p:sp>
        <p:nvSpPr>
          <p:cNvPr id="136" name="object-136">
            <a:extLst>
              <a:ext uri="{FF2B5EF4-FFF2-40B4-BE49-F238E27FC236}">
                <a16:creationId xmlns:a16="http://schemas.microsoft.com/office/drawing/2014/main" id="{7EE9403B-044F-4488-A2FC-50D6DACF6357}"/>
              </a:ext>
            </a:extLst>
          </p:cNvPr>
          <p:cNvSpPr>
            <a:spLocks noGrp="1"/>
          </p:cNvSpPr>
          <p:nvPr/>
        </p:nvSpPr>
        <p:spPr>
          <a:xfrm>
            <a:off x="7262813" y="4623594"/>
            <a:ext cx="198438" cy="198438"/>
          </a:xfrm>
          <a:prstGeom prst="rect">
            <a:avLst/>
          </a:prstGeom>
          <a:solidFill>
            <a:srgbClr val="1D4ED8"/>
          </a:solidFill>
          <a:ln w="11906">
            <a:solidFill>
              <a:srgbClr val="FFFFFF"/>
            </a:solidFill>
          </a:ln>
        </p:spPr>
      </p:sp>
      <p:sp>
        <p:nvSpPr>
          <p:cNvPr id="137" name="object-137">
            <a:extLst>
              <a:ext uri="{FF2B5EF4-FFF2-40B4-BE49-F238E27FC236}">
                <a16:creationId xmlns:a16="http://schemas.microsoft.com/office/drawing/2014/main" id="{F49D9C1D-4304-4CD9-944B-D6D68D27AE0B}"/>
              </a:ext>
            </a:extLst>
          </p:cNvPr>
          <p:cNvSpPr>
            <a:spLocks noGrp="1"/>
          </p:cNvSpPr>
          <p:nvPr/>
        </p:nvSpPr>
        <p:spPr>
          <a:xfrm>
            <a:off x="7461250" y="4623594"/>
            <a:ext cx="198438" cy="198438"/>
          </a:xfrm>
          <a:prstGeom prst="rect">
            <a:avLst/>
          </a:prstGeom>
          <a:solidFill>
            <a:srgbClr val="1D4ED8"/>
          </a:solidFill>
          <a:ln w="11906">
            <a:solidFill>
              <a:srgbClr val="FFFFFF"/>
            </a:solidFill>
          </a:ln>
        </p:spPr>
      </p:sp>
      <p:sp>
        <p:nvSpPr>
          <p:cNvPr id="138" name="object-138">
            <a:extLst>
              <a:ext uri="{FF2B5EF4-FFF2-40B4-BE49-F238E27FC236}">
                <a16:creationId xmlns:a16="http://schemas.microsoft.com/office/drawing/2014/main" id="{E5D2E235-0E30-48AD-8108-C848094F2D0A}"/>
              </a:ext>
            </a:extLst>
          </p:cNvPr>
          <p:cNvSpPr>
            <a:spLocks noGrp="1"/>
          </p:cNvSpPr>
          <p:nvPr/>
        </p:nvSpPr>
        <p:spPr>
          <a:xfrm>
            <a:off x="7659688" y="4623594"/>
            <a:ext cx="198438" cy="198438"/>
          </a:xfrm>
          <a:prstGeom prst="rect">
            <a:avLst/>
          </a:prstGeom>
          <a:solidFill>
            <a:srgbClr val="1D4ED8"/>
          </a:solidFill>
          <a:ln w="11906">
            <a:solidFill>
              <a:srgbClr val="FFFFFF"/>
            </a:solidFill>
          </a:ln>
        </p:spPr>
      </p:sp>
      <p:sp>
        <p:nvSpPr>
          <p:cNvPr id="139" name="object-139">
            <a:extLst>
              <a:ext uri="{FF2B5EF4-FFF2-40B4-BE49-F238E27FC236}">
                <a16:creationId xmlns:a16="http://schemas.microsoft.com/office/drawing/2014/main" id="{5E2BE3EA-AEF0-49B9-9190-EB56F0438DAF}"/>
              </a:ext>
            </a:extLst>
          </p:cNvPr>
          <p:cNvSpPr>
            <a:spLocks noGrp="1"/>
          </p:cNvSpPr>
          <p:nvPr/>
        </p:nvSpPr>
        <p:spPr>
          <a:xfrm>
            <a:off x="7858125" y="4623594"/>
            <a:ext cx="198438" cy="198438"/>
          </a:xfrm>
          <a:prstGeom prst="rect">
            <a:avLst/>
          </a:prstGeom>
          <a:solidFill>
            <a:srgbClr val="1D4ED8"/>
          </a:solidFill>
          <a:ln w="11906">
            <a:solidFill>
              <a:srgbClr val="FFFFFF"/>
            </a:solidFill>
          </a:ln>
        </p:spPr>
      </p:sp>
      <p:sp>
        <p:nvSpPr>
          <p:cNvPr id="140" name="object-140">
            <a:extLst>
              <a:ext uri="{FF2B5EF4-FFF2-40B4-BE49-F238E27FC236}">
                <a16:creationId xmlns:a16="http://schemas.microsoft.com/office/drawing/2014/main" id="{93C7D5B0-0BCD-42F6-924D-8F21DCC0A19D}"/>
              </a:ext>
            </a:extLst>
          </p:cNvPr>
          <p:cNvSpPr>
            <a:spLocks noGrp="1"/>
          </p:cNvSpPr>
          <p:nvPr/>
        </p:nvSpPr>
        <p:spPr>
          <a:xfrm>
            <a:off x="8056563" y="4623594"/>
            <a:ext cx="198438" cy="198438"/>
          </a:xfrm>
          <a:prstGeom prst="rect">
            <a:avLst/>
          </a:prstGeom>
          <a:solidFill>
            <a:srgbClr val="1D4ED8"/>
          </a:solidFill>
          <a:ln w="11906">
            <a:solidFill>
              <a:srgbClr val="FFFFFF"/>
            </a:solidFill>
          </a:ln>
        </p:spPr>
      </p:sp>
      <p:sp>
        <p:nvSpPr>
          <p:cNvPr id="141" name="object-141">
            <a:extLst>
              <a:ext uri="{FF2B5EF4-FFF2-40B4-BE49-F238E27FC236}">
                <a16:creationId xmlns:a16="http://schemas.microsoft.com/office/drawing/2014/main" id="{C951DB62-4ECD-45E1-82AF-F4AC723920B3}"/>
              </a:ext>
            </a:extLst>
          </p:cNvPr>
          <p:cNvSpPr>
            <a:spLocks noGrp="1"/>
          </p:cNvSpPr>
          <p:nvPr/>
        </p:nvSpPr>
        <p:spPr>
          <a:xfrm>
            <a:off x="8255000" y="4623594"/>
            <a:ext cx="198438" cy="198438"/>
          </a:xfrm>
          <a:prstGeom prst="rect">
            <a:avLst/>
          </a:prstGeom>
          <a:solidFill>
            <a:srgbClr val="1D4ED8"/>
          </a:solidFill>
          <a:ln w="11906">
            <a:solidFill>
              <a:srgbClr val="FFFFFF"/>
            </a:solidFill>
          </a:ln>
        </p:spPr>
      </p:sp>
      <p:sp>
        <p:nvSpPr>
          <p:cNvPr id="142" name="object-142">
            <a:extLst>
              <a:ext uri="{FF2B5EF4-FFF2-40B4-BE49-F238E27FC236}">
                <a16:creationId xmlns:a16="http://schemas.microsoft.com/office/drawing/2014/main" id="{B55F22D4-7D22-4D27-B059-819539D42297}"/>
              </a:ext>
            </a:extLst>
          </p:cNvPr>
          <p:cNvSpPr>
            <a:spLocks noGrp="1"/>
          </p:cNvSpPr>
          <p:nvPr/>
        </p:nvSpPr>
        <p:spPr>
          <a:xfrm>
            <a:off x="5476875" y="4822031"/>
            <a:ext cx="198438" cy="198438"/>
          </a:xfrm>
          <a:prstGeom prst="rect">
            <a:avLst/>
          </a:prstGeom>
          <a:solidFill>
            <a:srgbClr val="1D4ED8"/>
          </a:solidFill>
          <a:ln w="11906">
            <a:solidFill>
              <a:srgbClr val="FFFFFF"/>
            </a:solidFill>
          </a:ln>
        </p:spPr>
      </p:sp>
      <p:sp>
        <p:nvSpPr>
          <p:cNvPr id="143" name="object-143">
            <a:extLst>
              <a:ext uri="{FF2B5EF4-FFF2-40B4-BE49-F238E27FC236}">
                <a16:creationId xmlns:a16="http://schemas.microsoft.com/office/drawing/2014/main" id="{50274FA2-D6D0-4F4C-8F13-293CDD05B632}"/>
              </a:ext>
            </a:extLst>
          </p:cNvPr>
          <p:cNvSpPr>
            <a:spLocks noGrp="1"/>
          </p:cNvSpPr>
          <p:nvPr/>
        </p:nvSpPr>
        <p:spPr>
          <a:xfrm>
            <a:off x="5675313" y="4822031"/>
            <a:ext cx="198438" cy="198438"/>
          </a:xfrm>
          <a:prstGeom prst="rect">
            <a:avLst/>
          </a:prstGeom>
          <a:solidFill>
            <a:srgbClr val="1D4ED8"/>
          </a:solidFill>
          <a:ln w="11906">
            <a:solidFill>
              <a:srgbClr val="FFFFFF"/>
            </a:solidFill>
          </a:ln>
        </p:spPr>
      </p:sp>
      <p:sp>
        <p:nvSpPr>
          <p:cNvPr id="144" name="object-144">
            <a:extLst>
              <a:ext uri="{FF2B5EF4-FFF2-40B4-BE49-F238E27FC236}">
                <a16:creationId xmlns:a16="http://schemas.microsoft.com/office/drawing/2014/main" id="{0AC85E5D-1CE3-4D71-8CD6-69FE431A3543}"/>
              </a:ext>
            </a:extLst>
          </p:cNvPr>
          <p:cNvSpPr>
            <a:spLocks noGrp="1"/>
          </p:cNvSpPr>
          <p:nvPr/>
        </p:nvSpPr>
        <p:spPr>
          <a:xfrm>
            <a:off x="5873750" y="4822031"/>
            <a:ext cx="198438" cy="198438"/>
          </a:xfrm>
          <a:prstGeom prst="rect">
            <a:avLst/>
          </a:prstGeom>
          <a:solidFill>
            <a:srgbClr val="1D4ED8"/>
          </a:solidFill>
          <a:ln w="11906">
            <a:solidFill>
              <a:srgbClr val="FFFFFF"/>
            </a:solidFill>
          </a:ln>
        </p:spPr>
      </p:sp>
      <p:sp>
        <p:nvSpPr>
          <p:cNvPr id="145" name="object-145">
            <a:extLst>
              <a:ext uri="{FF2B5EF4-FFF2-40B4-BE49-F238E27FC236}">
                <a16:creationId xmlns:a16="http://schemas.microsoft.com/office/drawing/2014/main" id="{11108853-691F-42CF-A6CF-B25E23397EF2}"/>
              </a:ext>
            </a:extLst>
          </p:cNvPr>
          <p:cNvSpPr>
            <a:spLocks noGrp="1"/>
          </p:cNvSpPr>
          <p:nvPr/>
        </p:nvSpPr>
        <p:spPr>
          <a:xfrm>
            <a:off x="6072188" y="4822031"/>
            <a:ext cx="198438" cy="198438"/>
          </a:xfrm>
          <a:prstGeom prst="rect">
            <a:avLst/>
          </a:prstGeom>
          <a:solidFill>
            <a:srgbClr val="1D4ED8"/>
          </a:solidFill>
          <a:ln w="11906">
            <a:solidFill>
              <a:srgbClr val="FFFFFF"/>
            </a:solidFill>
          </a:ln>
        </p:spPr>
      </p:sp>
      <p:sp>
        <p:nvSpPr>
          <p:cNvPr id="146" name="object-146">
            <a:extLst>
              <a:ext uri="{FF2B5EF4-FFF2-40B4-BE49-F238E27FC236}">
                <a16:creationId xmlns:a16="http://schemas.microsoft.com/office/drawing/2014/main" id="{D9C9BCA6-6DA2-41C5-A261-72A7634D342D}"/>
              </a:ext>
            </a:extLst>
          </p:cNvPr>
          <p:cNvSpPr>
            <a:spLocks noGrp="1"/>
          </p:cNvSpPr>
          <p:nvPr/>
        </p:nvSpPr>
        <p:spPr>
          <a:xfrm>
            <a:off x="6270625" y="4822031"/>
            <a:ext cx="198438" cy="198438"/>
          </a:xfrm>
          <a:prstGeom prst="rect">
            <a:avLst/>
          </a:prstGeom>
          <a:solidFill>
            <a:srgbClr val="1D4ED8"/>
          </a:solidFill>
          <a:ln w="11906">
            <a:solidFill>
              <a:srgbClr val="FFFFFF"/>
            </a:solidFill>
          </a:ln>
        </p:spPr>
      </p:sp>
      <p:sp>
        <p:nvSpPr>
          <p:cNvPr id="147" name="object-147">
            <a:extLst>
              <a:ext uri="{FF2B5EF4-FFF2-40B4-BE49-F238E27FC236}">
                <a16:creationId xmlns:a16="http://schemas.microsoft.com/office/drawing/2014/main" id="{BA0514CC-B63E-4188-8C8A-F8BA69307C83}"/>
              </a:ext>
            </a:extLst>
          </p:cNvPr>
          <p:cNvSpPr>
            <a:spLocks noGrp="1"/>
          </p:cNvSpPr>
          <p:nvPr/>
        </p:nvSpPr>
        <p:spPr>
          <a:xfrm>
            <a:off x="6469063" y="4822031"/>
            <a:ext cx="198438" cy="198438"/>
          </a:xfrm>
          <a:prstGeom prst="rect">
            <a:avLst/>
          </a:prstGeom>
          <a:solidFill>
            <a:srgbClr val="1D4ED8"/>
          </a:solidFill>
          <a:ln w="11906">
            <a:solidFill>
              <a:srgbClr val="FFFFFF"/>
            </a:solidFill>
          </a:ln>
        </p:spPr>
      </p:sp>
      <p:sp>
        <p:nvSpPr>
          <p:cNvPr id="148" name="object-148">
            <a:extLst>
              <a:ext uri="{FF2B5EF4-FFF2-40B4-BE49-F238E27FC236}">
                <a16:creationId xmlns:a16="http://schemas.microsoft.com/office/drawing/2014/main" id="{BD86489E-0020-4E8D-A0AE-DBFD77398730}"/>
              </a:ext>
            </a:extLst>
          </p:cNvPr>
          <p:cNvSpPr>
            <a:spLocks noGrp="1"/>
          </p:cNvSpPr>
          <p:nvPr/>
        </p:nvSpPr>
        <p:spPr>
          <a:xfrm>
            <a:off x="6667500" y="4822031"/>
            <a:ext cx="198438" cy="198438"/>
          </a:xfrm>
          <a:prstGeom prst="rect">
            <a:avLst/>
          </a:prstGeom>
          <a:solidFill>
            <a:srgbClr val="1D4ED8"/>
          </a:solidFill>
          <a:ln w="11906">
            <a:solidFill>
              <a:srgbClr val="FFFFFF"/>
            </a:solidFill>
          </a:ln>
        </p:spPr>
      </p:sp>
      <p:sp>
        <p:nvSpPr>
          <p:cNvPr id="149" name="object-149">
            <a:extLst>
              <a:ext uri="{FF2B5EF4-FFF2-40B4-BE49-F238E27FC236}">
                <a16:creationId xmlns:a16="http://schemas.microsoft.com/office/drawing/2014/main" id="{015FB443-E2EA-4999-9442-CA41D2302134}"/>
              </a:ext>
            </a:extLst>
          </p:cNvPr>
          <p:cNvSpPr>
            <a:spLocks noGrp="1"/>
          </p:cNvSpPr>
          <p:nvPr/>
        </p:nvSpPr>
        <p:spPr>
          <a:xfrm>
            <a:off x="6865937" y="4822031"/>
            <a:ext cx="198438" cy="198438"/>
          </a:xfrm>
          <a:prstGeom prst="rect">
            <a:avLst/>
          </a:prstGeom>
          <a:solidFill>
            <a:srgbClr val="1D4ED8"/>
          </a:solidFill>
          <a:ln w="11906">
            <a:solidFill>
              <a:srgbClr val="FFFFFF"/>
            </a:solidFill>
          </a:ln>
        </p:spPr>
      </p:sp>
      <p:sp>
        <p:nvSpPr>
          <p:cNvPr id="150" name="object-150">
            <a:extLst>
              <a:ext uri="{FF2B5EF4-FFF2-40B4-BE49-F238E27FC236}">
                <a16:creationId xmlns:a16="http://schemas.microsoft.com/office/drawing/2014/main" id="{4C090749-283A-4DB5-9B79-B0D1CFA204B7}"/>
              </a:ext>
            </a:extLst>
          </p:cNvPr>
          <p:cNvSpPr>
            <a:spLocks noGrp="1"/>
          </p:cNvSpPr>
          <p:nvPr/>
        </p:nvSpPr>
        <p:spPr>
          <a:xfrm>
            <a:off x="7064375" y="4822031"/>
            <a:ext cx="198438" cy="198438"/>
          </a:xfrm>
          <a:prstGeom prst="rect">
            <a:avLst/>
          </a:prstGeom>
          <a:solidFill>
            <a:srgbClr val="1D4ED8"/>
          </a:solidFill>
          <a:ln w="11906">
            <a:solidFill>
              <a:srgbClr val="FFFFFF"/>
            </a:solidFill>
          </a:ln>
        </p:spPr>
      </p:sp>
      <p:sp>
        <p:nvSpPr>
          <p:cNvPr id="151" name="object-151">
            <a:extLst>
              <a:ext uri="{FF2B5EF4-FFF2-40B4-BE49-F238E27FC236}">
                <a16:creationId xmlns:a16="http://schemas.microsoft.com/office/drawing/2014/main" id="{F020866E-04FC-4658-A8D0-8593BED39319}"/>
              </a:ext>
            </a:extLst>
          </p:cNvPr>
          <p:cNvSpPr>
            <a:spLocks noGrp="1"/>
          </p:cNvSpPr>
          <p:nvPr/>
        </p:nvSpPr>
        <p:spPr>
          <a:xfrm>
            <a:off x="7262813" y="4822031"/>
            <a:ext cx="198438" cy="198438"/>
          </a:xfrm>
          <a:prstGeom prst="rect">
            <a:avLst/>
          </a:prstGeom>
          <a:solidFill>
            <a:srgbClr val="1D4ED8"/>
          </a:solidFill>
          <a:ln w="11906">
            <a:solidFill>
              <a:srgbClr val="FFFFFF"/>
            </a:solidFill>
          </a:ln>
        </p:spPr>
      </p:sp>
      <p:sp>
        <p:nvSpPr>
          <p:cNvPr id="152" name="object-152">
            <a:extLst>
              <a:ext uri="{FF2B5EF4-FFF2-40B4-BE49-F238E27FC236}">
                <a16:creationId xmlns:a16="http://schemas.microsoft.com/office/drawing/2014/main" id="{D854CB1A-789D-4AFD-8DEA-74B844BCAA88}"/>
              </a:ext>
            </a:extLst>
          </p:cNvPr>
          <p:cNvSpPr>
            <a:spLocks noGrp="1"/>
          </p:cNvSpPr>
          <p:nvPr/>
        </p:nvSpPr>
        <p:spPr>
          <a:xfrm>
            <a:off x="7461250" y="4822031"/>
            <a:ext cx="198438" cy="198438"/>
          </a:xfrm>
          <a:prstGeom prst="rect">
            <a:avLst/>
          </a:prstGeom>
          <a:solidFill>
            <a:srgbClr val="1D4ED8"/>
          </a:solidFill>
          <a:ln w="11906">
            <a:solidFill>
              <a:srgbClr val="FFFFFF"/>
            </a:solidFill>
          </a:ln>
        </p:spPr>
      </p:sp>
      <p:sp>
        <p:nvSpPr>
          <p:cNvPr id="153" name="object-153">
            <a:extLst>
              <a:ext uri="{FF2B5EF4-FFF2-40B4-BE49-F238E27FC236}">
                <a16:creationId xmlns:a16="http://schemas.microsoft.com/office/drawing/2014/main" id="{DA5D2CE3-D5B6-41FD-93C9-68E446EF8C55}"/>
              </a:ext>
            </a:extLst>
          </p:cNvPr>
          <p:cNvSpPr>
            <a:spLocks noGrp="1"/>
          </p:cNvSpPr>
          <p:nvPr/>
        </p:nvSpPr>
        <p:spPr>
          <a:xfrm>
            <a:off x="7659688" y="4822031"/>
            <a:ext cx="198438" cy="198438"/>
          </a:xfrm>
          <a:prstGeom prst="rect">
            <a:avLst/>
          </a:prstGeom>
          <a:solidFill>
            <a:srgbClr val="1D4ED8"/>
          </a:solidFill>
          <a:ln w="11906">
            <a:solidFill>
              <a:srgbClr val="FFFFFF"/>
            </a:solidFill>
          </a:ln>
        </p:spPr>
      </p:sp>
      <p:sp>
        <p:nvSpPr>
          <p:cNvPr id="154" name="object-154">
            <a:extLst>
              <a:ext uri="{FF2B5EF4-FFF2-40B4-BE49-F238E27FC236}">
                <a16:creationId xmlns:a16="http://schemas.microsoft.com/office/drawing/2014/main" id="{2DDDCB0E-56E0-4230-8A4E-0F75D17FFE74}"/>
              </a:ext>
            </a:extLst>
          </p:cNvPr>
          <p:cNvSpPr>
            <a:spLocks noGrp="1"/>
          </p:cNvSpPr>
          <p:nvPr/>
        </p:nvSpPr>
        <p:spPr>
          <a:xfrm>
            <a:off x="7858125" y="4822031"/>
            <a:ext cx="198438" cy="198438"/>
          </a:xfrm>
          <a:prstGeom prst="rect">
            <a:avLst/>
          </a:prstGeom>
          <a:solidFill>
            <a:srgbClr val="1D4ED8"/>
          </a:solidFill>
          <a:ln w="11906">
            <a:solidFill>
              <a:srgbClr val="FFFFFF"/>
            </a:solidFill>
          </a:ln>
        </p:spPr>
      </p:sp>
      <p:sp>
        <p:nvSpPr>
          <p:cNvPr id="155" name="object-155">
            <a:extLst>
              <a:ext uri="{FF2B5EF4-FFF2-40B4-BE49-F238E27FC236}">
                <a16:creationId xmlns:a16="http://schemas.microsoft.com/office/drawing/2014/main" id="{698779BC-8D0F-4D9D-8A63-C33635584971}"/>
              </a:ext>
            </a:extLst>
          </p:cNvPr>
          <p:cNvSpPr>
            <a:spLocks noGrp="1"/>
          </p:cNvSpPr>
          <p:nvPr/>
        </p:nvSpPr>
        <p:spPr>
          <a:xfrm>
            <a:off x="8056563" y="4822031"/>
            <a:ext cx="198438" cy="198438"/>
          </a:xfrm>
          <a:prstGeom prst="rect">
            <a:avLst/>
          </a:prstGeom>
          <a:solidFill>
            <a:srgbClr val="1D4ED8"/>
          </a:solidFill>
          <a:ln w="11906">
            <a:solidFill>
              <a:srgbClr val="FFFFFF"/>
            </a:solidFill>
          </a:ln>
        </p:spPr>
      </p:sp>
      <p:sp>
        <p:nvSpPr>
          <p:cNvPr id="156" name="object-156">
            <a:extLst>
              <a:ext uri="{FF2B5EF4-FFF2-40B4-BE49-F238E27FC236}">
                <a16:creationId xmlns:a16="http://schemas.microsoft.com/office/drawing/2014/main" id="{61D3CF91-D453-465B-A96A-F447FDC8E970}"/>
              </a:ext>
            </a:extLst>
          </p:cNvPr>
          <p:cNvSpPr>
            <a:spLocks noGrp="1"/>
          </p:cNvSpPr>
          <p:nvPr/>
        </p:nvSpPr>
        <p:spPr>
          <a:xfrm>
            <a:off x="8255000" y="4822031"/>
            <a:ext cx="198438" cy="198438"/>
          </a:xfrm>
          <a:prstGeom prst="rect">
            <a:avLst/>
          </a:prstGeom>
          <a:solidFill>
            <a:srgbClr val="1D4ED8"/>
          </a:solidFill>
          <a:ln w="11906">
            <a:solidFill>
              <a:srgbClr val="FFFFFF"/>
            </a:solidFill>
          </a:ln>
        </p:spPr>
      </p:sp>
      <p:sp>
        <p:nvSpPr>
          <p:cNvPr id="157" name="object-157">
            <a:extLst>
              <a:ext uri="{FF2B5EF4-FFF2-40B4-BE49-F238E27FC236}">
                <a16:creationId xmlns:a16="http://schemas.microsoft.com/office/drawing/2014/main" id="{236225F0-247B-445D-BFA9-F3EF2AB331C6}"/>
              </a:ext>
            </a:extLst>
          </p:cNvPr>
          <p:cNvSpPr>
            <a:spLocks noGrp="1"/>
          </p:cNvSpPr>
          <p:nvPr/>
        </p:nvSpPr>
        <p:spPr>
          <a:xfrm>
            <a:off x="5476875" y="5020469"/>
            <a:ext cx="198438" cy="198438"/>
          </a:xfrm>
          <a:prstGeom prst="rect">
            <a:avLst/>
          </a:prstGeom>
          <a:solidFill>
            <a:srgbClr val="1D4ED8"/>
          </a:solidFill>
          <a:ln w="11906">
            <a:solidFill>
              <a:srgbClr val="FFFFFF"/>
            </a:solidFill>
          </a:ln>
        </p:spPr>
      </p:sp>
      <p:sp>
        <p:nvSpPr>
          <p:cNvPr id="158" name="object-158">
            <a:extLst>
              <a:ext uri="{FF2B5EF4-FFF2-40B4-BE49-F238E27FC236}">
                <a16:creationId xmlns:a16="http://schemas.microsoft.com/office/drawing/2014/main" id="{4423303E-C612-47E0-9B29-1E6F64EAA03D}"/>
              </a:ext>
            </a:extLst>
          </p:cNvPr>
          <p:cNvSpPr>
            <a:spLocks noGrp="1"/>
          </p:cNvSpPr>
          <p:nvPr/>
        </p:nvSpPr>
        <p:spPr>
          <a:xfrm>
            <a:off x="5675313" y="5020469"/>
            <a:ext cx="198438" cy="198438"/>
          </a:xfrm>
          <a:prstGeom prst="rect">
            <a:avLst/>
          </a:prstGeom>
          <a:solidFill>
            <a:srgbClr val="1D4ED8"/>
          </a:solidFill>
          <a:ln w="11906">
            <a:solidFill>
              <a:srgbClr val="FFFFFF"/>
            </a:solidFill>
          </a:ln>
        </p:spPr>
      </p:sp>
      <p:sp>
        <p:nvSpPr>
          <p:cNvPr id="159" name="object-159">
            <a:extLst>
              <a:ext uri="{FF2B5EF4-FFF2-40B4-BE49-F238E27FC236}">
                <a16:creationId xmlns:a16="http://schemas.microsoft.com/office/drawing/2014/main" id="{FB319E58-AD2A-4782-BD41-B94B5B606EB7}"/>
              </a:ext>
            </a:extLst>
          </p:cNvPr>
          <p:cNvSpPr>
            <a:spLocks noGrp="1"/>
          </p:cNvSpPr>
          <p:nvPr/>
        </p:nvSpPr>
        <p:spPr>
          <a:xfrm>
            <a:off x="5873750" y="5020469"/>
            <a:ext cx="198438" cy="198438"/>
          </a:xfrm>
          <a:prstGeom prst="rect">
            <a:avLst/>
          </a:prstGeom>
          <a:solidFill>
            <a:srgbClr val="1D4ED8"/>
          </a:solidFill>
          <a:ln w="11906">
            <a:solidFill>
              <a:srgbClr val="FFFFFF"/>
            </a:solidFill>
          </a:ln>
        </p:spPr>
      </p:sp>
      <p:sp>
        <p:nvSpPr>
          <p:cNvPr id="160" name="object-160">
            <a:extLst>
              <a:ext uri="{FF2B5EF4-FFF2-40B4-BE49-F238E27FC236}">
                <a16:creationId xmlns:a16="http://schemas.microsoft.com/office/drawing/2014/main" id="{7D91C897-BA01-4572-A332-4AA3B8838B0A}"/>
              </a:ext>
            </a:extLst>
          </p:cNvPr>
          <p:cNvSpPr>
            <a:spLocks noGrp="1"/>
          </p:cNvSpPr>
          <p:nvPr/>
        </p:nvSpPr>
        <p:spPr>
          <a:xfrm>
            <a:off x="6072188" y="5020469"/>
            <a:ext cx="198438" cy="198438"/>
          </a:xfrm>
          <a:prstGeom prst="rect">
            <a:avLst/>
          </a:prstGeom>
          <a:solidFill>
            <a:srgbClr val="1D4ED8"/>
          </a:solidFill>
          <a:ln w="11906">
            <a:solidFill>
              <a:srgbClr val="FFFFFF"/>
            </a:solidFill>
          </a:ln>
        </p:spPr>
      </p:sp>
      <p:sp>
        <p:nvSpPr>
          <p:cNvPr id="161" name="object-161">
            <a:extLst>
              <a:ext uri="{FF2B5EF4-FFF2-40B4-BE49-F238E27FC236}">
                <a16:creationId xmlns:a16="http://schemas.microsoft.com/office/drawing/2014/main" id="{DD9FFB43-0E98-4FEB-9872-0B770C25E82A}"/>
              </a:ext>
            </a:extLst>
          </p:cNvPr>
          <p:cNvSpPr>
            <a:spLocks noGrp="1"/>
          </p:cNvSpPr>
          <p:nvPr/>
        </p:nvSpPr>
        <p:spPr>
          <a:xfrm>
            <a:off x="6270625" y="5020469"/>
            <a:ext cx="198438" cy="198438"/>
          </a:xfrm>
          <a:prstGeom prst="rect">
            <a:avLst/>
          </a:prstGeom>
          <a:solidFill>
            <a:srgbClr val="1D4ED8"/>
          </a:solidFill>
          <a:ln w="11906">
            <a:solidFill>
              <a:srgbClr val="FFFFFF"/>
            </a:solidFill>
          </a:ln>
        </p:spPr>
      </p:sp>
      <p:sp>
        <p:nvSpPr>
          <p:cNvPr id="162" name="object-162">
            <a:extLst>
              <a:ext uri="{FF2B5EF4-FFF2-40B4-BE49-F238E27FC236}">
                <a16:creationId xmlns:a16="http://schemas.microsoft.com/office/drawing/2014/main" id="{1835BC27-1B71-46F2-B6D6-FC3908174E95}"/>
              </a:ext>
            </a:extLst>
          </p:cNvPr>
          <p:cNvSpPr>
            <a:spLocks noGrp="1"/>
          </p:cNvSpPr>
          <p:nvPr/>
        </p:nvSpPr>
        <p:spPr>
          <a:xfrm>
            <a:off x="6469063" y="5020469"/>
            <a:ext cx="198438" cy="198438"/>
          </a:xfrm>
          <a:prstGeom prst="rect">
            <a:avLst/>
          </a:prstGeom>
          <a:solidFill>
            <a:srgbClr val="1D4ED8"/>
          </a:solidFill>
          <a:ln w="11906">
            <a:solidFill>
              <a:srgbClr val="FFFFFF"/>
            </a:solidFill>
          </a:ln>
        </p:spPr>
      </p:sp>
      <p:sp>
        <p:nvSpPr>
          <p:cNvPr id="163" name="object-163">
            <a:extLst>
              <a:ext uri="{FF2B5EF4-FFF2-40B4-BE49-F238E27FC236}">
                <a16:creationId xmlns:a16="http://schemas.microsoft.com/office/drawing/2014/main" id="{C3C5C16A-48A6-4120-A80B-D60FE5DCDF26}"/>
              </a:ext>
            </a:extLst>
          </p:cNvPr>
          <p:cNvSpPr>
            <a:spLocks noGrp="1"/>
          </p:cNvSpPr>
          <p:nvPr/>
        </p:nvSpPr>
        <p:spPr>
          <a:xfrm>
            <a:off x="6667500" y="5020469"/>
            <a:ext cx="198438" cy="198438"/>
          </a:xfrm>
          <a:prstGeom prst="rect">
            <a:avLst/>
          </a:prstGeom>
          <a:solidFill>
            <a:srgbClr val="1D4ED8"/>
          </a:solidFill>
          <a:ln w="11906">
            <a:solidFill>
              <a:srgbClr val="FFFFFF"/>
            </a:solidFill>
          </a:ln>
        </p:spPr>
      </p:sp>
      <p:sp>
        <p:nvSpPr>
          <p:cNvPr id="164" name="object-164">
            <a:extLst>
              <a:ext uri="{FF2B5EF4-FFF2-40B4-BE49-F238E27FC236}">
                <a16:creationId xmlns:a16="http://schemas.microsoft.com/office/drawing/2014/main" id="{4E968232-46CD-439C-ADFC-74EF877DD420}"/>
              </a:ext>
            </a:extLst>
          </p:cNvPr>
          <p:cNvSpPr>
            <a:spLocks noGrp="1"/>
          </p:cNvSpPr>
          <p:nvPr/>
        </p:nvSpPr>
        <p:spPr>
          <a:xfrm>
            <a:off x="6865937" y="5020469"/>
            <a:ext cx="198438" cy="198438"/>
          </a:xfrm>
          <a:prstGeom prst="rect">
            <a:avLst/>
          </a:prstGeom>
          <a:solidFill>
            <a:srgbClr val="1D4ED8"/>
          </a:solidFill>
          <a:ln w="11906">
            <a:solidFill>
              <a:srgbClr val="FFFFFF"/>
            </a:solidFill>
          </a:ln>
        </p:spPr>
      </p:sp>
      <p:sp>
        <p:nvSpPr>
          <p:cNvPr id="165" name="object-165">
            <a:extLst>
              <a:ext uri="{FF2B5EF4-FFF2-40B4-BE49-F238E27FC236}">
                <a16:creationId xmlns:a16="http://schemas.microsoft.com/office/drawing/2014/main" id="{10A3FE8A-CCB0-43B0-AD5A-735145E56B9A}"/>
              </a:ext>
            </a:extLst>
          </p:cNvPr>
          <p:cNvSpPr>
            <a:spLocks noGrp="1"/>
          </p:cNvSpPr>
          <p:nvPr/>
        </p:nvSpPr>
        <p:spPr>
          <a:xfrm>
            <a:off x="7064375" y="5020469"/>
            <a:ext cx="198438" cy="198438"/>
          </a:xfrm>
          <a:prstGeom prst="rect">
            <a:avLst/>
          </a:prstGeom>
          <a:solidFill>
            <a:srgbClr val="1D4ED8"/>
          </a:solidFill>
          <a:ln w="11906">
            <a:solidFill>
              <a:srgbClr val="FFFFFF"/>
            </a:solidFill>
          </a:ln>
        </p:spPr>
      </p:sp>
      <p:sp>
        <p:nvSpPr>
          <p:cNvPr id="166" name="object-166">
            <a:extLst>
              <a:ext uri="{FF2B5EF4-FFF2-40B4-BE49-F238E27FC236}">
                <a16:creationId xmlns:a16="http://schemas.microsoft.com/office/drawing/2014/main" id="{384A6727-DB24-409D-A261-695413C7654F}"/>
              </a:ext>
            </a:extLst>
          </p:cNvPr>
          <p:cNvSpPr>
            <a:spLocks noGrp="1"/>
          </p:cNvSpPr>
          <p:nvPr/>
        </p:nvSpPr>
        <p:spPr>
          <a:xfrm>
            <a:off x="7262813" y="5020469"/>
            <a:ext cx="198438" cy="198438"/>
          </a:xfrm>
          <a:prstGeom prst="rect">
            <a:avLst/>
          </a:prstGeom>
          <a:solidFill>
            <a:srgbClr val="1D4ED8"/>
          </a:solidFill>
          <a:ln w="11906">
            <a:solidFill>
              <a:srgbClr val="FFFFFF"/>
            </a:solidFill>
          </a:ln>
        </p:spPr>
      </p:sp>
      <p:sp>
        <p:nvSpPr>
          <p:cNvPr id="167" name="object-167">
            <a:extLst>
              <a:ext uri="{FF2B5EF4-FFF2-40B4-BE49-F238E27FC236}">
                <a16:creationId xmlns:a16="http://schemas.microsoft.com/office/drawing/2014/main" id="{F4EB24A9-FADC-40F0-9401-50EFD00C0DAE}"/>
              </a:ext>
            </a:extLst>
          </p:cNvPr>
          <p:cNvSpPr>
            <a:spLocks noGrp="1"/>
          </p:cNvSpPr>
          <p:nvPr/>
        </p:nvSpPr>
        <p:spPr>
          <a:xfrm>
            <a:off x="7461250" y="5020469"/>
            <a:ext cx="198438" cy="198438"/>
          </a:xfrm>
          <a:prstGeom prst="rect">
            <a:avLst/>
          </a:prstGeom>
          <a:solidFill>
            <a:srgbClr val="1D4ED8"/>
          </a:solidFill>
          <a:ln w="11906">
            <a:solidFill>
              <a:srgbClr val="FFFFFF"/>
            </a:solidFill>
          </a:ln>
        </p:spPr>
      </p:sp>
      <p:sp>
        <p:nvSpPr>
          <p:cNvPr id="168" name="object-168">
            <a:extLst>
              <a:ext uri="{FF2B5EF4-FFF2-40B4-BE49-F238E27FC236}">
                <a16:creationId xmlns:a16="http://schemas.microsoft.com/office/drawing/2014/main" id="{C57C5B59-8A1D-4692-9792-56D8FD5A40B1}"/>
              </a:ext>
            </a:extLst>
          </p:cNvPr>
          <p:cNvSpPr>
            <a:spLocks noGrp="1"/>
          </p:cNvSpPr>
          <p:nvPr/>
        </p:nvSpPr>
        <p:spPr>
          <a:xfrm>
            <a:off x="7659688" y="5020469"/>
            <a:ext cx="198438" cy="198438"/>
          </a:xfrm>
          <a:prstGeom prst="rect">
            <a:avLst/>
          </a:prstGeom>
          <a:solidFill>
            <a:srgbClr val="1D4ED8"/>
          </a:solidFill>
          <a:ln w="11906">
            <a:solidFill>
              <a:srgbClr val="FFFFFF"/>
            </a:solidFill>
          </a:ln>
        </p:spPr>
      </p:sp>
      <p:sp>
        <p:nvSpPr>
          <p:cNvPr id="169" name="object-169">
            <a:extLst>
              <a:ext uri="{FF2B5EF4-FFF2-40B4-BE49-F238E27FC236}">
                <a16:creationId xmlns:a16="http://schemas.microsoft.com/office/drawing/2014/main" id="{C8DE3E86-3400-4883-8443-287B13A528A9}"/>
              </a:ext>
            </a:extLst>
          </p:cNvPr>
          <p:cNvSpPr>
            <a:spLocks noGrp="1"/>
          </p:cNvSpPr>
          <p:nvPr/>
        </p:nvSpPr>
        <p:spPr>
          <a:xfrm>
            <a:off x="7858125" y="5020469"/>
            <a:ext cx="198438" cy="198438"/>
          </a:xfrm>
          <a:prstGeom prst="rect">
            <a:avLst/>
          </a:prstGeom>
          <a:solidFill>
            <a:srgbClr val="1D4ED8"/>
          </a:solidFill>
          <a:ln w="11906">
            <a:solidFill>
              <a:srgbClr val="FFFFFF"/>
            </a:solidFill>
          </a:ln>
        </p:spPr>
      </p:sp>
      <p:sp>
        <p:nvSpPr>
          <p:cNvPr id="170" name="object-170">
            <a:extLst>
              <a:ext uri="{FF2B5EF4-FFF2-40B4-BE49-F238E27FC236}">
                <a16:creationId xmlns:a16="http://schemas.microsoft.com/office/drawing/2014/main" id="{31718F3C-A92D-45C7-BE7B-F98A58C2AE54}"/>
              </a:ext>
            </a:extLst>
          </p:cNvPr>
          <p:cNvSpPr>
            <a:spLocks noGrp="1"/>
          </p:cNvSpPr>
          <p:nvPr/>
        </p:nvSpPr>
        <p:spPr>
          <a:xfrm>
            <a:off x="8056563" y="5020469"/>
            <a:ext cx="198438" cy="198438"/>
          </a:xfrm>
          <a:prstGeom prst="rect">
            <a:avLst/>
          </a:prstGeom>
          <a:solidFill>
            <a:srgbClr val="1D4ED8"/>
          </a:solidFill>
          <a:ln w="11906">
            <a:solidFill>
              <a:srgbClr val="FFFFFF"/>
            </a:solidFill>
          </a:ln>
        </p:spPr>
      </p:sp>
      <p:sp>
        <p:nvSpPr>
          <p:cNvPr id="171" name="object-171">
            <a:extLst>
              <a:ext uri="{FF2B5EF4-FFF2-40B4-BE49-F238E27FC236}">
                <a16:creationId xmlns:a16="http://schemas.microsoft.com/office/drawing/2014/main" id="{272CC5E6-1282-4310-891A-7302CD1C9D2C}"/>
              </a:ext>
            </a:extLst>
          </p:cNvPr>
          <p:cNvSpPr>
            <a:spLocks noGrp="1"/>
          </p:cNvSpPr>
          <p:nvPr/>
        </p:nvSpPr>
        <p:spPr>
          <a:xfrm>
            <a:off x="8255000" y="5020469"/>
            <a:ext cx="198438" cy="198438"/>
          </a:xfrm>
          <a:prstGeom prst="rect">
            <a:avLst/>
          </a:prstGeom>
          <a:solidFill>
            <a:srgbClr val="1D4ED8"/>
          </a:solidFill>
          <a:ln w="11906">
            <a:solidFill>
              <a:srgbClr val="FFFFFF"/>
            </a:solidFill>
          </a:ln>
        </p:spPr>
      </p:sp>
      <p:sp>
        <p:nvSpPr>
          <p:cNvPr id="172" name="object-172">
            <a:extLst>
              <a:ext uri="{FF2B5EF4-FFF2-40B4-BE49-F238E27FC236}">
                <a16:creationId xmlns:a16="http://schemas.microsoft.com/office/drawing/2014/main" id="{C067E00A-B3F8-4A55-BAEA-A41A6F2A6536}"/>
              </a:ext>
            </a:extLst>
          </p:cNvPr>
          <p:cNvSpPr>
            <a:spLocks noGrp="1"/>
          </p:cNvSpPr>
          <p:nvPr/>
        </p:nvSpPr>
        <p:spPr>
          <a:xfrm>
            <a:off x="5476875" y="5218906"/>
            <a:ext cx="198438" cy="198438"/>
          </a:xfrm>
          <a:prstGeom prst="rect">
            <a:avLst/>
          </a:prstGeom>
          <a:solidFill>
            <a:srgbClr val="1D4ED8"/>
          </a:solidFill>
          <a:ln w="11906">
            <a:solidFill>
              <a:srgbClr val="FFFFFF"/>
            </a:solidFill>
          </a:ln>
        </p:spPr>
      </p:sp>
      <p:sp>
        <p:nvSpPr>
          <p:cNvPr id="173" name="object-173">
            <a:extLst>
              <a:ext uri="{FF2B5EF4-FFF2-40B4-BE49-F238E27FC236}">
                <a16:creationId xmlns:a16="http://schemas.microsoft.com/office/drawing/2014/main" id="{D72A7AB2-EFE4-44C9-8F09-B9DDA762B7B4}"/>
              </a:ext>
            </a:extLst>
          </p:cNvPr>
          <p:cNvSpPr>
            <a:spLocks noGrp="1"/>
          </p:cNvSpPr>
          <p:nvPr/>
        </p:nvSpPr>
        <p:spPr>
          <a:xfrm>
            <a:off x="5675313" y="5218906"/>
            <a:ext cx="198438" cy="198438"/>
          </a:xfrm>
          <a:prstGeom prst="rect">
            <a:avLst/>
          </a:prstGeom>
          <a:solidFill>
            <a:srgbClr val="1D4ED8"/>
          </a:solidFill>
          <a:ln w="11906">
            <a:solidFill>
              <a:srgbClr val="FFFFFF"/>
            </a:solidFill>
          </a:ln>
        </p:spPr>
      </p:sp>
      <p:sp>
        <p:nvSpPr>
          <p:cNvPr id="174" name="object-174">
            <a:extLst>
              <a:ext uri="{FF2B5EF4-FFF2-40B4-BE49-F238E27FC236}">
                <a16:creationId xmlns:a16="http://schemas.microsoft.com/office/drawing/2014/main" id="{21AF4CC0-0F24-47FF-8749-FF2DE9825591}"/>
              </a:ext>
            </a:extLst>
          </p:cNvPr>
          <p:cNvSpPr>
            <a:spLocks noGrp="1"/>
          </p:cNvSpPr>
          <p:nvPr/>
        </p:nvSpPr>
        <p:spPr>
          <a:xfrm>
            <a:off x="5873750" y="5218906"/>
            <a:ext cx="198438" cy="198438"/>
          </a:xfrm>
          <a:prstGeom prst="rect">
            <a:avLst/>
          </a:prstGeom>
          <a:solidFill>
            <a:srgbClr val="1D4ED8"/>
          </a:solidFill>
          <a:ln w="11906">
            <a:solidFill>
              <a:srgbClr val="FFFFFF"/>
            </a:solidFill>
          </a:ln>
        </p:spPr>
      </p:sp>
      <p:sp>
        <p:nvSpPr>
          <p:cNvPr id="175" name="object-175">
            <a:extLst>
              <a:ext uri="{FF2B5EF4-FFF2-40B4-BE49-F238E27FC236}">
                <a16:creationId xmlns:a16="http://schemas.microsoft.com/office/drawing/2014/main" id="{6C7CC76D-805A-4FBA-83B3-D269BAEF3589}"/>
              </a:ext>
            </a:extLst>
          </p:cNvPr>
          <p:cNvSpPr>
            <a:spLocks noGrp="1"/>
          </p:cNvSpPr>
          <p:nvPr/>
        </p:nvSpPr>
        <p:spPr>
          <a:xfrm>
            <a:off x="6072188" y="5218906"/>
            <a:ext cx="198438" cy="198438"/>
          </a:xfrm>
          <a:prstGeom prst="rect">
            <a:avLst/>
          </a:prstGeom>
          <a:solidFill>
            <a:srgbClr val="1D4ED8"/>
          </a:solidFill>
          <a:ln w="11906">
            <a:solidFill>
              <a:srgbClr val="FFFFFF"/>
            </a:solidFill>
          </a:ln>
        </p:spPr>
      </p:sp>
      <p:sp>
        <p:nvSpPr>
          <p:cNvPr id="176" name="object-176">
            <a:extLst>
              <a:ext uri="{FF2B5EF4-FFF2-40B4-BE49-F238E27FC236}">
                <a16:creationId xmlns:a16="http://schemas.microsoft.com/office/drawing/2014/main" id="{2DC46B00-3F17-4DB0-8246-6DBE8C76E7DC}"/>
              </a:ext>
            </a:extLst>
          </p:cNvPr>
          <p:cNvSpPr>
            <a:spLocks noGrp="1"/>
          </p:cNvSpPr>
          <p:nvPr/>
        </p:nvSpPr>
        <p:spPr>
          <a:xfrm>
            <a:off x="6270625" y="5218906"/>
            <a:ext cx="198438" cy="198438"/>
          </a:xfrm>
          <a:prstGeom prst="rect">
            <a:avLst/>
          </a:prstGeom>
          <a:solidFill>
            <a:srgbClr val="1D4ED8"/>
          </a:solidFill>
          <a:ln w="11906">
            <a:solidFill>
              <a:srgbClr val="FFFFFF"/>
            </a:solidFill>
          </a:ln>
        </p:spPr>
      </p:sp>
      <p:sp>
        <p:nvSpPr>
          <p:cNvPr id="177" name="object-177">
            <a:extLst>
              <a:ext uri="{FF2B5EF4-FFF2-40B4-BE49-F238E27FC236}">
                <a16:creationId xmlns:a16="http://schemas.microsoft.com/office/drawing/2014/main" id="{7D0D54B0-AB15-4960-A411-468C38FE568B}"/>
              </a:ext>
            </a:extLst>
          </p:cNvPr>
          <p:cNvSpPr>
            <a:spLocks noGrp="1"/>
          </p:cNvSpPr>
          <p:nvPr/>
        </p:nvSpPr>
        <p:spPr>
          <a:xfrm>
            <a:off x="6469063" y="5218906"/>
            <a:ext cx="198438" cy="198438"/>
          </a:xfrm>
          <a:prstGeom prst="rect">
            <a:avLst/>
          </a:prstGeom>
          <a:solidFill>
            <a:srgbClr val="1D4ED8"/>
          </a:solidFill>
          <a:ln w="11906">
            <a:solidFill>
              <a:srgbClr val="FFFFFF"/>
            </a:solidFill>
          </a:ln>
        </p:spPr>
      </p:sp>
      <p:sp>
        <p:nvSpPr>
          <p:cNvPr id="178" name="object-178">
            <a:extLst>
              <a:ext uri="{FF2B5EF4-FFF2-40B4-BE49-F238E27FC236}">
                <a16:creationId xmlns:a16="http://schemas.microsoft.com/office/drawing/2014/main" id="{03695780-EFB9-4581-A556-035F50FC9818}"/>
              </a:ext>
            </a:extLst>
          </p:cNvPr>
          <p:cNvSpPr>
            <a:spLocks noGrp="1"/>
          </p:cNvSpPr>
          <p:nvPr/>
        </p:nvSpPr>
        <p:spPr>
          <a:xfrm>
            <a:off x="6667500" y="5218906"/>
            <a:ext cx="198438" cy="198438"/>
          </a:xfrm>
          <a:prstGeom prst="rect">
            <a:avLst/>
          </a:prstGeom>
          <a:solidFill>
            <a:srgbClr val="1D4ED8"/>
          </a:solidFill>
          <a:ln w="11906">
            <a:solidFill>
              <a:srgbClr val="FFFFFF"/>
            </a:solidFill>
          </a:ln>
        </p:spPr>
      </p:sp>
      <p:sp>
        <p:nvSpPr>
          <p:cNvPr id="179" name="object-179">
            <a:extLst>
              <a:ext uri="{FF2B5EF4-FFF2-40B4-BE49-F238E27FC236}">
                <a16:creationId xmlns:a16="http://schemas.microsoft.com/office/drawing/2014/main" id="{B2997B1E-C982-46D9-B6CD-30072C76AA01}"/>
              </a:ext>
            </a:extLst>
          </p:cNvPr>
          <p:cNvSpPr>
            <a:spLocks noGrp="1"/>
          </p:cNvSpPr>
          <p:nvPr/>
        </p:nvSpPr>
        <p:spPr>
          <a:xfrm>
            <a:off x="6865937" y="5218906"/>
            <a:ext cx="198438" cy="198438"/>
          </a:xfrm>
          <a:prstGeom prst="rect">
            <a:avLst/>
          </a:prstGeom>
          <a:solidFill>
            <a:srgbClr val="1D4ED8"/>
          </a:solidFill>
          <a:ln w="11906">
            <a:solidFill>
              <a:srgbClr val="FFFFFF"/>
            </a:solidFill>
          </a:ln>
        </p:spPr>
      </p:sp>
      <p:sp>
        <p:nvSpPr>
          <p:cNvPr id="180" name="object-180">
            <a:extLst>
              <a:ext uri="{FF2B5EF4-FFF2-40B4-BE49-F238E27FC236}">
                <a16:creationId xmlns:a16="http://schemas.microsoft.com/office/drawing/2014/main" id="{4DE20FD0-E114-4F55-B9CC-C67EE31C22D6}"/>
              </a:ext>
            </a:extLst>
          </p:cNvPr>
          <p:cNvSpPr>
            <a:spLocks noGrp="1"/>
          </p:cNvSpPr>
          <p:nvPr/>
        </p:nvSpPr>
        <p:spPr>
          <a:xfrm>
            <a:off x="7064375" y="5218906"/>
            <a:ext cx="198438" cy="198438"/>
          </a:xfrm>
          <a:prstGeom prst="rect">
            <a:avLst/>
          </a:prstGeom>
          <a:solidFill>
            <a:srgbClr val="1D4ED8"/>
          </a:solidFill>
          <a:ln w="11906">
            <a:solidFill>
              <a:srgbClr val="FFFFFF"/>
            </a:solidFill>
          </a:ln>
        </p:spPr>
      </p:sp>
      <p:sp>
        <p:nvSpPr>
          <p:cNvPr id="181" name="object-181">
            <a:extLst>
              <a:ext uri="{FF2B5EF4-FFF2-40B4-BE49-F238E27FC236}">
                <a16:creationId xmlns:a16="http://schemas.microsoft.com/office/drawing/2014/main" id="{3CD98AA6-5245-4297-9FFF-F95D29BD025F}"/>
              </a:ext>
            </a:extLst>
          </p:cNvPr>
          <p:cNvSpPr>
            <a:spLocks noGrp="1"/>
          </p:cNvSpPr>
          <p:nvPr/>
        </p:nvSpPr>
        <p:spPr>
          <a:xfrm>
            <a:off x="7262813" y="5218906"/>
            <a:ext cx="198438" cy="198438"/>
          </a:xfrm>
          <a:prstGeom prst="rect">
            <a:avLst/>
          </a:prstGeom>
          <a:solidFill>
            <a:srgbClr val="1D4ED8"/>
          </a:solidFill>
          <a:ln w="11906">
            <a:solidFill>
              <a:srgbClr val="FFFFFF"/>
            </a:solidFill>
          </a:ln>
        </p:spPr>
      </p:sp>
      <p:sp>
        <p:nvSpPr>
          <p:cNvPr id="182" name="object-182">
            <a:extLst>
              <a:ext uri="{FF2B5EF4-FFF2-40B4-BE49-F238E27FC236}">
                <a16:creationId xmlns:a16="http://schemas.microsoft.com/office/drawing/2014/main" id="{C922A08B-B0DE-4E49-B455-652C79008D55}"/>
              </a:ext>
            </a:extLst>
          </p:cNvPr>
          <p:cNvSpPr>
            <a:spLocks noGrp="1"/>
          </p:cNvSpPr>
          <p:nvPr/>
        </p:nvSpPr>
        <p:spPr>
          <a:xfrm>
            <a:off x="7461250" y="5218906"/>
            <a:ext cx="198438" cy="198438"/>
          </a:xfrm>
          <a:prstGeom prst="rect">
            <a:avLst/>
          </a:prstGeom>
          <a:solidFill>
            <a:srgbClr val="1D4ED8"/>
          </a:solidFill>
          <a:ln w="11906">
            <a:solidFill>
              <a:srgbClr val="FFFFFF"/>
            </a:solidFill>
          </a:ln>
        </p:spPr>
      </p:sp>
      <p:sp>
        <p:nvSpPr>
          <p:cNvPr id="183" name="object-183">
            <a:extLst>
              <a:ext uri="{FF2B5EF4-FFF2-40B4-BE49-F238E27FC236}">
                <a16:creationId xmlns:a16="http://schemas.microsoft.com/office/drawing/2014/main" id="{D453DDF5-6641-45F4-9631-8141FC904A6E}"/>
              </a:ext>
            </a:extLst>
          </p:cNvPr>
          <p:cNvSpPr>
            <a:spLocks noGrp="1"/>
          </p:cNvSpPr>
          <p:nvPr/>
        </p:nvSpPr>
        <p:spPr>
          <a:xfrm>
            <a:off x="7659688" y="5218906"/>
            <a:ext cx="198438" cy="198438"/>
          </a:xfrm>
          <a:prstGeom prst="rect">
            <a:avLst/>
          </a:prstGeom>
          <a:solidFill>
            <a:srgbClr val="1D4ED8"/>
          </a:solidFill>
          <a:ln w="11906">
            <a:solidFill>
              <a:srgbClr val="FFFFFF"/>
            </a:solidFill>
          </a:ln>
        </p:spPr>
      </p:sp>
      <p:sp>
        <p:nvSpPr>
          <p:cNvPr id="184" name="object-184">
            <a:extLst>
              <a:ext uri="{FF2B5EF4-FFF2-40B4-BE49-F238E27FC236}">
                <a16:creationId xmlns:a16="http://schemas.microsoft.com/office/drawing/2014/main" id="{46499373-EFC3-4EB0-890B-DB1041364EDD}"/>
              </a:ext>
            </a:extLst>
          </p:cNvPr>
          <p:cNvSpPr>
            <a:spLocks noGrp="1"/>
          </p:cNvSpPr>
          <p:nvPr/>
        </p:nvSpPr>
        <p:spPr>
          <a:xfrm>
            <a:off x="7858125" y="5218906"/>
            <a:ext cx="198438" cy="198438"/>
          </a:xfrm>
          <a:prstGeom prst="rect">
            <a:avLst/>
          </a:prstGeom>
          <a:solidFill>
            <a:srgbClr val="1D4ED8"/>
          </a:solidFill>
          <a:ln w="11906">
            <a:solidFill>
              <a:srgbClr val="FFFFFF"/>
            </a:solidFill>
          </a:ln>
        </p:spPr>
      </p:sp>
      <p:sp>
        <p:nvSpPr>
          <p:cNvPr id="185" name="object-185">
            <a:extLst>
              <a:ext uri="{FF2B5EF4-FFF2-40B4-BE49-F238E27FC236}">
                <a16:creationId xmlns:a16="http://schemas.microsoft.com/office/drawing/2014/main" id="{05E62327-A45E-49B5-BED9-AAFD87C5C703}"/>
              </a:ext>
            </a:extLst>
          </p:cNvPr>
          <p:cNvSpPr>
            <a:spLocks noGrp="1"/>
          </p:cNvSpPr>
          <p:nvPr/>
        </p:nvSpPr>
        <p:spPr>
          <a:xfrm>
            <a:off x="8056563" y="5218906"/>
            <a:ext cx="198438" cy="198438"/>
          </a:xfrm>
          <a:prstGeom prst="rect">
            <a:avLst/>
          </a:prstGeom>
          <a:solidFill>
            <a:srgbClr val="1D4ED8"/>
          </a:solidFill>
          <a:ln w="11906">
            <a:solidFill>
              <a:srgbClr val="FFFFFF"/>
            </a:solidFill>
          </a:ln>
        </p:spPr>
      </p:sp>
      <p:sp>
        <p:nvSpPr>
          <p:cNvPr id="186" name="object-186">
            <a:extLst>
              <a:ext uri="{FF2B5EF4-FFF2-40B4-BE49-F238E27FC236}">
                <a16:creationId xmlns:a16="http://schemas.microsoft.com/office/drawing/2014/main" id="{23E09477-C619-44C6-A6B6-FBB116EF59F1}"/>
              </a:ext>
            </a:extLst>
          </p:cNvPr>
          <p:cNvSpPr>
            <a:spLocks noGrp="1"/>
          </p:cNvSpPr>
          <p:nvPr/>
        </p:nvSpPr>
        <p:spPr>
          <a:xfrm>
            <a:off x="8255000" y="5218906"/>
            <a:ext cx="198438" cy="198438"/>
          </a:xfrm>
          <a:prstGeom prst="rect">
            <a:avLst/>
          </a:prstGeom>
          <a:solidFill>
            <a:srgbClr val="1D4ED8"/>
          </a:solidFill>
          <a:ln w="11906">
            <a:solidFill>
              <a:srgbClr val="FFFFFF"/>
            </a:solidFill>
          </a:ln>
        </p:spPr>
      </p:sp>
      <p:sp>
        <p:nvSpPr>
          <p:cNvPr id="187" name="object-187">
            <a:extLst>
              <a:ext uri="{FF2B5EF4-FFF2-40B4-BE49-F238E27FC236}">
                <a16:creationId xmlns:a16="http://schemas.microsoft.com/office/drawing/2014/main" id="{F67F3E07-555D-4391-8411-0D6574FDC0AF}"/>
              </a:ext>
            </a:extLst>
          </p:cNvPr>
          <p:cNvSpPr>
            <a:spLocks noGrp="1"/>
          </p:cNvSpPr>
          <p:nvPr/>
        </p:nvSpPr>
        <p:spPr>
          <a:xfrm>
            <a:off x="5476875" y="5417344"/>
            <a:ext cx="198438" cy="198438"/>
          </a:xfrm>
          <a:prstGeom prst="rect">
            <a:avLst/>
          </a:prstGeom>
          <a:solidFill>
            <a:srgbClr val="1D4ED8"/>
          </a:solidFill>
          <a:ln w="11906">
            <a:solidFill>
              <a:srgbClr val="FFFFFF"/>
            </a:solidFill>
          </a:ln>
        </p:spPr>
      </p:sp>
      <p:sp>
        <p:nvSpPr>
          <p:cNvPr id="188" name="object-188">
            <a:extLst>
              <a:ext uri="{FF2B5EF4-FFF2-40B4-BE49-F238E27FC236}">
                <a16:creationId xmlns:a16="http://schemas.microsoft.com/office/drawing/2014/main" id="{DBA516AE-1FE3-4451-A5F9-5D940A23A529}"/>
              </a:ext>
            </a:extLst>
          </p:cNvPr>
          <p:cNvSpPr>
            <a:spLocks noGrp="1"/>
          </p:cNvSpPr>
          <p:nvPr/>
        </p:nvSpPr>
        <p:spPr>
          <a:xfrm>
            <a:off x="5675313" y="5417344"/>
            <a:ext cx="198438" cy="198438"/>
          </a:xfrm>
          <a:prstGeom prst="rect">
            <a:avLst/>
          </a:prstGeom>
          <a:solidFill>
            <a:srgbClr val="1D4ED8"/>
          </a:solidFill>
          <a:ln w="11906">
            <a:solidFill>
              <a:srgbClr val="FFFFFF"/>
            </a:solidFill>
          </a:ln>
        </p:spPr>
      </p:sp>
      <p:sp>
        <p:nvSpPr>
          <p:cNvPr id="189" name="object-189">
            <a:extLst>
              <a:ext uri="{FF2B5EF4-FFF2-40B4-BE49-F238E27FC236}">
                <a16:creationId xmlns:a16="http://schemas.microsoft.com/office/drawing/2014/main" id="{96C3A352-4BCE-4BB6-8EAA-9A0760400FA6}"/>
              </a:ext>
            </a:extLst>
          </p:cNvPr>
          <p:cNvSpPr>
            <a:spLocks noGrp="1"/>
          </p:cNvSpPr>
          <p:nvPr/>
        </p:nvSpPr>
        <p:spPr>
          <a:xfrm>
            <a:off x="5873750" y="5417344"/>
            <a:ext cx="198438" cy="198438"/>
          </a:xfrm>
          <a:prstGeom prst="rect">
            <a:avLst/>
          </a:prstGeom>
          <a:solidFill>
            <a:srgbClr val="1D4ED8"/>
          </a:solidFill>
          <a:ln w="11906">
            <a:solidFill>
              <a:srgbClr val="FFFFFF"/>
            </a:solidFill>
          </a:ln>
        </p:spPr>
      </p:sp>
      <p:sp>
        <p:nvSpPr>
          <p:cNvPr id="190" name="object-190">
            <a:extLst>
              <a:ext uri="{FF2B5EF4-FFF2-40B4-BE49-F238E27FC236}">
                <a16:creationId xmlns:a16="http://schemas.microsoft.com/office/drawing/2014/main" id="{AB0ECE13-FF3C-48C6-B0CA-580A0D81A7AA}"/>
              </a:ext>
            </a:extLst>
          </p:cNvPr>
          <p:cNvSpPr>
            <a:spLocks noGrp="1"/>
          </p:cNvSpPr>
          <p:nvPr/>
        </p:nvSpPr>
        <p:spPr>
          <a:xfrm>
            <a:off x="6072188" y="5417344"/>
            <a:ext cx="198438" cy="198438"/>
          </a:xfrm>
          <a:prstGeom prst="rect">
            <a:avLst/>
          </a:prstGeom>
          <a:solidFill>
            <a:srgbClr val="1D4ED8"/>
          </a:solidFill>
          <a:ln w="11906">
            <a:solidFill>
              <a:srgbClr val="FFFFFF"/>
            </a:solidFill>
          </a:ln>
        </p:spPr>
      </p:sp>
      <p:sp>
        <p:nvSpPr>
          <p:cNvPr id="191" name="object-191">
            <a:extLst>
              <a:ext uri="{FF2B5EF4-FFF2-40B4-BE49-F238E27FC236}">
                <a16:creationId xmlns:a16="http://schemas.microsoft.com/office/drawing/2014/main" id="{4AE92B68-A50D-4529-81A7-6363D9A5FC8F}"/>
              </a:ext>
            </a:extLst>
          </p:cNvPr>
          <p:cNvSpPr>
            <a:spLocks noGrp="1"/>
          </p:cNvSpPr>
          <p:nvPr/>
        </p:nvSpPr>
        <p:spPr>
          <a:xfrm>
            <a:off x="6270625" y="5417344"/>
            <a:ext cx="198438" cy="198438"/>
          </a:xfrm>
          <a:prstGeom prst="rect">
            <a:avLst/>
          </a:prstGeom>
          <a:solidFill>
            <a:srgbClr val="1D4ED8"/>
          </a:solidFill>
          <a:ln w="11906">
            <a:solidFill>
              <a:srgbClr val="FFFFFF"/>
            </a:solidFill>
          </a:ln>
        </p:spPr>
      </p:sp>
      <p:sp>
        <p:nvSpPr>
          <p:cNvPr id="192" name="object-192">
            <a:extLst>
              <a:ext uri="{FF2B5EF4-FFF2-40B4-BE49-F238E27FC236}">
                <a16:creationId xmlns:a16="http://schemas.microsoft.com/office/drawing/2014/main" id="{214FC5C4-2E65-49DE-ADFB-742602FB5E32}"/>
              </a:ext>
            </a:extLst>
          </p:cNvPr>
          <p:cNvSpPr>
            <a:spLocks noGrp="1"/>
          </p:cNvSpPr>
          <p:nvPr/>
        </p:nvSpPr>
        <p:spPr>
          <a:xfrm>
            <a:off x="6469063" y="5417344"/>
            <a:ext cx="198438" cy="198438"/>
          </a:xfrm>
          <a:prstGeom prst="rect">
            <a:avLst/>
          </a:prstGeom>
          <a:solidFill>
            <a:srgbClr val="1D4ED8"/>
          </a:solidFill>
          <a:ln w="11906">
            <a:solidFill>
              <a:srgbClr val="FFFFFF"/>
            </a:solidFill>
          </a:ln>
        </p:spPr>
      </p:sp>
      <p:sp>
        <p:nvSpPr>
          <p:cNvPr id="193" name="object-193">
            <a:extLst>
              <a:ext uri="{FF2B5EF4-FFF2-40B4-BE49-F238E27FC236}">
                <a16:creationId xmlns:a16="http://schemas.microsoft.com/office/drawing/2014/main" id="{3F600A07-936F-471E-A402-28CAD079177B}"/>
              </a:ext>
            </a:extLst>
          </p:cNvPr>
          <p:cNvSpPr>
            <a:spLocks noGrp="1"/>
          </p:cNvSpPr>
          <p:nvPr/>
        </p:nvSpPr>
        <p:spPr>
          <a:xfrm>
            <a:off x="6667500" y="5417344"/>
            <a:ext cx="198438" cy="198438"/>
          </a:xfrm>
          <a:prstGeom prst="rect">
            <a:avLst/>
          </a:prstGeom>
          <a:solidFill>
            <a:srgbClr val="1D4ED8"/>
          </a:solidFill>
          <a:ln w="11906">
            <a:solidFill>
              <a:srgbClr val="FFFFFF"/>
            </a:solidFill>
          </a:ln>
        </p:spPr>
      </p:sp>
      <p:sp>
        <p:nvSpPr>
          <p:cNvPr id="194" name="object-194">
            <a:extLst>
              <a:ext uri="{FF2B5EF4-FFF2-40B4-BE49-F238E27FC236}">
                <a16:creationId xmlns:a16="http://schemas.microsoft.com/office/drawing/2014/main" id="{59209057-DC2F-4DBD-B1DB-336933B06E4E}"/>
              </a:ext>
            </a:extLst>
          </p:cNvPr>
          <p:cNvSpPr>
            <a:spLocks noGrp="1"/>
          </p:cNvSpPr>
          <p:nvPr/>
        </p:nvSpPr>
        <p:spPr>
          <a:xfrm>
            <a:off x="6865937" y="5417344"/>
            <a:ext cx="198438" cy="198438"/>
          </a:xfrm>
          <a:prstGeom prst="rect">
            <a:avLst/>
          </a:prstGeom>
          <a:solidFill>
            <a:srgbClr val="1D4ED8"/>
          </a:solidFill>
          <a:ln w="11906">
            <a:solidFill>
              <a:srgbClr val="FFFFFF"/>
            </a:solidFill>
          </a:ln>
        </p:spPr>
      </p:sp>
      <p:sp>
        <p:nvSpPr>
          <p:cNvPr id="195" name="object-195">
            <a:extLst>
              <a:ext uri="{FF2B5EF4-FFF2-40B4-BE49-F238E27FC236}">
                <a16:creationId xmlns:a16="http://schemas.microsoft.com/office/drawing/2014/main" id="{5625C766-A8E1-4E51-A106-23CDA05A8F17}"/>
              </a:ext>
            </a:extLst>
          </p:cNvPr>
          <p:cNvSpPr>
            <a:spLocks noGrp="1"/>
          </p:cNvSpPr>
          <p:nvPr/>
        </p:nvSpPr>
        <p:spPr>
          <a:xfrm>
            <a:off x="7064375" y="5417344"/>
            <a:ext cx="198438" cy="198438"/>
          </a:xfrm>
          <a:prstGeom prst="rect">
            <a:avLst/>
          </a:prstGeom>
          <a:solidFill>
            <a:srgbClr val="1D4ED8"/>
          </a:solidFill>
          <a:ln w="11906">
            <a:solidFill>
              <a:srgbClr val="FFFFFF"/>
            </a:solidFill>
          </a:ln>
        </p:spPr>
      </p:sp>
      <p:sp>
        <p:nvSpPr>
          <p:cNvPr id="196" name="object-196">
            <a:extLst>
              <a:ext uri="{FF2B5EF4-FFF2-40B4-BE49-F238E27FC236}">
                <a16:creationId xmlns:a16="http://schemas.microsoft.com/office/drawing/2014/main" id="{F29FA5D5-78D3-49A1-8CA0-E422781A20CB}"/>
              </a:ext>
            </a:extLst>
          </p:cNvPr>
          <p:cNvSpPr>
            <a:spLocks noGrp="1"/>
          </p:cNvSpPr>
          <p:nvPr/>
        </p:nvSpPr>
        <p:spPr>
          <a:xfrm>
            <a:off x="7262813" y="5417344"/>
            <a:ext cx="198438" cy="198438"/>
          </a:xfrm>
          <a:prstGeom prst="rect">
            <a:avLst/>
          </a:prstGeom>
          <a:solidFill>
            <a:srgbClr val="1D4ED8"/>
          </a:solidFill>
          <a:ln w="11906">
            <a:solidFill>
              <a:srgbClr val="FFFFFF"/>
            </a:solidFill>
          </a:ln>
        </p:spPr>
      </p:sp>
      <p:sp>
        <p:nvSpPr>
          <p:cNvPr id="197" name="object-197">
            <a:extLst>
              <a:ext uri="{FF2B5EF4-FFF2-40B4-BE49-F238E27FC236}">
                <a16:creationId xmlns:a16="http://schemas.microsoft.com/office/drawing/2014/main" id="{4C4D8359-36E9-4967-9DD7-6997D40C41FF}"/>
              </a:ext>
            </a:extLst>
          </p:cNvPr>
          <p:cNvSpPr>
            <a:spLocks noGrp="1"/>
          </p:cNvSpPr>
          <p:nvPr/>
        </p:nvSpPr>
        <p:spPr>
          <a:xfrm>
            <a:off x="7461250" y="5417344"/>
            <a:ext cx="198438" cy="198438"/>
          </a:xfrm>
          <a:prstGeom prst="rect">
            <a:avLst/>
          </a:prstGeom>
          <a:solidFill>
            <a:srgbClr val="1D4ED8"/>
          </a:solidFill>
          <a:ln w="11906">
            <a:solidFill>
              <a:srgbClr val="FFFFFF"/>
            </a:solidFill>
          </a:ln>
        </p:spPr>
      </p:sp>
      <p:sp>
        <p:nvSpPr>
          <p:cNvPr id="198" name="object-198">
            <a:extLst>
              <a:ext uri="{FF2B5EF4-FFF2-40B4-BE49-F238E27FC236}">
                <a16:creationId xmlns:a16="http://schemas.microsoft.com/office/drawing/2014/main" id="{C5F83A61-7339-4696-956C-2B095253FCF4}"/>
              </a:ext>
            </a:extLst>
          </p:cNvPr>
          <p:cNvSpPr>
            <a:spLocks noGrp="1"/>
          </p:cNvSpPr>
          <p:nvPr/>
        </p:nvSpPr>
        <p:spPr>
          <a:xfrm>
            <a:off x="7659688" y="5417344"/>
            <a:ext cx="198438" cy="198438"/>
          </a:xfrm>
          <a:prstGeom prst="rect">
            <a:avLst/>
          </a:prstGeom>
          <a:solidFill>
            <a:srgbClr val="1D4ED8"/>
          </a:solidFill>
          <a:ln w="11906">
            <a:solidFill>
              <a:srgbClr val="FFFFFF"/>
            </a:solidFill>
          </a:ln>
        </p:spPr>
      </p:sp>
      <p:sp>
        <p:nvSpPr>
          <p:cNvPr id="199" name="object-199">
            <a:extLst>
              <a:ext uri="{FF2B5EF4-FFF2-40B4-BE49-F238E27FC236}">
                <a16:creationId xmlns:a16="http://schemas.microsoft.com/office/drawing/2014/main" id="{A0A2CD84-716A-4F41-88B4-A2A9B3974B4E}"/>
              </a:ext>
            </a:extLst>
          </p:cNvPr>
          <p:cNvSpPr>
            <a:spLocks noGrp="1"/>
          </p:cNvSpPr>
          <p:nvPr/>
        </p:nvSpPr>
        <p:spPr>
          <a:xfrm>
            <a:off x="7858125" y="5417344"/>
            <a:ext cx="198438" cy="198438"/>
          </a:xfrm>
          <a:prstGeom prst="rect">
            <a:avLst/>
          </a:prstGeom>
          <a:solidFill>
            <a:srgbClr val="1D4ED8"/>
          </a:solidFill>
          <a:ln w="11906">
            <a:solidFill>
              <a:srgbClr val="FFFFFF"/>
            </a:solidFill>
          </a:ln>
        </p:spPr>
      </p:sp>
      <p:sp>
        <p:nvSpPr>
          <p:cNvPr id="200" name="object-200">
            <a:extLst>
              <a:ext uri="{FF2B5EF4-FFF2-40B4-BE49-F238E27FC236}">
                <a16:creationId xmlns:a16="http://schemas.microsoft.com/office/drawing/2014/main" id="{73272C2E-896F-4CF1-813F-2E8F2700D40A}"/>
              </a:ext>
            </a:extLst>
          </p:cNvPr>
          <p:cNvSpPr>
            <a:spLocks noGrp="1"/>
          </p:cNvSpPr>
          <p:nvPr/>
        </p:nvSpPr>
        <p:spPr>
          <a:xfrm>
            <a:off x="8056563" y="5417344"/>
            <a:ext cx="198438" cy="198438"/>
          </a:xfrm>
          <a:prstGeom prst="rect">
            <a:avLst/>
          </a:prstGeom>
          <a:solidFill>
            <a:srgbClr val="1D4ED8"/>
          </a:solidFill>
          <a:ln w="11906">
            <a:solidFill>
              <a:srgbClr val="FFFFFF"/>
            </a:solidFill>
          </a:ln>
        </p:spPr>
      </p:sp>
      <p:sp>
        <p:nvSpPr>
          <p:cNvPr id="201" name="object-201">
            <a:extLst>
              <a:ext uri="{FF2B5EF4-FFF2-40B4-BE49-F238E27FC236}">
                <a16:creationId xmlns:a16="http://schemas.microsoft.com/office/drawing/2014/main" id="{25604195-582E-4785-8408-38B66DC85C95}"/>
              </a:ext>
            </a:extLst>
          </p:cNvPr>
          <p:cNvSpPr>
            <a:spLocks noGrp="1"/>
          </p:cNvSpPr>
          <p:nvPr/>
        </p:nvSpPr>
        <p:spPr>
          <a:xfrm>
            <a:off x="8255000" y="5417344"/>
            <a:ext cx="198438" cy="198438"/>
          </a:xfrm>
          <a:prstGeom prst="rect">
            <a:avLst/>
          </a:prstGeom>
          <a:solidFill>
            <a:srgbClr val="1D4ED8"/>
          </a:solidFill>
          <a:ln w="11906">
            <a:solidFill>
              <a:srgbClr val="FFFFFF"/>
            </a:solidFill>
          </a:ln>
        </p:spPr>
      </p:sp>
      <p:sp>
        <p:nvSpPr>
          <p:cNvPr id="202" name="object-202">
            <a:extLst>
              <a:ext uri="{FF2B5EF4-FFF2-40B4-BE49-F238E27FC236}">
                <a16:creationId xmlns:a16="http://schemas.microsoft.com/office/drawing/2014/main" id="{AB475083-3D86-45B8-82CF-9E98B4C36AA6}"/>
              </a:ext>
            </a:extLst>
          </p:cNvPr>
          <p:cNvSpPr>
            <a:spLocks noGrp="1"/>
          </p:cNvSpPr>
          <p:nvPr/>
        </p:nvSpPr>
        <p:spPr>
          <a:xfrm>
            <a:off x="5476875" y="5615781"/>
            <a:ext cx="198438" cy="198438"/>
          </a:xfrm>
          <a:prstGeom prst="rect">
            <a:avLst/>
          </a:prstGeom>
          <a:solidFill>
            <a:srgbClr val="1D4ED8"/>
          </a:solidFill>
          <a:ln w="11906">
            <a:solidFill>
              <a:srgbClr val="FFFFFF"/>
            </a:solidFill>
          </a:ln>
        </p:spPr>
      </p:sp>
      <p:sp>
        <p:nvSpPr>
          <p:cNvPr id="203" name="object-203">
            <a:extLst>
              <a:ext uri="{FF2B5EF4-FFF2-40B4-BE49-F238E27FC236}">
                <a16:creationId xmlns:a16="http://schemas.microsoft.com/office/drawing/2014/main" id="{4FECB38A-CB45-412A-906C-AD5E9128C555}"/>
              </a:ext>
            </a:extLst>
          </p:cNvPr>
          <p:cNvSpPr>
            <a:spLocks noGrp="1"/>
          </p:cNvSpPr>
          <p:nvPr/>
        </p:nvSpPr>
        <p:spPr>
          <a:xfrm>
            <a:off x="5675313" y="5615781"/>
            <a:ext cx="198438" cy="198438"/>
          </a:xfrm>
          <a:prstGeom prst="rect">
            <a:avLst/>
          </a:prstGeom>
          <a:solidFill>
            <a:srgbClr val="1D4ED8"/>
          </a:solidFill>
          <a:ln w="11906">
            <a:solidFill>
              <a:srgbClr val="FFFFFF"/>
            </a:solidFill>
          </a:ln>
        </p:spPr>
      </p:sp>
      <p:sp>
        <p:nvSpPr>
          <p:cNvPr id="204" name="object-204">
            <a:extLst>
              <a:ext uri="{FF2B5EF4-FFF2-40B4-BE49-F238E27FC236}">
                <a16:creationId xmlns:a16="http://schemas.microsoft.com/office/drawing/2014/main" id="{348A81AB-FF2F-4626-AF8B-7AC1260B13DD}"/>
              </a:ext>
            </a:extLst>
          </p:cNvPr>
          <p:cNvSpPr>
            <a:spLocks noGrp="1"/>
          </p:cNvSpPr>
          <p:nvPr/>
        </p:nvSpPr>
        <p:spPr>
          <a:xfrm>
            <a:off x="5873750" y="5615781"/>
            <a:ext cx="198438" cy="198438"/>
          </a:xfrm>
          <a:prstGeom prst="rect">
            <a:avLst/>
          </a:prstGeom>
          <a:solidFill>
            <a:srgbClr val="1D4ED8"/>
          </a:solidFill>
          <a:ln w="11906">
            <a:solidFill>
              <a:srgbClr val="FFFFFF"/>
            </a:solidFill>
          </a:ln>
        </p:spPr>
      </p:sp>
      <p:sp>
        <p:nvSpPr>
          <p:cNvPr id="205" name="object-205">
            <a:extLst>
              <a:ext uri="{FF2B5EF4-FFF2-40B4-BE49-F238E27FC236}">
                <a16:creationId xmlns:a16="http://schemas.microsoft.com/office/drawing/2014/main" id="{F35D1B03-BB59-45F4-9C05-5B83B61B7BE6}"/>
              </a:ext>
            </a:extLst>
          </p:cNvPr>
          <p:cNvSpPr>
            <a:spLocks noGrp="1"/>
          </p:cNvSpPr>
          <p:nvPr/>
        </p:nvSpPr>
        <p:spPr>
          <a:xfrm>
            <a:off x="6072188" y="5615781"/>
            <a:ext cx="198438" cy="198438"/>
          </a:xfrm>
          <a:prstGeom prst="rect">
            <a:avLst/>
          </a:prstGeom>
          <a:solidFill>
            <a:srgbClr val="1D4ED8"/>
          </a:solidFill>
          <a:ln w="11906">
            <a:solidFill>
              <a:srgbClr val="FFFFFF"/>
            </a:solidFill>
          </a:ln>
        </p:spPr>
      </p:sp>
      <p:sp>
        <p:nvSpPr>
          <p:cNvPr id="206" name="object-206">
            <a:extLst>
              <a:ext uri="{FF2B5EF4-FFF2-40B4-BE49-F238E27FC236}">
                <a16:creationId xmlns:a16="http://schemas.microsoft.com/office/drawing/2014/main" id="{48601D0C-CD54-4913-A750-277FEEF941BD}"/>
              </a:ext>
            </a:extLst>
          </p:cNvPr>
          <p:cNvSpPr>
            <a:spLocks noGrp="1"/>
          </p:cNvSpPr>
          <p:nvPr/>
        </p:nvSpPr>
        <p:spPr>
          <a:xfrm>
            <a:off x="6270625" y="5615781"/>
            <a:ext cx="198438" cy="198438"/>
          </a:xfrm>
          <a:prstGeom prst="rect">
            <a:avLst/>
          </a:prstGeom>
          <a:solidFill>
            <a:srgbClr val="1D4ED8"/>
          </a:solidFill>
          <a:ln w="11906">
            <a:solidFill>
              <a:srgbClr val="FFFFFF"/>
            </a:solidFill>
          </a:ln>
        </p:spPr>
      </p:sp>
      <p:sp>
        <p:nvSpPr>
          <p:cNvPr id="207" name="object-207">
            <a:extLst>
              <a:ext uri="{FF2B5EF4-FFF2-40B4-BE49-F238E27FC236}">
                <a16:creationId xmlns:a16="http://schemas.microsoft.com/office/drawing/2014/main" id="{6E4094EF-E917-4879-A150-6640F6626554}"/>
              </a:ext>
            </a:extLst>
          </p:cNvPr>
          <p:cNvSpPr>
            <a:spLocks noGrp="1"/>
          </p:cNvSpPr>
          <p:nvPr/>
        </p:nvSpPr>
        <p:spPr>
          <a:xfrm>
            <a:off x="6469063" y="5615781"/>
            <a:ext cx="198438" cy="198438"/>
          </a:xfrm>
          <a:prstGeom prst="rect">
            <a:avLst/>
          </a:prstGeom>
          <a:solidFill>
            <a:srgbClr val="1D4ED8"/>
          </a:solidFill>
          <a:ln w="11906">
            <a:solidFill>
              <a:srgbClr val="FFFFFF"/>
            </a:solidFill>
          </a:ln>
        </p:spPr>
      </p:sp>
      <p:sp>
        <p:nvSpPr>
          <p:cNvPr id="208" name="object-208">
            <a:extLst>
              <a:ext uri="{FF2B5EF4-FFF2-40B4-BE49-F238E27FC236}">
                <a16:creationId xmlns:a16="http://schemas.microsoft.com/office/drawing/2014/main" id="{C2EC2FF9-A46A-4DC6-A255-EF16049B18FF}"/>
              </a:ext>
            </a:extLst>
          </p:cNvPr>
          <p:cNvSpPr>
            <a:spLocks noGrp="1"/>
          </p:cNvSpPr>
          <p:nvPr/>
        </p:nvSpPr>
        <p:spPr>
          <a:xfrm>
            <a:off x="6667500" y="5615781"/>
            <a:ext cx="198438" cy="198438"/>
          </a:xfrm>
          <a:prstGeom prst="rect">
            <a:avLst/>
          </a:prstGeom>
          <a:solidFill>
            <a:srgbClr val="1D4ED8"/>
          </a:solidFill>
          <a:ln w="11906">
            <a:solidFill>
              <a:srgbClr val="FFFFFF"/>
            </a:solidFill>
          </a:ln>
        </p:spPr>
      </p:sp>
      <p:sp>
        <p:nvSpPr>
          <p:cNvPr id="209" name="object-209">
            <a:extLst>
              <a:ext uri="{FF2B5EF4-FFF2-40B4-BE49-F238E27FC236}">
                <a16:creationId xmlns:a16="http://schemas.microsoft.com/office/drawing/2014/main" id="{E6534628-E1D9-4DB1-81A9-2CA797738EAB}"/>
              </a:ext>
            </a:extLst>
          </p:cNvPr>
          <p:cNvSpPr>
            <a:spLocks noGrp="1"/>
          </p:cNvSpPr>
          <p:nvPr/>
        </p:nvSpPr>
        <p:spPr>
          <a:xfrm>
            <a:off x="6865937" y="5615781"/>
            <a:ext cx="198438" cy="198438"/>
          </a:xfrm>
          <a:prstGeom prst="rect">
            <a:avLst/>
          </a:prstGeom>
          <a:solidFill>
            <a:srgbClr val="1D4ED8"/>
          </a:solidFill>
          <a:ln w="11906">
            <a:solidFill>
              <a:srgbClr val="FFFFFF"/>
            </a:solidFill>
          </a:ln>
        </p:spPr>
      </p:sp>
      <p:sp>
        <p:nvSpPr>
          <p:cNvPr id="210" name="object-210">
            <a:extLst>
              <a:ext uri="{FF2B5EF4-FFF2-40B4-BE49-F238E27FC236}">
                <a16:creationId xmlns:a16="http://schemas.microsoft.com/office/drawing/2014/main" id="{E5A8F84E-BE8E-44DF-93B7-15FB468CFE38}"/>
              </a:ext>
            </a:extLst>
          </p:cNvPr>
          <p:cNvSpPr>
            <a:spLocks noGrp="1"/>
          </p:cNvSpPr>
          <p:nvPr/>
        </p:nvSpPr>
        <p:spPr>
          <a:xfrm>
            <a:off x="7064375" y="5615781"/>
            <a:ext cx="198438" cy="198438"/>
          </a:xfrm>
          <a:prstGeom prst="rect">
            <a:avLst/>
          </a:prstGeom>
          <a:solidFill>
            <a:srgbClr val="1D4ED8"/>
          </a:solidFill>
          <a:ln w="11906">
            <a:solidFill>
              <a:srgbClr val="FFFFFF"/>
            </a:solidFill>
          </a:ln>
        </p:spPr>
      </p:sp>
      <p:sp>
        <p:nvSpPr>
          <p:cNvPr id="211" name="object-211">
            <a:extLst>
              <a:ext uri="{FF2B5EF4-FFF2-40B4-BE49-F238E27FC236}">
                <a16:creationId xmlns:a16="http://schemas.microsoft.com/office/drawing/2014/main" id="{C9E0A613-C98E-45AD-A3B2-6F06F8904CCA}"/>
              </a:ext>
            </a:extLst>
          </p:cNvPr>
          <p:cNvSpPr>
            <a:spLocks noGrp="1"/>
          </p:cNvSpPr>
          <p:nvPr/>
        </p:nvSpPr>
        <p:spPr>
          <a:xfrm>
            <a:off x="7262813" y="5615781"/>
            <a:ext cx="198438" cy="198438"/>
          </a:xfrm>
          <a:prstGeom prst="rect">
            <a:avLst/>
          </a:prstGeom>
          <a:solidFill>
            <a:srgbClr val="1D4ED8"/>
          </a:solidFill>
          <a:ln w="11906">
            <a:solidFill>
              <a:srgbClr val="FFFFFF"/>
            </a:solidFill>
          </a:ln>
        </p:spPr>
      </p:sp>
      <p:sp>
        <p:nvSpPr>
          <p:cNvPr id="212" name="object-212">
            <a:extLst>
              <a:ext uri="{FF2B5EF4-FFF2-40B4-BE49-F238E27FC236}">
                <a16:creationId xmlns:a16="http://schemas.microsoft.com/office/drawing/2014/main" id="{AE83DD60-9225-4EAA-BD53-AD8FF801B8F3}"/>
              </a:ext>
            </a:extLst>
          </p:cNvPr>
          <p:cNvSpPr>
            <a:spLocks noGrp="1"/>
          </p:cNvSpPr>
          <p:nvPr/>
        </p:nvSpPr>
        <p:spPr>
          <a:xfrm>
            <a:off x="7461250" y="5615781"/>
            <a:ext cx="198438" cy="198438"/>
          </a:xfrm>
          <a:prstGeom prst="rect">
            <a:avLst/>
          </a:prstGeom>
          <a:solidFill>
            <a:srgbClr val="1D4ED8"/>
          </a:solidFill>
          <a:ln w="11906">
            <a:solidFill>
              <a:srgbClr val="FFFFFF"/>
            </a:solidFill>
          </a:ln>
        </p:spPr>
      </p:sp>
      <p:sp>
        <p:nvSpPr>
          <p:cNvPr id="213" name="object-213">
            <a:extLst>
              <a:ext uri="{FF2B5EF4-FFF2-40B4-BE49-F238E27FC236}">
                <a16:creationId xmlns:a16="http://schemas.microsoft.com/office/drawing/2014/main" id="{3D606EDD-B7C4-4CA9-A5C7-3B470F91707C}"/>
              </a:ext>
            </a:extLst>
          </p:cNvPr>
          <p:cNvSpPr>
            <a:spLocks noGrp="1"/>
          </p:cNvSpPr>
          <p:nvPr/>
        </p:nvSpPr>
        <p:spPr>
          <a:xfrm>
            <a:off x="7659688" y="5615781"/>
            <a:ext cx="198438" cy="198438"/>
          </a:xfrm>
          <a:prstGeom prst="rect">
            <a:avLst/>
          </a:prstGeom>
          <a:solidFill>
            <a:srgbClr val="1D4ED8"/>
          </a:solidFill>
          <a:ln w="11906">
            <a:solidFill>
              <a:srgbClr val="FFFFFF"/>
            </a:solidFill>
          </a:ln>
        </p:spPr>
      </p:sp>
      <p:sp>
        <p:nvSpPr>
          <p:cNvPr id="214" name="object-214">
            <a:extLst>
              <a:ext uri="{FF2B5EF4-FFF2-40B4-BE49-F238E27FC236}">
                <a16:creationId xmlns:a16="http://schemas.microsoft.com/office/drawing/2014/main" id="{135388A4-8B08-42B2-B116-3E21292FE8CC}"/>
              </a:ext>
            </a:extLst>
          </p:cNvPr>
          <p:cNvSpPr>
            <a:spLocks noGrp="1"/>
          </p:cNvSpPr>
          <p:nvPr/>
        </p:nvSpPr>
        <p:spPr>
          <a:xfrm>
            <a:off x="7858125" y="5615781"/>
            <a:ext cx="198438" cy="198438"/>
          </a:xfrm>
          <a:prstGeom prst="rect">
            <a:avLst/>
          </a:prstGeom>
          <a:solidFill>
            <a:srgbClr val="1D4ED8"/>
          </a:solidFill>
          <a:ln w="11906">
            <a:solidFill>
              <a:srgbClr val="FFFFFF"/>
            </a:solidFill>
          </a:ln>
        </p:spPr>
      </p:sp>
      <p:sp>
        <p:nvSpPr>
          <p:cNvPr id="215" name="object-215">
            <a:extLst>
              <a:ext uri="{FF2B5EF4-FFF2-40B4-BE49-F238E27FC236}">
                <a16:creationId xmlns:a16="http://schemas.microsoft.com/office/drawing/2014/main" id="{6432FF88-4E2C-44FD-89DC-47A277789F1C}"/>
              </a:ext>
            </a:extLst>
          </p:cNvPr>
          <p:cNvSpPr>
            <a:spLocks noGrp="1"/>
          </p:cNvSpPr>
          <p:nvPr/>
        </p:nvSpPr>
        <p:spPr>
          <a:xfrm>
            <a:off x="8056563" y="5615781"/>
            <a:ext cx="198438" cy="198438"/>
          </a:xfrm>
          <a:prstGeom prst="rect">
            <a:avLst/>
          </a:prstGeom>
          <a:solidFill>
            <a:srgbClr val="1D4ED8"/>
          </a:solidFill>
          <a:ln w="11906">
            <a:solidFill>
              <a:srgbClr val="FFFFFF"/>
            </a:solidFill>
          </a:ln>
        </p:spPr>
      </p:sp>
      <p:sp>
        <p:nvSpPr>
          <p:cNvPr id="216" name="object-216">
            <a:extLst>
              <a:ext uri="{FF2B5EF4-FFF2-40B4-BE49-F238E27FC236}">
                <a16:creationId xmlns:a16="http://schemas.microsoft.com/office/drawing/2014/main" id="{4D08AF5B-8114-4D3F-9D0E-2DCD8FDE93CD}"/>
              </a:ext>
            </a:extLst>
          </p:cNvPr>
          <p:cNvSpPr>
            <a:spLocks noGrp="1"/>
          </p:cNvSpPr>
          <p:nvPr/>
        </p:nvSpPr>
        <p:spPr>
          <a:xfrm>
            <a:off x="8255000" y="5615781"/>
            <a:ext cx="198438" cy="198438"/>
          </a:xfrm>
          <a:prstGeom prst="rect">
            <a:avLst/>
          </a:prstGeom>
          <a:solidFill>
            <a:srgbClr val="1D4ED8"/>
          </a:solidFill>
          <a:ln w="11906">
            <a:solidFill>
              <a:srgbClr val="FFFFFF"/>
            </a:solidFill>
          </a:ln>
        </p:spPr>
      </p:sp>
      <p:sp>
        <p:nvSpPr>
          <p:cNvPr id="217" name="object-217">
            <a:extLst>
              <a:ext uri="{FF2B5EF4-FFF2-40B4-BE49-F238E27FC236}">
                <a16:creationId xmlns:a16="http://schemas.microsoft.com/office/drawing/2014/main" id="{11AE7AA1-5B34-40FF-BBD7-94384925B0F0}"/>
              </a:ext>
            </a:extLst>
          </p:cNvPr>
          <p:cNvSpPr>
            <a:spLocks noGrp="1"/>
          </p:cNvSpPr>
          <p:nvPr/>
        </p:nvSpPr>
        <p:spPr>
          <a:xfrm>
            <a:off x="5476875" y="5814219"/>
            <a:ext cx="198438" cy="198438"/>
          </a:xfrm>
          <a:prstGeom prst="rect">
            <a:avLst/>
          </a:prstGeom>
          <a:solidFill>
            <a:srgbClr val="1D4ED8"/>
          </a:solidFill>
          <a:ln w="11906">
            <a:solidFill>
              <a:srgbClr val="FFFFFF"/>
            </a:solidFill>
          </a:ln>
        </p:spPr>
      </p:sp>
      <p:sp>
        <p:nvSpPr>
          <p:cNvPr id="218" name="object-218">
            <a:extLst>
              <a:ext uri="{FF2B5EF4-FFF2-40B4-BE49-F238E27FC236}">
                <a16:creationId xmlns:a16="http://schemas.microsoft.com/office/drawing/2014/main" id="{B628D126-12ED-46E1-AAD4-34E218A72BC2}"/>
              </a:ext>
            </a:extLst>
          </p:cNvPr>
          <p:cNvSpPr>
            <a:spLocks noGrp="1"/>
          </p:cNvSpPr>
          <p:nvPr/>
        </p:nvSpPr>
        <p:spPr>
          <a:xfrm>
            <a:off x="5675313" y="5814219"/>
            <a:ext cx="198438" cy="198438"/>
          </a:xfrm>
          <a:prstGeom prst="rect">
            <a:avLst/>
          </a:prstGeom>
          <a:solidFill>
            <a:srgbClr val="1D4ED8"/>
          </a:solidFill>
          <a:ln w="11906">
            <a:solidFill>
              <a:srgbClr val="FFFFFF"/>
            </a:solidFill>
          </a:ln>
        </p:spPr>
      </p:sp>
      <p:sp>
        <p:nvSpPr>
          <p:cNvPr id="219" name="object-219">
            <a:extLst>
              <a:ext uri="{FF2B5EF4-FFF2-40B4-BE49-F238E27FC236}">
                <a16:creationId xmlns:a16="http://schemas.microsoft.com/office/drawing/2014/main" id="{45E7DB49-476B-4891-B135-A79139C254C5}"/>
              </a:ext>
            </a:extLst>
          </p:cNvPr>
          <p:cNvSpPr>
            <a:spLocks noGrp="1"/>
          </p:cNvSpPr>
          <p:nvPr/>
        </p:nvSpPr>
        <p:spPr>
          <a:xfrm>
            <a:off x="5873750" y="5814219"/>
            <a:ext cx="198438" cy="198438"/>
          </a:xfrm>
          <a:prstGeom prst="rect">
            <a:avLst/>
          </a:prstGeom>
          <a:solidFill>
            <a:srgbClr val="1D4ED8"/>
          </a:solidFill>
          <a:ln w="11906">
            <a:solidFill>
              <a:srgbClr val="FFFFFF"/>
            </a:solidFill>
          </a:ln>
        </p:spPr>
      </p:sp>
      <p:sp>
        <p:nvSpPr>
          <p:cNvPr id="220" name="object-220">
            <a:extLst>
              <a:ext uri="{FF2B5EF4-FFF2-40B4-BE49-F238E27FC236}">
                <a16:creationId xmlns:a16="http://schemas.microsoft.com/office/drawing/2014/main" id="{E0EDAF7A-BAFE-4BE1-AD88-1A5FA9E10460}"/>
              </a:ext>
            </a:extLst>
          </p:cNvPr>
          <p:cNvSpPr>
            <a:spLocks noGrp="1"/>
          </p:cNvSpPr>
          <p:nvPr/>
        </p:nvSpPr>
        <p:spPr>
          <a:xfrm>
            <a:off x="6072188" y="5814219"/>
            <a:ext cx="198438" cy="198438"/>
          </a:xfrm>
          <a:prstGeom prst="rect">
            <a:avLst/>
          </a:prstGeom>
          <a:solidFill>
            <a:srgbClr val="1D4ED8"/>
          </a:solidFill>
          <a:ln w="11906">
            <a:solidFill>
              <a:srgbClr val="FFFFFF"/>
            </a:solidFill>
          </a:ln>
        </p:spPr>
      </p:sp>
      <p:sp>
        <p:nvSpPr>
          <p:cNvPr id="221" name="object-221">
            <a:extLst>
              <a:ext uri="{FF2B5EF4-FFF2-40B4-BE49-F238E27FC236}">
                <a16:creationId xmlns:a16="http://schemas.microsoft.com/office/drawing/2014/main" id="{E72D1EA8-D2ED-4408-911C-D3F5A10641B6}"/>
              </a:ext>
            </a:extLst>
          </p:cNvPr>
          <p:cNvSpPr>
            <a:spLocks noGrp="1"/>
          </p:cNvSpPr>
          <p:nvPr/>
        </p:nvSpPr>
        <p:spPr>
          <a:xfrm>
            <a:off x="6270625" y="5814219"/>
            <a:ext cx="198438" cy="198438"/>
          </a:xfrm>
          <a:prstGeom prst="rect">
            <a:avLst/>
          </a:prstGeom>
          <a:solidFill>
            <a:srgbClr val="1D4ED8"/>
          </a:solidFill>
          <a:ln w="11906">
            <a:solidFill>
              <a:srgbClr val="FFFFFF"/>
            </a:solidFill>
          </a:ln>
        </p:spPr>
      </p:sp>
      <p:sp>
        <p:nvSpPr>
          <p:cNvPr id="222" name="object-222">
            <a:extLst>
              <a:ext uri="{FF2B5EF4-FFF2-40B4-BE49-F238E27FC236}">
                <a16:creationId xmlns:a16="http://schemas.microsoft.com/office/drawing/2014/main" id="{A9388F36-E601-4DBC-9A0F-BAB4650EB182}"/>
              </a:ext>
            </a:extLst>
          </p:cNvPr>
          <p:cNvSpPr>
            <a:spLocks noGrp="1"/>
          </p:cNvSpPr>
          <p:nvPr/>
        </p:nvSpPr>
        <p:spPr>
          <a:xfrm>
            <a:off x="6469063" y="5814219"/>
            <a:ext cx="198438" cy="198438"/>
          </a:xfrm>
          <a:prstGeom prst="rect">
            <a:avLst/>
          </a:prstGeom>
          <a:solidFill>
            <a:srgbClr val="1D4ED8"/>
          </a:solidFill>
          <a:ln w="11906">
            <a:solidFill>
              <a:srgbClr val="FFFFFF"/>
            </a:solidFill>
          </a:ln>
        </p:spPr>
      </p:sp>
      <p:sp>
        <p:nvSpPr>
          <p:cNvPr id="223" name="object-223">
            <a:extLst>
              <a:ext uri="{FF2B5EF4-FFF2-40B4-BE49-F238E27FC236}">
                <a16:creationId xmlns:a16="http://schemas.microsoft.com/office/drawing/2014/main" id="{4B648A4F-6ADD-4364-8B2B-436D0C1B8C55}"/>
              </a:ext>
            </a:extLst>
          </p:cNvPr>
          <p:cNvSpPr>
            <a:spLocks noGrp="1"/>
          </p:cNvSpPr>
          <p:nvPr/>
        </p:nvSpPr>
        <p:spPr>
          <a:xfrm>
            <a:off x="6667500" y="5814219"/>
            <a:ext cx="198438" cy="198438"/>
          </a:xfrm>
          <a:prstGeom prst="rect">
            <a:avLst/>
          </a:prstGeom>
          <a:solidFill>
            <a:srgbClr val="1D4ED8"/>
          </a:solidFill>
          <a:ln w="11906">
            <a:solidFill>
              <a:srgbClr val="FFFFFF"/>
            </a:solidFill>
          </a:ln>
        </p:spPr>
      </p:sp>
      <p:sp>
        <p:nvSpPr>
          <p:cNvPr id="224" name="object-224">
            <a:extLst>
              <a:ext uri="{FF2B5EF4-FFF2-40B4-BE49-F238E27FC236}">
                <a16:creationId xmlns:a16="http://schemas.microsoft.com/office/drawing/2014/main" id="{E4EBF9D8-8348-4890-B772-43F9E44E5787}"/>
              </a:ext>
            </a:extLst>
          </p:cNvPr>
          <p:cNvSpPr>
            <a:spLocks noGrp="1"/>
          </p:cNvSpPr>
          <p:nvPr/>
        </p:nvSpPr>
        <p:spPr>
          <a:xfrm>
            <a:off x="6865937" y="5814219"/>
            <a:ext cx="198438" cy="198438"/>
          </a:xfrm>
          <a:prstGeom prst="rect">
            <a:avLst/>
          </a:prstGeom>
          <a:solidFill>
            <a:srgbClr val="1D4ED8"/>
          </a:solidFill>
          <a:ln w="11906">
            <a:solidFill>
              <a:srgbClr val="FFFFFF"/>
            </a:solidFill>
          </a:ln>
        </p:spPr>
      </p:sp>
      <p:sp>
        <p:nvSpPr>
          <p:cNvPr id="225" name="object-225">
            <a:extLst>
              <a:ext uri="{FF2B5EF4-FFF2-40B4-BE49-F238E27FC236}">
                <a16:creationId xmlns:a16="http://schemas.microsoft.com/office/drawing/2014/main" id="{BD329A07-E829-4BB2-A87A-7B42452B8811}"/>
              </a:ext>
            </a:extLst>
          </p:cNvPr>
          <p:cNvSpPr>
            <a:spLocks noGrp="1"/>
          </p:cNvSpPr>
          <p:nvPr/>
        </p:nvSpPr>
        <p:spPr>
          <a:xfrm>
            <a:off x="7064375" y="5814219"/>
            <a:ext cx="198438" cy="198438"/>
          </a:xfrm>
          <a:prstGeom prst="rect">
            <a:avLst/>
          </a:prstGeom>
          <a:solidFill>
            <a:srgbClr val="1D4ED8"/>
          </a:solidFill>
          <a:ln w="11906">
            <a:solidFill>
              <a:srgbClr val="FFFFFF"/>
            </a:solidFill>
          </a:ln>
        </p:spPr>
      </p:sp>
      <p:sp>
        <p:nvSpPr>
          <p:cNvPr id="226" name="object-226">
            <a:extLst>
              <a:ext uri="{FF2B5EF4-FFF2-40B4-BE49-F238E27FC236}">
                <a16:creationId xmlns:a16="http://schemas.microsoft.com/office/drawing/2014/main" id="{34FD6251-DB0F-4E9F-B120-CFF9EE112E05}"/>
              </a:ext>
            </a:extLst>
          </p:cNvPr>
          <p:cNvSpPr>
            <a:spLocks noGrp="1"/>
          </p:cNvSpPr>
          <p:nvPr/>
        </p:nvSpPr>
        <p:spPr>
          <a:xfrm>
            <a:off x="7262813" y="5814219"/>
            <a:ext cx="198438" cy="198438"/>
          </a:xfrm>
          <a:prstGeom prst="rect">
            <a:avLst/>
          </a:prstGeom>
          <a:solidFill>
            <a:srgbClr val="1D4ED8"/>
          </a:solidFill>
          <a:ln w="11906">
            <a:solidFill>
              <a:srgbClr val="FFFFFF"/>
            </a:solidFill>
          </a:ln>
        </p:spPr>
      </p:sp>
      <p:sp>
        <p:nvSpPr>
          <p:cNvPr id="227" name="object-227">
            <a:extLst>
              <a:ext uri="{FF2B5EF4-FFF2-40B4-BE49-F238E27FC236}">
                <a16:creationId xmlns:a16="http://schemas.microsoft.com/office/drawing/2014/main" id="{B0F69C0E-03CA-42CB-92FB-CC67D574D3BB}"/>
              </a:ext>
            </a:extLst>
          </p:cNvPr>
          <p:cNvSpPr>
            <a:spLocks noGrp="1"/>
          </p:cNvSpPr>
          <p:nvPr/>
        </p:nvSpPr>
        <p:spPr>
          <a:xfrm>
            <a:off x="7461250" y="5814219"/>
            <a:ext cx="198438" cy="198438"/>
          </a:xfrm>
          <a:prstGeom prst="rect">
            <a:avLst/>
          </a:prstGeom>
          <a:solidFill>
            <a:srgbClr val="1D4ED8"/>
          </a:solidFill>
          <a:ln w="11906">
            <a:solidFill>
              <a:srgbClr val="FFFFFF"/>
            </a:solidFill>
          </a:ln>
        </p:spPr>
      </p:sp>
      <p:sp>
        <p:nvSpPr>
          <p:cNvPr id="228" name="object-228">
            <a:extLst>
              <a:ext uri="{FF2B5EF4-FFF2-40B4-BE49-F238E27FC236}">
                <a16:creationId xmlns:a16="http://schemas.microsoft.com/office/drawing/2014/main" id="{5AF69DFB-9B45-42C8-9658-9C6A95CEA490}"/>
              </a:ext>
            </a:extLst>
          </p:cNvPr>
          <p:cNvSpPr>
            <a:spLocks noGrp="1"/>
          </p:cNvSpPr>
          <p:nvPr/>
        </p:nvSpPr>
        <p:spPr>
          <a:xfrm>
            <a:off x="7659688" y="5814219"/>
            <a:ext cx="198438" cy="198438"/>
          </a:xfrm>
          <a:prstGeom prst="rect">
            <a:avLst/>
          </a:prstGeom>
          <a:solidFill>
            <a:srgbClr val="1D4ED8"/>
          </a:solidFill>
          <a:ln w="11906">
            <a:solidFill>
              <a:srgbClr val="FFFFFF"/>
            </a:solidFill>
          </a:ln>
        </p:spPr>
      </p:sp>
      <p:sp>
        <p:nvSpPr>
          <p:cNvPr id="229" name="object-229">
            <a:extLst>
              <a:ext uri="{FF2B5EF4-FFF2-40B4-BE49-F238E27FC236}">
                <a16:creationId xmlns:a16="http://schemas.microsoft.com/office/drawing/2014/main" id="{430D90F1-09C6-43BE-9A74-3511B18D65C6}"/>
              </a:ext>
            </a:extLst>
          </p:cNvPr>
          <p:cNvSpPr>
            <a:spLocks noGrp="1"/>
          </p:cNvSpPr>
          <p:nvPr/>
        </p:nvSpPr>
        <p:spPr>
          <a:xfrm>
            <a:off x="7858125" y="5814219"/>
            <a:ext cx="198438" cy="198438"/>
          </a:xfrm>
          <a:prstGeom prst="rect">
            <a:avLst/>
          </a:prstGeom>
          <a:solidFill>
            <a:srgbClr val="1D4ED8"/>
          </a:solidFill>
          <a:ln w="11906">
            <a:solidFill>
              <a:srgbClr val="FFFFFF"/>
            </a:solidFill>
          </a:ln>
        </p:spPr>
      </p:sp>
      <p:sp>
        <p:nvSpPr>
          <p:cNvPr id="230" name="object-230">
            <a:extLst>
              <a:ext uri="{FF2B5EF4-FFF2-40B4-BE49-F238E27FC236}">
                <a16:creationId xmlns:a16="http://schemas.microsoft.com/office/drawing/2014/main" id="{8C04AE00-F4FF-4CF3-87D8-C716F6F19E58}"/>
              </a:ext>
            </a:extLst>
          </p:cNvPr>
          <p:cNvSpPr>
            <a:spLocks noGrp="1"/>
          </p:cNvSpPr>
          <p:nvPr/>
        </p:nvSpPr>
        <p:spPr>
          <a:xfrm>
            <a:off x="8056563" y="5814219"/>
            <a:ext cx="198438" cy="198438"/>
          </a:xfrm>
          <a:prstGeom prst="rect">
            <a:avLst/>
          </a:prstGeom>
          <a:solidFill>
            <a:srgbClr val="1D4ED8"/>
          </a:solidFill>
          <a:ln w="11906">
            <a:solidFill>
              <a:srgbClr val="FFFFFF"/>
            </a:solidFill>
          </a:ln>
        </p:spPr>
      </p:sp>
      <p:sp>
        <p:nvSpPr>
          <p:cNvPr id="231" name="object-231">
            <a:extLst>
              <a:ext uri="{FF2B5EF4-FFF2-40B4-BE49-F238E27FC236}">
                <a16:creationId xmlns:a16="http://schemas.microsoft.com/office/drawing/2014/main" id="{24E427DE-F895-4727-8254-B78319CAFA5D}"/>
              </a:ext>
            </a:extLst>
          </p:cNvPr>
          <p:cNvSpPr>
            <a:spLocks noGrp="1"/>
          </p:cNvSpPr>
          <p:nvPr/>
        </p:nvSpPr>
        <p:spPr>
          <a:xfrm>
            <a:off x="8255000" y="5814219"/>
            <a:ext cx="198438" cy="198438"/>
          </a:xfrm>
          <a:prstGeom prst="rect">
            <a:avLst/>
          </a:prstGeom>
          <a:solidFill>
            <a:srgbClr val="1D4ED8"/>
          </a:solidFill>
          <a:ln w="11906">
            <a:solidFill>
              <a:srgbClr val="FFFFFF"/>
            </a:solidFill>
          </a:ln>
        </p:spPr>
      </p:sp>
      <p:sp>
        <p:nvSpPr>
          <p:cNvPr id="232" name="object-232">
            <a:extLst>
              <a:ext uri="{FF2B5EF4-FFF2-40B4-BE49-F238E27FC236}">
                <a16:creationId xmlns:a16="http://schemas.microsoft.com/office/drawing/2014/main" id="{712A9169-6448-4D3C-93F4-9B8F4019C0B0}"/>
              </a:ext>
            </a:extLst>
          </p:cNvPr>
          <p:cNvSpPr>
            <a:spLocks noGrp="1"/>
          </p:cNvSpPr>
          <p:nvPr/>
        </p:nvSpPr>
        <p:spPr>
          <a:xfrm>
            <a:off x="5238750"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15 × 15 = 225</a:t>
            </a:r>
          </a:p>
        </p:txBody>
      </p:sp>
      <p:sp>
        <p:nvSpPr>
          <p:cNvPr id="233" name="object-233">
            <a:extLst>
              <a:ext uri="{FF2B5EF4-FFF2-40B4-BE49-F238E27FC236}">
                <a16:creationId xmlns:a16="http://schemas.microsoft.com/office/drawing/2014/main" id="{3A0D2B78-76C8-4D00-8B3B-13019D0A6FF4}"/>
              </a:ext>
            </a:extLst>
          </p:cNvPr>
          <p:cNvSpPr>
            <a:spLocks noGrp="1"/>
          </p:cNvSpPr>
          <p:nvPr/>
        </p:nvSpPr>
        <p:spPr>
          <a:xfrm>
            <a:off x="10417969" y="5000625"/>
            <a:ext cx="2262188" cy="416719"/>
          </a:xfrm>
          <a:prstGeom prst="rect">
            <a:avLst/>
          </a:prstGeom>
          <a:solidFill>
            <a:srgbClr val="EFF6FF"/>
          </a:solidFill>
          <a:ln w="23813">
            <a:solidFill>
              <a:srgbClr val="1D4ED8"/>
            </a:solidFill>
          </a:ln>
        </p:spPr>
      </p:sp>
      <p:sp>
        <p:nvSpPr>
          <p:cNvPr id="234" name="object-234">
            <a:extLst>
              <a:ext uri="{FF2B5EF4-FFF2-40B4-BE49-F238E27FC236}">
                <a16:creationId xmlns:a16="http://schemas.microsoft.com/office/drawing/2014/main" id="{D75ED650-951E-4EDA-BF37-5C827E4ED3F3}"/>
              </a:ext>
            </a:extLst>
          </p:cNvPr>
          <p:cNvSpPr>
            <a:spLocks noGrp="1"/>
          </p:cNvSpPr>
          <p:nvPr/>
        </p:nvSpPr>
        <p:spPr>
          <a:xfrm>
            <a:off x="10572750" y="4691063"/>
            <a:ext cx="2262188" cy="416719"/>
          </a:xfrm>
          <a:prstGeom prst="rect">
            <a:avLst/>
          </a:prstGeom>
          <a:solidFill>
            <a:srgbClr val="EFF6FF"/>
          </a:solidFill>
          <a:ln w="23813">
            <a:solidFill>
              <a:srgbClr val="1D4ED8"/>
            </a:solidFill>
          </a:ln>
        </p:spPr>
      </p:sp>
      <p:sp>
        <p:nvSpPr>
          <p:cNvPr id="235" name="object-235">
            <a:extLst>
              <a:ext uri="{FF2B5EF4-FFF2-40B4-BE49-F238E27FC236}">
                <a16:creationId xmlns:a16="http://schemas.microsoft.com/office/drawing/2014/main" id="{15CB57F0-1D24-43D2-8D40-F9970BA05768}"/>
              </a:ext>
            </a:extLst>
          </p:cNvPr>
          <p:cNvSpPr>
            <a:spLocks noGrp="1"/>
          </p:cNvSpPr>
          <p:nvPr/>
        </p:nvSpPr>
        <p:spPr>
          <a:xfrm>
            <a:off x="10727531" y="4381500"/>
            <a:ext cx="2262188" cy="416719"/>
          </a:xfrm>
          <a:prstGeom prst="rect">
            <a:avLst/>
          </a:prstGeom>
          <a:solidFill>
            <a:srgbClr val="EFF6FF"/>
          </a:solidFill>
          <a:ln w="23813">
            <a:solidFill>
              <a:srgbClr val="1D4ED8"/>
            </a:solidFill>
          </a:ln>
        </p:spPr>
      </p:sp>
      <p:sp>
        <p:nvSpPr>
          <p:cNvPr id="236" name="object-236">
            <a:extLst>
              <a:ext uri="{FF2B5EF4-FFF2-40B4-BE49-F238E27FC236}">
                <a16:creationId xmlns:a16="http://schemas.microsoft.com/office/drawing/2014/main" id="{42322BF3-F918-4597-967F-DD8CC564D3C9}"/>
              </a:ext>
            </a:extLst>
          </p:cNvPr>
          <p:cNvSpPr>
            <a:spLocks noGrp="1"/>
          </p:cNvSpPr>
          <p:nvPr/>
        </p:nvSpPr>
        <p:spPr>
          <a:xfrm>
            <a:off x="10882313" y="4071938"/>
            <a:ext cx="2262188" cy="416719"/>
          </a:xfrm>
          <a:prstGeom prst="rect">
            <a:avLst/>
          </a:prstGeom>
          <a:solidFill>
            <a:srgbClr val="EFF6FF"/>
          </a:solidFill>
          <a:ln w="23813">
            <a:solidFill>
              <a:srgbClr val="1D4ED8"/>
            </a:solidFill>
          </a:ln>
        </p:spPr>
      </p:sp>
      <p:sp>
        <p:nvSpPr>
          <p:cNvPr id="237" name="object-237">
            <a:extLst>
              <a:ext uri="{FF2B5EF4-FFF2-40B4-BE49-F238E27FC236}">
                <a16:creationId xmlns:a16="http://schemas.microsoft.com/office/drawing/2014/main" id="{0C6F2A78-F0A9-4E59-84F6-CF646F64B3B4}"/>
              </a:ext>
            </a:extLst>
          </p:cNvPr>
          <p:cNvSpPr>
            <a:spLocks noGrp="1"/>
          </p:cNvSpPr>
          <p:nvPr/>
        </p:nvSpPr>
        <p:spPr>
          <a:xfrm>
            <a:off x="11037094" y="3762375"/>
            <a:ext cx="2262188" cy="416719"/>
          </a:xfrm>
          <a:prstGeom prst="rect">
            <a:avLst/>
          </a:prstGeom>
          <a:solidFill>
            <a:srgbClr val="EFF6FF"/>
          </a:solidFill>
          <a:ln w="23813">
            <a:solidFill>
              <a:srgbClr val="1D4ED8"/>
            </a:solidFill>
          </a:ln>
        </p:spPr>
      </p:sp>
      <p:sp>
        <p:nvSpPr>
          <p:cNvPr id="238" name="object-238">
            <a:extLst>
              <a:ext uri="{FF2B5EF4-FFF2-40B4-BE49-F238E27FC236}">
                <a16:creationId xmlns:a16="http://schemas.microsoft.com/office/drawing/2014/main" id="{57DF826B-F848-443F-87B0-622B26F6865B}"/>
              </a:ext>
            </a:extLst>
          </p:cNvPr>
          <p:cNvSpPr>
            <a:spLocks noGrp="1"/>
          </p:cNvSpPr>
          <p:nvPr/>
        </p:nvSpPr>
        <p:spPr>
          <a:xfrm>
            <a:off x="11191875" y="3452813"/>
            <a:ext cx="2262188" cy="416719"/>
          </a:xfrm>
          <a:prstGeom prst="rect">
            <a:avLst/>
          </a:prstGeom>
          <a:solidFill>
            <a:srgbClr val="EFF6FF"/>
          </a:solidFill>
          <a:ln w="23813">
            <a:solidFill>
              <a:srgbClr val="1D4ED8"/>
            </a:solidFill>
          </a:ln>
        </p:spPr>
      </p:sp>
      <p:sp>
        <p:nvSpPr>
          <p:cNvPr id="239" name="object-239">
            <a:extLst>
              <a:ext uri="{FF2B5EF4-FFF2-40B4-BE49-F238E27FC236}">
                <a16:creationId xmlns:a16="http://schemas.microsoft.com/office/drawing/2014/main" id="{7C1F0D71-B7BF-4529-AEAA-6D7304628C24}"/>
              </a:ext>
            </a:extLst>
          </p:cNvPr>
          <p:cNvSpPr>
            <a:spLocks noGrp="1"/>
          </p:cNvSpPr>
          <p:nvPr/>
        </p:nvSpPr>
        <p:spPr>
          <a:xfrm>
            <a:off x="10239375" y="6310313"/>
            <a:ext cx="3929063" cy="714375"/>
          </a:xfrm>
          <a:prstGeom prst="rect">
            <a:avLst/>
          </a:prstGeom>
          <a:noFill/>
          <a:ln w="0">
            <a:noFill/>
          </a:ln>
        </p:spPr>
        <p:txBody>
          <a:bodyPr anchor="ctr">
            <a:noAutofit/>
          </a:bodyPr>
          <a:lstStyle/>
          <a:p>
            <a:pPr algn="l">
              <a:defRPr sz="2719" b="1">
                <a:solidFill>
                  <a:srgbClr val="11745A"/>
                </a:solidFill>
                <a:latin typeface="Arial"/>
                <a:ea typeface="Arial"/>
                <a:cs typeface="Arial"/>
              </a:defRPr>
            </a:pPr>
            <a:r>
              <a:rPr sz="2719" b="1">
                <a:solidFill>
                  <a:srgbClr val="11745A"/>
                </a:solidFill>
                <a:latin typeface="Arial"/>
                <a:ea typeface="Arial"/>
                <a:cs typeface="Arial"/>
              </a:rPr>
              <a:t>6³ = 216</a:t>
            </a:r>
          </a:p>
        </p:txBody>
      </p:sp>
      <p:sp>
        <p:nvSpPr>
          <p:cNvPr id="240" name="object-240">
            <a:extLst>
              <a:ext uri="{FF2B5EF4-FFF2-40B4-BE49-F238E27FC236}">
                <a16:creationId xmlns:a16="http://schemas.microsoft.com/office/drawing/2014/main" id="{1B8AC1F1-0F4E-45D2-A876-7FE08181E042}"/>
              </a:ext>
            </a:extLst>
          </p:cNvPr>
          <p:cNvSpPr>
            <a:spLocks noGrp="1"/>
          </p:cNvSpPr>
          <p:nvPr/>
        </p:nvSpPr>
        <p:spPr>
          <a:xfrm>
            <a:off x="1190625" y="2917031"/>
            <a:ext cx="2857500" cy="1071563"/>
          </a:xfrm>
          <a:prstGeom prst="rect">
            <a:avLst/>
          </a:prstGeom>
          <a:noFill/>
          <a:ln w="0">
            <a:noFill/>
          </a:ln>
        </p:spPr>
        <p:txBody>
          <a:bodyPr anchor="ctr">
            <a:noAutofit/>
          </a:bodyPr>
          <a:lstStyle/>
          <a:p>
            <a:pPr algn="ctr">
              <a:defRPr sz="5625" b="1">
                <a:solidFill>
                  <a:srgbClr val="1D4ED8"/>
                </a:solidFill>
                <a:latin typeface="Arial"/>
                <a:ea typeface="Arial"/>
                <a:cs typeface="Arial"/>
              </a:defRPr>
            </a:pPr>
            <a:r>
              <a:rPr sz="5625" b="1">
                <a:solidFill>
                  <a:srgbClr val="1D4ED8"/>
                </a:solidFill>
                <a:latin typeface="Arial"/>
                <a:ea typeface="Arial"/>
                <a:cs typeface="Arial"/>
              </a:rPr>
              <a:t>97</a:t>
            </a:r>
          </a:p>
        </p:txBody>
      </p:sp>
      <p:sp>
        <p:nvSpPr>
          <p:cNvPr id="241" name="object-241">
            <a:extLst>
              <a:ext uri="{FF2B5EF4-FFF2-40B4-BE49-F238E27FC236}">
                <a16:creationId xmlns:a16="http://schemas.microsoft.com/office/drawing/2014/main" id="{9042399C-8D40-4258-A762-D46241D0EF74}"/>
              </a:ext>
            </a:extLst>
          </p:cNvPr>
          <p:cNvSpPr>
            <a:spLocks noGrp="1"/>
          </p:cNvSpPr>
          <p:nvPr/>
        </p:nvSpPr>
        <p:spPr>
          <a:xfrm>
            <a:off x="773906" y="40124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2: remainder 1</a:t>
            </a:r>
          </a:p>
        </p:txBody>
      </p:sp>
      <p:sp>
        <p:nvSpPr>
          <p:cNvPr id="242" name="object-242">
            <a:extLst>
              <a:ext uri="{FF2B5EF4-FFF2-40B4-BE49-F238E27FC236}">
                <a16:creationId xmlns:a16="http://schemas.microsoft.com/office/drawing/2014/main" id="{D3EF14F5-F990-463C-BA94-447DD01EAA9C}"/>
              </a:ext>
            </a:extLst>
          </p:cNvPr>
          <p:cNvSpPr>
            <a:spLocks noGrp="1"/>
          </p:cNvSpPr>
          <p:nvPr/>
        </p:nvSpPr>
        <p:spPr>
          <a:xfrm>
            <a:off x="773906" y="44886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3: remainder 1</a:t>
            </a:r>
          </a:p>
        </p:txBody>
      </p:sp>
      <p:sp>
        <p:nvSpPr>
          <p:cNvPr id="243" name="object-243">
            <a:extLst>
              <a:ext uri="{FF2B5EF4-FFF2-40B4-BE49-F238E27FC236}">
                <a16:creationId xmlns:a16="http://schemas.microsoft.com/office/drawing/2014/main" id="{1524CC8B-F4B6-4B92-A610-1523DBF7AA1B}"/>
              </a:ext>
            </a:extLst>
          </p:cNvPr>
          <p:cNvSpPr>
            <a:spLocks noGrp="1"/>
          </p:cNvSpPr>
          <p:nvPr/>
        </p:nvSpPr>
        <p:spPr>
          <a:xfrm>
            <a:off x="773906" y="496490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5: remainder 2</a:t>
            </a:r>
          </a:p>
        </p:txBody>
      </p:sp>
      <p:sp>
        <p:nvSpPr>
          <p:cNvPr id="244" name="object-244">
            <a:extLst>
              <a:ext uri="{FF2B5EF4-FFF2-40B4-BE49-F238E27FC236}">
                <a16:creationId xmlns:a16="http://schemas.microsoft.com/office/drawing/2014/main" id="{82766C03-C299-4F3A-AE87-81F542182B2F}"/>
              </a:ext>
            </a:extLst>
          </p:cNvPr>
          <p:cNvSpPr>
            <a:spLocks noGrp="1"/>
          </p:cNvSpPr>
          <p:nvPr/>
        </p:nvSpPr>
        <p:spPr>
          <a:xfrm>
            <a:off x="773906" y="5441156"/>
            <a:ext cx="4226719"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97 ÷ 7: remainder 6</a:t>
            </a:r>
          </a:p>
        </p:txBody>
      </p:sp>
      <p:sp>
        <p:nvSpPr>
          <p:cNvPr id="245" name="object-245">
            <a:extLst>
              <a:ext uri="{FF2B5EF4-FFF2-40B4-BE49-F238E27FC236}">
                <a16:creationId xmlns:a16="http://schemas.microsoft.com/office/drawing/2014/main" id="{0C76505D-28CF-4BBA-9607-8FA85A022246}"/>
              </a:ext>
            </a:extLst>
          </p:cNvPr>
          <p:cNvSpPr>
            <a:spLocks noGrp="1"/>
          </p:cNvSpPr>
          <p:nvPr/>
        </p:nvSpPr>
        <p:spPr>
          <a:xfrm>
            <a:off x="773906" y="5929313"/>
            <a:ext cx="4286250" cy="452438"/>
          </a:xfrm>
          <a:prstGeom prst="rect">
            <a:avLst/>
          </a:prstGeom>
          <a:noFill/>
          <a:ln w="0">
            <a:noFill/>
          </a:ln>
        </p:spPr>
        <p:txBody>
          <a:bodyPr anchor="ctr">
            <a:noAutofit/>
          </a:bodyPr>
          <a:lstStyle/>
          <a:p>
            <a:pPr algn="ctr">
              <a:defRPr sz="2156" b="1">
                <a:solidFill>
                  <a:srgbClr val="172B4D"/>
                </a:solidFill>
                <a:latin typeface="Arial"/>
                <a:ea typeface="Arial"/>
                <a:cs typeface="Arial"/>
              </a:defRPr>
            </a:pPr>
            <a:r>
              <a:rPr sz="2156" b="1">
                <a:solidFill>
                  <a:srgbClr val="172B4D"/>
                </a:solidFill>
                <a:latin typeface="Arial"/>
                <a:ea typeface="Arial"/>
                <a:cs typeface="Arial"/>
              </a:rPr>
              <a:t>Only factors: 1 and 97</a:t>
            </a:r>
          </a:p>
        </p:txBody>
      </p:sp>
      <p:sp>
        <p:nvSpPr>
          <p:cNvPr id="246" name="object-246">
            <a:extLst>
              <a:ext uri="{FF2B5EF4-FFF2-40B4-BE49-F238E27FC236}">
                <a16:creationId xmlns:a16="http://schemas.microsoft.com/office/drawing/2014/main" id="{A02EDC03-A102-45A5-B975-D58EB132DABB}"/>
              </a:ext>
            </a:extLst>
          </p:cNvPr>
          <p:cNvSpPr>
            <a:spLocks noGrp="1"/>
          </p:cNvSpPr>
          <p:nvPr/>
        </p:nvSpPr>
        <p:spPr>
          <a:xfrm>
            <a:off x="1190625" y="6310313"/>
            <a:ext cx="2857500" cy="714375"/>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prime</a:t>
            </a:r>
          </a:p>
        </p:txBody>
      </p:sp>
    </p:spTree>
    <p:extLst>
      <p:ext uri="{BB962C8B-B14F-4D97-AF65-F5344CB8AC3E}">
        <p14:creationId xmlns:p14="http://schemas.microsoft.com/office/powerpoint/2010/main" val="2001576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4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8"/>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4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5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5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5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5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6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6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6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6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7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7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7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7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7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7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7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7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7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7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8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8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8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8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8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8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8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8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8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8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9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9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9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9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9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9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9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9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9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9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0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0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0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0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10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10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0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0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1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1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11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11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11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11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11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118"/>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19"/>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20"/>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21"/>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22"/>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23"/>
                                        </p:tgtEl>
                                        <p:attrNameLst>
                                          <p:attrName>style.visibility</p:attrName>
                                        </p:attrNameLst>
                                      </p:cBhvr>
                                      <p:to>
                                        <p:strVal val="visible"/>
                                      </p:to>
                                    </p:set>
                                  </p:childTnLst>
                                </p:cTn>
                              </p:par>
                              <p:par>
                                <p:cTn id="239" presetID="1" presetClass="entr" presetSubtype="0" fill="hold" nodeType="withEffect">
                                  <p:stCondLst>
                                    <p:cond delay="0"/>
                                  </p:stCondLst>
                                  <p:childTnLst>
                                    <p:set>
                                      <p:cBhvr>
                                        <p:cTn id="240" dur="1" fill="hold">
                                          <p:stCondLst>
                                            <p:cond delay="0"/>
                                          </p:stCondLst>
                                        </p:cTn>
                                        <p:tgtEl>
                                          <p:spTgt spid="124"/>
                                        </p:tgtEl>
                                        <p:attrNameLst>
                                          <p:attrName>style.visibility</p:attrName>
                                        </p:attrNameLst>
                                      </p:cBhvr>
                                      <p:to>
                                        <p:strVal val="visible"/>
                                      </p:to>
                                    </p:set>
                                  </p:childTnLst>
                                </p:cTn>
                              </p:par>
                              <p:par>
                                <p:cTn id="241" presetID="1" presetClass="entr" presetSubtype="0" fill="hold" nodeType="withEffect">
                                  <p:stCondLst>
                                    <p:cond delay="0"/>
                                  </p:stCondLst>
                                  <p:childTnLst>
                                    <p:set>
                                      <p:cBhvr>
                                        <p:cTn id="242" dur="1" fill="hold">
                                          <p:stCondLst>
                                            <p:cond delay="0"/>
                                          </p:stCondLst>
                                        </p:cTn>
                                        <p:tgtEl>
                                          <p:spTgt spid="125"/>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26"/>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27"/>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28"/>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29"/>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30"/>
                                        </p:tgtEl>
                                        <p:attrNameLst>
                                          <p:attrName>style.visibility</p:attrName>
                                        </p:attrNameLst>
                                      </p:cBhvr>
                                      <p:to>
                                        <p:strVal val="visible"/>
                                      </p:to>
                                    </p:set>
                                  </p:childTnLst>
                                </p:cTn>
                              </p:par>
                              <p:par>
                                <p:cTn id="253" presetID="1" presetClass="entr" presetSubtype="0" fill="hold" nodeType="withEffect">
                                  <p:stCondLst>
                                    <p:cond delay="0"/>
                                  </p:stCondLst>
                                  <p:childTnLst>
                                    <p:set>
                                      <p:cBhvr>
                                        <p:cTn id="254" dur="1" fill="hold">
                                          <p:stCondLst>
                                            <p:cond delay="0"/>
                                          </p:stCondLst>
                                        </p:cTn>
                                        <p:tgtEl>
                                          <p:spTgt spid="131"/>
                                        </p:tgtEl>
                                        <p:attrNameLst>
                                          <p:attrName>style.visibility</p:attrName>
                                        </p:attrNameLst>
                                      </p:cBhvr>
                                      <p:to>
                                        <p:strVal val="visible"/>
                                      </p:to>
                                    </p:set>
                                  </p:childTnLst>
                                </p:cTn>
                              </p:par>
                              <p:par>
                                <p:cTn id="255" presetID="1" presetClass="entr" presetSubtype="0" fill="hold" nodeType="withEffect">
                                  <p:stCondLst>
                                    <p:cond delay="0"/>
                                  </p:stCondLst>
                                  <p:childTnLst>
                                    <p:set>
                                      <p:cBhvr>
                                        <p:cTn id="256" dur="1" fill="hold">
                                          <p:stCondLst>
                                            <p:cond delay="0"/>
                                          </p:stCondLst>
                                        </p:cTn>
                                        <p:tgtEl>
                                          <p:spTgt spid="132"/>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0"/>
                                          </p:stCondLst>
                                        </p:cTn>
                                        <p:tgtEl>
                                          <p:spTgt spid="133"/>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0"/>
                                          </p:stCondLst>
                                        </p:cTn>
                                        <p:tgtEl>
                                          <p:spTgt spid="134"/>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0"/>
                                          </p:stCondLst>
                                        </p:cTn>
                                        <p:tgtEl>
                                          <p:spTgt spid="135"/>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0"/>
                                          </p:stCondLst>
                                        </p:cTn>
                                        <p:tgtEl>
                                          <p:spTgt spid="136"/>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37"/>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38"/>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39"/>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40"/>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41"/>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0"/>
                                          </p:stCondLst>
                                        </p:cTn>
                                        <p:tgtEl>
                                          <p:spTgt spid="142"/>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0"/>
                                          </p:stCondLst>
                                        </p:cTn>
                                        <p:tgtEl>
                                          <p:spTgt spid="143"/>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44"/>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45"/>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46"/>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47"/>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48"/>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49"/>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0"/>
                                          </p:stCondLst>
                                        </p:cTn>
                                        <p:tgtEl>
                                          <p:spTgt spid="150"/>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0"/>
                                          </p:stCondLst>
                                        </p:cTn>
                                        <p:tgtEl>
                                          <p:spTgt spid="151"/>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0"/>
                                          </p:stCondLst>
                                        </p:cTn>
                                        <p:tgtEl>
                                          <p:spTgt spid="152"/>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0"/>
                                          </p:stCondLst>
                                        </p:cTn>
                                        <p:tgtEl>
                                          <p:spTgt spid="153"/>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0"/>
                                          </p:stCondLst>
                                        </p:cTn>
                                        <p:tgtEl>
                                          <p:spTgt spid="154"/>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0"/>
                                          </p:stCondLst>
                                        </p:cTn>
                                        <p:tgtEl>
                                          <p:spTgt spid="155"/>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0"/>
                                          </p:stCondLst>
                                        </p:cTn>
                                        <p:tgtEl>
                                          <p:spTgt spid="156"/>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0"/>
                                          </p:stCondLst>
                                        </p:cTn>
                                        <p:tgtEl>
                                          <p:spTgt spid="157"/>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0"/>
                                          </p:stCondLst>
                                        </p:cTn>
                                        <p:tgtEl>
                                          <p:spTgt spid="158"/>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0"/>
                                          </p:stCondLst>
                                        </p:cTn>
                                        <p:tgtEl>
                                          <p:spTgt spid="159"/>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0"/>
                                          </p:stCondLst>
                                        </p:cTn>
                                        <p:tgtEl>
                                          <p:spTgt spid="160"/>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0"/>
                                          </p:stCondLst>
                                        </p:cTn>
                                        <p:tgtEl>
                                          <p:spTgt spid="161"/>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0"/>
                                          </p:stCondLst>
                                        </p:cTn>
                                        <p:tgtEl>
                                          <p:spTgt spid="162"/>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0"/>
                                          </p:stCondLst>
                                        </p:cTn>
                                        <p:tgtEl>
                                          <p:spTgt spid="163"/>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0"/>
                                          </p:stCondLst>
                                        </p:cTn>
                                        <p:tgtEl>
                                          <p:spTgt spid="164"/>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0"/>
                                          </p:stCondLst>
                                        </p:cTn>
                                        <p:tgtEl>
                                          <p:spTgt spid="165"/>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0"/>
                                          </p:stCondLst>
                                        </p:cTn>
                                        <p:tgtEl>
                                          <p:spTgt spid="166"/>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0"/>
                                          </p:stCondLst>
                                        </p:cTn>
                                        <p:tgtEl>
                                          <p:spTgt spid="167"/>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0"/>
                                          </p:stCondLst>
                                        </p:cTn>
                                        <p:tgtEl>
                                          <p:spTgt spid="168"/>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0"/>
                                          </p:stCondLst>
                                        </p:cTn>
                                        <p:tgtEl>
                                          <p:spTgt spid="169"/>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0"/>
                                          </p:stCondLst>
                                        </p:cTn>
                                        <p:tgtEl>
                                          <p:spTgt spid="170"/>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0"/>
                                          </p:stCondLst>
                                        </p:cTn>
                                        <p:tgtEl>
                                          <p:spTgt spid="171"/>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0"/>
                                          </p:stCondLst>
                                        </p:cTn>
                                        <p:tgtEl>
                                          <p:spTgt spid="172"/>
                                        </p:tgtEl>
                                        <p:attrNameLst>
                                          <p:attrName>style.visibility</p:attrName>
                                        </p:attrNameLst>
                                      </p:cBhvr>
                                      <p:to>
                                        <p:strVal val="visible"/>
                                      </p:to>
                                    </p:set>
                                  </p:childTnLst>
                                </p:cTn>
                              </p:par>
                              <p:par>
                                <p:cTn id="337" presetID="1" presetClass="entr" presetSubtype="0" fill="hold" nodeType="withEffect">
                                  <p:stCondLst>
                                    <p:cond delay="0"/>
                                  </p:stCondLst>
                                  <p:childTnLst>
                                    <p:set>
                                      <p:cBhvr>
                                        <p:cTn id="338" dur="1" fill="hold">
                                          <p:stCondLst>
                                            <p:cond delay="0"/>
                                          </p:stCondLst>
                                        </p:cTn>
                                        <p:tgtEl>
                                          <p:spTgt spid="173"/>
                                        </p:tgtEl>
                                        <p:attrNameLst>
                                          <p:attrName>style.visibility</p:attrName>
                                        </p:attrNameLst>
                                      </p:cBhvr>
                                      <p:to>
                                        <p:strVal val="visible"/>
                                      </p:to>
                                    </p:set>
                                  </p:childTnLst>
                                </p:cTn>
                              </p:par>
                              <p:par>
                                <p:cTn id="339" presetID="1" presetClass="entr" presetSubtype="0" fill="hold" nodeType="withEffect">
                                  <p:stCondLst>
                                    <p:cond delay="0"/>
                                  </p:stCondLst>
                                  <p:childTnLst>
                                    <p:set>
                                      <p:cBhvr>
                                        <p:cTn id="340" dur="1" fill="hold">
                                          <p:stCondLst>
                                            <p:cond delay="0"/>
                                          </p:stCondLst>
                                        </p:cTn>
                                        <p:tgtEl>
                                          <p:spTgt spid="174"/>
                                        </p:tgtEl>
                                        <p:attrNameLst>
                                          <p:attrName>style.visibility</p:attrName>
                                        </p:attrNameLst>
                                      </p:cBhvr>
                                      <p:to>
                                        <p:strVal val="visible"/>
                                      </p:to>
                                    </p:set>
                                  </p:childTnLst>
                                </p:cTn>
                              </p:par>
                              <p:par>
                                <p:cTn id="341" presetID="1" presetClass="entr" presetSubtype="0" fill="hold" nodeType="withEffect">
                                  <p:stCondLst>
                                    <p:cond delay="0"/>
                                  </p:stCondLst>
                                  <p:childTnLst>
                                    <p:set>
                                      <p:cBhvr>
                                        <p:cTn id="342" dur="1" fill="hold">
                                          <p:stCondLst>
                                            <p:cond delay="0"/>
                                          </p:stCondLst>
                                        </p:cTn>
                                        <p:tgtEl>
                                          <p:spTgt spid="175"/>
                                        </p:tgtEl>
                                        <p:attrNameLst>
                                          <p:attrName>style.visibility</p:attrName>
                                        </p:attrNameLst>
                                      </p:cBhvr>
                                      <p:to>
                                        <p:strVal val="visible"/>
                                      </p:to>
                                    </p:set>
                                  </p:childTnLst>
                                </p:cTn>
                              </p:par>
                              <p:par>
                                <p:cTn id="343" presetID="1" presetClass="entr" presetSubtype="0" fill="hold" nodeType="withEffect">
                                  <p:stCondLst>
                                    <p:cond delay="0"/>
                                  </p:stCondLst>
                                  <p:childTnLst>
                                    <p:set>
                                      <p:cBhvr>
                                        <p:cTn id="344" dur="1" fill="hold">
                                          <p:stCondLst>
                                            <p:cond delay="0"/>
                                          </p:stCondLst>
                                        </p:cTn>
                                        <p:tgtEl>
                                          <p:spTgt spid="176"/>
                                        </p:tgtEl>
                                        <p:attrNameLst>
                                          <p:attrName>style.visibility</p:attrName>
                                        </p:attrNameLst>
                                      </p:cBhvr>
                                      <p:to>
                                        <p:strVal val="visible"/>
                                      </p:to>
                                    </p:set>
                                  </p:childTnLst>
                                </p:cTn>
                              </p:par>
                              <p:par>
                                <p:cTn id="345" presetID="1" presetClass="entr" presetSubtype="0" fill="hold" nodeType="withEffect">
                                  <p:stCondLst>
                                    <p:cond delay="0"/>
                                  </p:stCondLst>
                                  <p:childTnLst>
                                    <p:set>
                                      <p:cBhvr>
                                        <p:cTn id="346" dur="1" fill="hold">
                                          <p:stCondLst>
                                            <p:cond delay="0"/>
                                          </p:stCondLst>
                                        </p:cTn>
                                        <p:tgtEl>
                                          <p:spTgt spid="177"/>
                                        </p:tgtEl>
                                        <p:attrNameLst>
                                          <p:attrName>style.visibility</p:attrName>
                                        </p:attrNameLst>
                                      </p:cBhvr>
                                      <p:to>
                                        <p:strVal val="visible"/>
                                      </p:to>
                                    </p:set>
                                  </p:childTnLst>
                                </p:cTn>
                              </p:par>
                              <p:par>
                                <p:cTn id="347" presetID="1" presetClass="entr" presetSubtype="0" fill="hold" nodeType="withEffect">
                                  <p:stCondLst>
                                    <p:cond delay="0"/>
                                  </p:stCondLst>
                                  <p:childTnLst>
                                    <p:set>
                                      <p:cBhvr>
                                        <p:cTn id="348" dur="1" fill="hold">
                                          <p:stCondLst>
                                            <p:cond delay="0"/>
                                          </p:stCondLst>
                                        </p:cTn>
                                        <p:tgtEl>
                                          <p:spTgt spid="178"/>
                                        </p:tgtEl>
                                        <p:attrNameLst>
                                          <p:attrName>style.visibility</p:attrName>
                                        </p:attrNameLst>
                                      </p:cBhvr>
                                      <p:to>
                                        <p:strVal val="visible"/>
                                      </p:to>
                                    </p:set>
                                  </p:childTnLst>
                                </p:cTn>
                              </p:par>
                              <p:par>
                                <p:cTn id="349" presetID="1" presetClass="entr" presetSubtype="0" fill="hold" nodeType="withEffect">
                                  <p:stCondLst>
                                    <p:cond delay="0"/>
                                  </p:stCondLst>
                                  <p:childTnLst>
                                    <p:set>
                                      <p:cBhvr>
                                        <p:cTn id="350" dur="1" fill="hold">
                                          <p:stCondLst>
                                            <p:cond delay="0"/>
                                          </p:stCondLst>
                                        </p:cTn>
                                        <p:tgtEl>
                                          <p:spTgt spid="179"/>
                                        </p:tgtEl>
                                        <p:attrNameLst>
                                          <p:attrName>style.visibility</p:attrName>
                                        </p:attrNameLst>
                                      </p:cBhvr>
                                      <p:to>
                                        <p:strVal val="visible"/>
                                      </p:to>
                                    </p:set>
                                  </p:childTnLst>
                                </p:cTn>
                              </p:par>
                              <p:par>
                                <p:cTn id="351" presetID="1" presetClass="entr" presetSubtype="0" fill="hold" nodeType="withEffect">
                                  <p:stCondLst>
                                    <p:cond delay="0"/>
                                  </p:stCondLst>
                                  <p:childTnLst>
                                    <p:set>
                                      <p:cBhvr>
                                        <p:cTn id="352" dur="1" fill="hold">
                                          <p:stCondLst>
                                            <p:cond delay="0"/>
                                          </p:stCondLst>
                                        </p:cTn>
                                        <p:tgtEl>
                                          <p:spTgt spid="180"/>
                                        </p:tgtEl>
                                        <p:attrNameLst>
                                          <p:attrName>style.visibility</p:attrName>
                                        </p:attrNameLst>
                                      </p:cBhvr>
                                      <p:to>
                                        <p:strVal val="visible"/>
                                      </p:to>
                                    </p:set>
                                  </p:childTnLst>
                                </p:cTn>
                              </p:par>
                              <p:par>
                                <p:cTn id="353" presetID="1" presetClass="entr" presetSubtype="0" fill="hold" nodeType="withEffect">
                                  <p:stCondLst>
                                    <p:cond delay="0"/>
                                  </p:stCondLst>
                                  <p:childTnLst>
                                    <p:set>
                                      <p:cBhvr>
                                        <p:cTn id="354" dur="1" fill="hold">
                                          <p:stCondLst>
                                            <p:cond delay="0"/>
                                          </p:stCondLst>
                                        </p:cTn>
                                        <p:tgtEl>
                                          <p:spTgt spid="181"/>
                                        </p:tgtEl>
                                        <p:attrNameLst>
                                          <p:attrName>style.visibility</p:attrName>
                                        </p:attrNameLst>
                                      </p:cBhvr>
                                      <p:to>
                                        <p:strVal val="visible"/>
                                      </p:to>
                                    </p:set>
                                  </p:childTnLst>
                                </p:cTn>
                              </p:par>
                              <p:par>
                                <p:cTn id="355" presetID="1" presetClass="entr" presetSubtype="0" fill="hold" nodeType="withEffect">
                                  <p:stCondLst>
                                    <p:cond delay="0"/>
                                  </p:stCondLst>
                                  <p:childTnLst>
                                    <p:set>
                                      <p:cBhvr>
                                        <p:cTn id="356" dur="1" fill="hold">
                                          <p:stCondLst>
                                            <p:cond delay="0"/>
                                          </p:stCondLst>
                                        </p:cTn>
                                        <p:tgtEl>
                                          <p:spTgt spid="182"/>
                                        </p:tgtEl>
                                        <p:attrNameLst>
                                          <p:attrName>style.visibility</p:attrName>
                                        </p:attrNameLst>
                                      </p:cBhvr>
                                      <p:to>
                                        <p:strVal val="visible"/>
                                      </p:to>
                                    </p:set>
                                  </p:childTnLst>
                                </p:cTn>
                              </p:par>
                              <p:par>
                                <p:cTn id="357" presetID="1" presetClass="entr" presetSubtype="0" fill="hold" nodeType="withEffect">
                                  <p:stCondLst>
                                    <p:cond delay="0"/>
                                  </p:stCondLst>
                                  <p:childTnLst>
                                    <p:set>
                                      <p:cBhvr>
                                        <p:cTn id="358" dur="1" fill="hold">
                                          <p:stCondLst>
                                            <p:cond delay="0"/>
                                          </p:stCondLst>
                                        </p:cTn>
                                        <p:tgtEl>
                                          <p:spTgt spid="183"/>
                                        </p:tgtEl>
                                        <p:attrNameLst>
                                          <p:attrName>style.visibility</p:attrName>
                                        </p:attrNameLst>
                                      </p:cBhvr>
                                      <p:to>
                                        <p:strVal val="visible"/>
                                      </p:to>
                                    </p:set>
                                  </p:childTnLst>
                                </p:cTn>
                              </p:par>
                              <p:par>
                                <p:cTn id="359" presetID="1" presetClass="entr" presetSubtype="0" fill="hold" nodeType="withEffect">
                                  <p:stCondLst>
                                    <p:cond delay="0"/>
                                  </p:stCondLst>
                                  <p:childTnLst>
                                    <p:set>
                                      <p:cBhvr>
                                        <p:cTn id="360" dur="1" fill="hold">
                                          <p:stCondLst>
                                            <p:cond delay="0"/>
                                          </p:stCondLst>
                                        </p:cTn>
                                        <p:tgtEl>
                                          <p:spTgt spid="184"/>
                                        </p:tgtEl>
                                        <p:attrNameLst>
                                          <p:attrName>style.visibility</p:attrName>
                                        </p:attrNameLst>
                                      </p:cBhvr>
                                      <p:to>
                                        <p:strVal val="visible"/>
                                      </p:to>
                                    </p:set>
                                  </p:childTnLst>
                                </p:cTn>
                              </p:par>
                              <p:par>
                                <p:cTn id="361" presetID="1" presetClass="entr" presetSubtype="0" fill="hold" nodeType="withEffect">
                                  <p:stCondLst>
                                    <p:cond delay="0"/>
                                  </p:stCondLst>
                                  <p:childTnLst>
                                    <p:set>
                                      <p:cBhvr>
                                        <p:cTn id="362" dur="1" fill="hold">
                                          <p:stCondLst>
                                            <p:cond delay="0"/>
                                          </p:stCondLst>
                                        </p:cTn>
                                        <p:tgtEl>
                                          <p:spTgt spid="185"/>
                                        </p:tgtEl>
                                        <p:attrNameLst>
                                          <p:attrName>style.visibility</p:attrName>
                                        </p:attrNameLst>
                                      </p:cBhvr>
                                      <p:to>
                                        <p:strVal val="visible"/>
                                      </p:to>
                                    </p:set>
                                  </p:childTnLst>
                                </p:cTn>
                              </p:par>
                              <p:par>
                                <p:cTn id="363" presetID="1" presetClass="entr" presetSubtype="0" fill="hold" nodeType="withEffect">
                                  <p:stCondLst>
                                    <p:cond delay="0"/>
                                  </p:stCondLst>
                                  <p:childTnLst>
                                    <p:set>
                                      <p:cBhvr>
                                        <p:cTn id="364" dur="1" fill="hold">
                                          <p:stCondLst>
                                            <p:cond delay="0"/>
                                          </p:stCondLst>
                                        </p:cTn>
                                        <p:tgtEl>
                                          <p:spTgt spid="186"/>
                                        </p:tgtEl>
                                        <p:attrNameLst>
                                          <p:attrName>style.visibility</p:attrName>
                                        </p:attrNameLst>
                                      </p:cBhvr>
                                      <p:to>
                                        <p:strVal val="visible"/>
                                      </p:to>
                                    </p:set>
                                  </p:childTnLst>
                                </p:cTn>
                              </p:par>
                              <p:par>
                                <p:cTn id="365" presetID="1" presetClass="entr" presetSubtype="0" fill="hold" nodeType="withEffect">
                                  <p:stCondLst>
                                    <p:cond delay="0"/>
                                  </p:stCondLst>
                                  <p:childTnLst>
                                    <p:set>
                                      <p:cBhvr>
                                        <p:cTn id="366" dur="1" fill="hold">
                                          <p:stCondLst>
                                            <p:cond delay="0"/>
                                          </p:stCondLst>
                                        </p:cTn>
                                        <p:tgtEl>
                                          <p:spTgt spid="187"/>
                                        </p:tgtEl>
                                        <p:attrNameLst>
                                          <p:attrName>style.visibility</p:attrName>
                                        </p:attrNameLst>
                                      </p:cBhvr>
                                      <p:to>
                                        <p:strVal val="visible"/>
                                      </p:to>
                                    </p:set>
                                  </p:childTnLst>
                                </p:cTn>
                              </p:par>
                              <p:par>
                                <p:cTn id="367" presetID="1" presetClass="entr" presetSubtype="0" fill="hold" nodeType="withEffect">
                                  <p:stCondLst>
                                    <p:cond delay="0"/>
                                  </p:stCondLst>
                                  <p:childTnLst>
                                    <p:set>
                                      <p:cBhvr>
                                        <p:cTn id="368" dur="1" fill="hold">
                                          <p:stCondLst>
                                            <p:cond delay="0"/>
                                          </p:stCondLst>
                                        </p:cTn>
                                        <p:tgtEl>
                                          <p:spTgt spid="188"/>
                                        </p:tgtEl>
                                        <p:attrNameLst>
                                          <p:attrName>style.visibility</p:attrName>
                                        </p:attrNameLst>
                                      </p:cBhvr>
                                      <p:to>
                                        <p:strVal val="visible"/>
                                      </p:to>
                                    </p:set>
                                  </p:childTnLst>
                                </p:cTn>
                              </p:par>
                              <p:par>
                                <p:cTn id="369" presetID="1" presetClass="entr" presetSubtype="0" fill="hold" nodeType="withEffect">
                                  <p:stCondLst>
                                    <p:cond delay="0"/>
                                  </p:stCondLst>
                                  <p:childTnLst>
                                    <p:set>
                                      <p:cBhvr>
                                        <p:cTn id="370" dur="1" fill="hold">
                                          <p:stCondLst>
                                            <p:cond delay="0"/>
                                          </p:stCondLst>
                                        </p:cTn>
                                        <p:tgtEl>
                                          <p:spTgt spid="189"/>
                                        </p:tgtEl>
                                        <p:attrNameLst>
                                          <p:attrName>style.visibility</p:attrName>
                                        </p:attrNameLst>
                                      </p:cBhvr>
                                      <p:to>
                                        <p:strVal val="visible"/>
                                      </p:to>
                                    </p:set>
                                  </p:childTnLst>
                                </p:cTn>
                              </p:par>
                              <p:par>
                                <p:cTn id="371" presetID="1" presetClass="entr" presetSubtype="0" fill="hold" nodeType="withEffect">
                                  <p:stCondLst>
                                    <p:cond delay="0"/>
                                  </p:stCondLst>
                                  <p:childTnLst>
                                    <p:set>
                                      <p:cBhvr>
                                        <p:cTn id="372" dur="1" fill="hold">
                                          <p:stCondLst>
                                            <p:cond delay="0"/>
                                          </p:stCondLst>
                                        </p:cTn>
                                        <p:tgtEl>
                                          <p:spTgt spid="190"/>
                                        </p:tgtEl>
                                        <p:attrNameLst>
                                          <p:attrName>style.visibility</p:attrName>
                                        </p:attrNameLst>
                                      </p:cBhvr>
                                      <p:to>
                                        <p:strVal val="visible"/>
                                      </p:to>
                                    </p:set>
                                  </p:childTnLst>
                                </p:cTn>
                              </p:par>
                              <p:par>
                                <p:cTn id="373" presetID="1" presetClass="entr" presetSubtype="0" fill="hold" nodeType="withEffect">
                                  <p:stCondLst>
                                    <p:cond delay="0"/>
                                  </p:stCondLst>
                                  <p:childTnLst>
                                    <p:set>
                                      <p:cBhvr>
                                        <p:cTn id="374" dur="1" fill="hold">
                                          <p:stCondLst>
                                            <p:cond delay="0"/>
                                          </p:stCondLst>
                                        </p:cTn>
                                        <p:tgtEl>
                                          <p:spTgt spid="191"/>
                                        </p:tgtEl>
                                        <p:attrNameLst>
                                          <p:attrName>style.visibility</p:attrName>
                                        </p:attrNameLst>
                                      </p:cBhvr>
                                      <p:to>
                                        <p:strVal val="visible"/>
                                      </p:to>
                                    </p:set>
                                  </p:childTnLst>
                                </p:cTn>
                              </p:par>
                              <p:par>
                                <p:cTn id="375" presetID="1" presetClass="entr" presetSubtype="0" fill="hold" nodeType="withEffect">
                                  <p:stCondLst>
                                    <p:cond delay="0"/>
                                  </p:stCondLst>
                                  <p:childTnLst>
                                    <p:set>
                                      <p:cBhvr>
                                        <p:cTn id="376" dur="1" fill="hold">
                                          <p:stCondLst>
                                            <p:cond delay="0"/>
                                          </p:stCondLst>
                                        </p:cTn>
                                        <p:tgtEl>
                                          <p:spTgt spid="192"/>
                                        </p:tgtEl>
                                        <p:attrNameLst>
                                          <p:attrName>style.visibility</p:attrName>
                                        </p:attrNameLst>
                                      </p:cBhvr>
                                      <p:to>
                                        <p:strVal val="visible"/>
                                      </p:to>
                                    </p:set>
                                  </p:childTnLst>
                                </p:cTn>
                              </p:par>
                              <p:par>
                                <p:cTn id="377" presetID="1" presetClass="entr" presetSubtype="0" fill="hold" nodeType="withEffect">
                                  <p:stCondLst>
                                    <p:cond delay="0"/>
                                  </p:stCondLst>
                                  <p:childTnLst>
                                    <p:set>
                                      <p:cBhvr>
                                        <p:cTn id="378" dur="1" fill="hold">
                                          <p:stCondLst>
                                            <p:cond delay="0"/>
                                          </p:stCondLst>
                                        </p:cTn>
                                        <p:tgtEl>
                                          <p:spTgt spid="193"/>
                                        </p:tgtEl>
                                        <p:attrNameLst>
                                          <p:attrName>style.visibility</p:attrName>
                                        </p:attrNameLst>
                                      </p:cBhvr>
                                      <p:to>
                                        <p:strVal val="visible"/>
                                      </p:to>
                                    </p:set>
                                  </p:childTnLst>
                                </p:cTn>
                              </p:par>
                              <p:par>
                                <p:cTn id="379" presetID="1" presetClass="entr" presetSubtype="0" fill="hold" nodeType="withEffect">
                                  <p:stCondLst>
                                    <p:cond delay="0"/>
                                  </p:stCondLst>
                                  <p:childTnLst>
                                    <p:set>
                                      <p:cBhvr>
                                        <p:cTn id="380" dur="1" fill="hold">
                                          <p:stCondLst>
                                            <p:cond delay="0"/>
                                          </p:stCondLst>
                                        </p:cTn>
                                        <p:tgtEl>
                                          <p:spTgt spid="194"/>
                                        </p:tgtEl>
                                        <p:attrNameLst>
                                          <p:attrName>style.visibility</p:attrName>
                                        </p:attrNameLst>
                                      </p:cBhvr>
                                      <p:to>
                                        <p:strVal val="visible"/>
                                      </p:to>
                                    </p:set>
                                  </p:childTnLst>
                                </p:cTn>
                              </p:par>
                              <p:par>
                                <p:cTn id="381" presetID="1" presetClass="entr" presetSubtype="0" fill="hold" nodeType="withEffect">
                                  <p:stCondLst>
                                    <p:cond delay="0"/>
                                  </p:stCondLst>
                                  <p:childTnLst>
                                    <p:set>
                                      <p:cBhvr>
                                        <p:cTn id="382" dur="1" fill="hold">
                                          <p:stCondLst>
                                            <p:cond delay="0"/>
                                          </p:stCondLst>
                                        </p:cTn>
                                        <p:tgtEl>
                                          <p:spTgt spid="195"/>
                                        </p:tgtEl>
                                        <p:attrNameLst>
                                          <p:attrName>style.visibility</p:attrName>
                                        </p:attrNameLst>
                                      </p:cBhvr>
                                      <p:to>
                                        <p:strVal val="visible"/>
                                      </p:to>
                                    </p:set>
                                  </p:childTnLst>
                                </p:cTn>
                              </p:par>
                              <p:par>
                                <p:cTn id="383" presetID="1" presetClass="entr" presetSubtype="0" fill="hold" nodeType="withEffect">
                                  <p:stCondLst>
                                    <p:cond delay="0"/>
                                  </p:stCondLst>
                                  <p:childTnLst>
                                    <p:set>
                                      <p:cBhvr>
                                        <p:cTn id="384" dur="1" fill="hold">
                                          <p:stCondLst>
                                            <p:cond delay="0"/>
                                          </p:stCondLst>
                                        </p:cTn>
                                        <p:tgtEl>
                                          <p:spTgt spid="196"/>
                                        </p:tgtEl>
                                        <p:attrNameLst>
                                          <p:attrName>style.visibility</p:attrName>
                                        </p:attrNameLst>
                                      </p:cBhvr>
                                      <p:to>
                                        <p:strVal val="visible"/>
                                      </p:to>
                                    </p:set>
                                  </p:childTnLst>
                                </p:cTn>
                              </p:par>
                              <p:par>
                                <p:cTn id="385" presetID="1" presetClass="entr" presetSubtype="0" fill="hold" nodeType="withEffect">
                                  <p:stCondLst>
                                    <p:cond delay="0"/>
                                  </p:stCondLst>
                                  <p:childTnLst>
                                    <p:set>
                                      <p:cBhvr>
                                        <p:cTn id="386" dur="1" fill="hold">
                                          <p:stCondLst>
                                            <p:cond delay="0"/>
                                          </p:stCondLst>
                                        </p:cTn>
                                        <p:tgtEl>
                                          <p:spTgt spid="197"/>
                                        </p:tgtEl>
                                        <p:attrNameLst>
                                          <p:attrName>style.visibility</p:attrName>
                                        </p:attrNameLst>
                                      </p:cBhvr>
                                      <p:to>
                                        <p:strVal val="visible"/>
                                      </p:to>
                                    </p:set>
                                  </p:childTnLst>
                                </p:cTn>
                              </p:par>
                              <p:par>
                                <p:cTn id="387" presetID="1" presetClass="entr" presetSubtype="0" fill="hold" nodeType="withEffect">
                                  <p:stCondLst>
                                    <p:cond delay="0"/>
                                  </p:stCondLst>
                                  <p:childTnLst>
                                    <p:set>
                                      <p:cBhvr>
                                        <p:cTn id="388" dur="1" fill="hold">
                                          <p:stCondLst>
                                            <p:cond delay="0"/>
                                          </p:stCondLst>
                                        </p:cTn>
                                        <p:tgtEl>
                                          <p:spTgt spid="198"/>
                                        </p:tgtEl>
                                        <p:attrNameLst>
                                          <p:attrName>style.visibility</p:attrName>
                                        </p:attrNameLst>
                                      </p:cBhvr>
                                      <p:to>
                                        <p:strVal val="visible"/>
                                      </p:to>
                                    </p:set>
                                  </p:childTnLst>
                                </p:cTn>
                              </p:par>
                              <p:par>
                                <p:cTn id="389" presetID="1" presetClass="entr" presetSubtype="0" fill="hold" nodeType="withEffect">
                                  <p:stCondLst>
                                    <p:cond delay="0"/>
                                  </p:stCondLst>
                                  <p:childTnLst>
                                    <p:set>
                                      <p:cBhvr>
                                        <p:cTn id="390" dur="1" fill="hold">
                                          <p:stCondLst>
                                            <p:cond delay="0"/>
                                          </p:stCondLst>
                                        </p:cTn>
                                        <p:tgtEl>
                                          <p:spTgt spid="199"/>
                                        </p:tgtEl>
                                        <p:attrNameLst>
                                          <p:attrName>style.visibility</p:attrName>
                                        </p:attrNameLst>
                                      </p:cBhvr>
                                      <p:to>
                                        <p:strVal val="visible"/>
                                      </p:to>
                                    </p:set>
                                  </p:childTnLst>
                                </p:cTn>
                              </p:par>
                              <p:par>
                                <p:cTn id="391" presetID="1" presetClass="entr" presetSubtype="0" fill="hold" nodeType="withEffect">
                                  <p:stCondLst>
                                    <p:cond delay="0"/>
                                  </p:stCondLst>
                                  <p:childTnLst>
                                    <p:set>
                                      <p:cBhvr>
                                        <p:cTn id="392" dur="1" fill="hold">
                                          <p:stCondLst>
                                            <p:cond delay="0"/>
                                          </p:stCondLst>
                                        </p:cTn>
                                        <p:tgtEl>
                                          <p:spTgt spid="200"/>
                                        </p:tgtEl>
                                        <p:attrNameLst>
                                          <p:attrName>style.visibility</p:attrName>
                                        </p:attrNameLst>
                                      </p:cBhvr>
                                      <p:to>
                                        <p:strVal val="visible"/>
                                      </p:to>
                                    </p:set>
                                  </p:childTnLst>
                                </p:cTn>
                              </p:par>
                              <p:par>
                                <p:cTn id="393" presetID="1" presetClass="entr" presetSubtype="0" fill="hold" nodeType="withEffect">
                                  <p:stCondLst>
                                    <p:cond delay="0"/>
                                  </p:stCondLst>
                                  <p:childTnLst>
                                    <p:set>
                                      <p:cBhvr>
                                        <p:cTn id="394" dur="1" fill="hold">
                                          <p:stCondLst>
                                            <p:cond delay="0"/>
                                          </p:stCondLst>
                                        </p:cTn>
                                        <p:tgtEl>
                                          <p:spTgt spid="201"/>
                                        </p:tgtEl>
                                        <p:attrNameLst>
                                          <p:attrName>style.visibility</p:attrName>
                                        </p:attrNameLst>
                                      </p:cBhvr>
                                      <p:to>
                                        <p:strVal val="visible"/>
                                      </p:to>
                                    </p:set>
                                  </p:childTnLst>
                                </p:cTn>
                              </p:par>
                              <p:par>
                                <p:cTn id="395" presetID="1" presetClass="entr" presetSubtype="0" fill="hold" nodeType="withEffect">
                                  <p:stCondLst>
                                    <p:cond delay="0"/>
                                  </p:stCondLst>
                                  <p:childTnLst>
                                    <p:set>
                                      <p:cBhvr>
                                        <p:cTn id="396" dur="1" fill="hold">
                                          <p:stCondLst>
                                            <p:cond delay="0"/>
                                          </p:stCondLst>
                                        </p:cTn>
                                        <p:tgtEl>
                                          <p:spTgt spid="202"/>
                                        </p:tgtEl>
                                        <p:attrNameLst>
                                          <p:attrName>style.visibility</p:attrName>
                                        </p:attrNameLst>
                                      </p:cBhvr>
                                      <p:to>
                                        <p:strVal val="visible"/>
                                      </p:to>
                                    </p:set>
                                  </p:childTnLst>
                                </p:cTn>
                              </p:par>
                              <p:par>
                                <p:cTn id="397" presetID="1" presetClass="entr" presetSubtype="0" fill="hold" nodeType="withEffect">
                                  <p:stCondLst>
                                    <p:cond delay="0"/>
                                  </p:stCondLst>
                                  <p:childTnLst>
                                    <p:set>
                                      <p:cBhvr>
                                        <p:cTn id="398" dur="1" fill="hold">
                                          <p:stCondLst>
                                            <p:cond delay="0"/>
                                          </p:stCondLst>
                                        </p:cTn>
                                        <p:tgtEl>
                                          <p:spTgt spid="203"/>
                                        </p:tgtEl>
                                        <p:attrNameLst>
                                          <p:attrName>style.visibility</p:attrName>
                                        </p:attrNameLst>
                                      </p:cBhvr>
                                      <p:to>
                                        <p:strVal val="visible"/>
                                      </p:to>
                                    </p:set>
                                  </p:childTnLst>
                                </p:cTn>
                              </p:par>
                              <p:par>
                                <p:cTn id="399" presetID="1" presetClass="entr" presetSubtype="0" fill="hold" nodeType="withEffect">
                                  <p:stCondLst>
                                    <p:cond delay="0"/>
                                  </p:stCondLst>
                                  <p:childTnLst>
                                    <p:set>
                                      <p:cBhvr>
                                        <p:cTn id="400" dur="1" fill="hold">
                                          <p:stCondLst>
                                            <p:cond delay="0"/>
                                          </p:stCondLst>
                                        </p:cTn>
                                        <p:tgtEl>
                                          <p:spTgt spid="204"/>
                                        </p:tgtEl>
                                        <p:attrNameLst>
                                          <p:attrName>style.visibility</p:attrName>
                                        </p:attrNameLst>
                                      </p:cBhvr>
                                      <p:to>
                                        <p:strVal val="visible"/>
                                      </p:to>
                                    </p:set>
                                  </p:childTnLst>
                                </p:cTn>
                              </p:par>
                              <p:par>
                                <p:cTn id="401" presetID="1" presetClass="entr" presetSubtype="0" fill="hold" nodeType="withEffect">
                                  <p:stCondLst>
                                    <p:cond delay="0"/>
                                  </p:stCondLst>
                                  <p:childTnLst>
                                    <p:set>
                                      <p:cBhvr>
                                        <p:cTn id="402" dur="1" fill="hold">
                                          <p:stCondLst>
                                            <p:cond delay="0"/>
                                          </p:stCondLst>
                                        </p:cTn>
                                        <p:tgtEl>
                                          <p:spTgt spid="205"/>
                                        </p:tgtEl>
                                        <p:attrNameLst>
                                          <p:attrName>style.visibility</p:attrName>
                                        </p:attrNameLst>
                                      </p:cBhvr>
                                      <p:to>
                                        <p:strVal val="visible"/>
                                      </p:to>
                                    </p:set>
                                  </p:childTnLst>
                                </p:cTn>
                              </p:par>
                              <p:par>
                                <p:cTn id="403" presetID="1" presetClass="entr" presetSubtype="0" fill="hold" nodeType="withEffect">
                                  <p:stCondLst>
                                    <p:cond delay="0"/>
                                  </p:stCondLst>
                                  <p:childTnLst>
                                    <p:set>
                                      <p:cBhvr>
                                        <p:cTn id="404" dur="1" fill="hold">
                                          <p:stCondLst>
                                            <p:cond delay="0"/>
                                          </p:stCondLst>
                                        </p:cTn>
                                        <p:tgtEl>
                                          <p:spTgt spid="206"/>
                                        </p:tgtEl>
                                        <p:attrNameLst>
                                          <p:attrName>style.visibility</p:attrName>
                                        </p:attrNameLst>
                                      </p:cBhvr>
                                      <p:to>
                                        <p:strVal val="visible"/>
                                      </p:to>
                                    </p:set>
                                  </p:childTnLst>
                                </p:cTn>
                              </p:par>
                              <p:par>
                                <p:cTn id="405" presetID="1" presetClass="entr" presetSubtype="0" fill="hold" nodeType="withEffect">
                                  <p:stCondLst>
                                    <p:cond delay="0"/>
                                  </p:stCondLst>
                                  <p:childTnLst>
                                    <p:set>
                                      <p:cBhvr>
                                        <p:cTn id="406" dur="1" fill="hold">
                                          <p:stCondLst>
                                            <p:cond delay="0"/>
                                          </p:stCondLst>
                                        </p:cTn>
                                        <p:tgtEl>
                                          <p:spTgt spid="207"/>
                                        </p:tgtEl>
                                        <p:attrNameLst>
                                          <p:attrName>style.visibility</p:attrName>
                                        </p:attrNameLst>
                                      </p:cBhvr>
                                      <p:to>
                                        <p:strVal val="visible"/>
                                      </p:to>
                                    </p:set>
                                  </p:childTnLst>
                                </p:cTn>
                              </p:par>
                              <p:par>
                                <p:cTn id="407" presetID="1" presetClass="entr" presetSubtype="0" fill="hold" nodeType="withEffect">
                                  <p:stCondLst>
                                    <p:cond delay="0"/>
                                  </p:stCondLst>
                                  <p:childTnLst>
                                    <p:set>
                                      <p:cBhvr>
                                        <p:cTn id="408" dur="1" fill="hold">
                                          <p:stCondLst>
                                            <p:cond delay="0"/>
                                          </p:stCondLst>
                                        </p:cTn>
                                        <p:tgtEl>
                                          <p:spTgt spid="208"/>
                                        </p:tgtEl>
                                        <p:attrNameLst>
                                          <p:attrName>style.visibility</p:attrName>
                                        </p:attrNameLst>
                                      </p:cBhvr>
                                      <p:to>
                                        <p:strVal val="visible"/>
                                      </p:to>
                                    </p:set>
                                  </p:childTnLst>
                                </p:cTn>
                              </p:par>
                              <p:par>
                                <p:cTn id="409" presetID="1" presetClass="entr" presetSubtype="0" fill="hold" nodeType="withEffect">
                                  <p:stCondLst>
                                    <p:cond delay="0"/>
                                  </p:stCondLst>
                                  <p:childTnLst>
                                    <p:set>
                                      <p:cBhvr>
                                        <p:cTn id="410" dur="1" fill="hold">
                                          <p:stCondLst>
                                            <p:cond delay="0"/>
                                          </p:stCondLst>
                                        </p:cTn>
                                        <p:tgtEl>
                                          <p:spTgt spid="209"/>
                                        </p:tgtEl>
                                        <p:attrNameLst>
                                          <p:attrName>style.visibility</p:attrName>
                                        </p:attrNameLst>
                                      </p:cBhvr>
                                      <p:to>
                                        <p:strVal val="visible"/>
                                      </p:to>
                                    </p:set>
                                  </p:childTnLst>
                                </p:cTn>
                              </p:par>
                              <p:par>
                                <p:cTn id="411" presetID="1" presetClass="entr" presetSubtype="0" fill="hold" nodeType="withEffect">
                                  <p:stCondLst>
                                    <p:cond delay="0"/>
                                  </p:stCondLst>
                                  <p:childTnLst>
                                    <p:set>
                                      <p:cBhvr>
                                        <p:cTn id="412" dur="1" fill="hold">
                                          <p:stCondLst>
                                            <p:cond delay="0"/>
                                          </p:stCondLst>
                                        </p:cTn>
                                        <p:tgtEl>
                                          <p:spTgt spid="210"/>
                                        </p:tgtEl>
                                        <p:attrNameLst>
                                          <p:attrName>style.visibility</p:attrName>
                                        </p:attrNameLst>
                                      </p:cBhvr>
                                      <p:to>
                                        <p:strVal val="visible"/>
                                      </p:to>
                                    </p:set>
                                  </p:childTnLst>
                                </p:cTn>
                              </p:par>
                              <p:par>
                                <p:cTn id="413" presetID="1" presetClass="entr" presetSubtype="0" fill="hold" nodeType="withEffect">
                                  <p:stCondLst>
                                    <p:cond delay="0"/>
                                  </p:stCondLst>
                                  <p:childTnLst>
                                    <p:set>
                                      <p:cBhvr>
                                        <p:cTn id="414" dur="1" fill="hold">
                                          <p:stCondLst>
                                            <p:cond delay="0"/>
                                          </p:stCondLst>
                                        </p:cTn>
                                        <p:tgtEl>
                                          <p:spTgt spid="211"/>
                                        </p:tgtEl>
                                        <p:attrNameLst>
                                          <p:attrName>style.visibility</p:attrName>
                                        </p:attrNameLst>
                                      </p:cBhvr>
                                      <p:to>
                                        <p:strVal val="visible"/>
                                      </p:to>
                                    </p:set>
                                  </p:childTnLst>
                                </p:cTn>
                              </p:par>
                              <p:par>
                                <p:cTn id="415" presetID="1" presetClass="entr" presetSubtype="0" fill="hold" nodeType="withEffect">
                                  <p:stCondLst>
                                    <p:cond delay="0"/>
                                  </p:stCondLst>
                                  <p:childTnLst>
                                    <p:set>
                                      <p:cBhvr>
                                        <p:cTn id="416" dur="1" fill="hold">
                                          <p:stCondLst>
                                            <p:cond delay="0"/>
                                          </p:stCondLst>
                                        </p:cTn>
                                        <p:tgtEl>
                                          <p:spTgt spid="212"/>
                                        </p:tgtEl>
                                        <p:attrNameLst>
                                          <p:attrName>style.visibility</p:attrName>
                                        </p:attrNameLst>
                                      </p:cBhvr>
                                      <p:to>
                                        <p:strVal val="visible"/>
                                      </p:to>
                                    </p:set>
                                  </p:childTnLst>
                                </p:cTn>
                              </p:par>
                              <p:par>
                                <p:cTn id="417" presetID="1" presetClass="entr" presetSubtype="0" fill="hold" nodeType="withEffect">
                                  <p:stCondLst>
                                    <p:cond delay="0"/>
                                  </p:stCondLst>
                                  <p:childTnLst>
                                    <p:set>
                                      <p:cBhvr>
                                        <p:cTn id="418" dur="1" fill="hold">
                                          <p:stCondLst>
                                            <p:cond delay="0"/>
                                          </p:stCondLst>
                                        </p:cTn>
                                        <p:tgtEl>
                                          <p:spTgt spid="213"/>
                                        </p:tgtEl>
                                        <p:attrNameLst>
                                          <p:attrName>style.visibility</p:attrName>
                                        </p:attrNameLst>
                                      </p:cBhvr>
                                      <p:to>
                                        <p:strVal val="visible"/>
                                      </p:to>
                                    </p:set>
                                  </p:childTnLst>
                                </p:cTn>
                              </p:par>
                              <p:par>
                                <p:cTn id="419" presetID="1" presetClass="entr" presetSubtype="0" fill="hold" nodeType="withEffect">
                                  <p:stCondLst>
                                    <p:cond delay="0"/>
                                  </p:stCondLst>
                                  <p:childTnLst>
                                    <p:set>
                                      <p:cBhvr>
                                        <p:cTn id="420" dur="1" fill="hold">
                                          <p:stCondLst>
                                            <p:cond delay="0"/>
                                          </p:stCondLst>
                                        </p:cTn>
                                        <p:tgtEl>
                                          <p:spTgt spid="214"/>
                                        </p:tgtEl>
                                        <p:attrNameLst>
                                          <p:attrName>style.visibility</p:attrName>
                                        </p:attrNameLst>
                                      </p:cBhvr>
                                      <p:to>
                                        <p:strVal val="visible"/>
                                      </p:to>
                                    </p:set>
                                  </p:childTnLst>
                                </p:cTn>
                              </p:par>
                              <p:par>
                                <p:cTn id="421" presetID="1" presetClass="entr" presetSubtype="0" fill="hold" nodeType="withEffect">
                                  <p:stCondLst>
                                    <p:cond delay="0"/>
                                  </p:stCondLst>
                                  <p:childTnLst>
                                    <p:set>
                                      <p:cBhvr>
                                        <p:cTn id="422" dur="1" fill="hold">
                                          <p:stCondLst>
                                            <p:cond delay="0"/>
                                          </p:stCondLst>
                                        </p:cTn>
                                        <p:tgtEl>
                                          <p:spTgt spid="215"/>
                                        </p:tgtEl>
                                        <p:attrNameLst>
                                          <p:attrName>style.visibility</p:attrName>
                                        </p:attrNameLst>
                                      </p:cBhvr>
                                      <p:to>
                                        <p:strVal val="visible"/>
                                      </p:to>
                                    </p:set>
                                  </p:childTnLst>
                                </p:cTn>
                              </p:par>
                              <p:par>
                                <p:cTn id="423" presetID="1" presetClass="entr" presetSubtype="0" fill="hold" nodeType="withEffect">
                                  <p:stCondLst>
                                    <p:cond delay="0"/>
                                  </p:stCondLst>
                                  <p:childTnLst>
                                    <p:set>
                                      <p:cBhvr>
                                        <p:cTn id="424" dur="1" fill="hold">
                                          <p:stCondLst>
                                            <p:cond delay="0"/>
                                          </p:stCondLst>
                                        </p:cTn>
                                        <p:tgtEl>
                                          <p:spTgt spid="216"/>
                                        </p:tgtEl>
                                        <p:attrNameLst>
                                          <p:attrName>style.visibility</p:attrName>
                                        </p:attrNameLst>
                                      </p:cBhvr>
                                      <p:to>
                                        <p:strVal val="visible"/>
                                      </p:to>
                                    </p:set>
                                  </p:childTnLst>
                                </p:cTn>
                              </p:par>
                              <p:par>
                                <p:cTn id="425" presetID="1" presetClass="entr" presetSubtype="0" fill="hold" nodeType="withEffect">
                                  <p:stCondLst>
                                    <p:cond delay="0"/>
                                  </p:stCondLst>
                                  <p:childTnLst>
                                    <p:set>
                                      <p:cBhvr>
                                        <p:cTn id="426" dur="1" fill="hold">
                                          <p:stCondLst>
                                            <p:cond delay="0"/>
                                          </p:stCondLst>
                                        </p:cTn>
                                        <p:tgtEl>
                                          <p:spTgt spid="217"/>
                                        </p:tgtEl>
                                        <p:attrNameLst>
                                          <p:attrName>style.visibility</p:attrName>
                                        </p:attrNameLst>
                                      </p:cBhvr>
                                      <p:to>
                                        <p:strVal val="visible"/>
                                      </p:to>
                                    </p:set>
                                  </p:childTnLst>
                                </p:cTn>
                              </p:par>
                              <p:par>
                                <p:cTn id="427" presetID="1" presetClass="entr" presetSubtype="0" fill="hold" nodeType="withEffect">
                                  <p:stCondLst>
                                    <p:cond delay="0"/>
                                  </p:stCondLst>
                                  <p:childTnLst>
                                    <p:set>
                                      <p:cBhvr>
                                        <p:cTn id="428" dur="1" fill="hold">
                                          <p:stCondLst>
                                            <p:cond delay="0"/>
                                          </p:stCondLst>
                                        </p:cTn>
                                        <p:tgtEl>
                                          <p:spTgt spid="218"/>
                                        </p:tgtEl>
                                        <p:attrNameLst>
                                          <p:attrName>style.visibility</p:attrName>
                                        </p:attrNameLst>
                                      </p:cBhvr>
                                      <p:to>
                                        <p:strVal val="visible"/>
                                      </p:to>
                                    </p:set>
                                  </p:childTnLst>
                                </p:cTn>
                              </p:par>
                              <p:par>
                                <p:cTn id="429" presetID="1" presetClass="entr" presetSubtype="0" fill="hold" nodeType="withEffect">
                                  <p:stCondLst>
                                    <p:cond delay="0"/>
                                  </p:stCondLst>
                                  <p:childTnLst>
                                    <p:set>
                                      <p:cBhvr>
                                        <p:cTn id="430" dur="1" fill="hold">
                                          <p:stCondLst>
                                            <p:cond delay="0"/>
                                          </p:stCondLst>
                                        </p:cTn>
                                        <p:tgtEl>
                                          <p:spTgt spid="219"/>
                                        </p:tgtEl>
                                        <p:attrNameLst>
                                          <p:attrName>style.visibility</p:attrName>
                                        </p:attrNameLst>
                                      </p:cBhvr>
                                      <p:to>
                                        <p:strVal val="visible"/>
                                      </p:to>
                                    </p:set>
                                  </p:childTnLst>
                                </p:cTn>
                              </p:par>
                              <p:par>
                                <p:cTn id="431" presetID="1" presetClass="entr" presetSubtype="0" fill="hold" nodeType="withEffect">
                                  <p:stCondLst>
                                    <p:cond delay="0"/>
                                  </p:stCondLst>
                                  <p:childTnLst>
                                    <p:set>
                                      <p:cBhvr>
                                        <p:cTn id="432" dur="1" fill="hold">
                                          <p:stCondLst>
                                            <p:cond delay="0"/>
                                          </p:stCondLst>
                                        </p:cTn>
                                        <p:tgtEl>
                                          <p:spTgt spid="220"/>
                                        </p:tgtEl>
                                        <p:attrNameLst>
                                          <p:attrName>style.visibility</p:attrName>
                                        </p:attrNameLst>
                                      </p:cBhvr>
                                      <p:to>
                                        <p:strVal val="visible"/>
                                      </p:to>
                                    </p:set>
                                  </p:childTnLst>
                                </p:cTn>
                              </p:par>
                              <p:par>
                                <p:cTn id="433" presetID="1" presetClass="entr" presetSubtype="0" fill="hold" nodeType="withEffect">
                                  <p:stCondLst>
                                    <p:cond delay="0"/>
                                  </p:stCondLst>
                                  <p:childTnLst>
                                    <p:set>
                                      <p:cBhvr>
                                        <p:cTn id="434" dur="1" fill="hold">
                                          <p:stCondLst>
                                            <p:cond delay="0"/>
                                          </p:stCondLst>
                                        </p:cTn>
                                        <p:tgtEl>
                                          <p:spTgt spid="221"/>
                                        </p:tgtEl>
                                        <p:attrNameLst>
                                          <p:attrName>style.visibility</p:attrName>
                                        </p:attrNameLst>
                                      </p:cBhvr>
                                      <p:to>
                                        <p:strVal val="visible"/>
                                      </p:to>
                                    </p:set>
                                  </p:childTnLst>
                                </p:cTn>
                              </p:par>
                              <p:par>
                                <p:cTn id="435" presetID="1" presetClass="entr" presetSubtype="0" fill="hold" nodeType="withEffect">
                                  <p:stCondLst>
                                    <p:cond delay="0"/>
                                  </p:stCondLst>
                                  <p:childTnLst>
                                    <p:set>
                                      <p:cBhvr>
                                        <p:cTn id="436" dur="1" fill="hold">
                                          <p:stCondLst>
                                            <p:cond delay="0"/>
                                          </p:stCondLst>
                                        </p:cTn>
                                        <p:tgtEl>
                                          <p:spTgt spid="222"/>
                                        </p:tgtEl>
                                        <p:attrNameLst>
                                          <p:attrName>style.visibility</p:attrName>
                                        </p:attrNameLst>
                                      </p:cBhvr>
                                      <p:to>
                                        <p:strVal val="visible"/>
                                      </p:to>
                                    </p:set>
                                  </p:childTnLst>
                                </p:cTn>
                              </p:par>
                              <p:par>
                                <p:cTn id="437" presetID="1" presetClass="entr" presetSubtype="0" fill="hold" nodeType="withEffect">
                                  <p:stCondLst>
                                    <p:cond delay="0"/>
                                  </p:stCondLst>
                                  <p:childTnLst>
                                    <p:set>
                                      <p:cBhvr>
                                        <p:cTn id="438" dur="1" fill="hold">
                                          <p:stCondLst>
                                            <p:cond delay="0"/>
                                          </p:stCondLst>
                                        </p:cTn>
                                        <p:tgtEl>
                                          <p:spTgt spid="223"/>
                                        </p:tgtEl>
                                        <p:attrNameLst>
                                          <p:attrName>style.visibility</p:attrName>
                                        </p:attrNameLst>
                                      </p:cBhvr>
                                      <p:to>
                                        <p:strVal val="visible"/>
                                      </p:to>
                                    </p:set>
                                  </p:childTnLst>
                                </p:cTn>
                              </p:par>
                              <p:par>
                                <p:cTn id="439" presetID="1" presetClass="entr" presetSubtype="0" fill="hold" nodeType="withEffect">
                                  <p:stCondLst>
                                    <p:cond delay="0"/>
                                  </p:stCondLst>
                                  <p:childTnLst>
                                    <p:set>
                                      <p:cBhvr>
                                        <p:cTn id="440" dur="1" fill="hold">
                                          <p:stCondLst>
                                            <p:cond delay="0"/>
                                          </p:stCondLst>
                                        </p:cTn>
                                        <p:tgtEl>
                                          <p:spTgt spid="224"/>
                                        </p:tgtEl>
                                        <p:attrNameLst>
                                          <p:attrName>style.visibility</p:attrName>
                                        </p:attrNameLst>
                                      </p:cBhvr>
                                      <p:to>
                                        <p:strVal val="visible"/>
                                      </p:to>
                                    </p:set>
                                  </p:childTnLst>
                                </p:cTn>
                              </p:par>
                              <p:par>
                                <p:cTn id="441" presetID="1" presetClass="entr" presetSubtype="0" fill="hold" nodeType="withEffect">
                                  <p:stCondLst>
                                    <p:cond delay="0"/>
                                  </p:stCondLst>
                                  <p:childTnLst>
                                    <p:set>
                                      <p:cBhvr>
                                        <p:cTn id="442" dur="1" fill="hold">
                                          <p:stCondLst>
                                            <p:cond delay="0"/>
                                          </p:stCondLst>
                                        </p:cTn>
                                        <p:tgtEl>
                                          <p:spTgt spid="225"/>
                                        </p:tgtEl>
                                        <p:attrNameLst>
                                          <p:attrName>style.visibility</p:attrName>
                                        </p:attrNameLst>
                                      </p:cBhvr>
                                      <p:to>
                                        <p:strVal val="visible"/>
                                      </p:to>
                                    </p:set>
                                  </p:childTnLst>
                                </p:cTn>
                              </p:par>
                              <p:par>
                                <p:cTn id="443" presetID="1" presetClass="entr" presetSubtype="0" fill="hold" nodeType="withEffect">
                                  <p:stCondLst>
                                    <p:cond delay="0"/>
                                  </p:stCondLst>
                                  <p:childTnLst>
                                    <p:set>
                                      <p:cBhvr>
                                        <p:cTn id="444" dur="1" fill="hold">
                                          <p:stCondLst>
                                            <p:cond delay="0"/>
                                          </p:stCondLst>
                                        </p:cTn>
                                        <p:tgtEl>
                                          <p:spTgt spid="226"/>
                                        </p:tgtEl>
                                        <p:attrNameLst>
                                          <p:attrName>style.visibility</p:attrName>
                                        </p:attrNameLst>
                                      </p:cBhvr>
                                      <p:to>
                                        <p:strVal val="visible"/>
                                      </p:to>
                                    </p:set>
                                  </p:childTnLst>
                                </p:cTn>
                              </p:par>
                              <p:par>
                                <p:cTn id="445" presetID="1" presetClass="entr" presetSubtype="0" fill="hold" nodeType="withEffect">
                                  <p:stCondLst>
                                    <p:cond delay="0"/>
                                  </p:stCondLst>
                                  <p:childTnLst>
                                    <p:set>
                                      <p:cBhvr>
                                        <p:cTn id="446" dur="1" fill="hold">
                                          <p:stCondLst>
                                            <p:cond delay="0"/>
                                          </p:stCondLst>
                                        </p:cTn>
                                        <p:tgtEl>
                                          <p:spTgt spid="227"/>
                                        </p:tgtEl>
                                        <p:attrNameLst>
                                          <p:attrName>style.visibility</p:attrName>
                                        </p:attrNameLst>
                                      </p:cBhvr>
                                      <p:to>
                                        <p:strVal val="visible"/>
                                      </p:to>
                                    </p:set>
                                  </p:childTnLst>
                                </p:cTn>
                              </p:par>
                              <p:par>
                                <p:cTn id="447" presetID="1" presetClass="entr" presetSubtype="0" fill="hold" nodeType="withEffect">
                                  <p:stCondLst>
                                    <p:cond delay="0"/>
                                  </p:stCondLst>
                                  <p:childTnLst>
                                    <p:set>
                                      <p:cBhvr>
                                        <p:cTn id="448" dur="1" fill="hold">
                                          <p:stCondLst>
                                            <p:cond delay="0"/>
                                          </p:stCondLst>
                                        </p:cTn>
                                        <p:tgtEl>
                                          <p:spTgt spid="228"/>
                                        </p:tgtEl>
                                        <p:attrNameLst>
                                          <p:attrName>style.visibility</p:attrName>
                                        </p:attrNameLst>
                                      </p:cBhvr>
                                      <p:to>
                                        <p:strVal val="visible"/>
                                      </p:to>
                                    </p:set>
                                  </p:childTnLst>
                                </p:cTn>
                              </p:par>
                              <p:par>
                                <p:cTn id="449" presetID="1" presetClass="entr" presetSubtype="0" fill="hold" nodeType="withEffect">
                                  <p:stCondLst>
                                    <p:cond delay="0"/>
                                  </p:stCondLst>
                                  <p:childTnLst>
                                    <p:set>
                                      <p:cBhvr>
                                        <p:cTn id="450" dur="1" fill="hold">
                                          <p:stCondLst>
                                            <p:cond delay="0"/>
                                          </p:stCondLst>
                                        </p:cTn>
                                        <p:tgtEl>
                                          <p:spTgt spid="229"/>
                                        </p:tgtEl>
                                        <p:attrNameLst>
                                          <p:attrName>style.visibility</p:attrName>
                                        </p:attrNameLst>
                                      </p:cBhvr>
                                      <p:to>
                                        <p:strVal val="visible"/>
                                      </p:to>
                                    </p:set>
                                  </p:childTnLst>
                                </p:cTn>
                              </p:par>
                              <p:par>
                                <p:cTn id="451" presetID="1" presetClass="entr" presetSubtype="0" fill="hold" nodeType="withEffect">
                                  <p:stCondLst>
                                    <p:cond delay="0"/>
                                  </p:stCondLst>
                                  <p:childTnLst>
                                    <p:set>
                                      <p:cBhvr>
                                        <p:cTn id="452" dur="1" fill="hold">
                                          <p:stCondLst>
                                            <p:cond delay="0"/>
                                          </p:stCondLst>
                                        </p:cTn>
                                        <p:tgtEl>
                                          <p:spTgt spid="230"/>
                                        </p:tgtEl>
                                        <p:attrNameLst>
                                          <p:attrName>style.visibility</p:attrName>
                                        </p:attrNameLst>
                                      </p:cBhvr>
                                      <p:to>
                                        <p:strVal val="visible"/>
                                      </p:to>
                                    </p:set>
                                  </p:childTnLst>
                                </p:cTn>
                              </p:par>
                              <p:par>
                                <p:cTn id="453" presetID="1" presetClass="entr" presetSubtype="0" fill="hold" nodeType="withEffect">
                                  <p:stCondLst>
                                    <p:cond delay="0"/>
                                  </p:stCondLst>
                                  <p:childTnLst>
                                    <p:set>
                                      <p:cBhvr>
                                        <p:cTn id="454" dur="1" fill="hold">
                                          <p:stCondLst>
                                            <p:cond delay="0"/>
                                          </p:stCondLst>
                                        </p:cTn>
                                        <p:tgtEl>
                                          <p:spTgt spid="231"/>
                                        </p:tgtEl>
                                        <p:attrNameLst>
                                          <p:attrName>style.visibility</p:attrName>
                                        </p:attrNameLst>
                                      </p:cBhvr>
                                      <p:to>
                                        <p:strVal val="visible"/>
                                      </p:to>
                                    </p:set>
                                  </p:childTnLst>
                                </p:cTn>
                              </p:par>
                            </p:childTnLst>
                          </p:cTn>
                        </p:par>
                      </p:childTnLst>
                    </p:cTn>
                  </p:par>
                  <p:par>
                    <p:cTn id="455" fill="hold">
                      <p:stCondLst>
                        <p:cond delay="indefinite"/>
                      </p:stCondLst>
                      <p:childTnLst>
                        <p:par>
                          <p:cTn id="456" fill="hold">
                            <p:stCondLst>
                              <p:cond delay="0"/>
                            </p:stCondLst>
                            <p:childTnLst>
                              <p:par>
                                <p:cTn id="457" presetID="1" presetClass="entr" presetSubtype="0" fill="hold" grpId="0" nodeType="clickEffect">
                                  <p:stCondLst>
                                    <p:cond delay="0"/>
                                  </p:stCondLst>
                                  <p:childTnLst>
                                    <p:set>
                                      <p:cBhvr>
                                        <p:cTn id="458" dur="1" fill="hold">
                                          <p:stCondLst>
                                            <p:cond delay="0"/>
                                          </p:stCondLst>
                                        </p:cTn>
                                        <p:tgtEl>
                                          <p:spTgt spid="232"/>
                                        </p:tgtEl>
                                        <p:attrNameLst>
                                          <p:attrName>style.visibility</p:attrName>
                                        </p:attrNameLst>
                                      </p:cBhvr>
                                      <p:to>
                                        <p:strVal val="visible"/>
                                      </p:to>
                                    </p:set>
                                  </p:childTnLst>
                                </p:cTn>
                              </p:par>
                            </p:childTnLst>
                          </p:cTn>
                        </p:par>
                      </p:childTnLst>
                    </p:cTn>
                  </p:par>
                  <p:par>
                    <p:cTn id="459" fill="hold">
                      <p:stCondLst>
                        <p:cond delay="indefinite"/>
                      </p:stCondLst>
                      <p:childTnLst>
                        <p:par>
                          <p:cTn id="460" fill="hold">
                            <p:stCondLst>
                              <p:cond delay="0"/>
                            </p:stCondLst>
                            <p:childTnLst>
                              <p:par>
                                <p:cTn id="461" presetID="1" presetClass="entr" presetSubtype="0" fill="hold" nodeType="clickEffect">
                                  <p:stCondLst>
                                    <p:cond delay="0"/>
                                  </p:stCondLst>
                                  <p:childTnLst>
                                    <p:set>
                                      <p:cBhvr>
                                        <p:cTn id="462" dur="1" fill="hold">
                                          <p:stCondLst>
                                            <p:cond delay="0"/>
                                          </p:stCondLst>
                                        </p:cTn>
                                        <p:tgtEl>
                                          <p:spTgt spid="233"/>
                                        </p:tgtEl>
                                        <p:attrNameLst>
                                          <p:attrName>style.visibility</p:attrName>
                                        </p:attrNameLst>
                                      </p:cBhvr>
                                      <p:to>
                                        <p:strVal val="visible"/>
                                      </p:to>
                                    </p:set>
                                  </p:childTnLst>
                                </p:cTn>
                              </p:par>
                              <p:par>
                                <p:cTn id="463" presetID="1" presetClass="entr" presetSubtype="0" fill="hold" nodeType="withEffect">
                                  <p:stCondLst>
                                    <p:cond delay="0"/>
                                  </p:stCondLst>
                                  <p:childTnLst>
                                    <p:set>
                                      <p:cBhvr>
                                        <p:cTn id="464" dur="1" fill="hold">
                                          <p:stCondLst>
                                            <p:cond delay="0"/>
                                          </p:stCondLst>
                                        </p:cTn>
                                        <p:tgtEl>
                                          <p:spTgt spid="234"/>
                                        </p:tgtEl>
                                        <p:attrNameLst>
                                          <p:attrName>style.visibility</p:attrName>
                                        </p:attrNameLst>
                                      </p:cBhvr>
                                      <p:to>
                                        <p:strVal val="visible"/>
                                      </p:to>
                                    </p:set>
                                  </p:childTnLst>
                                </p:cTn>
                              </p:par>
                              <p:par>
                                <p:cTn id="465" presetID="1" presetClass="entr" presetSubtype="0" fill="hold" nodeType="withEffect">
                                  <p:stCondLst>
                                    <p:cond delay="0"/>
                                  </p:stCondLst>
                                  <p:childTnLst>
                                    <p:set>
                                      <p:cBhvr>
                                        <p:cTn id="466" dur="1" fill="hold">
                                          <p:stCondLst>
                                            <p:cond delay="0"/>
                                          </p:stCondLst>
                                        </p:cTn>
                                        <p:tgtEl>
                                          <p:spTgt spid="235"/>
                                        </p:tgtEl>
                                        <p:attrNameLst>
                                          <p:attrName>style.visibility</p:attrName>
                                        </p:attrNameLst>
                                      </p:cBhvr>
                                      <p:to>
                                        <p:strVal val="visible"/>
                                      </p:to>
                                    </p:set>
                                  </p:childTnLst>
                                </p:cTn>
                              </p:par>
                              <p:par>
                                <p:cTn id="467" presetID="1" presetClass="entr" presetSubtype="0" fill="hold" nodeType="withEffect">
                                  <p:stCondLst>
                                    <p:cond delay="0"/>
                                  </p:stCondLst>
                                  <p:childTnLst>
                                    <p:set>
                                      <p:cBhvr>
                                        <p:cTn id="468" dur="1" fill="hold">
                                          <p:stCondLst>
                                            <p:cond delay="0"/>
                                          </p:stCondLst>
                                        </p:cTn>
                                        <p:tgtEl>
                                          <p:spTgt spid="236"/>
                                        </p:tgtEl>
                                        <p:attrNameLst>
                                          <p:attrName>style.visibility</p:attrName>
                                        </p:attrNameLst>
                                      </p:cBhvr>
                                      <p:to>
                                        <p:strVal val="visible"/>
                                      </p:to>
                                    </p:set>
                                  </p:childTnLst>
                                </p:cTn>
                              </p:par>
                              <p:par>
                                <p:cTn id="469" presetID="1" presetClass="entr" presetSubtype="0" fill="hold" nodeType="withEffect">
                                  <p:stCondLst>
                                    <p:cond delay="0"/>
                                  </p:stCondLst>
                                  <p:childTnLst>
                                    <p:set>
                                      <p:cBhvr>
                                        <p:cTn id="470" dur="1" fill="hold">
                                          <p:stCondLst>
                                            <p:cond delay="0"/>
                                          </p:stCondLst>
                                        </p:cTn>
                                        <p:tgtEl>
                                          <p:spTgt spid="237"/>
                                        </p:tgtEl>
                                        <p:attrNameLst>
                                          <p:attrName>style.visibility</p:attrName>
                                        </p:attrNameLst>
                                      </p:cBhvr>
                                      <p:to>
                                        <p:strVal val="visible"/>
                                      </p:to>
                                    </p:set>
                                  </p:childTnLst>
                                </p:cTn>
                              </p:par>
                              <p:par>
                                <p:cTn id="471" presetID="1" presetClass="entr" presetSubtype="0" fill="hold" nodeType="withEffect">
                                  <p:stCondLst>
                                    <p:cond delay="0"/>
                                  </p:stCondLst>
                                  <p:childTnLst>
                                    <p:set>
                                      <p:cBhvr>
                                        <p:cTn id="472" dur="1" fill="hold">
                                          <p:stCondLst>
                                            <p:cond delay="0"/>
                                          </p:stCondLst>
                                        </p:cTn>
                                        <p:tgtEl>
                                          <p:spTgt spid="238"/>
                                        </p:tgtEl>
                                        <p:attrNameLst>
                                          <p:attrName>style.visibility</p:attrName>
                                        </p:attrNameLst>
                                      </p:cBhvr>
                                      <p:to>
                                        <p:strVal val="visible"/>
                                      </p:to>
                                    </p:set>
                                  </p:childTnLst>
                                </p:cTn>
                              </p:par>
                            </p:childTnLst>
                          </p:cTn>
                        </p:par>
                      </p:childTnLst>
                    </p:cTn>
                  </p:par>
                  <p:par>
                    <p:cTn id="473" fill="hold">
                      <p:stCondLst>
                        <p:cond delay="indefinite"/>
                      </p:stCondLst>
                      <p:childTnLst>
                        <p:par>
                          <p:cTn id="474" fill="hold">
                            <p:stCondLst>
                              <p:cond delay="0"/>
                            </p:stCondLst>
                            <p:childTnLst>
                              <p:par>
                                <p:cTn id="475" presetID="1" presetClass="entr" presetSubtype="0" fill="hold" grpId="0" nodeType="clickEffect">
                                  <p:stCondLst>
                                    <p:cond delay="0"/>
                                  </p:stCondLst>
                                  <p:childTnLst>
                                    <p:set>
                                      <p:cBhvr>
                                        <p:cTn id="476" dur="1" fill="hold">
                                          <p:stCondLst>
                                            <p:cond delay="0"/>
                                          </p:stCondLst>
                                        </p:cTn>
                                        <p:tgtEl>
                                          <p:spTgt spid="239"/>
                                        </p:tgtEl>
                                        <p:attrNameLst>
                                          <p:attrName>style.visibility</p:attrName>
                                        </p:attrNameLst>
                                      </p:cBhvr>
                                      <p:to>
                                        <p:strVal val="visible"/>
                                      </p:to>
                                    </p:set>
                                  </p:childTnLst>
                                </p:cTn>
                              </p:par>
                            </p:childTnLst>
                          </p:cTn>
                        </p:par>
                      </p:childTnLst>
                    </p:cTn>
                  </p:par>
                  <p:par>
                    <p:cTn id="477" fill="hold">
                      <p:stCondLst>
                        <p:cond delay="indefinite"/>
                      </p:stCondLst>
                      <p:childTnLst>
                        <p:par>
                          <p:cTn id="478" fill="hold">
                            <p:stCondLst>
                              <p:cond delay="0"/>
                            </p:stCondLst>
                            <p:childTnLst>
                              <p:par>
                                <p:cTn id="479" presetID="1" presetClass="entr" presetSubtype="0" fill="hold" grpId="0" nodeType="clickEffect">
                                  <p:stCondLst>
                                    <p:cond delay="0"/>
                                  </p:stCondLst>
                                  <p:childTnLst>
                                    <p:set>
                                      <p:cBhvr>
                                        <p:cTn id="480" dur="1" fill="hold">
                                          <p:stCondLst>
                                            <p:cond delay="0"/>
                                          </p:stCondLst>
                                        </p:cTn>
                                        <p:tgtEl>
                                          <p:spTgt spid="241"/>
                                        </p:tgtEl>
                                        <p:attrNameLst>
                                          <p:attrName>style.visibility</p:attrName>
                                        </p:attrNameLst>
                                      </p:cBhvr>
                                      <p:to>
                                        <p:strVal val="visible"/>
                                      </p:to>
                                    </p:set>
                                  </p:childTnLst>
                                </p:cTn>
                              </p:par>
                            </p:childTnLst>
                          </p:cTn>
                        </p:par>
                      </p:childTnLst>
                    </p:cTn>
                  </p:par>
                  <p:par>
                    <p:cTn id="481" fill="hold">
                      <p:stCondLst>
                        <p:cond delay="indefinite"/>
                      </p:stCondLst>
                      <p:childTnLst>
                        <p:par>
                          <p:cTn id="482" fill="hold">
                            <p:stCondLst>
                              <p:cond delay="0"/>
                            </p:stCondLst>
                            <p:childTnLst>
                              <p:par>
                                <p:cTn id="483" presetID="1" presetClass="entr" presetSubtype="0" fill="hold" grpId="0" nodeType="clickEffect">
                                  <p:stCondLst>
                                    <p:cond delay="0"/>
                                  </p:stCondLst>
                                  <p:childTnLst>
                                    <p:set>
                                      <p:cBhvr>
                                        <p:cTn id="484" dur="1" fill="hold">
                                          <p:stCondLst>
                                            <p:cond delay="0"/>
                                          </p:stCondLst>
                                        </p:cTn>
                                        <p:tgtEl>
                                          <p:spTgt spid="242"/>
                                        </p:tgtEl>
                                        <p:attrNameLst>
                                          <p:attrName>style.visibility</p:attrName>
                                        </p:attrNameLst>
                                      </p:cBhvr>
                                      <p:to>
                                        <p:strVal val="visible"/>
                                      </p:to>
                                    </p:set>
                                  </p:childTnLst>
                                </p:cTn>
                              </p:par>
                            </p:childTnLst>
                          </p:cTn>
                        </p:par>
                      </p:childTnLst>
                    </p:cTn>
                  </p:par>
                  <p:par>
                    <p:cTn id="485" fill="hold">
                      <p:stCondLst>
                        <p:cond delay="indefinite"/>
                      </p:stCondLst>
                      <p:childTnLst>
                        <p:par>
                          <p:cTn id="486" fill="hold">
                            <p:stCondLst>
                              <p:cond delay="0"/>
                            </p:stCondLst>
                            <p:childTnLst>
                              <p:par>
                                <p:cTn id="487" presetID="1" presetClass="entr" presetSubtype="0" fill="hold" grpId="0" nodeType="clickEffect">
                                  <p:stCondLst>
                                    <p:cond delay="0"/>
                                  </p:stCondLst>
                                  <p:childTnLst>
                                    <p:set>
                                      <p:cBhvr>
                                        <p:cTn id="488" dur="1" fill="hold">
                                          <p:stCondLst>
                                            <p:cond delay="0"/>
                                          </p:stCondLst>
                                        </p:cTn>
                                        <p:tgtEl>
                                          <p:spTgt spid="243"/>
                                        </p:tgtEl>
                                        <p:attrNameLst>
                                          <p:attrName>style.visibility</p:attrName>
                                        </p:attrNameLst>
                                      </p:cBhvr>
                                      <p:to>
                                        <p:strVal val="visible"/>
                                      </p:to>
                                    </p:set>
                                  </p:childTnLst>
                                </p:cTn>
                              </p:par>
                            </p:childTnLst>
                          </p:cTn>
                        </p:par>
                      </p:childTnLst>
                    </p:cTn>
                  </p:par>
                  <p:par>
                    <p:cTn id="489" fill="hold">
                      <p:stCondLst>
                        <p:cond delay="indefinite"/>
                      </p:stCondLst>
                      <p:childTnLst>
                        <p:par>
                          <p:cTn id="490" fill="hold">
                            <p:stCondLst>
                              <p:cond delay="0"/>
                            </p:stCondLst>
                            <p:childTnLst>
                              <p:par>
                                <p:cTn id="491" presetID="1" presetClass="entr" presetSubtype="0" fill="hold" grpId="0" nodeType="clickEffect">
                                  <p:stCondLst>
                                    <p:cond delay="0"/>
                                  </p:stCondLst>
                                  <p:childTnLst>
                                    <p:set>
                                      <p:cBhvr>
                                        <p:cTn id="492" dur="1" fill="hold">
                                          <p:stCondLst>
                                            <p:cond delay="0"/>
                                          </p:stCondLst>
                                        </p:cTn>
                                        <p:tgtEl>
                                          <p:spTgt spid="244"/>
                                        </p:tgtEl>
                                        <p:attrNameLst>
                                          <p:attrName>style.visibility</p:attrName>
                                        </p:attrNameLst>
                                      </p:cBhvr>
                                      <p:to>
                                        <p:strVal val="visible"/>
                                      </p:to>
                                    </p:set>
                                  </p:childTnLst>
                                </p:cTn>
                              </p:par>
                            </p:childTnLst>
                          </p:cTn>
                        </p:par>
                      </p:childTnLst>
                    </p:cTn>
                  </p:par>
                  <p:par>
                    <p:cTn id="493" fill="hold">
                      <p:stCondLst>
                        <p:cond delay="indefinite"/>
                      </p:stCondLst>
                      <p:childTnLst>
                        <p:par>
                          <p:cTn id="494" fill="hold">
                            <p:stCondLst>
                              <p:cond delay="0"/>
                            </p:stCondLst>
                            <p:childTnLst>
                              <p:par>
                                <p:cTn id="495" presetID="1" presetClass="entr" presetSubtype="0" fill="hold" grpId="0" nodeType="clickEffect">
                                  <p:stCondLst>
                                    <p:cond delay="0"/>
                                  </p:stCondLst>
                                  <p:childTnLst>
                                    <p:set>
                                      <p:cBhvr>
                                        <p:cTn id="496" dur="1" fill="hold">
                                          <p:stCondLst>
                                            <p:cond delay="0"/>
                                          </p:stCondLst>
                                        </p:cTn>
                                        <p:tgtEl>
                                          <p:spTgt spid="245"/>
                                        </p:tgtEl>
                                        <p:attrNameLst>
                                          <p:attrName>style.visibility</p:attrName>
                                        </p:attrNameLst>
                                      </p:cBhvr>
                                      <p:to>
                                        <p:strVal val="visible"/>
                                      </p:to>
                                    </p:set>
                                  </p:childTnLst>
                                </p:cTn>
                              </p:par>
                            </p:childTnLst>
                          </p:cTn>
                        </p:par>
                      </p:childTnLst>
                    </p:cTn>
                  </p:par>
                  <p:par>
                    <p:cTn id="497" fill="hold">
                      <p:stCondLst>
                        <p:cond delay="indefinite"/>
                      </p:stCondLst>
                      <p:childTnLst>
                        <p:par>
                          <p:cTn id="498" fill="hold">
                            <p:stCondLst>
                              <p:cond delay="0"/>
                            </p:stCondLst>
                            <p:childTnLst>
                              <p:par>
                                <p:cTn id="499" presetID="1" presetClass="entr" presetSubtype="0" fill="hold" grpId="0" nodeType="clickEffect">
                                  <p:stCondLst>
                                    <p:cond delay="0"/>
                                  </p:stCondLst>
                                  <p:childTnLst>
                                    <p:set>
                                      <p:cBhvr>
                                        <p:cTn id="500" dur="1" fill="hold">
                                          <p:stCondLst>
                                            <p:cond delay="0"/>
                                          </p:stCondLst>
                                        </p:cTn>
                                        <p:tgtEl>
                                          <p:spTgt spid="2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2" grpId="0"/>
      <p:bldP spid="239" grpId="0"/>
      <p:bldP spid="241" grpId="0"/>
      <p:bldP spid="242" grpId="0"/>
      <p:bldP spid="243" grpId="0"/>
      <p:bldP spid="244" grpId="0"/>
      <p:bldP spid="245" grpId="0"/>
      <p:bldP spid="246"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08F50BCA-35E3-4E8E-AA32-B41D5782250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1BF2F66-6E71-4BF7-9F43-5BDE7EC53D7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4CED5AB-6838-4AC6-8E11-8D1A43947CD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6B260547-834B-47A4-B72F-FCEDFC4BE35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80A7475B-2848-47A0-BFAB-7A84FD19DED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6" name="object-6">
            <a:extLst>
              <a:ext uri="{FF2B5EF4-FFF2-40B4-BE49-F238E27FC236}">
                <a16:creationId xmlns:a16="http://schemas.microsoft.com/office/drawing/2014/main" id="{8FC2EFA8-999B-4E70-BC92-43E7821D245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1512BCDE-FB05-462E-95A8-A8D2EB89EF55}"/>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CFA71463-C043-4275-AAAE-CB268EE9E6D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Classify 97, 144 and 125.</a:t>
            </a:r>
          </a:p>
        </p:txBody>
      </p:sp>
      <p:sp>
        <p:nvSpPr>
          <p:cNvPr id="9" name="object-9">
            <a:extLst>
              <a:ext uri="{FF2B5EF4-FFF2-40B4-BE49-F238E27FC236}">
                <a16:creationId xmlns:a16="http://schemas.microsoft.com/office/drawing/2014/main" id="{038DF946-4B61-4F2B-ADF5-3204475EC2FB}"/>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2B62C286-F90F-411A-A8EC-A196FFB4E4F2}"/>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Is 91 prime? Explain.</a:t>
            </a:r>
          </a:p>
        </p:txBody>
      </p:sp>
      <p:sp>
        <p:nvSpPr>
          <p:cNvPr id="11" name="object-11">
            <a:extLst>
              <a:ext uri="{FF2B5EF4-FFF2-40B4-BE49-F238E27FC236}">
                <a16:creationId xmlns:a16="http://schemas.microsoft.com/office/drawing/2014/main" id="{0BB698EF-1F14-400B-8182-427C12775489}"/>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232FA2F-FA8E-4ADD-B419-B55FDF321B18}"/>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the square numbers between 50 and 150.</a:t>
            </a:r>
          </a:p>
        </p:txBody>
      </p:sp>
      <p:sp>
        <p:nvSpPr>
          <p:cNvPr id="13" name="object-13">
            <a:extLst>
              <a:ext uri="{FF2B5EF4-FFF2-40B4-BE49-F238E27FC236}">
                <a16:creationId xmlns:a16="http://schemas.microsoft.com/office/drawing/2014/main" id="{0DFDFD16-0398-4298-804A-01CA4211ED4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18482D3C-1261-41BA-9C45-9221E6A25C2A}"/>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Classify 97, 144 and 125.</a:t>
            </a:r>
          </a:p>
        </p:txBody>
      </p:sp>
      <p:sp>
        <p:nvSpPr>
          <p:cNvPr id="15" name="object-15">
            <a:extLst>
              <a:ext uri="{FF2B5EF4-FFF2-40B4-BE49-F238E27FC236}">
                <a16:creationId xmlns:a16="http://schemas.microsoft.com/office/drawing/2014/main" id="{124DB502-67A5-4A1E-8518-70CF631C665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09FED19E-E536-4FFB-A929-E3988B3F25C3}"/>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Is 91 prime? Explain.</a:t>
            </a:r>
          </a:p>
        </p:txBody>
      </p:sp>
      <p:sp>
        <p:nvSpPr>
          <p:cNvPr id="17" name="object-17">
            <a:extLst>
              <a:ext uri="{FF2B5EF4-FFF2-40B4-BE49-F238E27FC236}">
                <a16:creationId xmlns:a16="http://schemas.microsoft.com/office/drawing/2014/main" id="{44AFD67D-D44C-4DFF-8021-4055D623E844}"/>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261E6C1B-1013-4364-8ABC-7BFDE5D41B4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Write the square numbers between 50 and 150.</a:t>
            </a:r>
          </a:p>
        </p:txBody>
      </p:sp>
      <p:sp>
        <p:nvSpPr>
          <p:cNvPr id="19" name="object-19">
            <a:extLst>
              <a:ext uri="{FF2B5EF4-FFF2-40B4-BE49-F238E27FC236}">
                <a16:creationId xmlns:a16="http://schemas.microsoft.com/office/drawing/2014/main" id="{CBD7A371-D5E5-49FA-B193-697F9351D857}"/>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B11FFA73-4E57-4DDD-85A8-85B359721E65}"/>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a number below 200 that is both a square and a cube.</a:t>
            </a:r>
          </a:p>
        </p:txBody>
      </p:sp>
      <p:sp>
        <p:nvSpPr>
          <p:cNvPr id="21" name="object-21">
            <a:extLst>
              <a:ext uri="{FF2B5EF4-FFF2-40B4-BE49-F238E27FC236}">
                <a16:creationId xmlns:a16="http://schemas.microsoft.com/office/drawing/2014/main" id="{0ACB0785-7B7D-406E-90A2-5C62E42E3224}"/>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28294BAA-53D0-4174-AA72-6E1F48812AD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says 1 is prime because it has no factor pairs apart from itself.</a:t>
            </a:r>
          </a:p>
        </p:txBody>
      </p:sp>
      <p:sp>
        <p:nvSpPr>
          <p:cNvPr id="23" name="object-23">
            <a:extLst>
              <a:ext uri="{FF2B5EF4-FFF2-40B4-BE49-F238E27FC236}">
                <a16:creationId xmlns:a16="http://schemas.microsoft.com/office/drawing/2014/main" id="{EFCD51F6-1449-4C19-B4BA-A7B0B38368E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30F8F088-5BCA-4BB5-B9EA-97D1007E4FC3}"/>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D1F27F13-EE8C-4653-B766-ACBC8C0D417D}"/>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ED107C6E-FC0E-4CFB-A8FF-B9C0F7C49E51}"/>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Write the square numbers between 50 and 150.</a:t>
            </a:r>
          </a:p>
        </p:txBody>
      </p:sp>
    </p:spTree>
    <p:extLst>
      <p:ext uri="{BB962C8B-B14F-4D97-AF65-F5344CB8AC3E}">
        <p14:creationId xmlns:p14="http://schemas.microsoft.com/office/powerpoint/2010/main" val="50265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F24471B9-77AC-4C4D-8A45-B321E6EF95B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9A559C1F-DDA2-4419-B346-B0D88015233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195E7853-8976-4DAF-9FC2-432221161FA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C3260D2-129B-473C-9C98-BDC0AC303D4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Classify prime, square and cube numbers</a:t>
            </a:r>
          </a:p>
        </p:txBody>
      </p:sp>
      <p:sp>
        <p:nvSpPr>
          <p:cNvPr id="5" name="object-5">
            <a:extLst>
              <a:ext uri="{FF2B5EF4-FFF2-40B4-BE49-F238E27FC236}">
                <a16:creationId xmlns:a16="http://schemas.microsoft.com/office/drawing/2014/main" id="{1F0FBDAE-DFB0-4E9D-AE90-8C9FBE2F5D3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83F74012-B095-429E-8249-2DF9415388C8}"/>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C2EA0FE6-24FE-4AD5-9267-A184DCF7AB9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97 is prime; 144 is square; 125 is cube.</a:t>
            </a:r>
          </a:p>
        </p:txBody>
      </p:sp>
      <p:sp>
        <p:nvSpPr>
          <p:cNvPr id="8" name="object-8">
            <a:extLst>
              <a:ext uri="{FF2B5EF4-FFF2-40B4-BE49-F238E27FC236}">
                <a16:creationId xmlns:a16="http://schemas.microsoft.com/office/drawing/2014/main" id="{1A5F352D-B25D-41ED-B4FE-9FE7A132809D}"/>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67F441A5-B93D-468E-938C-3A2D22EC23F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No, because 91 = 7 x 13.</a:t>
            </a:r>
          </a:p>
        </p:txBody>
      </p:sp>
      <p:sp>
        <p:nvSpPr>
          <p:cNvPr id="10" name="object-10">
            <a:extLst>
              <a:ext uri="{FF2B5EF4-FFF2-40B4-BE49-F238E27FC236}">
                <a16:creationId xmlns:a16="http://schemas.microsoft.com/office/drawing/2014/main" id="{F7BA0277-4D62-4E50-87F7-FA67C78FFD04}"/>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B23F7151-7EB9-4835-8288-DFD7286A27E0}"/>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64, 81, 100, 121 and 144.</a:t>
            </a:r>
          </a:p>
        </p:txBody>
      </p:sp>
      <p:sp>
        <p:nvSpPr>
          <p:cNvPr id="12" name="object-12">
            <a:extLst>
              <a:ext uri="{FF2B5EF4-FFF2-40B4-BE49-F238E27FC236}">
                <a16:creationId xmlns:a16="http://schemas.microsoft.com/office/drawing/2014/main" id="{A75D10CA-5EB1-45D7-871E-F9F7A7D7F343}"/>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A2CD802E-0673-4FB5-A57A-F4D360FA8842}"/>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97 is prime; 144 is square; 125 is cube.</a:t>
            </a:r>
          </a:p>
        </p:txBody>
      </p:sp>
      <p:sp>
        <p:nvSpPr>
          <p:cNvPr id="14" name="object-14">
            <a:extLst>
              <a:ext uri="{FF2B5EF4-FFF2-40B4-BE49-F238E27FC236}">
                <a16:creationId xmlns:a16="http://schemas.microsoft.com/office/drawing/2014/main" id="{23BB1860-6B6E-45D1-BEEE-B42CF8B59452}"/>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778A53ED-6298-40A1-88AB-B20D72D7FA5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No, because 91 = 7 x 13. Method or representation may vary.</a:t>
            </a:r>
          </a:p>
        </p:txBody>
      </p:sp>
      <p:sp>
        <p:nvSpPr>
          <p:cNvPr id="16" name="object-16">
            <a:extLst>
              <a:ext uri="{FF2B5EF4-FFF2-40B4-BE49-F238E27FC236}">
                <a16:creationId xmlns:a16="http://schemas.microsoft.com/office/drawing/2014/main" id="{1E78A123-BB1B-4407-8592-65011455CFC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9276A88E-7532-46E0-A0B2-5E9C3E04CD94}"/>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64, 81, 100, 121 and 144. A valid check must be shown.</a:t>
            </a:r>
          </a:p>
        </p:txBody>
      </p:sp>
      <p:sp>
        <p:nvSpPr>
          <p:cNvPr id="18" name="object-18">
            <a:extLst>
              <a:ext uri="{FF2B5EF4-FFF2-40B4-BE49-F238E27FC236}">
                <a16:creationId xmlns:a16="http://schemas.microsoft.com/office/drawing/2014/main" id="{9EFE7908-D23F-49CF-8480-8B14CBF07303}"/>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0DC14DDC-8E38-4C33-ABA0-FFD4399E49E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64.</a:t>
            </a:r>
          </a:p>
        </p:txBody>
      </p:sp>
      <p:sp>
        <p:nvSpPr>
          <p:cNvPr id="20" name="object-20">
            <a:extLst>
              <a:ext uri="{FF2B5EF4-FFF2-40B4-BE49-F238E27FC236}">
                <a16:creationId xmlns:a16="http://schemas.microsoft.com/office/drawing/2014/main" id="{BB32AD42-2484-4EC8-B17D-BFB4F76609D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49FF79DB-6307-44C8-9C6E-A7AED39FD256}"/>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 prime number has exactly two factors. The number 1 has only one factor.</a:t>
            </a:r>
          </a:p>
        </p:txBody>
      </p:sp>
      <p:sp>
        <p:nvSpPr>
          <p:cNvPr id="22" name="object-22">
            <a:extLst>
              <a:ext uri="{FF2B5EF4-FFF2-40B4-BE49-F238E27FC236}">
                <a16:creationId xmlns:a16="http://schemas.microsoft.com/office/drawing/2014/main" id="{23DF16AC-E1CA-491F-AA34-27C267C3263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4B8BF72E-9DFA-42CB-AD1F-A8A24CCD0FC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C4CE2767-8203-4239-A00B-E2486D3CF81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DAC57BE2-653D-4DE3-9FF6-25429195D914}"/>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1732069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1132</Words>
  <Application>Microsoft Office PowerPoint</Application>
  <DocSecurity>0</DocSecurity>
  <PresentationFormat>Custom</PresentationFormat>
  <Paragraphs>122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2026-09-14T13:19:10Z</dcterms:created>
  <dcterms:modified xsi:type="dcterms:W3CDTF">2026-09-14T13:21:16Z</dcterms:modified>
</cp:coreProperties>
</file>