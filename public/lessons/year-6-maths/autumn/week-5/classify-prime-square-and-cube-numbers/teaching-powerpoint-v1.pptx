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54c18c47954883" /><Relationship Type="http://schemas.openxmlformats.org/officeDocument/2006/relationships/extended-properties" Target="/docProps/app.xml" Id="R0939d8d9f39e491b" /><Relationship Type="http://schemas.openxmlformats.org/officeDocument/2006/relationships/officeDocument" Target="/ppt/presentation.xml" Id="R3da936d6d18a41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fdbd749680447d"/>
  </p:sldMasterIdLst>
  <p:notesMasterIdLst>
    <p:notesMasterId xmlns:r="http://schemas.openxmlformats.org/officeDocument/2006/relationships" r:id="R32d8f078a6dc4e7a"/>
  </p:notesMasterIdLst>
  <p:sldIdLst>
    <p:sldId xmlns:r="http://schemas.openxmlformats.org/officeDocument/2006/relationships" id="256" r:id="Rda5e8c1005a64c93"/>
    <p:sldId xmlns:r="http://schemas.openxmlformats.org/officeDocument/2006/relationships" id="257" r:id="R2fe13d5fedb54492"/>
    <p:sldId xmlns:r="http://schemas.openxmlformats.org/officeDocument/2006/relationships" id="258" r:id="R05fc92b7bcbc47b9"/>
    <p:sldId xmlns:r="http://schemas.openxmlformats.org/officeDocument/2006/relationships" id="259" r:id="R80ad164ec0504096"/>
    <p:sldId xmlns:r="http://schemas.openxmlformats.org/officeDocument/2006/relationships" id="260" r:id="R1cd8dba3f28346b8"/>
    <p:sldId xmlns:r="http://schemas.openxmlformats.org/officeDocument/2006/relationships" id="261" r:id="R0b3a4cc91c3c41ce"/>
    <p:sldId xmlns:r="http://schemas.openxmlformats.org/officeDocument/2006/relationships" id="262" r:id="R8f3b4b7634d84798"/>
    <p:sldId xmlns:r="http://schemas.openxmlformats.org/officeDocument/2006/relationships" id="263" r:id="R084781388b7f4131"/>
    <p:sldId xmlns:r="http://schemas.openxmlformats.org/officeDocument/2006/relationships" id="264" r:id="R0514099f5b594138"/>
    <p:sldId xmlns:r="http://schemas.openxmlformats.org/officeDocument/2006/relationships" id="265" r:id="Rec64adf2ac0a4dc6"/>
    <p:sldId xmlns:r="http://schemas.openxmlformats.org/officeDocument/2006/relationships" id="266" r:id="R71d114b8c14841f2"/>
    <p:sldId xmlns:r="http://schemas.openxmlformats.org/officeDocument/2006/relationships" id="267" r:id="R3531ae4722024f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19a2ffc9b94b17" /><Relationship Type="http://schemas.openxmlformats.org/officeDocument/2006/relationships/slideMaster" Target="/ppt/slideMasters/slideMaster1.xml" Id="R06fdbd749680447d" /><Relationship Type="http://schemas.openxmlformats.org/officeDocument/2006/relationships/notesMaster" Target="/ppt/notesMasters/notesMaster1.xml" Id="R32d8f078a6dc4e7a" /><Relationship Type="http://schemas.openxmlformats.org/officeDocument/2006/relationships/presProps" Target="/ppt/presProps.xml" Id="R54095a837185424c" /><Relationship Type="http://schemas.openxmlformats.org/officeDocument/2006/relationships/tableStyles" Target="/ppt/tableStyles.xml" Id="R43cd71d4a79743c1" /><Relationship Type="http://schemas.openxmlformats.org/officeDocument/2006/relationships/slide" Target="/ppt/slides/slide1.xml" Id="Rda5e8c1005a64c93" /><Relationship Type="http://schemas.openxmlformats.org/officeDocument/2006/relationships/slide" Target="/ppt/slides/slide2.xml" Id="R2fe13d5fedb54492" /><Relationship Type="http://schemas.openxmlformats.org/officeDocument/2006/relationships/slide" Target="/ppt/slides/slide3.xml" Id="R05fc92b7bcbc47b9" /><Relationship Type="http://schemas.openxmlformats.org/officeDocument/2006/relationships/slide" Target="/ppt/slides/slide4.xml" Id="R80ad164ec0504096" /><Relationship Type="http://schemas.openxmlformats.org/officeDocument/2006/relationships/slide" Target="/ppt/slides/slide5.xml" Id="R1cd8dba3f28346b8" /><Relationship Type="http://schemas.openxmlformats.org/officeDocument/2006/relationships/slide" Target="/ppt/slides/slide6.xml" Id="R0b3a4cc91c3c41ce" /><Relationship Type="http://schemas.openxmlformats.org/officeDocument/2006/relationships/slide" Target="/ppt/slides/slide7.xml" Id="R8f3b4b7634d84798" /><Relationship Type="http://schemas.openxmlformats.org/officeDocument/2006/relationships/slide" Target="/ppt/slides/slide8.xml" Id="R084781388b7f4131" /><Relationship Type="http://schemas.openxmlformats.org/officeDocument/2006/relationships/slide" Target="/ppt/slides/slide9.xml" Id="R0514099f5b594138" /><Relationship Type="http://schemas.openxmlformats.org/officeDocument/2006/relationships/slide" Target="/ppt/slides/slide10.xml" Id="Rec64adf2ac0a4dc6" /><Relationship Type="http://schemas.openxmlformats.org/officeDocument/2006/relationships/slide" Target="/ppt/slides/slide11.xml" Id="R71d114b8c14841f2" /><Relationship Type="http://schemas.openxmlformats.org/officeDocument/2006/relationships/slide" Target="/ppt/slides/slide12.xml" Id="R3531ae4722024f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099a06fe124c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c28911b31b45e1" /><Relationship Type="http://schemas.openxmlformats.org/officeDocument/2006/relationships/notesMaster" Target="/ppt/notesMasters/notesMaster1.xml" Id="R17d5f245fa1948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086f8e606648f9" /><Relationship Type="http://schemas.openxmlformats.org/officeDocument/2006/relationships/notesMaster" Target="/ppt/notesMasters/notesMaster1.xml" Id="R9b3ac37d972842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604ce5ec9a4e7e" /><Relationship Type="http://schemas.openxmlformats.org/officeDocument/2006/relationships/notesMaster" Target="/ppt/notesMasters/notesMaster1.xml" Id="R4078c252803b47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47584357234866" /><Relationship Type="http://schemas.openxmlformats.org/officeDocument/2006/relationships/notesMaster" Target="/ppt/notesMasters/notesMaster1.xml" Id="Rf58fc85590b945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d6e88ec1fb4ff1" /><Relationship Type="http://schemas.openxmlformats.org/officeDocument/2006/relationships/notesMaster" Target="/ppt/notesMasters/notesMaster1.xml" Id="Rec8ee8e682684c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eaabb956a8451d" /><Relationship Type="http://schemas.openxmlformats.org/officeDocument/2006/relationships/notesMaster" Target="/ppt/notesMasters/notesMaster1.xml" Id="Rb1e340229ccd45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7b720a37b14737" /><Relationship Type="http://schemas.openxmlformats.org/officeDocument/2006/relationships/notesMaster" Target="/ppt/notesMasters/notesMaster1.xml" Id="Rc96548c06e254d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5d6489ca2ab411b" /><Relationship Type="http://schemas.openxmlformats.org/officeDocument/2006/relationships/notesMaster" Target="/ppt/notesMasters/notesMaster1.xml" Id="Rcba018110bbe43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1c46e1869d34012" /><Relationship Type="http://schemas.openxmlformats.org/officeDocument/2006/relationships/notesMaster" Target="/ppt/notesMasters/notesMaster1.xml" Id="R5557e9dca93043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b1ab181812e4c78" /><Relationship Type="http://schemas.openxmlformats.org/officeDocument/2006/relationships/notesMaster" Target="/ppt/notesMasters/notesMaster1.xml" Id="Racb5d8d6078b4b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7e4d078f824d6b" /><Relationship Type="http://schemas.openxmlformats.org/officeDocument/2006/relationships/notesMaster" Target="/ppt/notesMasters/notesMaster1.xml" Id="R1e3a4bd263114fd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82b69ad8a624329" /><Relationship Type="http://schemas.openxmlformats.org/officeDocument/2006/relationships/notesMaster" Target="/ppt/notesMasters/notesMaster1.xml" Id="Rda27861881c345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No, because 91 = 7 x 13. | State whether the task concerns factors or multiples. | A prime number has exactly two factors. The number 1 has only one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97 is prime; 144 is square; 125 is cube.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No, because 91 = 7 x 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 prime number has exactly two factors. The number 1 has only one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No, because 91 = 7 x 13..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64, 81, 100, 121 and 144..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64, 81, 100, 121 and 144.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64, 81, 100, 121 and 144. | A prime number has exactly two factors. The number 1 has only one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dca142d8c442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7f41b60ce14635" /><Relationship Type="http://schemas.openxmlformats.org/officeDocument/2006/relationships/slideLayout" Target="/ppt/slideLayouts/slideLayout1.xml" Id="Rd6bb063faaa047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bb063faaa047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d304e473d24d7f" /><Relationship Type="http://schemas.openxmlformats.org/officeDocument/2006/relationships/notesSlide" Target="/ppt/notesSlides/notesSlide1.xml" Id="Rf692c03d2fd44f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3d51e852e446f" /><Relationship Type="http://schemas.openxmlformats.org/officeDocument/2006/relationships/notesSlide" Target="/ppt/notesSlides/notesSlide2.xml" Id="Rf0fce6f115d440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18be0350b246fc" /><Relationship Type="http://schemas.openxmlformats.org/officeDocument/2006/relationships/notesSlide" Target="/ppt/notesSlides/notesSlide3.xml" Id="R25820895081547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85d50d0dae4118" /><Relationship Type="http://schemas.openxmlformats.org/officeDocument/2006/relationships/notesSlide" Target="/ppt/notesSlides/notesSlide4.xml" Id="R715522e0fb8e4a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18cf0303eb406f" /><Relationship Type="http://schemas.openxmlformats.org/officeDocument/2006/relationships/notesSlide" Target="/ppt/notesSlides/notesSlide5.xml" Id="R9f8296143d9743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ca86567634193" /><Relationship Type="http://schemas.openxmlformats.org/officeDocument/2006/relationships/notesSlide" Target="/ppt/notesSlides/notesSlide6.xml" Id="R2b4675e8a4d347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bd14b952114628" /><Relationship Type="http://schemas.openxmlformats.org/officeDocument/2006/relationships/image" Target="/ppt/media/image.png" Id="Reeeb06673947450d" /><Relationship Type="http://schemas.openxmlformats.org/officeDocument/2006/relationships/notesSlide" Target="/ppt/notesSlides/notesSlide7.xml" Id="R10e6efeab8db4b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3e5db9397a4b9b" /><Relationship Type="http://schemas.openxmlformats.org/officeDocument/2006/relationships/notesSlide" Target="/ppt/notesSlides/notesSlide8.xml" Id="R5b3c143c1c1942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c8af008ac044c6" /><Relationship Type="http://schemas.openxmlformats.org/officeDocument/2006/relationships/notesSlide" Target="/ppt/notesSlides/notesSlide9.xml" Id="Rb67e91b94b254c1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338346d4f494a" /><Relationship Type="http://schemas.openxmlformats.org/officeDocument/2006/relationships/notesSlide" Target="/ppt/notesSlides/notesSlide10.xml" Id="R59f74efa89d447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d1f2f988f4513" /><Relationship Type="http://schemas.openxmlformats.org/officeDocument/2006/relationships/notesSlide" Target="/ppt/notesSlides/notesSlide11.xml" Id="Rc4993cd0648542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de9b2003a4394" /><Relationship Type="http://schemas.openxmlformats.org/officeDocument/2006/relationships/notesSlide" Target="/ppt/notesSlides/notesSlide12.xml" Id="Rbeda70f5a8f34a5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7D229-169B-4A9F-8874-10F7A813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7D006-8686-4A70-898D-DA17D07D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FD208F-9B88-4557-9F8A-8752A003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8587B-A6D8-46D0-80D8-3522B050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C16BB-669B-40FE-BCE8-2ABA30DC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01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E818C2-CB7A-47F3-856D-3F35F913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1BBAE-D636-47E6-BD1D-4E25FE06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B6E609-A4CC-458C-A87C-4D76614A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prime, square and cube numbers.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8F9E5D-9A7E-4B98-AA0F-CABD3495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B7C6DA-97F2-4BFE-8989-81BC6613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7416A0-0562-482D-B989-BD40EB45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26119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6CBCFD-F658-42B6-BD33-2C1849C8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AB4BD4-D350-4C62-877E-403BD18E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53D2E-B700-41B2-913F-BAEA64F8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387CF-4FE1-451A-87A8-4C37C651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3E4AC7-95B8-4EA9-90B9-5E3CD1C5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EC1FF0-011A-4061-AB67-993CAD11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39C93F-136D-440E-97A7-61084394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72F53-E473-4196-BCDB-D9B7772B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5DC79A-E9F0-403C-85A9-AF8F0E91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D5DA87-231F-49DF-9892-125199D9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F42579-9A71-4333-8C22-4BFB9DB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6B7478-3E88-41E9-AC0A-D1117189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5B42AD-0591-40B5-8C74-8B58EAD2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A68AE4-7952-4C3D-8ED7-020F707A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6B017A-3493-4BBF-A052-D749820B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BD660-F76F-4EB5-A841-B98D873C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B2221E-E323-4777-B5D6-701B8CAC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91 prime? Explain.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8F136F-8541-4EA5-AD12-02583CEB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CE62D4-B4E5-4ABE-B5BD-C32508BA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987844-7AC3-4807-B092-B9CB0BA4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47ADFE-D6F7-4DB5-8F75-ADF5948A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Classify 97, 144 and 125.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40587C-17CE-4D38-8860-34D1A7F4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533591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66B02B-E9A8-47F7-BB35-3D00F1AF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0DCDC7-D3F4-48F2-A748-6731BAC2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0F04E6-4800-489F-A60C-BD270BDE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AF2DD3-FF5A-48EB-B68C-A5C5366E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EA50C-4B9B-4576-9FC2-01723815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077CAA-A426-4153-A35E-14733568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9FB88F-0BEA-4B84-8FDD-134BEEEC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711FB8-1693-4A2D-86CF-CE3B8B64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F2558-D3A7-42C2-9380-4D5FD653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208B09-5B62-4719-B7D7-5445F8A7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prime, square and cube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0F1B36-CA59-4103-9551-1D3172B6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2A01F3-D2AD-40A2-B871-2BB89266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E1D41B-7D92-465A-80DC-0CDD0009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E8CA90-53A8-4605-A65E-3A9750E1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B12068-0538-435E-8224-9521773D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19489765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769A82-6256-4D36-A8AA-0B010A26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AE298F-946D-4E1B-B855-5E42D312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41EA66-F7AA-4232-8501-F9F98A31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6C22D-3B42-4DDC-8D80-32B368E6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FF2DF-A545-40AA-8554-42FDA9B8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149C6B-048C-4903-9747-7D7AA814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42748-0DEC-4631-A6AC-569CC996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D3DEDA-C0D7-41DD-A36F-9946D39E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871CD3-6C61-4AFE-BCBC-ECB1B11C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A9E0A-D17B-4B39-B250-1E61E2FB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Classify 97, 144 and 125.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7BC558-BEA6-4E1A-B59D-7CF13C40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5753CD-D3EB-4D63-B3FC-236B7F10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888C8F-DF75-4EC9-92DC-6FAEC8A9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State whether the task concerns factors or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C6ACB-594F-4F2D-AF95-22B7C283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70DDC2-FBD5-425E-AA46-1087F67F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10C70A-A2AE-4A82-B7DE-78BC1786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Work systematically from the smallest possible factor or multiple.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9D4EA0-DB3E-4C95-B725-E28DCEC5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2BD95-7C4D-4D38-A742-7E650585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5C7CDB-60B2-4F74-9802-E3A0A882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97 is prime; 144 is square; 125 is cube.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3FD600-07BF-4608-8BC8-3543FE41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23A36B-39CE-49C4-A38C-566A2AF1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D72968-7942-4C7B-845D-0F79FEC1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that the list is complete and use it to justify the conclusion.</a:t>
            </a:r>
          </a:p>
        </p:txBody>
      </p:sp>
    </p:spTree>
    <p:extLst>
      <p:ext uri="{BB962C8B-B14F-4D97-AF65-F5344CB8AC3E}">
        <p14:creationId xmlns:p14="http://schemas.microsoft.com/office/powerpoint/2010/main" val="1566707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C1371-3F56-41BB-9C1D-78A8D45A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730140-4562-46EB-969E-5FDB42CC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A3C6A3-66EB-4AB4-848D-B2A972BB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DCCA4-1C7A-4D02-BAC0-E5E75516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DA6A14-2810-4224-B90E-7C08E405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D1CFB-E681-485B-BC13-3A3DF4FB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8FFB9D-EC7A-4F84-8BAA-233C45CC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0E6CBF-C0DB-4C55-A1DF-99DA5A91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D0B0A3-E3DB-4827-B021-BA343302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D3B47C-6087-4E01-8DB0-F96B7EFF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8CC5AB-6073-45E6-91BE-133FF51E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97 is prime; 144 is square; 125 is cube.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4807A0-EA7C-4FD9-89E3-0ED7068C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E8CAE-3E98-400D-A54A-703A092C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14A732-4244-42CB-9850-3EA25E8C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691188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B60226-C2D1-42AD-A9FB-C948180A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6DFE8A-A53A-428F-AD73-2C392FAC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A80614-6FB0-4AE7-B3D2-DA3DFA8E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EDCB5D-1FCD-42F4-AEBB-D9C835FB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495F6F-07A3-4D77-AD75-4AE8DC3D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2E4281-6F31-4D49-8F4A-52822C76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EE122-0CED-4F71-9748-99E83CAD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7F77F4-A9B7-47CC-B399-9F36BA1E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67E571-F89B-4313-BD94-40875B81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2CD87-B823-4801-82FF-8A8638E5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91 prime? Explain.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919462-C5B6-4A33-B2B8-BCDE3BB9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253120-662D-4169-A208-1861A996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3C8217-CC7B-4B89-AC9C-B559BF4D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EE1B79-6845-4235-978C-9870F50C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C91A7A-4CBF-4B17-ACEC-9D8878B7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No, because 91 = 7 x 13.</a:t>
            </a:r>
          </a:p>
        </p:txBody>
      </p:sp>
    </p:spTree>
    <p:extLst>
      <p:ext uri="{BB962C8B-B14F-4D97-AF65-F5344CB8AC3E}">
        <p14:creationId xmlns:p14="http://schemas.microsoft.com/office/powerpoint/2010/main" val="4898973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44B340-510C-482B-B3D9-38F0393C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9EE4A-70F9-4B73-B708-6C75AD77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F43438-07E1-4A92-8785-AEEACFBD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3EFED7-6D40-43C1-A876-D0911CA4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751518-401D-4A84-9459-A008098D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14E6E-80B6-486D-8716-0CAA5D43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2E8849-F167-4276-A81E-AB56AA2B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8A471B-C51E-4EFE-8BE1-3B66059A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CC530-28D5-4356-9B2A-9C03DD30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eb06673947450d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7E34A0-1521-47E2-8773-A366B0172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816DBE-00AB-426A-847A-648993FA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says 1 is prime because it has no factor pairs apart from itself.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A8A240-DD59-4C35-972C-AB5ED658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922C9-FC42-4704-AEAD-C9FCBB71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919857-8E77-4498-80C6-B9B00717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prime number has exactly two factors. The number 1 has only one factor.</a:t>
            </a:r>
          </a:p>
        </p:txBody>
      </p:sp>
    </p:spTree>
    <p:extLst>
      <p:ext uri="{BB962C8B-B14F-4D97-AF65-F5344CB8AC3E}">
        <p14:creationId xmlns:p14="http://schemas.microsoft.com/office/powerpoint/2010/main" val="892228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5A4E4F-BB27-48DF-B037-5DCEFFD1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4F2833-1C35-487B-889C-ECA00DF0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AE3341-CDAB-454D-AE8A-F161AFD2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03A3BC-F190-46B9-A613-E6A9FC0F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59AB0C-33EC-4EA0-A9BC-800D1B3E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40C92-6E22-48F8-956C-5804D667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B26B4-5DDC-4837-BF8A-C413DF45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8C68B-4D09-4AA4-9A9E-41932A6B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B9D95-A70A-46EA-AE5F-9D881B3A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37B5FC-DFD3-423C-99A2-69F0C1B3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46F888-7CC9-4D90-9E97-548F3764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AA1C6E-99CB-461F-9125-10C57163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F6BFB5-6BFD-420D-80E7-3FE6E087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91 prime? Explain.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740554-6D23-48C5-8A35-E1546D65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5BCAC5-FCEB-42F8-811D-48292F3F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23E94E-880D-495D-9A91-8AA7A527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28B1D9-DE54-45D4-9002-F53BD628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12DE62-C594-49A0-81E4-8D67FE51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9E9E03-BD33-40FA-8131-8174FBDC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349351-6EA4-4C05-AB79-800C22C2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2D12D-C2AA-4F52-BC72-F2FCDE83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No, because 91 = 7 x 13.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A82487-0351-4F1C-9047-84B21827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695340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1951A1-967C-4987-BCBC-96DF261E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CEC250-BABF-4E68-85A0-DAEA11F0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9155A1-7963-4C4B-9A40-0ACF8EE0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7A023F-60B5-43E0-99F0-C6F5EAB5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77C51-B10E-4A3E-83B1-D1492A92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A6DD8-2143-4EC3-A3BE-D82285AF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AD3D63-717E-4EE9-B840-EF7C8694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FFC9E5-F478-43F4-89FC-EBD2AB75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161B44-1468-4503-B0AE-1185A829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11919A-CCF8-4C18-89CD-DA85F01D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D19B56-CDE4-4C63-9746-E273E48D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078286-C79F-425C-A508-A7354191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778D75-4513-4533-8BA4-5ED93591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square numbers between 50 and 150.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DD957C-F273-4498-AFEB-AAC3212C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F55FBB-22BF-4D43-858F-8242FAD8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66A8B-89FA-4B1B-9111-15336CE4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B5F1B6-EE2C-46F2-A1FB-1CB58595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A1C54-1B57-4F12-9FE4-EE3322E3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2D447D-D13F-4282-95AF-CAB99B82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2B0B4E-3EFB-44A4-AD53-C06CE283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393828-418F-4574-B932-6DCABCB8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600490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64EA15-6470-40F8-8CD6-2D86F34D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FE677E-E36A-4615-8D85-F297D65E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D22C6-7E58-455D-A9C4-A19EB251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E07A9-3625-4FE1-A24A-71539135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3B64D2-B3A4-44FF-821C-4525E703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592841-B4FF-4B42-B6CA-8AD6AA52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687D3-80CC-43E3-AD9B-37754E21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9CAA62-1B11-47D4-BD38-D7D3A6C2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107444-9EB4-4479-8FD0-3F41C4F1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F68D00-FA10-4BAD-97F6-604632BE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number below 200 that is both a square and a cube.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CAF81F-63D7-4872-9389-1BBA22AC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77240-7904-4F46-A4D8-4F3941C2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33B0EE-06A1-4E32-9672-1B6BA1AD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64.</a:t>
            </a:r>
          </a:p>
        </p:txBody>
      </p:sp>
    </p:spTree>
    <p:extLst>
      <p:ext uri="{BB962C8B-B14F-4D97-AF65-F5344CB8AC3E}">
        <p14:creationId xmlns:p14="http://schemas.microsoft.com/office/powerpoint/2010/main" val="430946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4F5FF-0D14-4A73-A2B7-57C0857F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AABB7D-38D4-4FFE-A6FB-1118392C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87E64-43C8-46EF-88BA-B4EF659C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BE468E-6F18-45A4-860B-53A20C0E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41D291-5A20-4723-A8B5-B0058598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9079B8-C11A-45AF-8169-492E2D71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28FA9-2346-431D-AF16-6FDC7FC6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52A2FF-42B7-4D92-8900-A1F6506E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8E3B99-2F61-4C1F-9095-6D9B2127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19FC1-D547-4E3F-9B07-53D433D9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69250-13CE-4404-AA47-76BAD0A5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1CC0EC-8701-49EA-9E85-E2EB3B4F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square numbers between 50 and 150.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461EC4-898A-417E-B93E-35112C0D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57A655-B49A-4739-A85D-F564E90D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E7AC9E-A16B-44F1-93CD-28C2263D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FC3A7C-DC89-4D9B-AE53-3BBF687C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64, 81, 100, 121 and 144.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11AC40-F21E-4454-B407-A65CA80C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A32762-623C-4A2D-9A11-6B6EAAD2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1156766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5A9CB4-037B-40D3-BCD5-F397C817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F36B02-2002-4E22-A2A0-D011982E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2B80FB-CD85-47C6-88B3-6A422907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09FC9-E345-48F4-AB2C-E9869815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4ECA2B-FF70-4DC9-ADA7-4C691495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C2961C-F4FA-4A43-AF7E-9460565C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DE1725-E562-4EC4-9F8E-CD23E86F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FACE08-78F8-4C46-BCC0-495426DD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C30C30-B34C-4670-9EE1-8AAD062B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23A4F1-4E2F-4C4C-9B97-055F5425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628BEC-CF2A-4486-8158-17ACAD0E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0D9EDF-99CA-4EB1-956A-F4D10494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15285C-30B8-42D6-9F61-3B2B6DB5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square numbers between 50 and 150.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86B07F-ABBC-40EF-B646-9A2EBC9E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0232AB-5C3C-4564-8240-A76136EE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AA49AA-B5D0-4206-9964-F82CF056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DEF07-3FF3-4216-83C2-F71B5A2A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says 1 is prime because it has no factor pairs apart from itself.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3CDC45-E5F1-45A1-9CAD-522367EA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A07513-6EE1-46F2-8EAB-5C26273D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73FF95-3EE0-439A-9953-F6B2F0D8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669E37-1917-4D38-98A6-D40BCF31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BE9AB8-8BE1-49D8-8FCE-8E633710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648928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2026-09-09T20:45:23.2990000Z</dcterms:created>
  <dcterms:modified xsi:type="dcterms:W3CDTF">2026-09-09T20:45:23.2990000Z</dcterms:modified>
</coreProperties>
</file>