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8e2d1f1d841e7" /><Relationship Type="http://schemas.openxmlformats.org/officeDocument/2006/relationships/extended-properties" Target="/docProps/app.xml" Id="Rc7f6375c2c134c2f" /><Relationship Type="http://schemas.openxmlformats.org/officeDocument/2006/relationships/officeDocument" Target="/ppt/presentation.xml" Id="R5dcd2290bec04d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5ebc7b2df446c"/>
  </p:sldMasterIdLst>
  <p:notesMasterIdLst>
    <p:notesMasterId xmlns:r="http://schemas.openxmlformats.org/officeDocument/2006/relationships" r:id="Rce15c3c618af4be8"/>
  </p:notesMasterIdLst>
  <p:sldIdLst>
    <p:sldId xmlns:r="http://schemas.openxmlformats.org/officeDocument/2006/relationships" id="256" r:id="R30304cb3a6164a56"/>
    <p:sldId xmlns:r="http://schemas.openxmlformats.org/officeDocument/2006/relationships" id="257" r:id="R5fed2e6a192c4bde"/>
    <p:sldId xmlns:r="http://schemas.openxmlformats.org/officeDocument/2006/relationships" id="258" r:id="Rc7dd1490062f4830"/>
    <p:sldId xmlns:r="http://schemas.openxmlformats.org/officeDocument/2006/relationships" id="259" r:id="R1a01fa3dee0e46e5"/>
    <p:sldId xmlns:r="http://schemas.openxmlformats.org/officeDocument/2006/relationships" id="260" r:id="Rabf57499b5e740b3"/>
    <p:sldId xmlns:r="http://schemas.openxmlformats.org/officeDocument/2006/relationships" id="261" r:id="R68183cce5dba470c"/>
    <p:sldId xmlns:r="http://schemas.openxmlformats.org/officeDocument/2006/relationships" id="262" r:id="Rdb22781a79994dec"/>
    <p:sldId xmlns:r="http://schemas.openxmlformats.org/officeDocument/2006/relationships" id="263" r:id="R9222890e70a14d08"/>
    <p:sldId xmlns:r="http://schemas.openxmlformats.org/officeDocument/2006/relationships" id="264" r:id="R8555edc579e44ee9"/>
    <p:sldId xmlns:r="http://schemas.openxmlformats.org/officeDocument/2006/relationships" id="265" r:id="Rb8423ec10f554a8d"/>
    <p:sldId xmlns:r="http://schemas.openxmlformats.org/officeDocument/2006/relationships" id="266" r:id="Rcd57343ee3184dcc"/>
    <p:sldId xmlns:r="http://schemas.openxmlformats.org/officeDocument/2006/relationships" id="267" r:id="R078e898745d042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bf9a3587b45a5" /><Relationship Type="http://schemas.openxmlformats.org/officeDocument/2006/relationships/slideMaster" Target="/ppt/slideMasters/slideMaster1.xml" Id="R49c5ebc7b2df446c" /><Relationship Type="http://schemas.openxmlformats.org/officeDocument/2006/relationships/notesMaster" Target="/ppt/notesMasters/notesMaster1.xml" Id="Rce15c3c618af4be8" /><Relationship Type="http://schemas.openxmlformats.org/officeDocument/2006/relationships/presProps" Target="/ppt/presProps.xml" Id="R873b240828a14b2a" /><Relationship Type="http://schemas.openxmlformats.org/officeDocument/2006/relationships/tableStyles" Target="/ppt/tableStyles.xml" Id="Rcac100d53222447d" /><Relationship Type="http://schemas.openxmlformats.org/officeDocument/2006/relationships/slide" Target="/ppt/slides/slide1.xml" Id="R30304cb3a6164a56" /><Relationship Type="http://schemas.openxmlformats.org/officeDocument/2006/relationships/slide" Target="/ppt/slides/slide2.xml" Id="R5fed2e6a192c4bde" /><Relationship Type="http://schemas.openxmlformats.org/officeDocument/2006/relationships/slide" Target="/ppt/slides/slide3.xml" Id="Rc7dd1490062f4830" /><Relationship Type="http://schemas.openxmlformats.org/officeDocument/2006/relationships/slide" Target="/ppt/slides/slide4.xml" Id="R1a01fa3dee0e46e5" /><Relationship Type="http://schemas.openxmlformats.org/officeDocument/2006/relationships/slide" Target="/ppt/slides/slide5.xml" Id="Rabf57499b5e740b3" /><Relationship Type="http://schemas.openxmlformats.org/officeDocument/2006/relationships/slide" Target="/ppt/slides/slide6.xml" Id="R68183cce5dba470c" /><Relationship Type="http://schemas.openxmlformats.org/officeDocument/2006/relationships/slide" Target="/ppt/slides/slide7.xml" Id="Rdb22781a79994dec" /><Relationship Type="http://schemas.openxmlformats.org/officeDocument/2006/relationships/slide" Target="/ppt/slides/slide8.xml" Id="R9222890e70a14d08" /><Relationship Type="http://schemas.openxmlformats.org/officeDocument/2006/relationships/slide" Target="/ppt/slides/slide9.xml" Id="R8555edc579e44ee9" /><Relationship Type="http://schemas.openxmlformats.org/officeDocument/2006/relationships/slide" Target="/ppt/slides/slide10.xml" Id="Rb8423ec10f554a8d" /><Relationship Type="http://schemas.openxmlformats.org/officeDocument/2006/relationships/slide" Target="/ppt/slides/slide11.xml" Id="Rcd57343ee3184dcc" /><Relationship Type="http://schemas.openxmlformats.org/officeDocument/2006/relationships/slide" Target="/ppt/slides/slide12.xml" Id="R078e898745d0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9a8f6c01b3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6f6dbc59945a4" /><Relationship Type="http://schemas.openxmlformats.org/officeDocument/2006/relationships/notesMaster" Target="/ppt/notesMasters/notesMaster1.xml" Id="R3590c28187b8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ab2d3c6cca4919" /><Relationship Type="http://schemas.openxmlformats.org/officeDocument/2006/relationships/notesMaster" Target="/ppt/notesMasters/notesMaster1.xml" Id="R07e883ffec3f48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8329191af4eca" /><Relationship Type="http://schemas.openxmlformats.org/officeDocument/2006/relationships/notesMaster" Target="/ppt/notesMasters/notesMaster1.xml" Id="R68a2a434a68b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38bc5f63e4027" /><Relationship Type="http://schemas.openxmlformats.org/officeDocument/2006/relationships/notesMaster" Target="/ppt/notesMasters/notesMaster1.xml" Id="Re1748706336447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d4cf21e9854974" /><Relationship Type="http://schemas.openxmlformats.org/officeDocument/2006/relationships/notesMaster" Target="/ppt/notesMasters/notesMaster1.xml" Id="R8a5d64812f01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c27d7a61d46ea" /><Relationship Type="http://schemas.openxmlformats.org/officeDocument/2006/relationships/notesMaster" Target="/ppt/notesMasters/notesMaster1.xml" Id="R6e2ef2503377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017616668140a8" /><Relationship Type="http://schemas.openxmlformats.org/officeDocument/2006/relationships/notesMaster" Target="/ppt/notesMasters/notesMaster1.xml" Id="Rc9604d9b150646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1e0452b3f45c7" /><Relationship Type="http://schemas.openxmlformats.org/officeDocument/2006/relationships/notesMaster" Target="/ppt/notesMasters/notesMaster1.xml" Id="R765cb50b1329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44759df6a24cc3" /><Relationship Type="http://schemas.openxmlformats.org/officeDocument/2006/relationships/notesMaster" Target="/ppt/notesMasters/notesMaster1.xml" Id="R8f54e9ec5f8d40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0ce53ce514a98" /><Relationship Type="http://schemas.openxmlformats.org/officeDocument/2006/relationships/notesMaster" Target="/ppt/notesMasters/notesMaster1.xml" Id="Ra18899ca22ba45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189cba6135485d" /><Relationship Type="http://schemas.openxmlformats.org/officeDocument/2006/relationships/notesMaster" Target="/ppt/notesMasters/notesMaster1.xml" Id="R4786e4740a2347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287d6bab2a4254" /><Relationship Type="http://schemas.openxmlformats.org/officeDocument/2006/relationships/notesMaster" Target="/ppt/notesMasters/notesMaster1.xml" Id="R581eaa15439f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factor rainbows, counters, hundred square,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No, because 91 = 7 x 13. | State whether the task concerns factors or multiples. | A prime number has exactly two factors. The number 1 has only one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factor, multiple, common, prime, composite, square, cube.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97 is prime; 144 is square; 125 is cube.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No, because 91 = 7 x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 prime number has exactly two factors. The number 1 has only one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No, because 91 = 7 x 13..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64, 81, 100, 121 and 144..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64, 81, 100, 121 and 144.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64, 81, 100, 121 and 144. | A prime number has exactly two factors. The number 1 has only one factor.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45cbe090648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3a4734799c4531" /><Relationship Type="http://schemas.openxmlformats.org/officeDocument/2006/relationships/slideLayout" Target="/ppt/slideLayouts/slideLayout1.xml" Id="R66dcc2ee7b6c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cc2ee7b6c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1ae02e4a2466a" /><Relationship Type="http://schemas.openxmlformats.org/officeDocument/2006/relationships/notesSlide" Target="/ppt/notesSlides/notesSlide1.xml" Id="R323164bb0d94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a7395880f4d09" /><Relationship Type="http://schemas.openxmlformats.org/officeDocument/2006/relationships/notesSlide" Target="/ppt/notesSlides/notesSlide2.xml" Id="R9c7827dbbf8f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a8130bb954dd4" /><Relationship Type="http://schemas.openxmlformats.org/officeDocument/2006/relationships/notesSlide" Target="/ppt/notesSlides/notesSlide3.xml" Id="Rd8c59b66e09b47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103c1b52543d0" /><Relationship Type="http://schemas.openxmlformats.org/officeDocument/2006/relationships/notesSlide" Target="/ppt/notesSlides/notesSlide4.xml" Id="R889ff05889fa48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bbfa836514e58" /><Relationship Type="http://schemas.openxmlformats.org/officeDocument/2006/relationships/notesSlide" Target="/ppt/notesSlides/notesSlide5.xml" Id="Rda2db4ad120b46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426b60a2041d0" /><Relationship Type="http://schemas.openxmlformats.org/officeDocument/2006/relationships/notesSlide" Target="/ppt/notesSlides/notesSlide6.xml" Id="Reef96b2c51cf46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0e111b244c5e" /><Relationship Type="http://schemas.openxmlformats.org/officeDocument/2006/relationships/image" Target="/ppt/media/image.png" Id="R8ff0d4d3b9c34604" /><Relationship Type="http://schemas.openxmlformats.org/officeDocument/2006/relationships/notesSlide" Target="/ppt/notesSlides/notesSlide7.xml" Id="R4d48fbe2385b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51de7e37438c" /><Relationship Type="http://schemas.openxmlformats.org/officeDocument/2006/relationships/notesSlide" Target="/ppt/notesSlides/notesSlide8.xml" Id="Rf1f3027d427241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a98a25fae4d11" /><Relationship Type="http://schemas.openxmlformats.org/officeDocument/2006/relationships/notesSlide" Target="/ppt/notesSlides/notesSlide9.xml" Id="Raa8b1a6e11ed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5fabdbf6645ff" /><Relationship Type="http://schemas.openxmlformats.org/officeDocument/2006/relationships/notesSlide" Target="/ppt/notesSlides/notesSlide10.xml" Id="R97c2e66772a64c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1cc9575514344" /><Relationship Type="http://schemas.openxmlformats.org/officeDocument/2006/relationships/notesSlide" Target="/ppt/notesSlides/notesSlide11.xml" Id="R30e620aeb08a4d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2e739e1eb4f2a" /><Relationship Type="http://schemas.openxmlformats.org/officeDocument/2006/relationships/notesSlide" Target="/ppt/notesSlides/notesSlide12.xml" Id="Re3b4b50c06e549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84759-FE4A-413A-A063-4C380D86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56953-65EF-492B-ADB1-BF73063B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E0C92-4EB0-4CE8-8E92-4200A104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915F-002E-446D-8973-B49FFCA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94C32-F06A-46A7-8BEA-BA1469F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0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82710-3B13-4D3D-A808-795CAFF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F91EF-DB39-4D24-9654-A3EFD65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B7CAA-C2C3-425E-BE47-9F14079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prime, square and cube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88B63-9369-4FF3-8AAF-8C933F2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9141-C8E4-4376-A5F8-6EDDD95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CBE99-A93A-43A7-BE81-C9683DFC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671774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CE7F0-870D-40FD-9A35-5FAEA81C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99EFF-DFCD-414F-A490-8CD8694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53D30-1216-4E70-8F2C-F69170D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06DFA-E37E-43BC-98D2-0A980A8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D4837-216E-4494-8C14-B9574AEB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E9D5A-D31A-4DAA-B5D0-B717626E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B37D0-7314-44AC-AE19-17584109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DC80E-B4A9-42FB-B93E-DBAA66D0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C35E-E031-4A44-9055-2DFCF586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E5268-528A-4D0A-9907-D17A6EF2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E0A11-81A7-42FB-AEC0-B4A6455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CCB6B-295F-4CD4-B4E2-BC228C8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87CD9-0B97-4A81-82BE-790433F7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multiplication facts, recognise factor pairs and identify square and cube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AF87-D3D9-4797-87D7-10BF5329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BCB11-3B1A-44B0-9517-E2F2471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4069A-DCB7-4987-BD95-785CDA6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8A10A-1C24-4018-9FA2-C61B796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91 prime?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DFEBC-21E7-4257-9B16-9690299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51496-FB79-4A68-AD6B-3CC2223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03055-4309-434F-8B72-5A41545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04A46-5C29-48B0-A07D-BD4FA5A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Classify 97, 144 and 125.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17909-B959-4F52-A53E-7651E38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10249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45A46-4698-4A55-9479-16B3E86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84B55-744B-4F4A-86BF-96F777BD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5D8F-04EB-4652-9D46-F13CF31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33150-58AF-4E46-A24D-D81952C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69E28-18E1-478F-9D39-3EB3F05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FC95-3F5C-4CC3-A765-DB34A680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7550-03D4-42CC-9F49-3B045768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C91F2-C53D-46A6-A966-1E778991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A7EF6-EF59-43A8-9559-290B67A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7C6B8-9D53-4BB4-93C4-37F675F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prime, square and cube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71C98-41F6-49B4-ABB6-DEA641AC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230ED-0DC3-4707-ADAB-D864132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State whether the task concerns factors or multiples.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88C90-601A-45BA-9552-29BE8ED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systematically from the smallest possible factor or multiple.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CFAB-0888-41D8-AC62-D406594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that the list is complete and use it to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7766-1750-47BB-A399-32737F3A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factor  |  multiple  |  common  |  prime  |  composite  |  square  |  cube</a:t>
            </a:r>
          </a:p>
        </p:txBody>
      </p:sp>
    </p:spTree>
    <p:extLst>
      <p:ext uri="{BB962C8B-B14F-4D97-AF65-F5344CB8AC3E}">
        <p14:creationId xmlns:p14="http://schemas.microsoft.com/office/powerpoint/2010/main" val="4721450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EA3E9-3818-4B3C-A911-50C8A2B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69C26-4106-42D8-905A-ED2288E3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9BA91-B460-4B41-9AD4-C68BCEE4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DEDB6-6293-4D71-92DC-DAC7B9E2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1FFCA-E328-4FAB-9BF5-92DB309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669C1-EBAB-402A-8B9A-DC4C59C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EEFF1-ECFF-4F97-BFD8-440E7937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605E0-614B-4156-A798-3EB6019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FF1AB-5F4C-4E2F-BE7D-D0F6863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64481-6FF0-42A5-808B-4CC084E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Classify 97, 144 and 125.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767D4-FFE0-46EC-B99C-CB5CE94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98E8D-444C-40D8-988A-D2F305F2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E4262-CA43-41BF-9EEC-71172D2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97: test primes up to √97; none divide exactly → prime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AC6EB-3758-479E-B71D-C8E1DEB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390F0-A454-409C-8023-C5BD39B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21780-2275-43A3-A3F9-1890AB88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144 = 12 × 12 → square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12FE4-324D-4C06-890F-3EACE408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3E437-3AD4-4DFF-8B1E-057CD761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31782-0996-43FA-8961-16121B0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125 = 5 × 5 × 5 → cube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99502-D41E-4A00-986D-A964552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CEBE6-C73F-47E4-838A-28F2111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BB799-CA40-4A51-86C2-52F7A556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97 prime     144 square     125 cube</a:t>
            </a:r>
          </a:p>
        </p:txBody>
      </p:sp>
    </p:spTree>
    <p:extLst>
      <p:ext uri="{BB962C8B-B14F-4D97-AF65-F5344CB8AC3E}">
        <p14:creationId xmlns:p14="http://schemas.microsoft.com/office/powerpoint/2010/main" val="965898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25C4F-FC03-4C3D-9F5E-591C5D1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E736-6C54-4754-9AE1-7A217E6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1232C-3CD8-45D9-9AD8-D928193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322C6-54FC-4706-AFF4-43F8869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654C2-7344-4A20-BA6B-2CBB051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DD1C2-5F8F-4EC2-BBBB-CE039557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CCAEB-F4A4-4D0B-B2D4-4ABFD8D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179AE-4E3A-48DD-AF59-ECDD51D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F34A6-D19A-48D7-844F-96A7DCA2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FB6F6-4FD0-4942-A935-F03548C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D2403-1550-48A1-8720-105CC61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97 is prime; 144 is square; 125 is cube.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C37BD-3E51-481A-864B-E65809C1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EB0-34A7-4674-BA29-B05AE655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that the list is complete and use it to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EB5E1-BE65-4801-9E82-B48B231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7218636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E931B-FC62-46CB-B559-BC11A69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F1151-1B4A-4FBD-8FF1-95B3A7B9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D0E5-98FC-409C-9A98-DF4C3AF4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EA4A7-EF14-4BD2-A49E-7C2A89E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26E6D-DE55-4A14-B44A-FAF1B885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49CB9-5301-46B9-BE93-2FBD71F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14BC4-CA43-4B63-8163-C5AEC630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DD425-DF4C-4076-BA37-A30FBDB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321FF-A972-45A6-9A50-93DD4FB4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7651C-CF77-40AA-A40A-D43FE18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91 prime? Explain.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63C24-7464-47CE-94E4-1C73233F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9688-983F-4CC3-AB90-36E36B6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84044-F714-4BF1-B20C-2586104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EB194-AD8B-46CD-A949-47F64AD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84F85-02C4-4D7F-B2D9-0818F10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No, because 91 = 7 x 13.</a:t>
            </a:r>
          </a:p>
        </p:txBody>
      </p:sp>
    </p:spTree>
    <p:extLst>
      <p:ext uri="{BB962C8B-B14F-4D97-AF65-F5344CB8AC3E}">
        <p14:creationId xmlns:p14="http://schemas.microsoft.com/office/powerpoint/2010/main" val="10980170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51BFE-A2A9-46D1-9467-2EF8C2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21F92-7922-4028-9226-8ABFA89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E935E-2308-4C55-92B0-BF712FE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FCEA9-41F5-4B9E-BC5B-893B6D34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B8B24-8525-4DD4-9287-5851D89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CEB1F-5352-4359-9CC5-F273399E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6CA26-D0A8-49EC-BDC0-9ABE411E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464DF-4F1A-42CB-B5D0-81BD00A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65505-CC44-4145-8B61-C4E38EE2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0d4d3b9c34604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F43BD-5B37-4B65-BD6C-701CE4FC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3E221-0A00-4C2C-81FF-77B2B53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says 1 is prime because it has no factor pairs apart from itself.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975B5-2E11-4030-864A-A7C26F82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8874-C104-4FED-A690-78A5C114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321F9-18BF-4A5E-B967-3CB7696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 prime number has exactly two factors. The number 1 has only one factor.</a:t>
            </a:r>
          </a:p>
        </p:txBody>
      </p:sp>
    </p:spTree>
    <p:extLst>
      <p:ext uri="{BB962C8B-B14F-4D97-AF65-F5344CB8AC3E}">
        <p14:creationId xmlns:p14="http://schemas.microsoft.com/office/powerpoint/2010/main" val="12746349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85F77-D758-4440-97EE-3DBCD01A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FCD15-528F-418B-BF8E-6D51934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A3C3-4B26-4DBA-81EC-3DEAB48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FF861-94EF-4E4E-9B8C-792F6DE5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B5BBD-34E9-491D-AE66-D3A3D22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55D35-4B61-4941-A15C-5B8BA3C9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83CD9-94E2-422A-BC46-E054F03F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15404-AAF8-4A98-AFA8-E6769774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35C20-1F99-4762-AC2B-FB751433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6B424-4594-49D7-B035-C03BF95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8041C-0EC0-4992-B3DC-A21984BD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332D9-FDA0-429E-A266-187E572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BD7CF-5594-4001-BAD6-BE19054A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Is 91 prime? Explain.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50F69-60E2-4250-94BC-EBE9E91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4BE66-E8DB-4264-8A03-ED91DCF6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B4021-D9F5-4820-939B-344188DA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9A7F5-A820-471C-BA14-0CCA1F5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3CB4E-8973-40AD-AB05-6BE5D31A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1D0A0-DD18-4994-915C-CFB2B9A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0C093-3552-4BA1-950D-79ECBB71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2E8AE-FBF6-4FD7-9BA0-D06699E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No, because 91 = 7 x 13.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695A2-3BA5-44EB-AA37-85208FF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134891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833E5-CB71-46E2-8D9F-F3F7299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546FC-E8A0-4C34-914A-9E819D50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FB31F-1AE3-4E82-B066-4083EEC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A7879-96B2-4161-BA87-66CF253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8526B-50A5-470A-9B13-D45F1E7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E5290-1A87-488A-9ECA-098AA1D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9AF1C-87B7-442A-B37A-420A6AC9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73B8-7632-4D46-B00E-732F36C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E6B04-3A0D-4D5B-ADFA-4BC85A5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B4A31-7DC7-4A06-8588-91B8100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A2144-03C4-4528-8E8D-094EAE71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5FD01-92CB-4EBD-AE32-575C5FD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2E6AE-986B-4B99-8FE9-9BFC4EC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square numbers between 50 and 150.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AA6FF-5D53-4230-8CB4-E0CF16FE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36EC2-B2B5-4970-B1BF-3459BA7D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1C83E-32B7-4EB3-B947-CF33E097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583C7-08BC-477C-8FD6-AB7DE0C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F6AE0-F41D-494F-BBD5-2CACBF9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39E4E-5CBF-4775-B2E1-FB670500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431B9-42C6-4C1C-A627-A58D51D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3D519-C168-4918-B121-1F847F4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363125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3065F-C4BC-4D41-BE13-65D5281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16CC-8608-4C71-8C0B-177D61D4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5A438-A05B-42CC-A639-E66E46B8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84A3B-BA6F-4EF1-BFD7-31A0851A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09F57-5964-43F5-9971-731D9BF6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29B75-723B-4FEE-AE01-A834E39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3D027-691C-43D4-8B7A-5FE4159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87F64-B631-439A-B9C6-2964105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10CF8-E956-451C-BCA1-B71A549B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137DD-3FC6-4769-A196-7070E08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number below 200 that is both a square and a cube.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B61B7-7065-4C01-867B-278B798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81314-1252-4F75-A790-692FB1A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9CA31-8862-44DF-96AB-3590A9A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64.</a:t>
            </a:r>
          </a:p>
        </p:txBody>
      </p:sp>
    </p:spTree>
    <p:extLst>
      <p:ext uri="{BB962C8B-B14F-4D97-AF65-F5344CB8AC3E}">
        <p14:creationId xmlns:p14="http://schemas.microsoft.com/office/powerpoint/2010/main" val="5971866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C292B-1D76-4450-8825-46240A3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F80BF-8F43-4FBF-9BF6-DC6A8766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AD690-C6D1-4B40-A867-49753EC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F9104-5E90-4A63-824E-EFAF3BA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520BF-17BC-4840-BD73-A9E8BD5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6C06-11D0-464B-ADED-D501E36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E1066-226D-4E32-8994-731AC1B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3DDA5-7159-461F-9BF6-9DA764D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630C4-9311-490D-A5C3-9541A96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A299E-F294-4BBC-A3EA-97C5A2D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082C1-AEB1-43FF-B3EA-782991B6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EA75-E9E2-4D5D-9B29-14F35B0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square numbers between 50 and 150.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E1B83-CD95-4C7C-B748-14F58A5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43A5E-7DAF-4C8B-BBDA-B3CB3C1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64F10-4D3F-48EB-8A5D-87F0084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2735B-9E48-4F53-9456-41B1881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64, 81, 100, 121 and 144.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E0F4D-C1A3-4E4C-81FA-5DF396B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964A9-70BF-496B-81A3-1B2508F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7732441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4AC06-CA92-45BD-9B93-1180A87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4417B-F8FD-4193-9D89-2C4982B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3DB12-C23A-476F-9C27-7F2CDDA5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56777-D4CE-4834-898E-27FFC944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E7FE-8D49-49BA-807E-56BB16D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5649-B9D6-4F28-AC13-C1EDD42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960CD-A454-411B-9698-DB4DC47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A006E-241D-4A78-8E0B-57D88C84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437B8-70B2-4BB4-B6E5-F3D41D4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Classify prime, square and cube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0AB46-AE37-4D80-9177-15DAD7DC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31637-F674-4CCA-BF1F-43388A89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3C3EC-E76A-4595-879F-D0F90B20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02ED2-0F60-45AE-BB03-B2A3350D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square numbers between 50 and 150.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9F888-E94D-483A-AA4D-04562E9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D3961-02EB-4979-85DB-7821FC3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8E409-7DF7-4F24-AD44-54D1E09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911A6-4444-4036-A597-CA49A99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says 1 is prime because it has no factor pairs apart from itself.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7D32D-CA0A-4CF4-8CDB-B1A1B22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5910C-AF14-492A-8A3B-B15906A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2B6B7-C9E0-4C9D-996A-6946215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0FAAB-D929-4730-8000-44F3367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7753F-C1A7-4C90-A955-DD731C27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371838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2026-09-09T22:14:04.2500000Z</dcterms:created>
  <dcterms:modified xsi:type="dcterms:W3CDTF">2026-09-09T22:14:04.2500000Z</dcterms:modified>
</coreProperties>
</file>