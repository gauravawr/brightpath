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80c192e48004b6e" /><Relationship Type="http://schemas.openxmlformats.org/officeDocument/2006/relationships/extended-properties" Target="/docProps/app.xml" Id="R652332eb8e1b4c27" /><Relationship Type="http://schemas.openxmlformats.org/officeDocument/2006/relationships/officeDocument" Target="/ppt/presentation.xml" Id="R81b86c56767f4fb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174ee580f194702"/>
  </p:sldMasterIdLst>
  <p:notesMasterIdLst>
    <p:notesMasterId xmlns:r="http://schemas.openxmlformats.org/officeDocument/2006/relationships" r:id="R5b45f1237c264fe6"/>
  </p:notesMasterIdLst>
  <p:sldIdLst>
    <p:sldId xmlns:r="http://schemas.openxmlformats.org/officeDocument/2006/relationships" id="256" r:id="R2e600ecc6ce94c64"/>
    <p:sldId xmlns:r="http://schemas.openxmlformats.org/officeDocument/2006/relationships" id="257" r:id="Ree6b93cfca5b49cd"/>
    <p:sldId xmlns:r="http://schemas.openxmlformats.org/officeDocument/2006/relationships" id="258" r:id="Rf41e96c759154ac3"/>
    <p:sldId xmlns:r="http://schemas.openxmlformats.org/officeDocument/2006/relationships" id="259" r:id="R8745149e5e584330"/>
    <p:sldId xmlns:r="http://schemas.openxmlformats.org/officeDocument/2006/relationships" id="260" r:id="R2bd7919d256d4f0e"/>
    <p:sldId xmlns:r="http://schemas.openxmlformats.org/officeDocument/2006/relationships" id="261" r:id="R7093a05081fe4c90"/>
    <p:sldId xmlns:r="http://schemas.openxmlformats.org/officeDocument/2006/relationships" id="262" r:id="R21bb18776af44353"/>
    <p:sldId xmlns:r="http://schemas.openxmlformats.org/officeDocument/2006/relationships" id="263" r:id="R72a6fab031d64d7a"/>
    <p:sldId xmlns:r="http://schemas.openxmlformats.org/officeDocument/2006/relationships" id="264" r:id="Re6cd606782114b8b"/>
    <p:sldId xmlns:r="http://schemas.openxmlformats.org/officeDocument/2006/relationships" id="265" r:id="Re33e0a75a0b04f1a"/>
    <p:sldId xmlns:r="http://schemas.openxmlformats.org/officeDocument/2006/relationships" id="266" r:id="R8758fbb3fb1f4524"/>
    <p:sldId xmlns:r="http://schemas.openxmlformats.org/officeDocument/2006/relationships" id="267" r:id="Rf6765d1537b5441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3af9ab451fa480a" /><Relationship Type="http://schemas.openxmlformats.org/officeDocument/2006/relationships/slideMaster" Target="/ppt/slideMasters/slideMaster1.xml" Id="R9174ee580f194702" /><Relationship Type="http://schemas.openxmlformats.org/officeDocument/2006/relationships/notesMaster" Target="/ppt/notesMasters/notesMaster1.xml" Id="R5b45f1237c264fe6" /><Relationship Type="http://schemas.openxmlformats.org/officeDocument/2006/relationships/presProps" Target="/ppt/presProps.xml" Id="R45a92c02ee1f425e" /><Relationship Type="http://schemas.openxmlformats.org/officeDocument/2006/relationships/tableStyles" Target="/ppt/tableStyles.xml" Id="R028896af40f846d1" /><Relationship Type="http://schemas.openxmlformats.org/officeDocument/2006/relationships/slide" Target="/ppt/slides/slide1.xml" Id="R2e600ecc6ce94c64" /><Relationship Type="http://schemas.openxmlformats.org/officeDocument/2006/relationships/slide" Target="/ppt/slides/slide2.xml" Id="Ree6b93cfca5b49cd" /><Relationship Type="http://schemas.openxmlformats.org/officeDocument/2006/relationships/slide" Target="/ppt/slides/slide3.xml" Id="Rf41e96c759154ac3" /><Relationship Type="http://schemas.openxmlformats.org/officeDocument/2006/relationships/slide" Target="/ppt/slides/slide4.xml" Id="R8745149e5e584330" /><Relationship Type="http://schemas.openxmlformats.org/officeDocument/2006/relationships/slide" Target="/ppt/slides/slide5.xml" Id="R2bd7919d256d4f0e" /><Relationship Type="http://schemas.openxmlformats.org/officeDocument/2006/relationships/slide" Target="/ppt/slides/slide6.xml" Id="R7093a05081fe4c90" /><Relationship Type="http://schemas.openxmlformats.org/officeDocument/2006/relationships/slide" Target="/ppt/slides/slide7.xml" Id="R21bb18776af44353" /><Relationship Type="http://schemas.openxmlformats.org/officeDocument/2006/relationships/slide" Target="/ppt/slides/slide8.xml" Id="R72a6fab031d64d7a" /><Relationship Type="http://schemas.openxmlformats.org/officeDocument/2006/relationships/slide" Target="/ppt/slides/slide9.xml" Id="Re6cd606782114b8b" /><Relationship Type="http://schemas.openxmlformats.org/officeDocument/2006/relationships/slide" Target="/ppt/slides/slide10.xml" Id="Re33e0a75a0b04f1a" /><Relationship Type="http://schemas.openxmlformats.org/officeDocument/2006/relationships/slide" Target="/ppt/slides/slide11.xml" Id="R8758fbb3fb1f4524" /><Relationship Type="http://schemas.openxmlformats.org/officeDocument/2006/relationships/slide" Target="/ppt/slides/slide12.xml" Id="Rf6765d1537b5441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faeae984ca14d8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ad00ba254e344be" /><Relationship Type="http://schemas.openxmlformats.org/officeDocument/2006/relationships/notesMaster" Target="/ppt/notesMasters/notesMaster1.xml" Id="R30b914ac10344a5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92ac219336b447a" /><Relationship Type="http://schemas.openxmlformats.org/officeDocument/2006/relationships/notesMaster" Target="/ppt/notesMasters/notesMaster1.xml" Id="R91b43b4c269b486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9410b9c7bfb4fec" /><Relationship Type="http://schemas.openxmlformats.org/officeDocument/2006/relationships/notesMaster" Target="/ppt/notesMasters/notesMaster1.xml" Id="R2bbb4a297285486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41996a2280d4adc" /><Relationship Type="http://schemas.openxmlformats.org/officeDocument/2006/relationships/notesMaster" Target="/ppt/notesMasters/notesMaster1.xml" Id="Re5df1d5222a841d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454ed5980c34f56" /><Relationship Type="http://schemas.openxmlformats.org/officeDocument/2006/relationships/notesMaster" Target="/ppt/notesMasters/notesMaster1.xml" Id="R2cc8cbc25e164e0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f0364d357264285" /><Relationship Type="http://schemas.openxmlformats.org/officeDocument/2006/relationships/notesMaster" Target="/ppt/notesMasters/notesMaster1.xml" Id="R388b704df1b844c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355c84a8ace43c7" /><Relationship Type="http://schemas.openxmlformats.org/officeDocument/2006/relationships/notesMaster" Target="/ppt/notesMasters/notesMaster1.xml" Id="R54e2089f802b417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adcecc7164d466c" /><Relationship Type="http://schemas.openxmlformats.org/officeDocument/2006/relationships/notesMaster" Target="/ppt/notesMasters/notesMaster1.xml" Id="Re83094ba39424c1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dc8f50ac79c4b4f" /><Relationship Type="http://schemas.openxmlformats.org/officeDocument/2006/relationships/notesMaster" Target="/ppt/notesMasters/notesMaster1.xml" Id="R7d8bc39bc1a04ba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e58ba2455764698" /><Relationship Type="http://schemas.openxmlformats.org/officeDocument/2006/relationships/notesMaster" Target="/ppt/notesMasters/notesMaster1.xml" Id="R45f25b7f8b424b4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bd671576a1b4ee0" /><Relationship Type="http://schemas.openxmlformats.org/officeDocument/2006/relationships/notesMaster" Target="/ppt/notesMasters/notesMaster1.xml" Id="R767e19969e4b4b7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dbb0343f3b54389" /><Relationship Type="http://schemas.openxmlformats.org/officeDocument/2006/relationships/notesMaster" Target="/ppt/notesMasters/notesMaster1.xml" Id="R5e2698318add404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Multiplication grids, factor rainbows, counters, hundred square,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24, 48 and 72. | State whether the task concerns factors or multiples. | Multiples continue from repeated multiplication. Factors divide the number exactly.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factor, multiple, common, prime, composite, square, cube.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72.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24, 48 and 72.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Multiples continue from repeated multiplication. Factors divide the number exactly.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24, 48 and 72..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60..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After 36 seconds.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60.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60. | Multiples continue from repeated multiplication. Factors divide the number exactly.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937aa27f15498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b916faa37864374" /><Relationship Type="http://schemas.openxmlformats.org/officeDocument/2006/relationships/slideLayout" Target="/ppt/slideLayouts/slideLayout1.xml" Id="R6b29448d3bc1494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b29448d3bc1494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58e254d5f84ccf" /><Relationship Type="http://schemas.openxmlformats.org/officeDocument/2006/relationships/notesSlide" Target="/ppt/notesSlides/notesSlide1.xml" Id="R51e9efa9a6c047e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d0ba007ac24c93" /><Relationship Type="http://schemas.openxmlformats.org/officeDocument/2006/relationships/notesSlide" Target="/ppt/notesSlides/notesSlide2.xml" Id="Ra42f131d35cc4e5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2a596704ae4ed6" /><Relationship Type="http://schemas.openxmlformats.org/officeDocument/2006/relationships/notesSlide" Target="/ppt/notesSlides/notesSlide3.xml" Id="R579a4aa40714431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3ab070bfb247f1" /><Relationship Type="http://schemas.openxmlformats.org/officeDocument/2006/relationships/notesSlide" Target="/ppt/notesSlides/notesSlide4.xml" Id="R623c889d5dd64f7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09582f9f1e432f" /><Relationship Type="http://schemas.openxmlformats.org/officeDocument/2006/relationships/notesSlide" Target="/ppt/notesSlides/notesSlide5.xml" Id="Rded1facfe4824af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adc1b4739e4eba" /><Relationship Type="http://schemas.openxmlformats.org/officeDocument/2006/relationships/notesSlide" Target="/ppt/notesSlides/notesSlide6.xml" Id="R4598922c8a344e2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b873fa8c164431" /><Relationship Type="http://schemas.openxmlformats.org/officeDocument/2006/relationships/image" Target="/ppt/media/image.png" Id="R11970cc1838444a9" /><Relationship Type="http://schemas.openxmlformats.org/officeDocument/2006/relationships/notesSlide" Target="/ppt/notesSlides/notesSlide7.xml" Id="Rac769d5656af4e2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fffe7538d14b6f" /><Relationship Type="http://schemas.openxmlformats.org/officeDocument/2006/relationships/notesSlide" Target="/ppt/notesSlides/notesSlide8.xml" Id="Rcd4d9879fb614bc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fc124dffcc4365" /><Relationship Type="http://schemas.openxmlformats.org/officeDocument/2006/relationships/notesSlide" Target="/ppt/notesSlides/notesSlide9.xml" Id="R75eb97d287d041d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02c5207abe4a00" /><Relationship Type="http://schemas.openxmlformats.org/officeDocument/2006/relationships/notesSlide" Target="/ppt/notesSlides/notesSlide10.xml" Id="Rfbcb44409406402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0ce29ca172445f" /><Relationship Type="http://schemas.openxmlformats.org/officeDocument/2006/relationships/notesSlide" Target="/ppt/notesSlides/notesSlide11.xml" Id="R6a70a88d7578413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8d8028a9774d65" /><Relationship Type="http://schemas.openxmlformats.org/officeDocument/2006/relationships/notesSlide" Target="/ppt/notesSlides/notesSlide12.xml" Id="R66764832e918402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B66AA2-B664-45C9-850F-C940F409B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519FB2-9B60-4A53-9E47-757A1D558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A66DD1-BACB-4059-979B-E7C84941A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81CE6A-29FB-4BBA-A401-079DC2028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0AE0EA-D50F-4688-A719-4EBA07E0E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common multiples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54B989-3050-4EF8-8CE2-817119811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8F2C2D-3676-4855-9E50-E9FDA3323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C4EBD8-D4E7-473F-8693-3CDCB0BD9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identify common multiples and the lowest common multiple.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4B6817-3C61-41E6-A5BF-500B053BF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065609-8DF7-48EB-A938-1C510D830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Multiplication grids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631370-A2D8-479C-A29E-F2BBDBB90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32218054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0CB745C-9F75-4280-BBAE-0C1A54EC8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B15AA3-9E31-432A-B897-FC83B8645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F69757-6F6D-495F-889C-9F2F5D708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5DC25E-3757-44D7-BABD-E3E714101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71C0BF-CEBD-4430-9629-EE79057A9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937A91-AD3B-4E9F-ABB1-734526E3E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069431-8430-46BA-B50C-32D704366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AC0AF4-5411-4FE7-A84D-338754E70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13CDBF-923A-4EDF-97A9-B5C31617A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common multiples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809510-466E-4A0E-B401-8BF6224E9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358F33-DFCE-4B13-9EA6-F71184B30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D5B4E5-C9B2-4233-80FE-21274AF0C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EF462C-E4FA-4B0B-B7CF-AFDECEB55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Recall multiplication facts, recognise factor pairs and identify square and cube numbers.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3544CB-DAE2-4BCE-8D73-7AE6EC495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1D605F-4B77-4DE2-81BA-FAB117529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0F4113-AC28-4A39-A917-876A1CD91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DE921C-8F50-457C-9CC6-0708B372E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the first three common multiples of 6 and 8.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5CAA8C-79E1-4653-BF35-38447D56F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479CB2-6775-47C1-AD9F-EFA9A9F4C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E9F3480-026B-441E-85A5-2B1F1DDCF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77B1C7-96DE-43F0-88DE-FE86406DA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Find the lowest common multiple of 18 and 24.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CFF70EA-62BE-4797-BADD-763AF050C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87891728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96D0CA-1405-4FAA-B62C-CC28D9654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B315AE-9ABD-4019-A553-1F12006EE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EADB4B-C447-48BE-9B70-0D88C44BA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5098F4-187B-4CA0-BF9A-4F76243C2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A20D0F-BFE4-4A0C-A73F-106A8B0D4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FCD9BA-BBA3-4B66-AC68-72526E186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46422F-B29C-4119-85D9-4A163C018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214FD7-3BAD-4036-AA44-20F03D1B6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B05D9A-C824-4BCA-BC64-E6D74ECAC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common multiples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AFD0FB-BD0F-4795-897D-CA5C5478B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identify common multiples and the lowest common multiple.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8EE381-2085-4357-B53E-74E8115D6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02E00E-554C-4D7C-B8F1-7F2C35F90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State whether the task concerns factors or multiples.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C8DBC7-3069-46BF-9513-79A41EF07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Work systematically from the smallest possible factor or multiple.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F185FE-D8EF-4F30-B18F-C294FB19C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that the list is complete and use it to justify the conclusion.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DA9411-BBFB-4A53-8B8B-4DF4ACD96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factor  |  multiple  |  common  |  prime  |  composite  |  square  |  cube</a:t>
            </a:r>
          </a:p>
        </p:txBody>
      </p:sp>
    </p:spTree>
    <p:extLst>
      <p:ext uri="{BB962C8B-B14F-4D97-AF65-F5344CB8AC3E}">
        <p14:creationId xmlns:p14="http://schemas.microsoft.com/office/powerpoint/2010/main" val="102324843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792DCB2-08B6-4CFA-A020-0781B6F53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749DDE-613B-44C4-87CC-F3F723925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BF3842-588B-4E02-BED2-0F792F5CB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B00747-3427-49E4-A21C-AEBEC0582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2CE346-89FB-431A-B3FF-369EC0253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95DF72-5A80-444F-B6B9-AFD705B4E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EBB438-E46B-4F5B-99EA-229FAD598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D9F62A-FB5A-45E3-A1C4-F99E05507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C63740-197B-4A6B-8C8F-CA39DD6CA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common multiples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383857-26A0-4C63-B0EF-2F0CC495D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lowest common multiple of 18 and 24.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F132AD-1C4B-4DA8-87DD-766595A9D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25F3F7-80D6-45B8-A0F3-C7387CFA2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DF5B45-4BB5-4644-9731-3C9A5FA82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State whether the task concerns factors or multiples.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238F74-592A-4C62-856C-F305FF0DE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DEE916-58E3-45A0-AFDB-78C10271D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4E85DE-5E7B-4DEC-A4CD-B1D64320C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Work systematically from the smallest possible factor or multiple.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B71F67-44E3-497E-9362-00300A2F8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4EE9F93-A9B7-47AA-A66D-9775A9BB0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8C5630-C50B-40AF-81E4-BEDC4CD61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72.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0576E0-B46F-4047-9995-80AD32D89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C07447-39B5-419A-916A-8F77FC68E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9C99F0-A8DD-4272-B578-F14DABB05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that the list is complete and use it to justify the conclusion.</a:t>
            </a:r>
          </a:p>
        </p:txBody>
      </p:sp>
    </p:spTree>
    <p:extLst>
      <p:ext uri="{BB962C8B-B14F-4D97-AF65-F5344CB8AC3E}">
        <p14:creationId xmlns:p14="http://schemas.microsoft.com/office/powerpoint/2010/main" val="100712919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4EA270-2C4E-48B8-988B-830D4EA23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1F7957-13D3-4918-AEA4-20B5453D7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D3138B-B930-4024-A525-6C0939483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59313B-5D20-4600-98A2-98DB6E120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7D59C8-D58D-48EB-AA2A-F04AC2038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3D3758-548E-4C21-A055-3E9162BBD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15A7FA-C117-4007-B706-67F56DD8F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2679B0-E378-46AC-A339-54603C39D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00F5B9-0244-47A0-9A99-5892B071B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common multiples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F710A0-834F-49C5-8932-68D7EB3F2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D85399-90AF-4263-99B0-1307D6DDF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72.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8C7C8C-C21A-4D4C-A682-48FB0FD9C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D8B9D5-A84B-4C54-9C6E-026CA257A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that the list is complete and use it to justify the conclusion.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309979-C82F-4B92-B774-CBFD335E3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46320517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5660DF-3238-4BF8-83F5-AEB8047AA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0D911C-5A54-4272-AEC6-E6D24065D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EF7665-F160-4DC5-998E-282D3EDF5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7489C9-C7AB-45F2-8ECB-F9922F498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9FEA32-0635-4CA6-A5FA-67EB2824E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89467B-9279-44DE-A41B-F46F91664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6CD2E1-23FC-469C-933A-92B450E90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C3A8B3-4A9A-4117-BEFA-ABC41A8AE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0A4685-CCDF-4D67-A8D3-105A15314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common multiples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96690A-9D59-438B-A4FF-71AF5C560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the first three common multiples of 6 and 8.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B3FAED-17DB-4D4B-887A-A3B16D8C6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94E492-5E03-4B46-8B4F-990879E2B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AF74FB-8063-4CA1-95F8-0DBA4B974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633AFF-4BA0-4938-87FA-7F9C2CEE6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8EBE07-0C57-4D92-9E8D-3E6C5458D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24, 48 and 72.</a:t>
            </a:r>
          </a:p>
        </p:txBody>
      </p:sp>
    </p:spTree>
    <p:extLst>
      <p:ext uri="{BB962C8B-B14F-4D97-AF65-F5344CB8AC3E}">
        <p14:creationId xmlns:p14="http://schemas.microsoft.com/office/powerpoint/2010/main" val="176848297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CAEF3B-5176-4BE6-9D00-8C9AF3D9B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2E01C0-B7CD-4B0E-8530-B2D01299C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C4D3BD-DB3A-42B0-ABA6-F162FE801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7B922A-D66E-450C-8355-9773384E9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F7E89D-52BC-43DF-981E-D936D94E7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4A33AB-CB47-4DE8-8C0E-5E431BEED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492EFC-E392-4900-A90E-FD1221987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72855F-1EDD-4E5E-9C59-C21F66B45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2CB92F-31BC-480C-A9C3-F1D5F8B70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common multiples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970cc1838444a9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D0F265-CD7A-42EF-91B2-F38D15B39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6F0BF2-34A3-48F9-B7BF-92035FBCF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lists factors when the question asks for multiples.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F0E3CB-D317-428D-BCC0-1FD839742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636E65-FD7C-4DDF-94E7-533A9E830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85701B-8F75-45F4-B5B2-4E0A06B3D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Multiples continue from repeated multiplication. Factors divide the number exactly.</a:t>
            </a:r>
          </a:p>
        </p:txBody>
      </p:sp>
    </p:spTree>
    <p:extLst>
      <p:ext uri="{BB962C8B-B14F-4D97-AF65-F5344CB8AC3E}">
        <p14:creationId xmlns:p14="http://schemas.microsoft.com/office/powerpoint/2010/main" val="19070949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90A6629-FFA0-4B19-9F06-B9FC2B971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405A96-65B0-4714-A6E7-EEEB0B7E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0D20E2-6119-4461-9DD2-1772DD45E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DD9886-68FC-43E4-AE15-EC3497BB8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950C8F-0BB5-4D1C-9FE0-B9437D5D2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FBEF31-2377-4629-A628-42CFA5E61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51790A-D89D-4C55-A127-0A512CA3E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26BCBF-21E5-4296-B76C-6B4B9D9E8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733569-A2BD-4B3A-A9E1-1305A9EA8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common multiples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5A840D-9D92-4AE7-8C48-D7CD55CE2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ED3B79-DFF3-46ED-AC2B-4D9E20459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AA7B21-F6DB-4585-8D67-7F0FC1093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838238-8AAB-40DF-AEB0-634A32364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the first three common multiples of 6 and 8.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CB51FA-CB37-4336-880E-4FF9F074E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18A4B0-3FD7-4FBB-8C86-C220E6C9D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F00D23-DD12-455E-A74B-C9E9FAF91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1445EE-63FD-4754-8A5E-8638D2B87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CD6560-8A60-433E-8C07-CF7A5D345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A481DA-628C-4B15-B5D1-C63FC81BB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DE7206-8C8D-40A6-B8F7-F54714D15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6BCAC8-3117-484A-823E-03E0E13E1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24, 48 and 72.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7BFC832-E39E-4C92-B780-1C31F9EC7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99543234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BB02F1-EB40-4F44-B4B2-B29B1050D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09125E-BCA0-4ED3-9FE2-4B713FC39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0D8CCA-1E72-40C2-87D2-18A905B20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5491CC-CB5A-4440-BD03-367BF82F3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60C944-9496-487A-BAFF-9DB41346E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7E7BCA-430A-4CE4-BBCB-CDBCB6460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ECE004-1C35-4823-8F1A-E43C1EE19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8B591D-F95E-4E58-9613-AA644D671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5A83AF-77B4-4882-8129-9EB11DD4A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common multiples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320245-06D4-470B-8C12-654195AF4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356061-1423-4D24-8C9A-3EB9FA120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491F43-7AE7-47C5-BDB0-2D43C67AA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C5068F-90AE-471D-8657-0140C4414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LCM of 15 and 20.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C43854-079A-401A-B991-4A80585D5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3BAE3F-ECD3-4491-B88C-4BA2D89E6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9E1710-30F6-470F-A66D-A38881F16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A5C2B5-4E3D-4C1C-82F6-9FF376097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33DE1B-0CF2-4AC3-9590-9568D59A6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44C096-97C9-4A5B-AA54-1703F80B4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F29063-84EE-44F0-8AA3-E21FB439A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F83B33-37E6-4A13-A42B-548F6F732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06152003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A332D9-3626-404C-BBB6-4FF63EBD0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E0D832-D64A-46E0-9EC1-968E0162C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F551A6-A0CE-4C57-865F-3B8D470AB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2CEE0E-C424-480B-A783-94983A697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4125B7-4EB6-4539-999C-E91EEDD35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C45D42-5771-4324-B2F2-1BACE8F2A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A90BB2-B935-4A72-8E69-EB33F096E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77E628-6A7C-4421-93B9-4FBB31902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B6403B-3825-4201-A6D6-B8A9B1E33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common multiples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6F7C41-5FB6-4FC6-92CE-A04524754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Two traffic lights flash every 12 and 18 seconds. They flash together now. When next?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64F23F-D0C5-4B25-9D6B-196AAA3D1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0A5B37-87A3-470A-93DD-4A67D7396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3DFDC4-9D46-4F12-9957-8D9C33ADF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After 36 seconds.</a:t>
            </a:r>
          </a:p>
        </p:txBody>
      </p:sp>
    </p:spTree>
    <p:extLst>
      <p:ext uri="{BB962C8B-B14F-4D97-AF65-F5344CB8AC3E}">
        <p14:creationId xmlns:p14="http://schemas.microsoft.com/office/powerpoint/2010/main" val="151405765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C19F3C-4D1F-4E28-B1EF-7BDA86CFA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8E4A0C-DE5D-4AF5-91EB-0FDF6349D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C53CC9-CF06-4329-A8A4-B0A2BE9CB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0C04E4-6747-4A84-9489-1279DF565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5AE885-8663-46AD-80FB-E937332F9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791980-3857-47CF-8F52-3BC458B9E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B4ACDA-1A1B-4CF3-801B-C05888E60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E6B17A-515F-47FC-884E-F5693452C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89D3CE-E123-4C85-8DF1-78C575692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common multiples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2DF6F2-A787-4BDF-BD51-9634A8399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55BB1B-22A2-49D5-AF9D-7941F4367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6DD659-39C7-4D1C-8259-24E285220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LCM of 15 and 20.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55AB2C-1547-4032-9261-DB138B653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0BF66E-9B0D-41B6-B535-F1956241B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10CCF8-DEFF-4133-B52A-F13A735CE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630E00-5926-45A3-A33D-130445961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60.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5C45AA-BA61-4857-98DB-28F4EF45D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D8029F-A929-461E-B54F-07AD63681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50439499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DC329B3-F9F7-492B-B5B5-1A3DD4B00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CEEBDF-A7C4-41CA-867B-7EC70D8CC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BF6C92-6873-4332-B2F4-07E98B4C4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A4AF14-DE6E-4A13-BC2E-0F52F4E9E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0C40F0-C2A6-4289-9CED-56BDD0687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8A5C33-8AD9-48B8-A232-1BAE1E0A0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B92B80-9722-44DA-9086-833E29D83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FE9294-5B42-4FED-ABEC-1CFB24BDF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15D2DC-2CD1-4A04-AB57-DC73BFBA8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common multiples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7C70F0-7958-4A4B-A98D-BBCD38F1B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FBCC71-088D-4533-9A06-A00E07164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556FD7-5C51-425A-86EC-D3EC6C41B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D93202-0A06-49AA-B514-4A1B39359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LCM of 15 and 20.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EEAFE5-B069-4D99-A50E-EDBD07F48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32D240-0E06-4F3B-B8DD-636CD985D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A7DC996-5FCA-4246-A96D-D729C30D6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8D272F-821B-4E03-BC01-66DB8E3E3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lists factors when the question asks for multiples.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F017A8-49B9-4B63-A184-81D8B142B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F6FDF4-D409-4D16-BDF8-900A10EE7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19F24C-F638-49AC-BDAE-6CE5AB2EE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1469D15-2B4C-4B97-A645-6207172E9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1E9F7BF-688E-4BFF-B65A-7DC261938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23597531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2026-09-09T20:45:21.9310000Z</dcterms:created>
  <dcterms:modified xsi:type="dcterms:W3CDTF">2026-09-09T20:45:21.9310000Z</dcterms:modified>
</coreProperties>
</file>