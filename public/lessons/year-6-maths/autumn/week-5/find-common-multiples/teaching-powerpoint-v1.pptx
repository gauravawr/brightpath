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24, 48 and 72. | State whether the task concerns factors or multiples. | Multiples continue from repeated multiplication. Factors divide the number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Find the lowest common multiple of 18 and 24. Answer: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24, 48 and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Multiples continue from repeated multiplication. Factors divide the number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24, 48 and 72..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60..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After 36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Write the first three common multiples of 6 and 8. Expected: Find the LCM of 15 and 20. Higher: Two traffic lights flash every 12 and 18 seconds. They flash together now. When next?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60. | Multiples continue from repeated multiplication. Factors divide the number exactly.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07D0976-50AE-4D00-95C0-FA37106D18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82A65D-A024-4009-8EFD-D53A70C4A18B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B664D8-C403-4206-B5F1-14E716210142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845F69-DF23-4632-8AF0-F96D261C7045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462EF2-E1EA-4BE5-954A-CBB9BCBA3B38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260276-D5CE-4115-B645-7DB2D411DFD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CF10D2-A138-4EA8-8B23-EADCCEC9028C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426D2-0E83-49E3-9369-70DBD9B3A64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2AD70D-59D7-46A5-8A5A-53E8A7FA988F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common multiples and the lowest common multiple.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A89A77-571B-4CCF-B9BE-237F15D23463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938AF2-5BE2-4D34-9166-7D336A5E548E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A8FFCC-7731-4BE6-9908-C2E66B13312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61769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4A452A3-0CB1-4DCA-B191-6A30CFA82A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07EA76-38F5-4C5C-BB9D-FC1796380C0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1B5EEC-E94D-4C21-B6B1-29454F51A59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204A9FF-FACC-40A6-A7A8-7592474D266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ACA96F-13C4-40DB-B641-14E7F061FE6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E8D3E4-D31B-47E5-9C5E-8FEE39E42C4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DA8FA5-9129-4752-A8F6-6EA92799985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E1CA48-E0D8-4277-A81E-45ECF82B3B5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E21686-739E-449F-8CDB-539155CBE35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D62F8F-E9AB-43A3-9B25-A4E85AF1764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856E17F-3F60-4384-82D2-321F589C3BD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4B4C182-E13A-48E1-9C10-6D338E77907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0C3141-9CED-46D4-A79F-8149C9D46CC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D3B3278-8A4B-4B7F-B380-AC9EC7B5EC3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ED2E08A-73E1-4AF8-915F-52116DF2604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8EB7A7A-AA61-4E06-A8C5-20B22D34DF8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0788B4-7A90-46CB-91F1-808721198A4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A65B62-D08D-4A3A-9791-BECD28D0877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E6C635A-1E60-4659-BAF4-FAD4AB23DE5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5727E31-CA92-4E56-BE37-0F0D6ECE1A7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01C2AC-6ED2-41DD-A98B-3B320251E1E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00BC70F-CB84-433F-8A92-148E981DD8C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lowest common multiple of 18 and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977E6D-8B10-4B42-8444-F3A9178064F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80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9E59D86-9A4E-41E9-930C-B3223EBF13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F7B49D-F485-4061-8A19-BA5326539D0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C56CC0-18B3-40A4-B448-B1E3BEE98FF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735414F-CBD0-4506-B0B1-386C408060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E42317-2AEC-4BF4-B987-2A5EC1F8770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2ACEAC-9965-4EEE-A38E-DF13E35D92F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6D9637-3CCC-40BC-BBB3-9E56BDD5279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DADCD0-F4A0-4232-92B5-A3E77D32587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CF1C2-30B5-42FE-AB29-62AAEC4DE47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453F3E-797A-4571-AA5F-92AC9C3ABF0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E2090E-3F88-4119-8ECF-10253CB47CB6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common multiples and the lowest common multiple.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83FF4D-E4E0-4571-83D7-0A4D621D347A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025DA6-D30A-4923-A927-1CE6EDCF4D7D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960E00-52E2-47F6-9E7F-C0A4B7A7CB13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659437-96E7-4056-AB10-F554B75DD656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DCADB9-79CB-441A-9F31-AD3DCC67BCC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1775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118ABB1-F8F0-4A5F-8783-5959CBB910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CA393FE-CF0D-4939-878F-C5844746E6D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0341A7-E349-4541-811F-26C780B7D02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6DE250-B86B-4E1F-8227-978CA1D8FD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998E45-C336-4096-864C-9ED79AB4D62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488CE8-981B-4930-AB84-D27023CF54C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52BB1F-D752-428C-A209-4F6010BB53C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FB4067-DDA0-4F73-94F6-9C5B3FCC964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676776-3BF6-4DC0-9B0C-5790ECC7456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E47D47-3BDA-474D-82DA-EE222D31431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E7090D-99B1-4BCC-9F6E-91284750F334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lowest common multiple of 18 and 24.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611D0EE-174F-4761-8046-480DCB55BD42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0C0CF06-7690-41C8-A1B7-44E7FA50149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4EEBEF-AA2D-4760-B852-79BCD958E48E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C5DE7B-3EE5-4CA5-89CE-FDB1FB5F22E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B0F6EA-BB50-46EE-A07F-D25BD5F19330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50A7624-66E9-406F-A44F-5DADCF9AD7B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14895A-5512-44AF-B479-5A22ADEC83A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B8E5F8-6E03-4182-8C26-6BF61100CA98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A15E2A-0977-4A3D-B585-CADA7B25592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EC5AC36-8B74-40B2-A357-3452129FED0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5DD0B8-880A-4EC9-AB29-C7BD092ABE57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6D83D48-F90A-468F-A669-53437A2E6D73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14324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0FD1CA4-7A0D-48FF-B5F8-75C625BB07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6DBC3C-28CE-4776-B414-C13CEB4121A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71C1B4-F71C-4194-BFD1-B1CF126B7A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7951291-C4F7-4B36-9D6F-71709C724FC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B360BA-0962-4966-A14C-AF5E337599D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836EEF-48E7-42B2-AEBA-FD81286697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A0076B-9E04-474B-9B74-E1916AA0BA6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FC8F62-D976-4A61-8733-8C615D0FC3B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7301FA-756A-4172-9D5E-F827E07027F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E74038-97B5-4F86-BC89-49C716C4268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1772EC-CE2A-49DA-A3CE-FA4403EE574A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7B6F13-0096-4286-9630-E9B6BDE3596E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187F29-E37A-4DD6-85BA-5EDA47F0369E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E7C597-316A-48C4-9F6F-4584D69FC35F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E086C3-8901-4B7D-A062-166BB5AF00BD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601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F0D2E16-3D55-43D5-9FE9-232EE12CAE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58353F-F604-4BF9-B558-4CDAA31EC1F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D0470E-9779-4051-9F64-10EFF110A93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D9BBA1-7B21-45EC-8B3A-28A33DADEA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258077-6FDE-4E5F-A529-ED74C27C517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77DDE8-343C-4BD3-8366-D33833F91F1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D4BA90-9D15-4E14-9DF5-C354288837C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C15683-45CE-43E5-AF23-B338EAEB2C4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ED3267-AFDA-4FC1-8840-86C404E3A3C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41FAF8-9A68-40AE-8A33-3E7CA8A9A2F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DD706-3147-46A1-886C-7E8C0ABAE302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B1B570-F641-48FF-991C-D43027FD3C77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FBCEA8-30E0-4AC5-8294-AA466D75C99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4CF8FD-46B1-41B2-B876-E1E61F4935AB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DD2014-2954-470A-9E15-EA154FA7F6E1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9E3341-9756-4324-A918-8F0D6FE03727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24, 48 and 72.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102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1A2A1E7-5D5C-441C-BF8C-A603C1CD26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06655E-7B85-4919-95ED-A7191C804BE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38D209-E640-415E-97D1-C8D3811C73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66C29B2-CAED-4E3C-BFA9-8C91BB4FF1D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020B58-DA41-4735-AD63-79233E42EBA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6D8D83-2616-47DC-9BF5-77A12D87DCB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06F7C-CD97-4FCB-8036-A6B4928E9CA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1304F7-D425-4DBA-B175-80E9387DA76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957C86-51CC-4818-8A67-12864E8C098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5D7816-DF1B-4BB8-9684-0243136AC5F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D2FCD15-DEB0-4802-AC14-F02B3CED6C8C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F57494-EBC0-4B3D-AFC8-FCAC613494A2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lists factors when the question asks for multiples.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F4F3B7-B5B0-437B-A26D-4D8130536FB2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09EAD4-A5E7-466C-B7B1-0F180741D204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1C8038-C432-4A4D-ACDA-0355513D05B5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Multiples continue from repeated multiplication. Factors divide the number exactly.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8620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A745B5E-29C8-4F1B-9495-7FBFCEB5167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E955D8-455A-458C-895F-3E888A31698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55215D-977A-4937-9C8A-48BFAFFA1A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E6608E-F2B7-4337-8962-68555762F95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B71195-6779-4254-A6EF-7709E3AEB51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4AEF7B-A98E-4DD2-B035-EF00FCC724E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288202-AD29-4A25-9DAD-E20BD7BE0AE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8D05F2-607B-470A-9CE8-4AF9702C099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C91938-5F8F-4F65-822C-A6BF3D4432A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69D135-C5FB-4127-9644-B8DB706AFC6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5C1CA60-D77F-405D-8447-40F3BE6CAA8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D33DCA-E837-434B-A5B1-72A24AC6F15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D17EB0-4C47-4BA4-8ED6-B85AE71EB34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1A1BBB-7C79-499D-98D7-5D7B7C8D8C0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the first three common multiples of 6 and 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C8B6E5-39E2-4431-B007-077B3654212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7F9FDE6-42E8-44E8-AE21-9886F55F29E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2BB66B-D816-4EDD-81E2-43930016000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2693638-27CC-4BD3-BFDA-A3A60DFB9BE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CB98723-2A5E-403F-9C4E-5A45718E2C4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04110A8-FDF6-48A3-B51E-9ED2585CF5F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01AD6B0-9622-49D3-A71E-12FACACCA7C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4BE9EB-8367-463C-AA46-85B73FF8BE6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24, 48 and 72.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A0216D-EB80-440B-9324-EFF06A1EF2B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70253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89893F3-6E1A-45ED-A0E7-0784CB8068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060DF2-D902-4B49-AFDE-2DFAEDD18E0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87C0C8-2C47-4DAF-9D46-A537FCE1169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27D4B8-DE4C-4952-BC28-F8724A563B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9C4976-8096-44FE-B533-D9A927F4C00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17162-6988-49B6-AAC5-3CCDCFA821E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AE1576-D106-415A-A70C-1CADB3C1B3E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159CA8-093A-44B5-8395-A3069DEA2EE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08BB1D-1A91-4528-B441-7E356B5E82A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270B65-3C7E-428E-AB5A-47418F48343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9B16A2B-C696-4174-9F76-B978D7E46700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813BF0-72BC-47AC-BAE9-10CF6DD4C3B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C66EA0-B197-492D-AB90-3114DBB1E2E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FD89B7-DAA4-4164-B83C-1D7A9B94838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LCM of 15 and 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A157DBD-C14C-4CCB-8471-CCDACBC8ABD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85A55B5-3A5E-4452-ADF1-91E094C1AC5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BF7B05-6200-40BF-97F9-45A06B15BF6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B4620B-B1B8-487C-8D1F-52DFF18A8F6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E51D4EA-B5BF-4545-895C-DC6E43808E3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0E256C7-5C92-4E7A-A18D-F979AF3F631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7F358A-0942-48E1-BA2C-21A426A4AE1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08DA169-DBE0-4AED-978D-0A6631A5510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18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DE85950-6539-4586-9587-025E917E9C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AC9D33-1D69-4F5B-BE7F-DC3CDFB3A37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DEB3A0-F3E2-4EF9-AF20-0CDDB0CD4C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4C2527-E8FD-4912-A370-6F663204174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4EABAB-502B-49EA-B392-C12440ACB7E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D27500-3DC3-44FA-B1B0-CD484C2301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324F64-FFE5-410D-AA7E-5CC2DDAC5F9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A3FD8-F331-4BFF-B026-D76FA6A4223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E2B321-2A74-490E-864B-525211F005C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A2D833-ED25-4FA2-80EC-F1DB21A2CF5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0FA31A-9277-466D-AC3A-174126246F6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traffic lights flash every 12 and 18 seconds. They flash together now. When next?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E16CDC-C263-4B92-A2FF-AD87505E70A9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49338-C010-4C47-A149-096B247AC34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7B2F60-7161-4E4B-B174-046543ECE391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After 36 seconds.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7188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5136134-570F-4AF7-AE69-0C960DCA4D6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4A4AAD-9143-425E-A7A6-368A55238E9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504AC1-C2EA-4F0A-8364-410A1904394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DAA9E9-6F79-4481-96C3-B0CA6ECB921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11DB3B-1E88-4035-B463-1C7E05180C8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AE13D3-B181-404D-A559-C9E3EBBC490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45DC74-C559-47F4-9D35-3E11C6650F7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CD49B2-39EC-4B57-8B0F-B141C93BBBB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08F703-F95A-4917-BAF3-585790BE879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521FEB-FFBC-4ECC-9C3B-9D250E8CD3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932050-5E31-41EA-A6C3-24D4EA8B016F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BEF404-4C48-4019-93D2-3C28C0EE552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7BA369-6E06-4C4A-86F0-75412D313365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3A6D9D-015B-4063-9FF7-42797A52236D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FAD03C-3BA5-4D9D-BB2C-D4B8A1C13BA0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4F1D67-52AA-4626-B912-9EA3047AF87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1E50296-DC7D-4F51-B544-BCE60234720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6B0D04-5195-4E29-9052-44151FF430B9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E68A39-3E5D-42AF-96DE-5BD5D445B803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218EA52-DBF8-446B-881A-8D3543689C98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A7EA00-0A09-4DD1-8EE2-8C9D4D72FA5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F40258A-3437-4EBF-BD29-B0825CD642A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2FDA3C-EF1B-40CF-9C31-42AB0E4F7DCE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FF07598-BF53-4ACF-8684-807DD21B54A9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BD27DA-3320-47A0-9767-91F0423F720E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D9C8FE3-895E-42DC-BFE1-21508EC4B37F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359832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D5ADA13-64CC-49C0-A55E-13BA4E3449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C3D97C-AFE7-440C-8763-62398EC4886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768759-67BB-4A1B-B786-164457EE8B7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E2F2E5-009D-472A-9437-1F4DB24DFE5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965120-FA21-4754-8E6F-B4119027A85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4954CA-9260-4055-916B-25756E67C13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4916D9-3D97-4C8C-9981-DBCB46BCAFA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578DD0-F95F-464F-99AA-A746724DA40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910501-BFBD-4190-ADD3-291FA5A4982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7781F1-A946-4E4F-B3A6-BD4FEEF41DB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common multiples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7503476-8646-46FC-9EA7-FE46C814AD1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2824321-213B-40BA-9165-34C8C14C5EE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3173DC-8032-4B53-8894-1F41721BAF9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7211F3-017D-434E-A8C1-2F6B9E64D7D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LCM of 15 and 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6D0F6A6-3E88-4E55-B486-44C25A7FE6D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10DF359-88AC-4FC3-A9FD-19DEB11837A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F7E35E3-CEBC-4E5C-8E7C-561DE3882D7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D5F604-7B1F-4CC2-A73E-ABFF2BBA3ED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lists factors when the question asks for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BDEE483-B359-48EC-BB82-8C08DF21DE5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C7FA9C-C6FA-46DF-9307-063141EE8F0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23BBCB-A41F-43DF-892A-90EE249B1FF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7C118F-2ED4-4AAB-818A-1B034842A3A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2EEE142-9287-4902-B0CD-CA0B6CA85D4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33489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1320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2026-09-08T22:36:27Z</dcterms:created>
  <dcterms:modified xsi:type="dcterms:W3CDTF">2026-09-08T22:48:20Z</dcterms:modified>
</cp:coreProperties>
</file>