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5:11.923" v="59"/>
      <pc:docMkLst>
        <pc:docMk/>
      </pc:docMkLst>
      <pc:sldChg chg="modSp mod modAnim">
        <pc:chgData name="Garima Sharma" userId="c5ca40beb9a8554c" providerId="LiveId" clId="{2265D429-760C-4FF0-9653-4AF4BA9B0970}" dt="2026-09-09T11:05:11.095" v="5"/>
        <pc:sldMkLst>
          <pc:docMk/>
          <pc:sldMk cId="579798814" sldId="257"/>
        </pc:sldMkLst>
        <pc:spChg chg="mod">
          <ac:chgData name="Garima Sharma" userId="c5ca40beb9a8554c" providerId="LiveId" clId="{2265D429-760C-4FF0-9653-4AF4BA9B0970}" dt="2026-09-09T11:05:11.042" v="0" actId="20577"/>
          <ac:spMkLst>
            <pc:docMk/>
            <pc:sldMk cId="579798814" sldId="257"/>
            <ac:spMk id="13" creationId="{1C966D68-D140-4E16-BA12-B78F7A4EC0DC}"/>
          </ac:spMkLst>
        </pc:spChg>
        <pc:spChg chg="mod">
          <ac:chgData name="Garima Sharma" userId="c5ca40beb9a8554c" providerId="LiveId" clId="{2265D429-760C-4FF0-9653-4AF4BA9B0970}" dt="2026-09-09T11:05:11.070" v="2" actId="20577"/>
          <ac:spMkLst>
            <pc:docMk/>
            <pc:sldMk cId="579798814" sldId="257"/>
            <ac:spMk id="17" creationId="{29C8402A-0A85-48C1-A6CB-4B65FDF0F690}"/>
          </ac:spMkLst>
        </pc:spChg>
        <pc:spChg chg="mod">
          <ac:chgData name="Garima Sharma" userId="c5ca40beb9a8554c" providerId="LiveId" clId="{2265D429-760C-4FF0-9653-4AF4BA9B0970}" dt="2026-09-09T11:05:11.094" v="4" actId="20577"/>
          <ac:spMkLst>
            <pc:docMk/>
            <pc:sldMk cId="579798814" sldId="257"/>
            <ac:spMk id="21" creationId="{AEC0139A-C3FD-47A7-9D11-E2ED4AAF53A3}"/>
          </ac:spMkLst>
        </pc:spChg>
      </pc:sldChg>
      <pc:sldChg chg="modSp mod modAnim">
        <pc:chgData name="Garima Sharma" userId="c5ca40beb9a8554c" providerId="LiveId" clId="{2265D429-760C-4FF0-9653-4AF4BA9B0970}" dt="2026-09-09T11:05:11.192" v="11"/>
        <pc:sldMkLst>
          <pc:docMk/>
          <pc:sldMk cId="1670037082" sldId="258"/>
        </pc:sldMkLst>
        <pc:spChg chg="mod">
          <ac:chgData name="Garima Sharma" userId="c5ca40beb9a8554c" providerId="LiveId" clId="{2265D429-760C-4FF0-9653-4AF4BA9B0970}" dt="2026-09-09T11:05:11.164" v="6" actId="20577"/>
          <ac:spMkLst>
            <pc:docMk/>
            <pc:sldMk cId="1670037082" sldId="258"/>
            <ac:spMk id="12" creationId="{6BA59C7A-1EE6-4DE1-995F-2BF146B775A9}"/>
          </ac:spMkLst>
        </pc:spChg>
        <pc:spChg chg="mod">
          <ac:chgData name="Garima Sharma" userId="c5ca40beb9a8554c" providerId="LiveId" clId="{2265D429-760C-4FF0-9653-4AF4BA9B0970}" dt="2026-09-09T11:05:11.179" v="8" actId="20577"/>
          <ac:spMkLst>
            <pc:docMk/>
            <pc:sldMk cId="1670037082" sldId="258"/>
            <ac:spMk id="13" creationId="{4B803F26-7223-4EED-BCE6-7F754246339F}"/>
          </ac:spMkLst>
        </pc:spChg>
        <pc:spChg chg="mod">
          <ac:chgData name="Garima Sharma" userId="c5ca40beb9a8554c" providerId="LiveId" clId="{2265D429-760C-4FF0-9653-4AF4BA9B0970}" dt="2026-09-09T11:05:11.190" v="10" actId="20577"/>
          <ac:spMkLst>
            <pc:docMk/>
            <pc:sldMk cId="1670037082" sldId="258"/>
            <ac:spMk id="14" creationId="{2954A70C-10B7-47B5-9D00-D65FA4BAA166}"/>
          </ac:spMkLst>
        </pc:spChg>
      </pc:sldChg>
      <pc:sldChg chg="modSp mod modAnim">
        <pc:chgData name="Garima Sharma" userId="c5ca40beb9a8554c" providerId="LiveId" clId="{2265D429-760C-4FF0-9653-4AF4BA9B0970}" dt="2026-09-09T11:05:11.297" v="17"/>
        <pc:sldMkLst>
          <pc:docMk/>
          <pc:sldMk cId="1710342985" sldId="259"/>
        </pc:sldMkLst>
        <pc:spChg chg="mod">
          <ac:chgData name="Garima Sharma" userId="c5ca40beb9a8554c" providerId="LiveId" clId="{2265D429-760C-4FF0-9653-4AF4BA9B0970}" dt="2026-09-09T11:05:11.256" v="12" actId="20577"/>
          <ac:spMkLst>
            <pc:docMk/>
            <pc:sldMk cId="1710342985" sldId="259"/>
            <ac:spMk id="14" creationId="{CBC68EDC-71CA-4189-A6FF-9EB7630BAE1F}"/>
          </ac:spMkLst>
        </pc:spChg>
        <pc:spChg chg="mod">
          <ac:chgData name="Garima Sharma" userId="c5ca40beb9a8554c" providerId="LiveId" clId="{2265D429-760C-4FF0-9653-4AF4BA9B0970}" dt="2026-09-09T11:05:11.277" v="14" actId="20577"/>
          <ac:spMkLst>
            <pc:docMk/>
            <pc:sldMk cId="1710342985" sldId="259"/>
            <ac:spMk id="18" creationId="{4A24D3E7-85E7-4721-B4F4-8273FE14A734}"/>
          </ac:spMkLst>
        </pc:spChg>
        <pc:spChg chg="mod">
          <ac:chgData name="Garima Sharma" userId="c5ca40beb9a8554c" providerId="LiveId" clId="{2265D429-760C-4FF0-9653-4AF4BA9B0970}" dt="2026-09-09T11:05:11.296" v="16" actId="20577"/>
          <ac:spMkLst>
            <pc:docMk/>
            <pc:sldMk cId="1710342985" sldId="259"/>
            <ac:spMk id="22" creationId="{04203A39-30C6-432B-90EC-4DE7E7A436E9}"/>
          </ac:spMkLst>
        </pc:spChg>
      </pc:sldChg>
      <pc:sldChg chg="modSp mod modAnim">
        <pc:chgData name="Garima Sharma" userId="c5ca40beb9a8554c" providerId="LiveId" clId="{2265D429-760C-4FF0-9653-4AF4BA9B0970}" dt="2026-09-09T11:05:11.370" v="23"/>
        <pc:sldMkLst>
          <pc:docMk/>
          <pc:sldMk cId="1205363842" sldId="260"/>
        </pc:sldMkLst>
        <pc:spChg chg="mod">
          <ac:chgData name="Garima Sharma" userId="c5ca40beb9a8554c" providerId="LiveId" clId="{2265D429-760C-4FF0-9653-4AF4BA9B0970}" dt="2026-09-09T11:05:11.345" v="18" actId="20577"/>
          <ac:spMkLst>
            <pc:docMk/>
            <pc:sldMk cId="1205363842" sldId="260"/>
            <ac:spMk id="11" creationId="{9F8BCFFC-D65E-46AF-A853-4F7D4F938E6D}"/>
          </ac:spMkLst>
        </pc:spChg>
        <pc:spChg chg="mod">
          <ac:chgData name="Garima Sharma" userId="c5ca40beb9a8554c" providerId="LiveId" clId="{2265D429-760C-4FF0-9653-4AF4BA9B0970}" dt="2026-09-09T11:05:11.359" v="20" actId="20577"/>
          <ac:spMkLst>
            <pc:docMk/>
            <pc:sldMk cId="1205363842" sldId="260"/>
            <ac:spMk id="13" creationId="{BAA0F64A-5633-401A-8E09-ECB203072DE7}"/>
          </ac:spMkLst>
        </pc:spChg>
        <pc:spChg chg="mod">
          <ac:chgData name="Garima Sharma" userId="c5ca40beb9a8554c" providerId="LiveId" clId="{2265D429-760C-4FF0-9653-4AF4BA9B0970}" dt="2026-09-09T11:05:11.369" v="22" actId="20577"/>
          <ac:spMkLst>
            <pc:docMk/>
            <pc:sldMk cId="1205363842" sldId="260"/>
            <ac:spMk id="14" creationId="{997F9F21-ABDA-4A70-899D-FA19D65E6900}"/>
          </ac:spMkLst>
        </pc:spChg>
      </pc:sldChg>
      <pc:sldChg chg="modSp mod modAnim">
        <pc:chgData name="Garima Sharma" userId="c5ca40beb9a8554c" providerId="LiveId" clId="{2265D429-760C-4FF0-9653-4AF4BA9B0970}" dt="2026-09-09T11:05:11.441" v="27"/>
        <pc:sldMkLst>
          <pc:docMk/>
          <pc:sldMk cId="1815308699" sldId="261"/>
        </pc:sldMkLst>
        <pc:spChg chg="mod">
          <ac:chgData name="Garima Sharma" userId="c5ca40beb9a8554c" providerId="LiveId" clId="{2265D429-760C-4FF0-9653-4AF4BA9B0970}" dt="2026-09-09T11:05:11.428" v="24" actId="20577"/>
          <ac:spMkLst>
            <pc:docMk/>
            <pc:sldMk cId="1815308699" sldId="261"/>
            <ac:spMk id="14" creationId="{23B61616-A554-4036-A4E5-9DB411F6AB55}"/>
          </ac:spMkLst>
        </pc:spChg>
        <pc:spChg chg="mod">
          <ac:chgData name="Garima Sharma" userId="c5ca40beb9a8554c" providerId="LiveId" clId="{2265D429-760C-4FF0-9653-4AF4BA9B0970}" dt="2026-09-09T11:05:11.440" v="26" actId="20577"/>
          <ac:spMkLst>
            <pc:docMk/>
            <pc:sldMk cId="1815308699" sldId="261"/>
            <ac:spMk id="15" creationId="{FEE622A6-E931-4C1F-BAA6-145429BEEDD3}"/>
          </ac:spMkLst>
        </pc:spChg>
      </pc:sldChg>
      <pc:sldChg chg="modSp mod modAnim">
        <pc:chgData name="Garima Sharma" userId="c5ca40beb9a8554c" providerId="LiveId" clId="{2265D429-760C-4FF0-9653-4AF4BA9B0970}" dt="2026-09-09T11:05:11.506" v="31"/>
        <pc:sldMkLst>
          <pc:docMk/>
          <pc:sldMk cId="126364760" sldId="262"/>
        </pc:sldMkLst>
        <pc:spChg chg="mod">
          <ac:chgData name="Garima Sharma" userId="c5ca40beb9a8554c" providerId="LiveId" clId="{2265D429-760C-4FF0-9653-4AF4BA9B0970}" dt="2026-09-09T11:05:11.486" v="28" actId="20577"/>
          <ac:spMkLst>
            <pc:docMk/>
            <pc:sldMk cId="126364760" sldId="262"/>
            <ac:spMk id="12" creationId="{665FD8CB-FFE8-4B29-8BC9-C13807B0AF7D}"/>
          </ac:spMkLst>
        </pc:spChg>
        <pc:spChg chg="mod">
          <ac:chgData name="Garima Sharma" userId="c5ca40beb9a8554c" providerId="LiveId" clId="{2265D429-760C-4FF0-9653-4AF4BA9B0970}" dt="2026-09-09T11:05:11.505" v="30" actId="20577"/>
          <ac:spMkLst>
            <pc:docMk/>
            <pc:sldMk cId="126364760" sldId="262"/>
            <ac:spMk id="15" creationId="{599863B5-3B93-420F-8643-85B7E7FBE779}"/>
          </ac:spMkLst>
        </pc:spChg>
      </pc:sldChg>
      <pc:sldChg chg="modSp mod modAnim">
        <pc:chgData name="Garima Sharma" userId="c5ca40beb9a8554c" providerId="LiveId" clId="{2265D429-760C-4FF0-9653-4AF4BA9B0970}" dt="2026-09-09T11:05:11.601" v="37"/>
        <pc:sldMkLst>
          <pc:docMk/>
          <pc:sldMk cId="1595628388" sldId="263"/>
        </pc:sldMkLst>
        <pc:spChg chg="mod">
          <ac:chgData name="Garima Sharma" userId="c5ca40beb9a8554c" providerId="LiveId" clId="{2265D429-760C-4FF0-9653-4AF4BA9B0970}" dt="2026-09-09T11:05:11.565" v="32" actId="20577"/>
          <ac:spMkLst>
            <pc:docMk/>
            <pc:sldMk cId="1595628388" sldId="263"/>
            <ac:spMk id="13" creationId="{C01D5DC8-98BA-4427-AA28-8266C4C5DFD0}"/>
          </ac:spMkLst>
        </pc:spChg>
        <pc:spChg chg="mod">
          <ac:chgData name="Garima Sharma" userId="c5ca40beb9a8554c" providerId="LiveId" clId="{2265D429-760C-4FF0-9653-4AF4BA9B0970}" dt="2026-09-09T11:05:11.583" v="34" actId="20577"/>
          <ac:spMkLst>
            <pc:docMk/>
            <pc:sldMk cId="1595628388" sldId="263"/>
            <ac:spMk id="17" creationId="{46159EE5-FEEA-469B-B364-72095BABE02E}"/>
          </ac:spMkLst>
        </pc:spChg>
        <pc:spChg chg="mod">
          <ac:chgData name="Garima Sharma" userId="c5ca40beb9a8554c" providerId="LiveId" clId="{2265D429-760C-4FF0-9653-4AF4BA9B0970}" dt="2026-09-09T11:05:11.600" v="36" actId="20577"/>
          <ac:spMkLst>
            <pc:docMk/>
            <pc:sldMk cId="1595628388" sldId="263"/>
            <ac:spMk id="21" creationId="{85FB6DF7-8DAC-452C-9E21-9717AC8E3AED}"/>
          </ac:spMkLst>
        </pc:spChg>
      </pc:sldChg>
      <pc:sldChg chg="modSp mod modAnim">
        <pc:chgData name="Garima Sharma" userId="c5ca40beb9a8554c" providerId="LiveId" clId="{2265D429-760C-4FF0-9653-4AF4BA9B0970}" dt="2026-09-09T11:05:11.693" v="43"/>
        <pc:sldMkLst>
          <pc:docMk/>
          <pc:sldMk cId="121836796" sldId="264"/>
        </pc:sldMkLst>
        <pc:spChg chg="mod">
          <ac:chgData name="Garima Sharma" userId="c5ca40beb9a8554c" providerId="LiveId" clId="{2265D429-760C-4FF0-9653-4AF4BA9B0970}" dt="2026-09-09T11:05:11.655" v="38" actId="20577"/>
          <ac:spMkLst>
            <pc:docMk/>
            <pc:sldMk cId="121836796" sldId="264"/>
            <ac:spMk id="13" creationId="{C7021055-E670-40D7-824C-A4C3B0A34EE5}"/>
          </ac:spMkLst>
        </pc:spChg>
        <pc:spChg chg="mod">
          <ac:chgData name="Garima Sharma" userId="c5ca40beb9a8554c" providerId="LiveId" clId="{2265D429-760C-4FF0-9653-4AF4BA9B0970}" dt="2026-09-09T11:05:11.673" v="40" actId="20577"/>
          <ac:spMkLst>
            <pc:docMk/>
            <pc:sldMk cId="121836796" sldId="264"/>
            <ac:spMk id="17" creationId="{3F633798-7F2E-4C5F-B8BE-2869752DC032}"/>
          </ac:spMkLst>
        </pc:spChg>
        <pc:spChg chg="mod">
          <ac:chgData name="Garima Sharma" userId="c5ca40beb9a8554c" providerId="LiveId" clId="{2265D429-760C-4FF0-9653-4AF4BA9B0970}" dt="2026-09-09T11:05:11.692" v="42" actId="20577"/>
          <ac:spMkLst>
            <pc:docMk/>
            <pc:sldMk cId="121836796" sldId="264"/>
            <ac:spMk id="21" creationId="{EC6C680A-5A76-4063-9B57-0D4BD04EDFB0}"/>
          </ac:spMkLst>
        </pc:spChg>
      </pc:sldChg>
      <pc:sldChg chg="modSp mod modAnim">
        <pc:chgData name="Garima Sharma" userId="c5ca40beb9a8554c" providerId="LiveId" clId="{2265D429-760C-4FF0-9653-4AF4BA9B0970}" dt="2026-09-09T11:05:11.747" v="49"/>
        <pc:sldMkLst>
          <pc:docMk/>
          <pc:sldMk cId="1729201533" sldId="265"/>
        </pc:sldMkLst>
        <pc:spChg chg="mod">
          <ac:chgData name="Garima Sharma" userId="c5ca40beb9a8554c" providerId="LiveId" clId="{2265D429-760C-4FF0-9653-4AF4BA9B0970}" dt="2026-09-09T11:05:11.728" v="44" actId="20577"/>
          <ac:spMkLst>
            <pc:docMk/>
            <pc:sldMk cId="1729201533" sldId="265"/>
            <ac:spMk id="11" creationId="{C9A383D9-F701-482A-8315-F86232DD8A5F}"/>
          </ac:spMkLst>
        </pc:spChg>
        <pc:spChg chg="mod">
          <ac:chgData name="Garima Sharma" userId="c5ca40beb9a8554c" providerId="LiveId" clId="{2265D429-760C-4FF0-9653-4AF4BA9B0970}" dt="2026-09-09T11:05:11.738" v="46" actId="20577"/>
          <ac:spMkLst>
            <pc:docMk/>
            <pc:sldMk cId="1729201533" sldId="265"/>
            <ac:spMk id="12" creationId="{995F5B06-8241-4E78-BD54-D2E31DBF6FF7}"/>
          </ac:spMkLst>
        </pc:spChg>
        <pc:spChg chg="mod">
          <ac:chgData name="Garima Sharma" userId="c5ca40beb9a8554c" providerId="LiveId" clId="{2265D429-760C-4FF0-9653-4AF4BA9B0970}" dt="2026-09-09T11:05:11.746" v="48" actId="20577"/>
          <ac:spMkLst>
            <pc:docMk/>
            <pc:sldMk cId="1729201533" sldId="265"/>
            <ac:spMk id="13" creationId="{EA88E39C-30FA-42E4-96F4-05E28CC58C1C}"/>
          </ac:spMkLst>
        </pc:spChg>
      </pc:sldChg>
      <pc:sldChg chg="modSp mod modAnim">
        <pc:chgData name="Garima Sharma" userId="c5ca40beb9a8554c" providerId="LiveId" clId="{2265D429-760C-4FF0-9653-4AF4BA9B0970}" dt="2026-09-09T11:05:11.827" v="53"/>
        <pc:sldMkLst>
          <pc:docMk/>
          <pc:sldMk cId="3841728" sldId="266"/>
        </pc:sldMkLst>
        <pc:spChg chg="mod">
          <ac:chgData name="Garima Sharma" userId="c5ca40beb9a8554c" providerId="LiveId" clId="{2265D429-760C-4FF0-9653-4AF4BA9B0970}" dt="2026-09-09T11:05:11.814" v="50" actId="20577"/>
          <ac:spMkLst>
            <pc:docMk/>
            <pc:sldMk cId="3841728" sldId="266"/>
            <ac:spMk id="16" creationId="{558340D4-B0B0-4BAC-849B-03A4EB1A6279}"/>
          </ac:spMkLst>
        </pc:spChg>
        <pc:spChg chg="mod">
          <ac:chgData name="Garima Sharma" userId="c5ca40beb9a8554c" providerId="LiveId" clId="{2265D429-760C-4FF0-9653-4AF4BA9B0970}" dt="2026-09-09T11:05:11.825" v="52" actId="20577"/>
          <ac:spMkLst>
            <pc:docMk/>
            <pc:sldMk cId="3841728" sldId="266"/>
            <ac:spMk id="17" creationId="{3E89AD6A-8052-4D29-B3EC-D1D83AD55CB7}"/>
          </ac:spMkLst>
        </pc:spChg>
      </pc:sldChg>
      <pc:sldChg chg="modSp mod modAnim">
        <pc:chgData name="Garima Sharma" userId="c5ca40beb9a8554c" providerId="LiveId" clId="{2265D429-760C-4FF0-9653-4AF4BA9B0970}" dt="2026-09-09T11:05:11.923" v="59"/>
        <pc:sldMkLst>
          <pc:docMk/>
          <pc:sldMk cId="967387324" sldId="267"/>
        </pc:sldMkLst>
        <pc:spChg chg="mod">
          <ac:chgData name="Garima Sharma" userId="c5ca40beb9a8554c" providerId="LiveId" clId="{2265D429-760C-4FF0-9653-4AF4BA9B0970}" dt="2026-09-09T11:05:11.880" v="54" actId="20577"/>
          <ac:spMkLst>
            <pc:docMk/>
            <pc:sldMk cId="967387324" sldId="267"/>
            <ac:spMk id="13" creationId="{9D4C6D09-D1B0-4F9A-94F6-50C155751558}"/>
          </ac:spMkLst>
        </pc:spChg>
        <pc:spChg chg="mod">
          <ac:chgData name="Garima Sharma" userId="c5ca40beb9a8554c" providerId="LiveId" clId="{2265D429-760C-4FF0-9653-4AF4BA9B0970}" dt="2026-09-09T11:05:11.898" v="56" actId="20577"/>
          <ac:spMkLst>
            <pc:docMk/>
            <pc:sldMk cId="967387324" sldId="267"/>
            <ac:spMk id="17" creationId="{D1CB64ED-8ED8-41E2-A8DC-EFBDA7220773}"/>
          </ac:spMkLst>
        </pc:spChg>
        <pc:spChg chg="mod">
          <ac:chgData name="Garima Sharma" userId="c5ca40beb9a8554c" providerId="LiveId" clId="{2265D429-760C-4FF0-9653-4AF4BA9B0970}" dt="2026-09-09T11:05:11.921" v="58" actId="20577"/>
          <ac:spMkLst>
            <pc:docMk/>
            <pc:sldMk cId="967387324" sldId="267"/>
            <ac:spMk id="21" creationId="{50DA6665-A351-45CD-92D1-227F220ECBE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24, 48 and 72. | State whether the task concerns factors or multiples. | Multiples continue from repeated multiplication. Factors divide the number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Find the lowest common multiple of 18 and 24. Answer: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24, 48 and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Multiples continue from repeated multiplication. Factors divide the number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24, 48 and 72..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After 36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60. | Multiples continue from repeated multiplication. Factors divide the number exactly.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41B4872-829E-4087-BC02-06B619A107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EBA429-BB51-4575-9799-D1D01B1BEDC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51D66E-FA74-4720-8DCD-3BCAFC147E2B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3CD55E-006C-4EC0-8600-3DDCAFD62ED3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444B96-C0B1-4E22-8B37-18262EC93CE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5D3E02A-7F9E-4FE5-A6C9-2D5665FCEC12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B55C2B-7CEB-4482-B62F-E3EC32E5270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904F4F-DC73-45DF-8E1F-B783C82F8E13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common multiples and the lowest common multiple.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A59540-F97B-41A8-81A3-BC35BB2B2597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2550E8-B13C-4109-BCD9-94F89AE82F98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192C91-A126-4A3B-A7F6-82989086351A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2586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2E31A6D-CE3F-4B15-ADFE-6DD23CD979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0990A2-5695-4177-AEFE-E0D4BCDE60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1D59B9-9E7E-41A8-8FF1-8CFDA0ED3BF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9C810-A756-435E-8552-023248B4086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F7427A-5843-449C-9849-39936FA0E02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59637B-8DFB-461E-BC1B-FC14998FCF7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7315C9-A710-44EE-9B3A-A56BBEFC972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A2D8A4-7144-44B6-8C5B-7C74201DA06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475ADB-1EA4-4CD1-B66C-159052D687F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9A3EE8-19E9-4C12-92F7-E3D54039EB4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518DCB1-FD86-482C-ACFE-CE0224C65C3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65AB59-3DA0-47BE-9525-A51918405CF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966D68-D140-4E16-BA12-B78F7A4EC0D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370370-5C5F-4F26-AE8F-D814F5BB8F9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C2300D9-A610-4AB8-927B-9B8A61BB784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0171A5-7B65-47C4-BFA6-DE7F0CEEEE6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C8402A-0A85-48C1-A6CB-4B65FDF0F69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9620302-8883-470B-AD2B-79525DA3784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FF32EB7-6044-4673-90E1-62536404597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485456-085D-4D9E-8D54-4DC82679410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C0139A-C3FD-47A7-9D11-E2ED4AAF53A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lowest common multiple of 18 and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DC2BA9-C534-4A92-B5E0-E5F903938FC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7979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8C56F50-69A2-40DC-8E29-191B19C09F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6660C6-AB41-4B03-B576-044B1FFB15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F7019EE-A338-478A-80A0-85FC384102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17A109-493F-467A-B7A4-6A6A0CD54EC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6BE894-3CD7-46A1-8409-289B1A36BE0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763506-A1A9-4F15-9861-0B4C40B7B30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44006A-00F7-4E36-9D23-EBE6802F8C4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0BA52D-4156-43AB-8AAA-ACB2FB4830D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FA9903-CBA9-40DA-9028-A139FCD2B96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859912-ED2E-49C2-89D7-732BC3F0FBDB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common multiples and the lowest common multiple.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A6271D-6E98-49E6-923D-8F262DFED8B2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A59C7A-1EE6-4DE1-995F-2BF146B775A9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803F26-7223-4EED-BCE6-7F754246339F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54A70C-10B7-47B5-9D00-D65FA4BAA166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9762DA-F74C-4E51-956B-4D6A503FEFAD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1670037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FE1F026-8AF1-4D77-B1D6-9E85C59E3B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C0F321-A6B1-41CF-8111-0B4A6EC3793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E646B6A-2165-4E17-AF31-CDD4E2CBEE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8344C1-2C92-44FD-823A-2EC70EED55E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88FD2E-7CC5-441D-8A92-554FB387F62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BDDF53-BE82-4683-BB22-42FE167A5EF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FF1784-F5B9-4AA5-9B39-A7FF5FAAC9F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BE99C7-16ED-4A04-87C3-13A8532079E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12C68C-F560-4D2F-8324-4C27B36269D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02A577-0C53-4304-B084-CCDD230B23A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lowest common multiple of 18 and 24.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1B234B-C06B-44F4-AFF6-23DF61D7A339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A426F33-6EA3-433D-8A58-07D2F89A12C2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6C009B-F642-4B86-AE0D-A8B68AA4428E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68EDC-71CA-4189-A6FF-9EB7630BAE1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272D88-03FE-440A-9A74-FD684D6F1E0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C8C35B3-2A71-4E8A-8585-F9BC551AB89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78B01F-3ACF-43C9-B18B-02787C388D38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24D3E7-85E7-4721-B4F4-8273FE14A734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C54D44-6EE3-4CEB-B720-307C53AB55C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57B482A-43CF-42EA-916F-258B93E543A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55BFB7-6DB1-4CBE-B5FA-1A37D7086A4C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203A39-30C6-432B-90EC-4DE7E7A436E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0342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F8BA227-2DB4-4C45-8406-480DD21DA2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F8BE0A-A15E-4648-9636-BFB8945640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C83D11-FB98-429E-8DC5-B5FEFC879EA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D885B4-97AF-49C0-903D-4E3CF123235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7B9887-679D-4B13-86A7-A38D6F23C32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3528BE-FDD0-4A6C-9387-5EA95D1840E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A45914-32A0-4D02-8E4F-6E64C4FB650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0A4CA9-FAA6-43B8-B08E-4FFED738753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8742E7-E11F-461A-9FD1-5C824DC952F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3AE098-2740-48D8-870B-2A34D9AE5BE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8BCFFC-D65E-46AF-A853-4F7D4F938E6D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29AA6B-6AFA-428D-91E4-7B09369FF014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A0F64A-5633-401A-8E09-ECB203072DE7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7F9F21-ABDA-4A70-899D-FA19D65E6900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05363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3FE764A-50FA-4207-BBA9-FC47F624A1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DE38055-0D88-494C-AB05-780CDC4A969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1CD96F3-DA9C-4CC7-84D7-42037C831A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85EED4-C7BB-4E89-9544-3E5826D60F3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A313E1-74C6-49E7-9BF3-5E9F16F87C4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46A076-0527-4DB2-9410-9D18153F7C8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3F0EA8-28B1-45D4-BADD-0CEC53240F6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A0CDAD-A507-42AA-AFB1-41206C02379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52524C-7727-466E-9568-DB0B2B50EE4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CEEBE6-0747-4751-A22F-33D575BF9733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45469F-A5C3-4D35-AE9E-94D977C16FFC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87C070-DEBE-4792-BE7A-7B48DE130B81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1AD7D6-6673-4C1D-92F4-6E7D335EAF1A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B61616-A554-4036-A4E5-9DB411F6AB55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E622A6-E931-4C1F-BAA6-145429BEEDD3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24, 48 and 72.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5308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BE2AD5B-56C1-4559-A425-9D4A2B64F7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C8D3A5-A1BF-43F2-89FC-37F376F7769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760D01-DF36-4539-A61E-33F45D94FB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E4862-228B-4CEA-AAA3-6098C57F30F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ECFB4D-EA9B-48B7-9CD6-918DB53B2A2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07C73B-4352-4E30-ADF0-5AF18BAF8D4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80E39A-9A41-4417-8359-98592040732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8FEE33-8089-46B7-8431-480517DD504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5668C0-0FC6-44B5-8559-097EA088C5D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15F1F7-1D9E-4F5E-B519-6E5D74F5F822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5FD8CB-FFE8-4B29-8BC9-C13807B0AF7D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lists factors when the question asks for multiples.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088CE4-197E-4C45-BD98-BC90798B8E64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2CE26D-FBBF-43CE-A389-62AE6CFC9033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9863B5-3B93-420F-8643-85B7E7FBE779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Multiples continue from repeated multiplication. Factors divide the number exactly.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364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C50EF4D-4477-4CF1-A2AC-BD204ED34F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DB9EB3-9F72-40C9-9051-97CA664D325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0FE17C-5858-4704-9438-C3989F4E78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8EE56B-76AB-4B9C-9CD0-876C84B9CFC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0D80B7-0ED7-4BCE-82A4-D2D0141C1E8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376A04-3AC4-49BF-A2C1-58E8B52005D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4846B0-41B7-43F3-9E59-3D2215C6E94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52F8F4-0043-4E2E-98EE-9ABFD156D2C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C0663F-09F3-4A64-8050-E28973BA5EA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157104-D295-49D3-9B29-39620108A7C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73D4D75-4E48-4239-8900-E170883A6BC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64656D-F591-4CD9-9D96-1D9CF5F570F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1D5DC8-98BA-4427-AA28-8266C4C5DFD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632DE90-A8BC-41FB-88AE-670D99E95CE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AFF3C60-72A7-44C3-AB3F-8790370B82D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176F9A-D493-46C9-9A9D-3C86F4247D6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159EE5-FEEA-469B-B364-72095BABE02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28781-5ABF-4BBF-BA8D-46B3F913661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DDBC81A-8D88-476F-B999-D237790072E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8DA1C67-27AF-4DBD-A166-311A731E9BA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FB6DF7-8DAC-452C-9E21-9717AC8E3AE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24, 48 and 72.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9851F6-89F8-4635-BEB2-14839F76306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95628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E31A8D9-699B-43FD-B672-F3EAE9D9AB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2EA1D4-4D9A-48FB-9902-D926C7FC66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A48DAD8-9A47-4C78-87BF-6C38D8A817E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695AAD-3B64-4E72-9BD1-A3F6A875DCA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1CD8A0-66B7-4928-82B9-014905AE68C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F69557-D82E-4513-B8F0-AECC5692D57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F752E2-5030-447C-8713-9B3A5CA5B26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098184-0098-443B-A448-8CD9BD294B3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3EA348-6F24-4D60-9147-95A0C337B80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0EA522A-3E9A-4BAA-9C04-67C8E0446C8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2387D96-B838-47BB-BC99-94555CB76C8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5DBB95-04AC-4F8E-BAB7-999310855BD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021055-E670-40D7-824C-A4C3B0A34EE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LCM of 15 and 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6A1FA30-B04E-4D25-8749-41757494B77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4A0DA29-AB47-4F2C-975D-2BFFE194D74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F1B9CC-609B-4388-8F3C-4E15D957980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633798-7F2E-4C5F-B8BE-2869752DC03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53054D-EEEF-4B92-81CD-3A3DF18C795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89AAB9D-C815-499F-AF1D-5FA9944F0F0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7E8D67-A190-4BFE-A432-16FBDA2977A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6C680A-5A76-4063-9B57-0D4BD04EDFB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836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E4B8FBC-AC17-4FCF-88C3-8EFC428935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956CC7-43FB-4A78-82A5-9C2D97F62D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3DD480-7F4E-43BF-8DD6-927FE4B6ACE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4F9CD7-2047-4705-AADF-796AB234A0D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92770-513B-4E1F-8D91-E280FA44BDD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E55025-9399-4807-AB1C-162F1DE3D3B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89203F-2F0F-42E3-A534-ACF8A2C1AA8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AAFD1C-C5BB-4ED9-8D82-4A04D2763FD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9F0090-1A4F-41F8-90EC-B2519EF384B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BD0B80-C43C-4A35-A439-CEDE350503E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traffic lights flash every 12 and 18 seconds. They flash together now. When next?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A383D9-F701-482A-8315-F86232DD8A5F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5F5B06-8241-4E78-BD54-D2E31DBF6FF7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88E39C-30FA-42E4-96F4-05E28CC58C1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After 36 seconds.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9201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EFC696A-57B5-426F-A7F3-9415E715B2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78AF41-E783-42B9-891B-7F034A02B1D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5EB0AF-055B-4BE8-90DB-E7B5BDFC5E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77A77D-896A-4FBB-8BDC-6B559F89883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C29854-46E3-4F04-9625-74340355441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68CB5A-3A6B-4DBC-BCE7-2BC6FE5815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098B9D-F6F2-49DF-B254-DF2530EF7DE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1EB2C7-B6DA-4F5D-AE0B-4DFF6E3B016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4F5629-82FF-4864-A936-4FE59E87022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804BEA-8218-4ADE-804C-C77DCAFC6374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3692345-B0D4-4218-957F-BE60C2F9EB5F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ED0F0B-357A-4D6D-B8C3-D4B076CBEBEA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LCM of 15 and 20.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57EB1F-A17E-45FD-84F7-BBB43ED51C7E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C977F1-9291-4670-9E5E-7CC95B428ECC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3858057-F0ED-4004-BFD5-CF5B914C9C9B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8340D4-B0B0-4BAC-849B-03A4EB1A6279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89AD6A-8052-4D29-B3EC-D1D83AD55CB7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7C8175-44D2-4070-AD48-5CB0DFAA899B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841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F1E3057-09A9-4BF3-A061-4FC74CD537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F4AE03-08CD-492D-9FCD-309C2457146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F21971-CDD9-468D-945F-BCFEB9CBEBC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8F093A-3D63-4138-BA61-C44F0A41A6F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049532-20C2-4151-A226-20BCA719E82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629BF4-AEC5-451F-A4DC-C2BAE874D3E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A72129-0899-4C6C-955F-BF965791C50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383877-B92E-4DEF-9F27-36490F2ED05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76EA05-6DA9-4787-B2D4-589668709DE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B5D01B1-7427-4ADF-9AC5-B79B2BFA297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5E5A08B-6DAE-4E0F-93A4-2AD62092CD4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2731F8-C02D-4934-8DBB-8EF92BEF935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C6D09-D1B0-4F9A-94F6-50C15575155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LCM of 15 and 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87ACEE-3D82-4314-908B-FBBD5ED43B0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0038B86-D681-43C6-95AE-78BB914EEC0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15025E0-1EBE-449A-B5B2-D8883291604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CB64ED-8ED8-41E2-A8DC-EFBDA722077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lists factors when the question asks for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1285281-4280-4CD1-870E-D539A62CE12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1294E8D-D300-4524-AAD8-40023A4946E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FB1AC1-CE20-4A09-AF9B-B52DBFA4EDC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0DA6665-A351-45CD-92D1-227F220ECBE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7DB88D-0ED2-4F4B-B7D2-D04A74CEE6D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67387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1127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2026-09-09T10:56:21Z</dcterms:created>
  <dcterms:modified xsi:type="dcterms:W3CDTF">2026-09-09T11:05:11Z</dcterms:modified>
</cp:coreProperties>
</file>