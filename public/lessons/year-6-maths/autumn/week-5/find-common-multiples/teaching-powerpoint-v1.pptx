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common multiples. Find common multiples.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common multiples. I do. Reveal each row in turn. Identify values that occur in all rows.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common multiples. You do. Pause before clicking. Let pupils try independently, then reveal and discuss every step. Reveal each row in turn. Identify values that occur in all rows.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common multiples. I do. Reveal each row in turn. Identify values that occur in all rows.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common multiples. You do. Pause before clicking. Let pupils try independently, then reveal and discuss every step. Reveal each row in turn. Identify values that occur in all rows.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common multiples.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common multiples.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31D470FB-11D5-4D0C-B5E5-01630662053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6EA86F2-BF6F-4626-806D-1049F1A31DB3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B3B4B33-6F29-49D3-8FB0-2B127A70160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81E589D-E0A7-47CC-BEAB-96CFDCCACCF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common multiples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FC764B1-E5B5-4EDD-B41B-04B3ABDC4FE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4B67357-8A4C-4B72-9FFD-49C358DB01FA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identify common multiples and the lowest common multiple.</a:t>
            </a:r>
          </a:p>
        </p:txBody>
      </p:sp>
    </p:spTree>
    <p:extLst>
      <p:ext uri="{BB962C8B-B14F-4D97-AF65-F5344CB8AC3E}">
        <p14:creationId xmlns:p14="http://schemas.microsoft.com/office/powerpoint/2010/main" val="2146076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-1">
            <a:extLst>
              <a:ext uri="{FF2B5EF4-FFF2-40B4-BE49-F238E27FC236}">
                <a16:creationId xmlns:a16="http://schemas.microsoft.com/office/drawing/2014/main" id="{EA7F4260-F108-4305-A5E0-5F0DED1AD67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42CD94B-D2F1-428C-AF73-E97675205A7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lowest common multiple of 18 and 24.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D220D14-2C05-43ED-9D80-6750DF308AB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6A38BD4-BDFD-4E4E-9C46-57252F64790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common multiples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BDAE423-1F3F-4436-B884-90CE8F31900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42D98A8-DF41-4A10-B6AD-E2CDBAD7F49D}"/>
              </a:ext>
            </a:extLst>
          </p:cNvPr>
          <p:cNvSpPr>
            <a:spLocks noGrp="1"/>
          </p:cNvSpPr>
          <p:nvPr/>
        </p:nvSpPr>
        <p:spPr>
          <a:xfrm>
            <a:off x="714375" y="3012281"/>
            <a:ext cx="11906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0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D736E66-6E66-41F5-831C-AC58C998A756}"/>
              </a:ext>
            </a:extLst>
          </p:cNvPr>
          <p:cNvSpPr>
            <a:spLocks noGrp="1"/>
          </p:cNvSpPr>
          <p:nvPr/>
        </p:nvSpPr>
        <p:spPr>
          <a:xfrm>
            <a:off x="2024063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0E979A2-1692-44A4-ADB4-7AB2BD887DF9}"/>
              </a:ext>
            </a:extLst>
          </p:cNvPr>
          <p:cNvSpPr>
            <a:spLocks noGrp="1"/>
          </p:cNvSpPr>
          <p:nvPr/>
        </p:nvSpPr>
        <p:spPr>
          <a:xfrm>
            <a:off x="5000625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DE2AC06-66AB-48D9-86EB-E77688417553}"/>
              </a:ext>
            </a:extLst>
          </p:cNvPr>
          <p:cNvSpPr>
            <a:spLocks noGrp="1"/>
          </p:cNvSpPr>
          <p:nvPr/>
        </p:nvSpPr>
        <p:spPr>
          <a:xfrm>
            <a:off x="7977188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54A492D-DBFC-4E61-8DFB-FAD8F1F03D0F}"/>
              </a:ext>
            </a:extLst>
          </p:cNvPr>
          <p:cNvSpPr>
            <a:spLocks noGrp="1"/>
          </p:cNvSpPr>
          <p:nvPr/>
        </p:nvSpPr>
        <p:spPr>
          <a:xfrm>
            <a:off x="10953750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C2215B7-E623-4275-8DEA-4C83BD1ECC02}"/>
              </a:ext>
            </a:extLst>
          </p:cNvPr>
          <p:cNvSpPr>
            <a:spLocks noGrp="1"/>
          </p:cNvSpPr>
          <p:nvPr/>
        </p:nvSpPr>
        <p:spPr>
          <a:xfrm>
            <a:off x="11072813" y="3762375"/>
            <a:ext cx="2738438" cy="47625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7E0B5E2-BA91-43F0-8FB4-A8449520D8AC}"/>
              </a:ext>
            </a:extLst>
          </p:cNvPr>
          <p:cNvSpPr>
            <a:spLocks noGrp="1"/>
          </p:cNvSpPr>
          <p:nvPr/>
        </p:nvSpPr>
        <p:spPr>
          <a:xfrm>
            <a:off x="714375" y="4381500"/>
            <a:ext cx="11906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0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F90C2C1-F235-4A84-9F8D-527DC6DF61C8}"/>
              </a:ext>
            </a:extLst>
          </p:cNvPr>
          <p:cNvSpPr>
            <a:spLocks noGrp="1"/>
          </p:cNvSpPr>
          <p:nvPr/>
        </p:nvSpPr>
        <p:spPr>
          <a:xfrm>
            <a:off x="202406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1429865-168A-4537-A266-962309B00348}"/>
              </a:ext>
            </a:extLst>
          </p:cNvPr>
          <p:cNvSpPr>
            <a:spLocks noGrp="1"/>
          </p:cNvSpPr>
          <p:nvPr/>
        </p:nvSpPr>
        <p:spPr>
          <a:xfrm>
            <a:off x="599281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A5B75DA-45F8-4D23-B21A-F3AFBF305FF2}"/>
              </a:ext>
            </a:extLst>
          </p:cNvPr>
          <p:cNvSpPr>
            <a:spLocks noGrp="1"/>
          </p:cNvSpPr>
          <p:nvPr/>
        </p:nvSpPr>
        <p:spPr>
          <a:xfrm>
            <a:off x="996156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E2CE124-5CEB-43C2-A78D-6E89EF939255}"/>
              </a:ext>
            </a:extLst>
          </p:cNvPr>
          <p:cNvSpPr>
            <a:spLocks noGrp="1"/>
          </p:cNvSpPr>
          <p:nvPr/>
        </p:nvSpPr>
        <p:spPr>
          <a:xfrm>
            <a:off x="10080625" y="5131594"/>
            <a:ext cx="3730625" cy="47625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AED31A7-1A7A-481A-8C33-68501BF70434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LCM = 72</a:t>
            </a:r>
          </a:p>
        </p:txBody>
      </p:sp>
    </p:spTree>
    <p:extLst>
      <p:ext uri="{BB962C8B-B14F-4D97-AF65-F5344CB8AC3E}">
        <p14:creationId xmlns:p14="http://schemas.microsoft.com/office/powerpoint/2010/main" val="1768664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3" grpId="0"/>
      <p:bldP spid="14" grpId="0"/>
      <p:bldP spid="15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-1">
            <a:extLst>
              <a:ext uri="{FF2B5EF4-FFF2-40B4-BE49-F238E27FC236}">
                <a16:creationId xmlns:a16="http://schemas.microsoft.com/office/drawing/2014/main" id="{6D357ED9-F86A-4BD9-80A2-7878E7AC692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C1D527C-CD49-44A9-BA84-BF9D0353D9B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F9C2F24-FFA8-414F-809D-D726D2307A5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lowest common multiple of 36 and 48.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7203354-6367-4077-B924-908292DCF06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D84D06D-92B3-4F07-A03B-12DF4968C28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common multiples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CE246C6-792A-4FCD-8766-2B26FDB5A26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2C615C6-0A04-4B1F-8D0F-A8499EF8EA5A}"/>
              </a:ext>
            </a:extLst>
          </p:cNvPr>
          <p:cNvSpPr>
            <a:spLocks noGrp="1"/>
          </p:cNvSpPr>
          <p:nvPr/>
        </p:nvSpPr>
        <p:spPr>
          <a:xfrm>
            <a:off x="714375" y="3012281"/>
            <a:ext cx="11906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0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9C0C987-458B-4C06-8165-7808C4ABACEC}"/>
              </a:ext>
            </a:extLst>
          </p:cNvPr>
          <p:cNvSpPr>
            <a:spLocks noGrp="1"/>
          </p:cNvSpPr>
          <p:nvPr/>
        </p:nvSpPr>
        <p:spPr>
          <a:xfrm>
            <a:off x="2024063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FE364B2-C64C-40FC-8DCF-96EF5F67EDB6}"/>
              </a:ext>
            </a:extLst>
          </p:cNvPr>
          <p:cNvSpPr>
            <a:spLocks noGrp="1"/>
          </p:cNvSpPr>
          <p:nvPr/>
        </p:nvSpPr>
        <p:spPr>
          <a:xfrm>
            <a:off x="5000625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061296F-70F1-44BA-8586-2228336ADCBB}"/>
              </a:ext>
            </a:extLst>
          </p:cNvPr>
          <p:cNvSpPr>
            <a:spLocks noGrp="1"/>
          </p:cNvSpPr>
          <p:nvPr/>
        </p:nvSpPr>
        <p:spPr>
          <a:xfrm>
            <a:off x="7977188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108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B9FBB17-0DC3-42C8-A963-F69336A2A964}"/>
              </a:ext>
            </a:extLst>
          </p:cNvPr>
          <p:cNvSpPr>
            <a:spLocks noGrp="1"/>
          </p:cNvSpPr>
          <p:nvPr/>
        </p:nvSpPr>
        <p:spPr>
          <a:xfrm>
            <a:off x="10953750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F2E15A0-9E9D-4CB0-86B2-16C962335BBF}"/>
              </a:ext>
            </a:extLst>
          </p:cNvPr>
          <p:cNvSpPr>
            <a:spLocks noGrp="1"/>
          </p:cNvSpPr>
          <p:nvPr/>
        </p:nvSpPr>
        <p:spPr>
          <a:xfrm>
            <a:off x="11072813" y="3762375"/>
            <a:ext cx="2738438" cy="47625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9D143F5-7CD5-4486-9B16-BF2156C02AD8}"/>
              </a:ext>
            </a:extLst>
          </p:cNvPr>
          <p:cNvSpPr>
            <a:spLocks noGrp="1"/>
          </p:cNvSpPr>
          <p:nvPr/>
        </p:nvSpPr>
        <p:spPr>
          <a:xfrm>
            <a:off x="714375" y="4381500"/>
            <a:ext cx="11906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0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D2A15D0-5143-4322-A63D-68D81363B2F4}"/>
              </a:ext>
            </a:extLst>
          </p:cNvPr>
          <p:cNvSpPr>
            <a:spLocks noGrp="1"/>
          </p:cNvSpPr>
          <p:nvPr/>
        </p:nvSpPr>
        <p:spPr>
          <a:xfrm>
            <a:off x="202406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C5EED23-D310-4AE3-AF7D-9527B966FB08}"/>
              </a:ext>
            </a:extLst>
          </p:cNvPr>
          <p:cNvSpPr>
            <a:spLocks noGrp="1"/>
          </p:cNvSpPr>
          <p:nvPr/>
        </p:nvSpPr>
        <p:spPr>
          <a:xfrm>
            <a:off x="599281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D74C7B7-2613-40EF-88C9-50276C6A9359}"/>
              </a:ext>
            </a:extLst>
          </p:cNvPr>
          <p:cNvSpPr>
            <a:spLocks noGrp="1"/>
          </p:cNvSpPr>
          <p:nvPr/>
        </p:nvSpPr>
        <p:spPr>
          <a:xfrm>
            <a:off x="996156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90976AE-BF00-4321-9AC9-00315D3384F5}"/>
              </a:ext>
            </a:extLst>
          </p:cNvPr>
          <p:cNvSpPr>
            <a:spLocks noGrp="1"/>
          </p:cNvSpPr>
          <p:nvPr/>
        </p:nvSpPr>
        <p:spPr>
          <a:xfrm>
            <a:off x="10080625" y="5131594"/>
            <a:ext cx="3730625" cy="47625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70DA149-413F-4CB8-AFAE-3B8AF5B8E9A3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LCM = 144</a:t>
            </a:r>
          </a:p>
        </p:txBody>
      </p:sp>
    </p:spTree>
    <p:extLst>
      <p:ext uri="{BB962C8B-B14F-4D97-AF65-F5344CB8AC3E}">
        <p14:creationId xmlns:p14="http://schemas.microsoft.com/office/powerpoint/2010/main" val="247710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4" grpId="0"/>
      <p:bldP spid="15" grpId="0"/>
      <p:bldP spid="16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-1">
            <a:extLst>
              <a:ext uri="{FF2B5EF4-FFF2-40B4-BE49-F238E27FC236}">
                <a16:creationId xmlns:a16="http://schemas.microsoft.com/office/drawing/2014/main" id="{A1A41BF4-FA21-4915-A4CB-C6C280DC88B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A26A81E-6B1B-4518-ADC3-DCA4FC4B707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lowest common multiple of 54 and 72.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889DFB6-902C-4A91-ACCF-21AD715A0F3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D7020CA-67FA-4378-B5ED-A73D718CA62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common multiples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DDB5A40-108D-44E5-B356-9CA9A6C3378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FF3774F-A664-4425-B07A-79C8C9951001}"/>
              </a:ext>
            </a:extLst>
          </p:cNvPr>
          <p:cNvSpPr>
            <a:spLocks noGrp="1"/>
          </p:cNvSpPr>
          <p:nvPr/>
        </p:nvSpPr>
        <p:spPr>
          <a:xfrm>
            <a:off x="714375" y="3012281"/>
            <a:ext cx="11906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0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56BD0BA-C992-446F-BE2D-4B642E60734F}"/>
              </a:ext>
            </a:extLst>
          </p:cNvPr>
          <p:cNvSpPr>
            <a:spLocks noGrp="1"/>
          </p:cNvSpPr>
          <p:nvPr/>
        </p:nvSpPr>
        <p:spPr>
          <a:xfrm>
            <a:off x="2024063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14FA870-8D1F-4B68-8750-74A56D2FD0FA}"/>
              </a:ext>
            </a:extLst>
          </p:cNvPr>
          <p:cNvSpPr>
            <a:spLocks noGrp="1"/>
          </p:cNvSpPr>
          <p:nvPr/>
        </p:nvSpPr>
        <p:spPr>
          <a:xfrm>
            <a:off x="5000625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108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B1D4D3D-DF66-46C5-B15D-C29DAFB566A4}"/>
              </a:ext>
            </a:extLst>
          </p:cNvPr>
          <p:cNvSpPr>
            <a:spLocks noGrp="1"/>
          </p:cNvSpPr>
          <p:nvPr/>
        </p:nvSpPr>
        <p:spPr>
          <a:xfrm>
            <a:off x="7977188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75BCBE0-DA2B-44A1-846C-AEF6BF36E511}"/>
              </a:ext>
            </a:extLst>
          </p:cNvPr>
          <p:cNvSpPr>
            <a:spLocks noGrp="1"/>
          </p:cNvSpPr>
          <p:nvPr/>
        </p:nvSpPr>
        <p:spPr>
          <a:xfrm>
            <a:off x="10953750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216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B676F30-4F4B-4AD8-ABCF-94AE064AAC1D}"/>
              </a:ext>
            </a:extLst>
          </p:cNvPr>
          <p:cNvSpPr>
            <a:spLocks noGrp="1"/>
          </p:cNvSpPr>
          <p:nvPr/>
        </p:nvSpPr>
        <p:spPr>
          <a:xfrm>
            <a:off x="11072813" y="3762375"/>
            <a:ext cx="2738438" cy="47625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A88F986-040A-4D6E-B20D-786F44D8CEB3}"/>
              </a:ext>
            </a:extLst>
          </p:cNvPr>
          <p:cNvSpPr>
            <a:spLocks noGrp="1"/>
          </p:cNvSpPr>
          <p:nvPr/>
        </p:nvSpPr>
        <p:spPr>
          <a:xfrm>
            <a:off x="714375" y="4381500"/>
            <a:ext cx="11906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0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4015F34-9008-4D1E-A46F-CA8F6CA21B2E}"/>
              </a:ext>
            </a:extLst>
          </p:cNvPr>
          <p:cNvSpPr>
            <a:spLocks noGrp="1"/>
          </p:cNvSpPr>
          <p:nvPr/>
        </p:nvSpPr>
        <p:spPr>
          <a:xfrm>
            <a:off x="202406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A1AEFEE-D566-43B8-A871-5CD9FFB043B3}"/>
              </a:ext>
            </a:extLst>
          </p:cNvPr>
          <p:cNvSpPr>
            <a:spLocks noGrp="1"/>
          </p:cNvSpPr>
          <p:nvPr/>
        </p:nvSpPr>
        <p:spPr>
          <a:xfrm>
            <a:off x="599281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144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B6BF0AF-0020-4C7B-833A-0B44D6342B1F}"/>
              </a:ext>
            </a:extLst>
          </p:cNvPr>
          <p:cNvSpPr>
            <a:spLocks noGrp="1"/>
          </p:cNvSpPr>
          <p:nvPr/>
        </p:nvSpPr>
        <p:spPr>
          <a:xfrm>
            <a:off x="996156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216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29BC786-898D-4243-A728-28C26CE867B2}"/>
              </a:ext>
            </a:extLst>
          </p:cNvPr>
          <p:cNvSpPr>
            <a:spLocks noGrp="1"/>
          </p:cNvSpPr>
          <p:nvPr/>
        </p:nvSpPr>
        <p:spPr>
          <a:xfrm>
            <a:off x="10080625" y="5131594"/>
            <a:ext cx="3730625" cy="47625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527FE05-496C-4FA0-A4F5-496298C7A3BC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LCM = 216</a:t>
            </a:r>
          </a:p>
        </p:txBody>
      </p:sp>
    </p:spTree>
    <p:extLst>
      <p:ext uri="{BB962C8B-B14F-4D97-AF65-F5344CB8AC3E}">
        <p14:creationId xmlns:p14="http://schemas.microsoft.com/office/powerpoint/2010/main" val="2115746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3" grpId="0"/>
      <p:bldP spid="14" grpId="0"/>
      <p:bldP spid="15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-1">
            <a:extLst>
              <a:ext uri="{FF2B5EF4-FFF2-40B4-BE49-F238E27FC236}">
                <a16:creationId xmlns:a16="http://schemas.microsoft.com/office/drawing/2014/main" id="{1FF246A1-376C-4E37-8465-8005DD9477F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58CDCA6-9C02-4271-A523-924BC63BA24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75F6F07-5153-440E-AE33-57049D7886E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lowest common multiple of 72 and 96.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EF05C31-56C6-4B8B-BF56-68FA707485B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4C457FA-597B-4461-9EF9-00E59ABF03A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common multiples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CA8EE1C-4C72-4F6F-B77B-516A2AFF81B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6924146-CF89-483D-A31F-EEB2C0BCA646}"/>
              </a:ext>
            </a:extLst>
          </p:cNvPr>
          <p:cNvSpPr>
            <a:spLocks noGrp="1"/>
          </p:cNvSpPr>
          <p:nvPr/>
        </p:nvSpPr>
        <p:spPr>
          <a:xfrm>
            <a:off x="714375" y="3012281"/>
            <a:ext cx="11906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0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7281EA7-1C74-460C-909A-0BEA658C92E9}"/>
              </a:ext>
            </a:extLst>
          </p:cNvPr>
          <p:cNvSpPr>
            <a:spLocks noGrp="1"/>
          </p:cNvSpPr>
          <p:nvPr/>
        </p:nvSpPr>
        <p:spPr>
          <a:xfrm>
            <a:off x="2024063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9649D14-86E0-4A75-81EB-B78575DEF00B}"/>
              </a:ext>
            </a:extLst>
          </p:cNvPr>
          <p:cNvSpPr>
            <a:spLocks noGrp="1"/>
          </p:cNvSpPr>
          <p:nvPr/>
        </p:nvSpPr>
        <p:spPr>
          <a:xfrm>
            <a:off x="5000625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7A1C7BC-9BFA-4C3F-BB00-227FABE4B333}"/>
              </a:ext>
            </a:extLst>
          </p:cNvPr>
          <p:cNvSpPr>
            <a:spLocks noGrp="1"/>
          </p:cNvSpPr>
          <p:nvPr/>
        </p:nvSpPr>
        <p:spPr>
          <a:xfrm>
            <a:off x="7977188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216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1209B2B-B731-4274-A977-75ABD1DA4D0D}"/>
              </a:ext>
            </a:extLst>
          </p:cNvPr>
          <p:cNvSpPr>
            <a:spLocks noGrp="1"/>
          </p:cNvSpPr>
          <p:nvPr/>
        </p:nvSpPr>
        <p:spPr>
          <a:xfrm>
            <a:off x="10953750" y="3012281"/>
            <a:ext cx="297656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288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4B791FC-8FD8-47BE-B955-E141D24785AB}"/>
              </a:ext>
            </a:extLst>
          </p:cNvPr>
          <p:cNvSpPr>
            <a:spLocks noGrp="1"/>
          </p:cNvSpPr>
          <p:nvPr/>
        </p:nvSpPr>
        <p:spPr>
          <a:xfrm>
            <a:off x="11072813" y="3762375"/>
            <a:ext cx="2738438" cy="47625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06A0AED-078F-4E36-85F4-BF918E961E49}"/>
              </a:ext>
            </a:extLst>
          </p:cNvPr>
          <p:cNvSpPr>
            <a:spLocks noGrp="1"/>
          </p:cNvSpPr>
          <p:nvPr/>
        </p:nvSpPr>
        <p:spPr>
          <a:xfrm>
            <a:off x="714375" y="4381500"/>
            <a:ext cx="11906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0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96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9222B73-107E-47B5-8A9B-CA86AC2A16DF}"/>
              </a:ext>
            </a:extLst>
          </p:cNvPr>
          <p:cNvSpPr>
            <a:spLocks noGrp="1"/>
          </p:cNvSpPr>
          <p:nvPr/>
        </p:nvSpPr>
        <p:spPr>
          <a:xfrm>
            <a:off x="202406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96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5BB77CD-0733-430F-A3DD-807EA679E36C}"/>
              </a:ext>
            </a:extLst>
          </p:cNvPr>
          <p:cNvSpPr>
            <a:spLocks noGrp="1"/>
          </p:cNvSpPr>
          <p:nvPr/>
        </p:nvSpPr>
        <p:spPr>
          <a:xfrm>
            <a:off x="599281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192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9CE05FA-5BD6-40E6-8366-3B2CA34A5F3C}"/>
              </a:ext>
            </a:extLst>
          </p:cNvPr>
          <p:cNvSpPr>
            <a:spLocks noGrp="1"/>
          </p:cNvSpPr>
          <p:nvPr/>
        </p:nvSpPr>
        <p:spPr>
          <a:xfrm>
            <a:off x="9961563" y="4381500"/>
            <a:ext cx="396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288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CEB7C2D-CF23-4F1A-83A0-71AAA4F5EDD5}"/>
              </a:ext>
            </a:extLst>
          </p:cNvPr>
          <p:cNvSpPr>
            <a:spLocks noGrp="1"/>
          </p:cNvSpPr>
          <p:nvPr/>
        </p:nvSpPr>
        <p:spPr>
          <a:xfrm>
            <a:off x="10080625" y="5131594"/>
            <a:ext cx="3730625" cy="47625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C569873-17D9-4E8C-8F3F-F430985853AA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LCM = 288</a:t>
            </a:r>
          </a:p>
        </p:txBody>
      </p:sp>
    </p:spTree>
    <p:extLst>
      <p:ext uri="{BB962C8B-B14F-4D97-AF65-F5344CB8AC3E}">
        <p14:creationId xmlns:p14="http://schemas.microsoft.com/office/powerpoint/2010/main" val="713015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4" grpId="0"/>
      <p:bldP spid="15" grpId="0"/>
      <p:bldP spid="16" grpId="0"/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5C39B40B-56AA-403F-9853-216BFE54E4B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E1F675D-464D-46B7-ACC0-C4F969C2F3C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73201F4-B154-4625-8D9A-D50D24225F1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3A1AB00-2B8A-488D-AA15-46322B2CE25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304EFF2-0736-4CC7-860D-6122E41E60C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common multiples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FC2741A-7874-4CC4-8323-316EAB79428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0F8131A-B059-4997-AA13-C4C67CE9F551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DA2E186-F8A6-4512-B380-9BDBF2E059F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lowest common multiple of 18 and 24.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91C8F76-ECA4-4E34-8BA9-7612E11D48AA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90E1C01-8348-4093-ACC5-9B3497B0C6CF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74768A5-F420-426E-94AA-00AC4093EF88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1D7C72A-0D4E-4F8B-AF12-4243CED2E6DD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LCM of 15 and 20.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874148A-95DF-41F0-B344-58EA0487EA9C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ECCC854-BBBE-428E-9ADF-275EEEED935D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Find the lowest common multiple of 18 and 24.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B5A56F1-C59F-487C-B32E-95AFCA4E6DB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DFDECD7-7880-4398-876C-977470F22E8B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Write the first three common multiples of 6 and 8.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5C567A4-9F2D-4ADB-A068-93BBC566C2F5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CD653BB-FDEE-4908-9165-0793915B6668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Find the LCM of 15 and 20.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DD6A31D0-4AC0-48C2-BBF1-937E89EFE350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6615C48-773B-414B-AAD7-453738892CB8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Two traffic lights flash every 12 and 18 seconds. They flash together now. When next?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2DD93E0-849C-4334-A5A6-44A4F4FE8E1B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080780A-FB39-49D9-8ED1-2F2D0D57406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lists factors when the question asks for multiples.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83FA6373-BFE6-4BF3-A4B9-55FD8B202DA8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1432974-E125-4975-9AA6-15ABFD4212CA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CE2E329-67CB-43DA-8FCB-2E661060D02D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C6D8F081-1A91-4431-9531-F0905209FC7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Find the LCM of 15 and 20.</a:t>
            </a:r>
          </a:p>
        </p:txBody>
      </p:sp>
    </p:spTree>
    <p:extLst>
      <p:ext uri="{BB962C8B-B14F-4D97-AF65-F5344CB8AC3E}">
        <p14:creationId xmlns:p14="http://schemas.microsoft.com/office/powerpoint/2010/main" val="429688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2CEBE1EB-4437-4728-A724-E5A28CADE9A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61DF632-2AF0-411C-912D-F7DAD649789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3B69F24-0444-4B4E-97AA-37D195CA1F3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564B108-53B7-40B8-A1DF-899C10C8688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common multiples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C7C478E-77DD-483F-A137-4D653922AA5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1EA7528-2EDB-4041-95B4-0AA901EE2073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C54D550-5B7C-415B-A312-A6982A9FB5E4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72.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C01F18F-191F-4ED6-B9C6-367B9832F16A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C4626C2-5833-4ED9-AB82-CD213678EC78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24, 48 and 72.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6CBD1FE-4485-4A2A-B524-E3A1C38FEC4B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2FF750D-C5E9-4CE9-ABB4-000EA953F568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60.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7D6C5ED-A2C6-402F-B2D4-930C19B5CE1D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2B11AC3-7076-4515-A781-E6C777D8C5EE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72.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791F69D-7ACD-4E8F-A703-C4B389B89234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3A0FEA3-1370-4C1F-843A-AF111A68093B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24, 48 and 72.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6463B0B-FADD-4D34-9B28-75E8B7F65020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F823514-4394-4216-BBDF-409A8532A698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60.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E2D53FD-93A1-465B-B41C-846C424A17C4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73B963D-DFED-4C2C-8653-CC0CCBBEF356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After 36 seconds.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048EF37A-A33C-4A8E-90C8-C15ED5A0B5C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73B4804-0312-44C7-A30D-B86067AA2FE3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Multiples continue from repeated multiplication. Factors divide the number exactly.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5B3AB0D-B176-406E-8C4E-A101AB7E5B8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9849393-C66C-4864-A05D-5ADC1DBDD00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FBFA0BA-8C6B-4195-AB97-0AF099662FC8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C32A725-4C19-405A-A551-EEA99A871E2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74652997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869</Words>
  <Application>Microsoft Office PowerPoint</Application>
  <DocSecurity>0</DocSecurity>
  <PresentationFormat>Custom</PresentationFormat>
  <Paragraphs>126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2026-09-14T13:14:16Z</dcterms:created>
  <dcterms:modified xsi:type="dcterms:W3CDTF">2026-09-14T13:18:28Z</dcterms:modified>
</cp:coreProperties>
</file>