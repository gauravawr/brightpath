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9"/>
  </p:notesMasterIdLst>
  <p:sldIdLst>
    <p:sldId id="256" r:id="rId2"/>
    <p:sldId id="257" r:id="rId3"/>
    <p:sldId id="258" r:id="rId4"/>
    <p:sldId id="259" r:id="rId5"/>
    <p:sldId id="260" r:id="rId6"/>
    <p:sldId id="261" r:id="rId7"/>
    <p:sldId id="262" r:id="rId8"/>
  </p:sldIdLst>
  <p:sldSz cx="15240000" cy="85725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Find factor pairs systematically. Find factor pairs systematically. Introduce the mathematical idea using the first worked example. The lesson can be placed anywhere in the teaching sequence.</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Find factor pairs systematically. I do. Reveal each row in turn. Identify values that occur in all rows.</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Find factor pairs systematically. You do. Pause before clicking. Let pupils try independently, then reveal and discuss every step. Reveal each row in turn. Identify values that occur in all rows.</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Find factor pairs systematically. I do. Reveal each row in turn. Identify values that occur in all rows.</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Find factor pairs systematically. You do. Pause before clicking. Let pupils try independently, then reveal and discuss every step. Reveal each row in turn. Identify values that occur in all rows.</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Find factor pairs systematically. You do. Pause before clicking. Let pupils try independently, then reveal and discuss every step. These are the existing expected-level worksheet questions, in their original order. Do not advance to the answer slide until pupils have had time to finish.</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Find factor pairs systematically. Answers. Answers to the preceding complete activity question set, in matching order. Accept mathematically valid alternatives for open questions.</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 name="object-1">
            <a:extLst>
              <a:ext uri="{FF2B5EF4-FFF2-40B4-BE49-F238E27FC236}">
                <a16:creationId xmlns:a16="http://schemas.microsoft.com/office/drawing/2014/main" id="{2D5D84BC-794F-4C02-AC6B-AF7E9FC96EEE}"/>
              </a:ext>
            </a:extLst>
          </p:cNvPr>
          <p:cNvSpPr>
            <a:spLocks noGrp="1"/>
          </p:cNvSpPr>
          <p:nvPr/>
        </p:nvSpPr>
        <p:spPr>
          <a:xfrm>
            <a:off x="654844" y="357188"/>
            <a:ext cx="13930313" cy="1547813"/>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Find factor pairs systematically</a:t>
            </a:r>
          </a:p>
        </p:txBody>
      </p:sp>
      <p:sp>
        <p:nvSpPr>
          <p:cNvPr id="2" name="object-2">
            <a:extLst>
              <a:ext uri="{FF2B5EF4-FFF2-40B4-BE49-F238E27FC236}">
                <a16:creationId xmlns:a16="http://schemas.microsoft.com/office/drawing/2014/main" id="{3546765D-228C-4665-A0B7-B4965BF118B7}"/>
              </a:ext>
            </a:extLst>
          </p:cNvPr>
          <p:cNvSpPr>
            <a:spLocks noGrp="1"/>
          </p:cNvSpPr>
          <p:nvPr/>
        </p:nvSpPr>
        <p:spPr>
          <a:xfrm>
            <a:off x="654844" y="2024063"/>
            <a:ext cx="13930313" cy="1012031"/>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Watch the model. Try the next question. Explain what changes.</a:t>
            </a:r>
          </a:p>
        </p:txBody>
      </p:sp>
      <p:sp>
        <p:nvSpPr>
          <p:cNvPr id="3" name="object-3">
            <a:extLst>
              <a:ext uri="{FF2B5EF4-FFF2-40B4-BE49-F238E27FC236}">
                <a16:creationId xmlns:a16="http://schemas.microsoft.com/office/drawing/2014/main" id="{516F2328-B974-425C-9F76-1CFC9D819F12}"/>
              </a:ext>
            </a:extLst>
          </p:cNvPr>
          <p:cNvSpPr>
            <a:spLocks noGrp="1"/>
          </p:cNvSpPr>
          <p:nvPr/>
        </p:nvSpPr>
        <p:spPr>
          <a:xfrm>
            <a:off x="654844" y="8012906"/>
            <a:ext cx="13930313" cy="11906"/>
          </a:xfrm>
          <a:prstGeom prst="rect">
            <a:avLst/>
          </a:prstGeom>
          <a:solidFill>
            <a:srgbClr val="BCD0EA"/>
          </a:solidFill>
          <a:ln w="0">
            <a:noFill/>
          </a:ln>
        </p:spPr>
      </p:sp>
      <p:sp>
        <p:nvSpPr>
          <p:cNvPr id="4" name="object-4">
            <a:extLst>
              <a:ext uri="{FF2B5EF4-FFF2-40B4-BE49-F238E27FC236}">
                <a16:creationId xmlns:a16="http://schemas.microsoft.com/office/drawing/2014/main" id="{B3990BAD-B28D-404D-B40D-0D7777D6C19B}"/>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Find factor pairs systematically</a:t>
            </a:r>
          </a:p>
        </p:txBody>
      </p:sp>
      <p:sp>
        <p:nvSpPr>
          <p:cNvPr id="5" name="object-5">
            <a:extLst>
              <a:ext uri="{FF2B5EF4-FFF2-40B4-BE49-F238E27FC236}">
                <a16:creationId xmlns:a16="http://schemas.microsoft.com/office/drawing/2014/main" id="{AA1099A0-207A-4BFF-8E53-6931CEBC63A0}"/>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1</a:t>
            </a:r>
          </a:p>
        </p:txBody>
      </p:sp>
      <p:sp>
        <p:nvSpPr>
          <p:cNvPr id="6" name="object-6">
            <a:extLst>
              <a:ext uri="{FF2B5EF4-FFF2-40B4-BE49-F238E27FC236}">
                <a16:creationId xmlns:a16="http://schemas.microsoft.com/office/drawing/2014/main" id="{69DA93C2-6957-4606-8479-7A0C70E46370}"/>
              </a:ext>
            </a:extLst>
          </p:cNvPr>
          <p:cNvSpPr>
            <a:spLocks noGrp="1"/>
          </p:cNvSpPr>
          <p:nvPr/>
        </p:nvSpPr>
        <p:spPr>
          <a:xfrm>
            <a:off x="1190625" y="3631406"/>
            <a:ext cx="12858750" cy="2143125"/>
          </a:xfrm>
          <a:prstGeom prst="rect">
            <a:avLst/>
          </a:prstGeom>
          <a:noFill/>
          <a:ln w="0">
            <a:noFill/>
          </a:ln>
        </p:spPr>
        <p:txBody>
          <a:bodyPr anchor="ctr">
            <a:noAutofit/>
          </a:bodyPr>
          <a:lstStyle/>
          <a:p>
            <a:pPr algn="ctr">
              <a:defRPr sz="3375" b="1">
                <a:solidFill>
                  <a:srgbClr val="1D4ED8"/>
                </a:solidFill>
                <a:latin typeface="Arial"/>
                <a:ea typeface="Arial"/>
                <a:cs typeface="Arial"/>
              </a:defRPr>
            </a:pPr>
            <a:r>
              <a:rPr sz="3375" b="1">
                <a:solidFill>
                  <a:srgbClr val="1D4ED8"/>
                </a:solidFill>
                <a:latin typeface="Arial"/>
                <a:ea typeface="Arial"/>
                <a:cs typeface="Arial"/>
              </a:rPr>
              <a:t>To identify all factor pairs of a number.</a:t>
            </a:r>
          </a:p>
        </p:txBody>
      </p:sp>
    </p:spTree>
    <p:extLst>
      <p:ext uri="{BB962C8B-B14F-4D97-AF65-F5344CB8AC3E}">
        <p14:creationId xmlns:p14="http://schemas.microsoft.com/office/powerpoint/2010/main" val="111351443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0" name="object-1">
            <a:extLst>
              <a:ext uri="{FF2B5EF4-FFF2-40B4-BE49-F238E27FC236}">
                <a16:creationId xmlns:a16="http://schemas.microsoft.com/office/drawing/2014/main" id="{1CED6F57-DA48-4B4E-A054-D53B3385200B}"/>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I do</a:t>
            </a:r>
          </a:p>
        </p:txBody>
      </p:sp>
      <p:sp>
        <p:nvSpPr>
          <p:cNvPr id="2" name="object-2">
            <a:extLst>
              <a:ext uri="{FF2B5EF4-FFF2-40B4-BE49-F238E27FC236}">
                <a16:creationId xmlns:a16="http://schemas.microsoft.com/office/drawing/2014/main" id="{4C5191C7-DD7B-4BB2-A07D-5865FDD5239D}"/>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Find every factor pair of 72.</a:t>
            </a:r>
          </a:p>
        </p:txBody>
      </p:sp>
      <p:sp>
        <p:nvSpPr>
          <p:cNvPr id="3" name="object-3">
            <a:extLst>
              <a:ext uri="{FF2B5EF4-FFF2-40B4-BE49-F238E27FC236}">
                <a16:creationId xmlns:a16="http://schemas.microsoft.com/office/drawing/2014/main" id="{9CF9A190-8A91-4975-AAA5-8700539855A2}"/>
              </a:ext>
            </a:extLst>
          </p:cNvPr>
          <p:cNvSpPr>
            <a:spLocks noGrp="1"/>
          </p:cNvSpPr>
          <p:nvPr/>
        </p:nvSpPr>
        <p:spPr>
          <a:xfrm>
            <a:off x="654844" y="8012906"/>
            <a:ext cx="13930313" cy="11906"/>
          </a:xfrm>
          <a:prstGeom prst="rect">
            <a:avLst/>
          </a:prstGeom>
          <a:solidFill>
            <a:srgbClr val="BCD0EA"/>
          </a:solidFill>
          <a:ln w="0">
            <a:noFill/>
          </a:ln>
        </p:spPr>
      </p:sp>
      <p:sp>
        <p:nvSpPr>
          <p:cNvPr id="4" name="object-4">
            <a:extLst>
              <a:ext uri="{FF2B5EF4-FFF2-40B4-BE49-F238E27FC236}">
                <a16:creationId xmlns:a16="http://schemas.microsoft.com/office/drawing/2014/main" id="{7A2685FA-E614-4227-8AB3-91969B938980}"/>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Find factor pairs systematically</a:t>
            </a:r>
          </a:p>
        </p:txBody>
      </p:sp>
      <p:sp>
        <p:nvSpPr>
          <p:cNvPr id="5" name="object-5">
            <a:extLst>
              <a:ext uri="{FF2B5EF4-FFF2-40B4-BE49-F238E27FC236}">
                <a16:creationId xmlns:a16="http://schemas.microsoft.com/office/drawing/2014/main" id="{DF3B9C14-1453-4BE8-A76F-E63453A394BC}"/>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2</a:t>
            </a:r>
          </a:p>
        </p:txBody>
      </p:sp>
      <p:sp>
        <p:nvSpPr>
          <p:cNvPr id="6" name="object-6">
            <a:extLst>
              <a:ext uri="{FF2B5EF4-FFF2-40B4-BE49-F238E27FC236}">
                <a16:creationId xmlns:a16="http://schemas.microsoft.com/office/drawing/2014/main" id="{B5CB4ABE-E349-4F76-8F46-07F23D5BA84C}"/>
              </a:ext>
            </a:extLst>
          </p:cNvPr>
          <p:cNvSpPr>
            <a:spLocks noGrp="1"/>
          </p:cNvSpPr>
          <p:nvPr/>
        </p:nvSpPr>
        <p:spPr>
          <a:xfrm>
            <a:off x="2857500" y="2917031"/>
            <a:ext cx="2143125" cy="523875"/>
          </a:xfrm>
          <a:prstGeom prst="rect">
            <a:avLst/>
          </a:prstGeom>
          <a:noFill/>
          <a:ln w="0">
            <a:noFill/>
          </a:ln>
        </p:spPr>
        <p:txBody>
          <a:bodyPr anchor="ctr">
            <a:noAutofit/>
          </a:bodyPr>
          <a:lstStyle/>
          <a:p>
            <a:pPr algn="ctr">
              <a:defRPr sz="2813" b="1">
                <a:solidFill>
                  <a:srgbClr val="1D4ED8"/>
                </a:solidFill>
                <a:latin typeface="Arial"/>
                <a:ea typeface="Arial"/>
                <a:cs typeface="Arial"/>
              </a:defRPr>
            </a:pPr>
            <a:r>
              <a:rPr sz="2813" b="1">
                <a:solidFill>
                  <a:srgbClr val="1D4ED8"/>
                </a:solidFill>
                <a:latin typeface="Arial"/>
                <a:ea typeface="Arial"/>
                <a:cs typeface="Arial"/>
              </a:rPr>
              <a:t>1</a:t>
            </a:r>
          </a:p>
        </p:txBody>
      </p:sp>
      <p:sp>
        <p:nvSpPr>
          <p:cNvPr id="7" name="object-7">
            <a:extLst>
              <a:ext uri="{FF2B5EF4-FFF2-40B4-BE49-F238E27FC236}">
                <a16:creationId xmlns:a16="http://schemas.microsoft.com/office/drawing/2014/main" id="{66EAA574-5FD5-4F9E-A54B-200288011F85}"/>
              </a:ext>
            </a:extLst>
          </p:cNvPr>
          <p:cNvSpPr>
            <a:spLocks noGrp="1"/>
          </p:cNvSpPr>
          <p:nvPr/>
        </p:nvSpPr>
        <p:spPr>
          <a:xfrm>
            <a:off x="5595938" y="2917031"/>
            <a:ext cx="714375" cy="523875"/>
          </a:xfrm>
          <a:prstGeom prst="rect">
            <a:avLst/>
          </a:prstGeom>
          <a:noFill/>
          <a:ln w="0">
            <a:noFill/>
          </a:ln>
        </p:spPr>
        <p:txBody>
          <a:bodyPr anchor="ctr">
            <a:noAutofit/>
          </a:bodyPr>
          <a:lstStyle/>
          <a:p>
            <a:pPr algn="l">
              <a:defRPr sz="2813" b="0">
                <a:solidFill>
                  <a:srgbClr val="172B4D"/>
                </a:solidFill>
                <a:latin typeface="Arial"/>
                <a:ea typeface="Arial"/>
                <a:cs typeface="Arial"/>
              </a:defRPr>
            </a:pPr>
            <a:r>
              <a:rPr sz="2813" b="0">
                <a:solidFill>
                  <a:srgbClr val="172B4D"/>
                </a:solidFill>
                <a:latin typeface="Arial"/>
                <a:ea typeface="Arial"/>
                <a:cs typeface="Arial"/>
              </a:rPr>
              <a:t>×</a:t>
            </a:r>
          </a:p>
        </p:txBody>
      </p:sp>
      <p:sp>
        <p:nvSpPr>
          <p:cNvPr id="8" name="object-8">
            <a:extLst>
              <a:ext uri="{FF2B5EF4-FFF2-40B4-BE49-F238E27FC236}">
                <a16:creationId xmlns:a16="http://schemas.microsoft.com/office/drawing/2014/main" id="{1B9C98F4-FD5C-4F88-92EB-E88983B139EA}"/>
              </a:ext>
            </a:extLst>
          </p:cNvPr>
          <p:cNvSpPr>
            <a:spLocks noGrp="1"/>
          </p:cNvSpPr>
          <p:nvPr/>
        </p:nvSpPr>
        <p:spPr>
          <a:xfrm>
            <a:off x="6905625" y="2917031"/>
            <a:ext cx="2143125" cy="523875"/>
          </a:xfrm>
          <a:prstGeom prst="rect">
            <a:avLst/>
          </a:prstGeom>
          <a:noFill/>
          <a:ln w="0">
            <a:noFill/>
          </a:ln>
        </p:spPr>
        <p:txBody>
          <a:bodyPr anchor="ctr">
            <a:noAutofit/>
          </a:bodyPr>
          <a:lstStyle/>
          <a:p>
            <a:pPr algn="ctr">
              <a:defRPr sz="2813" b="1">
                <a:solidFill>
                  <a:srgbClr val="1D4ED8"/>
                </a:solidFill>
                <a:latin typeface="Arial"/>
                <a:ea typeface="Arial"/>
                <a:cs typeface="Arial"/>
              </a:defRPr>
            </a:pPr>
            <a:r>
              <a:rPr sz="2813" b="1">
                <a:solidFill>
                  <a:srgbClr val="1D4ED8"/>
                </a:solidFill>
                <a:latin typeface="Arial"/>
                <a:ea typeface="Arial"/>
                <a:cs typeface="Arial"/>
              </a:rPr>
              <a:t>72</a:t>
            </a:r>
          </a:p>
        </p:txBody>
      </p:sp>
      <p:sp>
        <p:nvSpPr>
          <p:cNvPr id="9" name="object-9">
            <a:extLst>
              <a:ext uri="{FF2B5EF4-FFF2-40B4-BE49-F238E27FC236}">
                <a16:creationId xmlns:a16="http://schemas.microsoft.com/office/drawing/2014/main" id="{319C4080-4F08-41D3-B447-C9C32BC24AF8}"/>
              </a:ext>
            </a:extLst>
          </p:cNvPr>
          <p:cNvSpPr>
            <a:spLocks noGrp="1"/>
          </p:cNvSpPr>
          <p:nvPr/>
        </p:nvSpPr>
        <p:spPr>
          <a:xfrm>
            <a:off x="10060781" y="2917031"/>
            <a:ext cx="2024063" cy="523875"/>
          </a:xfrm>
          <a:prstGeom prst="rect">
            <a:avLst/>
          </a:prstGeom>
          <a:noFill/>
          <a:ln w="0">
            <a:noFill/>
          </a:ln>
        </p:spPr>
        <p:txBody>
          <a:bodyPr anchor="ctr">
            <a:noAutofit/>
          </a:bodyPr>
          <a:lstStyle/>
          <a:p>
            <a:pPr algn="l">
              <a:defRPr sz="2813" b="1">
                <a:solidFill>
                  <a:srgbClr val="11745A"/>
                </a:solidFill>
                <a:latin typeface="Arial"/>
                <a:ea typeface="Arial"/>
                <a:cs typeface="Arial"/>
              </a:defRPr>
            </a:pPr>
            <a:r>
              <a:rPr sz="2813" b="1">
                <a:solidFill>
                  <a:srgbClr val="11745A"/>
                </a:solidFill>
                <a:latin typeface="Arial"/>
                <a:ea typeface="Arial"/>
                <a:cs typeface="Arial"/>
              </a:rPr>
              <a:t>= 72</a:t>
            </a:r>
          </a:p>
        </p:txBody>
      </p:sp>
      <p:sp>
        <p:nvSpPr>
          <p:cNvPr id="10" name="object-10">
            <a:extLst>
              <a:ext uri="{FF2B5EF4-FFF2-40B4-BE49-F238E27FC236}">
                <a16:creationId xmlns:a16="http://schemas.microsoft.com/office/drawing/2014/main" id="{1EBC9BD4-5CEB-42AA-AC16-E4586440E9E8}"/>
              </a:ext>
            </a:extLst>
          </p:cNvPr>
          <p:cNvSpPr>
            <a:spLocks noGrp="1"/>
          </p:cNvSpPr>
          <p:nvPr/>
        </p:nvSpPr>
        <p:spPr>
          <a:xfrm>
            <a:off x="2857500" y="3536156"/>
            <a:ext cx="2143125" cy="523875"/>
          </a:xfrm>
          <a:prstGeom prst="rect">
            <a:avLst/>
          </a:prstGeom>
          <a:noFill/>
          <a:ln w="0">
            <a:noFill/>
          </a:ln>
        </p:spPr>
        <p:txBody>
          <a:bodyPr anchor="ctr">
            <a:noAutofit/>
          </a:bodyPr>
          <a:lstStyle/>
          <a:p>
            <a:pPr algn="ctr">
              <a:defRPr sz="2813" b="1">
                <a:solidFill>
                  <a:srgbClr val="1D4ED8"/>
                </a:solidFill>
                <a:latin typeface="Arial"/>
                <a:ea typeface="Arial"/>
                <a:cs typeface="Arial"/>
              </a:defRPr>
            </a:pPr>
            <a:r>
              <a:rPr sz="2813" b="1">
                <a:solidFill>
                  <a:srgbClr val="1D4ED8"/>
                </a:solidFill>
                <a:latin typeface="Arial"/>
                <a:ea typeface="Arial"/>
                <a:cs typeface="Arial"/>
              </a:rPr>
              <a:t>2</a:t>
            </a:r>
          </a:p>
        </p:txBody>
      </p:sp>
      <p:sp>
        <p:nvSpPr>
          <p:cNvPr id="11" name="object-11">
            <a:extLst>
              <a:ext uri="{FF2B5EF4-FFF2-40B4-BE49-F238E27FC236}">
                <a16:creationId xmlns:a16="http://schemas.microsoft.com/office/drawing/2014/main" id="{601B919C-D2F3-4FA4-958E-1FD2BE9E9000}"/>
              </a:ext>
            </a:extLst>
          </p:cNvPr>
          <p:cNvSpPr>
            <a:spLocks noGrp="1"/>
          </p:cNvSpPr>
          <p:nvPr/>
        </p:nvSpPr>
        <p:spPr>
          <a:xfrm>
            <a:off x="5595938" y="3536156"/>
            <a:ext cx="714375" cy="523875"/>
          </a:xfrm>
          <a:prstGeom prst="rect">
            <a:avLst/>
          </a:prstGeom>
          <a:noFill/>
          <a:ln w="0">
            <a:noFill/>
          </a:ln>
        </p:spPr>
        <p:txBody>
          <a:bodyPr anchor="ctr">
            <a:noAutofit/>
          </a:bodyPr>
          <a:lstStyle/>
          <a:p>
            <a:pPr algn="l">
              <a:defRPr sz="2813" b="0">
                <a:solidFill>
                  <a:srgbClr val="172B4D"/>
                </a:solidFill>
                <a:latin typeface="Arial"/>
                <a:ea typeface="Arial"/>
                <a:cs typeface="Arial"/>
              </a:defRPr>
            </a:pPr>
            <a:r>
              <a:rPr sz="2813" b="0">
                <a:solidFill>
                  <a:srgbClr val="172B4D"/>
                </a:solidFill>
                <a:latin typeface="Arial"/>
                <a:ea typeface="Arial"/>
                <a:cs typeface="Arial"/>
              </a:rPr>
              <a:t>×</a:t>
            </a:r>
          </a:p>
        </p:txBody>
      </p:sp>
      <p:sp>
        <p:nvSpPr>
          <p:cNvPr id="12" name="object-12">
            <a:extLst>
              <a:ext uri="{FF2B5EF4-FFF2-40B4-BE49-F238E27FC236}">
                <a16:creationId xmlns:a16="http://schemas.microsoft.com/office/drawing/2014/main" id="{81B603F3-5387-4D6D-A1CC-44F666AF99B2}"/>
              </a:ext>
            </a:extLst>
          </p:cNvPr>
          <p:cNvSpPr>
            <a:spLocks noGrp="1"/>
          </p:cNvSpPr>
          <p:nvPr/>
        </p:nvSpPr>
        <p:spPr>
          <a:xfrm>
            <a:off x="6905625" y="3536156"/>
            <a:ext cx="2143125" cy="523875"/>
          </a:xfrm>
          <a:prstGeom prst="rect">
            <a:avLst/>
          </a:prstGeom>
          <a:noFill/>
          <a:ln w="0">
            <a:noFill/>
          </a:ln>
        </p:spPr>
        <p:txBody>
          <a:bodyPr anchor="ctr">
            <a:noAutofit/>
          </a:bodyPr>
          <a:lstStyle/>
          <a:p>
            <a:pPr algn="ctr">
              <a:defRPr sz="2813" b="1">
                <a:solidFill>
                  <a:srgbClr val="1D4ED8"/>
                </a:solidFill>
                <a:latin typeface="Arial"/>
                <a:ea typeface="Arial"/>
                <a:cs typeface="Arial"/>
              </a:defRPr>
            </a:pPr>
            <a:r>
              <a:rPr sz="2813" b="1">
                <a:solidFill>
                  <a:srgbClr val="1D4ED8"/>
                </a:solidFill>
                <a:latin typeface="Arial"/>
                <a:ea typeface="Arial"/>
                <a:cs typeface="Arial"/>
              </a:rPr>
              <a:t>36</a:t>
            </a:r>
          </a:p>
        </p:txBody>
      </p:sp>
      <p:sp>
        <p:nvSpPr>
          <p:cNvPr id="13" name="object-13">
            <a:extLst>
              <a:ext uri="{FF2B5EF4-FFF2-40B4-BE49-F238E27FC236}">
                <a16:creationId xmlns:a16="http://schemas.microsoft.com/office/drawing/2014/main" id="{AB3A5BD4-E724-43E8-8B84-FD58CCDF2825}"/>
              </a:ext>
            </a:extLst>
          </p:cNvPr>
          <p:cNvSpPr>
            <a:spLocks noGrp="1"/>
          </p:cNvSpPr>
          <p:nvPr/>
        </p:nvSpPr>
        <p:spPr>
          <a:xfrm>
            <a:off x="10060781" y="3536156"/>
            <a:ext cx="2024063" cy="523875"/>
          </a:xfrm>
          <a:prstGeom prst="rect">
            <a:avLst/>
          </a:prstGeom>
          <a:noFill/>
          <a:ln w="0">
            <a:noFill/>
          </a:ln>
        </p:spPr>
        <p:txBody>
          <a:bodyPr anchor="ctr">
            <a:noAutofit/>
          </a:bodyPr>
          <a:lstStyle/>
          <a:p>
            <a:pPr algn="l">
              <a:defRPr sz="2813" b="1">
                <a:solidFill>
                  <a:srgbClr val="11745A"/>
                </a:solidFill>
                <a:latin typeface="Arial"/>
                <a:ea typeface="Arial"/>
                <a:cs typeface="Arial"/>
              </a:defRPr>
            </a:pPr>
            <a:r>
              <a:rPr sz="2813" b="1">
                <a:solidFill>
                  <a:srgbClr val="11745A"/>
                </a:solidFill>
                <a:latin typeface="Arial"/>
                <a:ea typeface="Arial"/>
                <a:cs typeface="Arial"/>
              </a:rPr>
              <a:t>= 72</a:t>
            </a:r>
          </a:p>
        </p:txBody>
      </p:sp>
      <p:sp>
        <p:nvSpPr>
          <p:cNvPr id="14" name="object-14">
            <a:extLst>
              <a:ext uri="{FF2B5EF4-FFF2-40B4-BE49-F238E27FC236}">
                <a16:creationId xmlns:a16="http://schemas.microsoft.com/office/drawing/2014/main" id="{804B580C-ED9F-49C9-ACAF-7F7A67B13E72}"/>
              </a:ext>
            </a:extLst>
          </p:cNvPr>
          <p:cNvSpPr>
            <a:spLocks noGrp="1"/>
          </p:cNvSpPr>
          <p:nvPr/>
        </p:nvSpPr>
        <p:spPr>
          <a:xfrm>
            <a:off x="2857500" y="4155281"/>
            <a:ext cx="2143125" cy="523875"/>
          </a:xfrm>
          <a:prstGeom prst="rect">
            <a:avLst/>
          </a:prstGeom>
          <a:noFill/>
          <a:ln w="0">
            <a:noFill/>
          </a:ln>
        </p:spPr>
        <p:txBody>
          <a:bodyPr anchor="ctr">
            <a:noAutofit/>
          </a:bodyPr>
          <a:lstStyle/>
          <a:p>
            <a:pPr algn="ctr">
              <a:defRPr sz="2813" b="1">
                <a:solidFill>
                  <a:srgbClr val="1D4ED8"/>
                </a:solidFill>
                <a:latin typeface="Arial"/>
                <a:ea typeface="Arial"/>
                <a:cs typeface="Arial"/>
              </a:defRPr>
            </a:pPr>
            <a:r>
              <a:rPr sz="2813" b="1">
                <a:solidFill>
                  <a:srgbClr val="1D4ED8"/>
                </a:solidFill>
                <a:latin typeface="Arial"/>
                <a:ea typeface="Arial"/>
                <a:cs typeface="Arial"/>
              </a:rPr>
              <a:t>3</a:t>
            </a:r>
          </a:p>
        </p:txBody>
      </p:sp>
      <p:sp>
        <p:nvSpPr>
          <p:cNvPr id="15" name="object-15">
            <a:extLst>
              <a:ext uri="{FF2B5EF4-FFF2-40B4-BE49-F238E27FC236}">
                <a16:creationId xmlns:a16="http://schemas.microsoft.com/office/drawing/2014/main" id="{A5BBFFB4-10BB-4DD5-9D67-D6E1E762C500}"/>
              </a:ext>
            </a:extLst>
          </p:cNvPr>
          <p:cNvSpPr>
            <a:spLocks noGrp="1"/>
          </p:cNvSpPr>
          <p:nvPr/>
        </p:nvSpPr>
        <p:spPr>
          <a:xfrm>
            <a:off x="5595938" y="4155281"/>
            <a:ext cx="714375" cy="523875"/>
          </a:xfrm>
          <a:prstGeom prst="rect">
            <a:avLst/>
          </a:prstGeom>
          <a:noFill/>
          <a:ln w="0">
            <a:noFill/>
          </a:ln>
        </p:spPr>
        <p:txBody>
          <a:bodyPr anchor="ctr">
            <a:noAutofit/>
          </a:bodyPr>
          <a:lstStyle/>
          <a:p>
            <a:pPr algn="l">
              <a:defRPr sz="2813" b="0">
                <a:solidFill>
                  <a:srgbClr val="172B4D"/>
                </a:solidFill>
                <a:latin typeface="Arial"/>
                <a:ea typeface="Arial"/>
                <a:cs typeface="Arial"/>
              </a:defRPr>
            </a:pPr>
            <a:r>
              <a:rPr sz="2813" b="0">
                <a:solidFill>
                  <a:srgbClr val="172B4D"/>
                </a:solidFill>
                <a:latin typeface="Arial"/>
                <a:ea typeface="Arial"/>
                <a:cs typeface="Arial"/>
              </a:rPr>
              <a:t>×</a:t>
            </a:r>
          </a:p>
        </p:txBody>
      </p:sp>
      <p:sp>
        <p:nvSpPr>
          <p:cNvPr id="16" name="object-16">
            <a:extLst>
              <a:ext uri="{FF2B5EF4-FFF2-40B4-BE49-F238E27FC236}">
                <a16:creationId xmlns:a16="http://schemas.microsoft.com/office/drawing/2014/main" id="{45F5EF45-46FF-45D3-8A40-B3E508273031}"/>
              </a:ext>
            </a:extLst>
          </p:cNvPr>
          <p:cNvSpPr>
            <a:spLocks noGrp="1"/>
          </p:cNvSpPr>
          <p:nvPr/>
        </p:nvSpPr>
        <p:spPr>
          <a:xfrm>
            <a:off x="6905625" y="4155281"/>
            <a:ext cx="2143125" cy="523875"/>
          </a:xfrm>
          <a:prstGeom prst="rect">
            <a:avLst/>
          </a:prstGeom>
          <a:noFill/>
          <a:ln w="0">
            <a:noFill/>
          </a:ln>
        </p:spPr>
        <p:txBody>
          <a:bodyPr anchor="ctr">
            <a:noAutofit/>
          </a:bodyPr>
          <a:lstStyle/>
          <a:p>
            <a:pPr algn="ctr">
              <a:defRPr sz="2813" b="1">
                <a:solidFill>
                  <a:srgbClr val="1D4ED8"/>
                </a:solidFill>
                <a:latin typeface="Arial"/>
                <a:ea typeface="Arial"/>
                <a:cs typeface="Arial"/>
              </a:defRPr>
            </a:pPr>
            <a:r>
              <a:rPr sz="2813" b="1">
                <a:solidFill>
                  <a:srgbClr val="1D4ED8"/>
                </a:solidFill>
                <a:latin typeface="Arial"/>
                <a:ea typeface="Arial"/>
                <a:cs typeface="Arial"/>
              </a:rPr>
              <a:t>24</a:t>
            </a:r>
          </a:p>
        </p:txBody>
      </p:sp>
      <p:sp>
        <p:nvSpPr>
          <p:cNvPr id="17" name="object-17">
            <a:extLst>
              <a:ext uri="{FF2B5EF4-FFF2-40B4-BE49-F238E27FC236}">
                <a16:creationId xmlns:a16="http://schemas.microsoft.com/office/drawing/2014/main" id="{C7C0C2FC-D7DB-4188-B41E-9AE91B878D6E}"/>
              </a:ext>
            </a:extLst>
          </p:cNvPr>
          <p:cNvSpPr>
            <a:spLocks noGrp="1"/>
          </p:cNvSpPr>
          <p:nvPr/>
        </p:nvSpPr>
        <p:spPr>
          <a:xfrm>
            <a:off x="10060781" y="4155281"/>
            <a:ext cx="2024063" cy="523875"/>
          </a:xfrm>
          <a:prstGeom prst="rect">
            <a:avLst/>
          </a:prstGeom>
          <a:noFill/>
          <a:ln w="0">
            <a:noFill/>
          </a:ln>
        </p:spPr>
        <p:txBody>
          <a:bodyPr anchor="ctr">
            <a:noAutofit/>
          </a:bodyPr>
          <a:lstStyle/>
          <a:p>
            <a:pPr algn="l">
              <a:defRPr sz="2813" b="1">
                <a:solidFill>
                  <a:srgbClr val="11745A"/>
                </a:solidFill>
                <a:latin typeface="Arial"/>
                <a:ea typeface="Arial"/>
                <a:cs typeface="Arial"/>
              </a:defRPr>
            </a:pPr>
            <a:r>
              <a:rPr sz="2813" b="1">
                <a:solidFill>
                  <a:srgbClr val="11745A"/>
                </a:solidFill>
                <a:latin typeface="Arial"/>
                <a:ea typeface="Arial"/>
                <a:cs typeface="Arial"/>
              </a:rPr>
              <a:t>= 72</a:t>
            </a:r>
          </a:p>
        </p:txBody>
      </p:sp>
      <p:sp>
        <p:nvSpPr>
          <p:cNvPr id="18" name="object-18">
            <a:extLst>
              <a:ext uri="{FF2B5EF4-FFF2-40B4-BE49-F238E27FC236}">
                <a16:creationId xmlns:a16="http://schemas.microsoft.com/office/drawing/2014/main" id="{F080B533-125C-4CCF-B83B-348AEF7197B8}"/>
              </a:ext>
            </a:extLst>
          </p:cNvPr>
          <p:cNvSpPr>
            <a:spLocks noGrp="1"/>
          </p:cNvSpPr>
          <p:nvPr/>
        </p:nvSpPr>
        <p:spPr>
          <a:xfrm>
            <a:off x="2857500" y="4774406"/>
            <a:ext cx="2143125" cy="523875"/>
          </a:xfrm>
          <a:prstGeom prst="rect">
            <a:avLst/>
          </a:prstGeom>
          <a:noFill/>
          <a:ln w="0">
            <a:noFill/>
          </a:ln>
        </p:spPr>
        <p:txBody>
          <a:bodyPr anchor="ctr">
            <a:noAutofit/>
          </a:bodyPr>
          <a:lstStyle/>
          <a:p>
            <a:pPr algn="ctr">
              <a:defRPr sz="2813" b="1">
                <a:solidFill>
                  <a:srgbClr val="1D4ED8"/>
                </a:solidFill>
                <a:latin typeface="Arial"/>
                <a:ea typeface="Arial"/>
                <a:cs typeface="Arial"/>
              </a:defRPr>
            </a:pPr>
            <a:r>
              <a:rPr sz="2813" b="1">
                <a:solidFill>
                  <a:srgbClr val="1D4ED8"/>
                </a:solidFill>
                <a:latin typeface="Arial"/>
                <a:ea typeface="Arial"/>
                <a:cs typeface="Arial"/>
              </a:rPr>
              <a:t>4</a:t>
            </a:r>
          </a:p>
        </p:txBody>
      </p:sp>
      <p:sp>
        <p:nvSpPr>
          <p:cNvPr id="19" name="object-19">
            <a:extLst>
              <a:ext uri="{FF2B5EF4-FFF2-40B4-BE49-F238E27FC236}">
                <a16:creationId xmlns:a16="http://schemas.microsoft.com/office/drawing/2014/main" id="{870ADDC2-87B1-4D2C-BD1F-91DB76F6FFBC}"/>
              </a:ext>
            </a:extLst>
          </p:cNvPr>
          <p:cNvSpPr>
            <a:spLocks noGrp="1"/>
          </p:cNvSpPr>
          <p:nvPr/>
        </p:nvSpPr>
        <p:spPr>
          <a:xfrm>
            <a:off x="5595938" y="4774406"/>
            <a:ext cx="714375" cy="523875"/>
          </a:xfrm>
          <a:prstGeom prst="rect">
            <a:avLst/>
          </a:prstGeom>
          <a:noFill/>
          <a:ln w="0">
            <a:noFill/>
          </a:ln>
        </p:spPr>
        <p:txBody>
          <a:bodyPr anchor="ctr">
            <a:noAutofit/>
          </a:bodyPr>
          <a:lstStyle/>
          <a:p>
            <a:pPr algn="l">
              <a:defRPr sz="2813" b="0">
                <a:solidFill>
                  <a:srgbClr val="172B4D"/>
                </a:solidFill>
                <a:latin typeface="Arial"/>
                <a:ea typeface="Arial"/>
                <a:cs typeface="Arial"/>
              </a:defRPr>
            </a:pPr>
            <a:r>
              <a:rPr sz="2813" b="0">
                <a:solidFill>
                  <a:srgbClr val="172B4D"/>
                </a:solidFill>
                <a:latin typeface="Arial"/>
                <a:ea typeface="Arial"/>
                <a:cs typeface="Arial"/>
              </a:rPr>
              <a:t>×</a:t>
            </a:r>
          </a:p>
        </p:txBody>
      </p:sp>
      <p:sp>
        <p:nvSpPr>
          <p:cNvPr id="20" name="object-20">
            <a:extLst>
              <a:ext uri="{FF2B5EF4-FFF2-40B4-BE49-F238E27FC236}">
                <a16:creationId xmlns:a16="http://schemas.microsoft.com/office/drawing/2014/main" id="{8AA674BB-7705-4411-94CF-07F2D0E42550}"/>
              </a:ext>
            </a:extLst>
          </p:cNvPr>
          <p:cNvSpPr>
            <a:spLocks noGrp="1"/>
          </p:cNvSpPr>
          <p:nvPr/>
        </p:nvSpPr>
        <p:spPr>
          <a:xfrm>
            <a:off x="6905625" y="4774406"/>
            <a:ext cx="2143125" cy="523875"/>
          </a:xfrm>
          <a:prstGeom prst="rect">
            <a:avLst/>
          </a:prstGeom>
          <a:noFill/>
          <a:ln w="0">
            <a:noFill/>
          </a:ln>
        </p:spPr>
        <p:txBody>
          <a:bodyPr anchor="ctr">
            <a:noAutofit/>
          </a:bodyPr>
          <a:lstStyle/>
          <a:p>
            <a:pPr algn="ctr">
              <a:defRPr sz="2813" b="1">
                <a:solidFill>
                  <a:srgbClr val="1D4ED8"/>
                </a:solidFill>
                <a:latin typeface="Arial"/>
                <a:ea typeface="Arial"/>
                <a:cs typeface="Arial"/>
              </a:defRPr>
            </a:pPr>
            <a:r>
              <a:rPr sz="2813" b="1">
                <a:solidFill>
                  <a:srgbClr val="1D4ED8"/>
                </a:solidFill>
                <a:latin typeface="Arial"/>
                <a:ea typeface="Arial"/>
                <a:cs typeface="Arial"/>
              </a:rPr>
              <a:t>18</a:t>
            </a:r>
          </a:p>
        </p:txBody>
      </p:sp>
      <p:sp>
        <p:nvSpPr>
          <p:cNvPr id="21" name="object-21">
            <a:extLst>
              <a:ext uri="{FF2B5EF4-FFF2-40B4-BE49-F238E27FC236}">
                <a16:creationId xmlns:a16="http://schemas.microsoft.com/office/drawing/2014/main" id="{2E9263FE-DFB2-469B-AE4C-0153AC58B548}"/>
              </a:ext>
            </a:extLst>
          </p:cNvPr>
          <p:cNvSpPr>
            <a:spLocks noGrp="1"/>
          </p:cNvSpPr>
          <p:nvPr/>
        </p:nvSpPr>
        <p:spPr>
          <a:xfrm>
            <a:off x="10060781" y="4774406"/>
            <a:ext cx="2024063" cy="523875"/>
          </a:xfrm>
          <a:prstGeom prst="rect">
            <a:avLst/>
          </a:prstGeom>
          <a:noFill/>
          <a:ln w="0">
            <a:noFill/>
          </a:ln>
        </p:spPr>
        <p:txBody>
          <a:bodyPr anchor="ctr">
            <a:noAutofit/>
          </a:bodyPr>
          <a:lstStyle/>
          <a:p>
            <a:pPr algn="l">
              <a:defRPr sz="2813" b="1">
                <a:solidFill>
                  <a:srgbClr val="11745A"/>
                </a:solidFill>
                <a:latin typeface="Arial"/>
                <a:ea typeface="Arial"/>
                <a:cs typeface="Arial"/>
              </a:defRPr>
            </a:pPr>
            <a:r>
              <a:rPr sz="2813" b="1">
                <a:solidFill>
                  <a:srgbClr val="11745A"/>
                </a:solidFill>
                <a:latin typeface="Arial"/>
                <a:ea typeface="Arial"/>
                <a:cs typeface="Arial"/>
              </a:rPr>
              <a:t>= 72</a:t>
            </a:r>
          </a:p>
        </p:txBody>
      </p:sp>
      <p:sp>
        <p:nvSpPr>
          <p:cNvPr id="22" name="object-22">
            <a:extLst>
              <a:ext uri="{FF2B5EF4-FFF2-40B4-BE49-F238E27FC236}">
                <a16:creationId xmlns:a16="http://schemas.microsoft.com/office/drawing/2014/main" id="{510AFDA0-736E-4A1C-AAEC-6B24455D6C31}"/>
              </a:ext>
            </a:extLst>
          </p:cNvPr>
          <p:cNvSpPr>
            <a:spLocks noGrp="1"/>
          </p:cNvSpPr>
          <p:nvPr/>
        </p:nvSpPr>
        <p:spPr>
          <a:xfrm>
            <a:off x="2857500" y="5393531"/>
            <a:ext cx="2143125" cy="523875"/>
          </a:xfrm>
          <a:prstGeom prst="rect">
            <a:avLst/>
          </a:prstGeom>
          <a:noFill/>
          <a:ln w="0">
            <a:noFill/>
          </a:ln>
        </p:spPr>
        <p:txBody>
          <a:bodyPr anchor="ctr">
            <a:noAutofit/>
          </a:bodyPr>
          <a:lstStyle/>
          <a:p>
            <a:pPr algn="ctr">
              <a:defRPr sz="2813" b="1">
                <a:solidFill>
                  <a:srgbClr val="1D4ED8"/>
                </a:solidFill>
                <a:latin typeface="Arial"/>
                <a:ea typeface="Arial"/>
                <a:cs typeface="Arial"/>
              </a:defRPr>
            </a:pPr>
            <a:r>
              <a:rPr sz="2813" b="1">
                <a:solidFill>
                  <a:srgbClr val="1D4ED8"/>
                </a:solidFill>
                <a:latin typeface="Arial"/>
                <a:ea typeface="Arial"/>
                <a:cs typeface="Arial"/>
              </a:rPr>
              <a:t>6</a:t>
            </a:r>
          </a:p>
        </p:txBody>
      </p:sp>
      <p:sp>
        <p:nvSpPr>
          <p:cNvPr id="23" name="object-23">
            <a:extLst>
              <a:ext uri="{FF2B5EF4-FFF2-40B4-BE49-F238E27FC236}">
                <a16:creationId xmlns:a16="http://schemas.microsoft.com/office/drawing/2014/main" id="{04916A78-68AE-4477-90DD-72519D9D9894}"/>
              </a:ext>
            </a:extLst>
          </p:cNvPr>
          <p:cNvSpPr>
            <a:spLocks noGrp="1"/>
          </p:cNvSpPr>
          <p:nvPr/>
        </p:nvSpPr>
        <p:spPr>
          <a:xfrm>
            <a:off x="5595938" y="5393531"/>
            <a:ext cx="714375" cy="523875"/>
          </a:xfrm>
          <a:prstGeom prst="rect">
            <a:avLst/>
          </a:prstGeom>
          <a:noFill/>
          <a:ln w="0">
            <a:noFill/>
          </a:ln>
        </p:spPr>
        <p:txBody>
          <a:bodyPr anchor="ctr">
            <a:noAutofit/>
          </a:bodyPr>
          <a:lstStyle/>
          <a:p>
            <a:pPr algn="l">
              <a:defRPr sz="2813" b="0">
                <a:solidFill>
                  <a:srgbClr val="172B4D"/>
                </a:solidFill>
                <a:latin typeface="Arial"/>
                <a:ea typeface="Arial"/>
                <a:cs typeface="Arial"/>
              </a:defRPr>
            </a:pPr>
            <a:r>
              <a:rPr sz="2813" b="0">
                <a:solidFill>
                  <a:srgbClr val="172B4D"/>
                </a:solidFill>
                <a:latin typeface="Arial"/>
                <a:ea typeface="Arial"/>
                <a:cs typeface="Arial"/>
              </a:rPr>
              <a:t>×</a:t>
            </a:r>
          </a:p>
        </p:txBody>
      </p:sp>
      <p:sp>
        <p:nvSpPr>
          <p:cNvPr id="24" name="object-24">
            <a:extLst>
              <a:ext uri="{FF2B5EF4-FFF2-40B4-BE49-F238E27FC236}">
                <a16:creationId xmlns:a16="http://schemas.microsoft.com/office/drawing/2014/main" id="{4702A92E-5080-4AD3-A647-956B14693E9A}"/>
              </a:ext>
            </a:extLst>
          </p:cNvPr>
          <p:cNvSpPr>
            <a:spLocks noGrp="1"/>
          </p:cNvSpPr>
          <p:nvPr/>
        </p:nvSpPr>
        <p:spPr>
          <a:xfrm>
            <a:off x="6905625" y="5393531"/>
            <a:ext cx="2143125" cy="523875"/>
          </a:xfrm>
          <a:prstGeom prst="rect">
            <a:avLst/>
          </a:prstGeom>
          <a:noFill/>
          <a:ln w="0">
            <a:noFill/>
          </a:ln>
        </p:spPr>
        <p:txBody>
          <a:bodyPr anchor="ctr">
            <a:noAutofit/>
          </a:bodyPr>
          <a:lstStyle/>
          <a:p>
            <a:pPr algn="ctr">
              <a:defRPr sz="2813" b="1">
                <a:solidFill>
                  <a:srgbClr val="1D4ED8"/>
                </a:solidFill>
                <a:latin typeface="Arial"/>
                <a:ea typeface="Arial"/>
                <a:cs typeface="Arial"/>
              </a:defRPr>
            </a:pPr>
            <a:r>
              <a:rPr sz="2813" b="1">
                <a:solidFill>
                  <a:srgbClr val="1D4ED8"/>
                </a:solidFill>
                <a:latin typeface="Arial"/>
                <a:ea typeface="Arial"/>
                <a:cs typeface="Arial"/>
              </a:rPr>
              <a:t>12</a:t>
            </a:r>
          </a:p>
        </p:txBody>
      </p:sp>
      <p:sp>
        <p:nvSpPr>
          <p:cNvPr id="25" name="object-25">
            <a:extLst>
              <a:ext uri="{FF2B5EF4-FFF2-40B4-BE49-F238E27FC236}">
                <a16:creationId xmlns:a16="http://schemas.microsoft.com/office/drawing/2014/main" id="{DA7FAC6A-0254-4600-B6F6-9F15EC1A7546}"/>
              </a:ext>
            </a:extLst>
          </p:cNvPr>
          <p:cNvSpPr>
            <a:spLocks noGrp="1"/>
          </p:cNvSpPr>
          <p:nvPr/>
        </p:nvSpPr>
        <p:spPr>
          <a:xfrm>
            <a:off x="10060781" y="5393531"/>
            <a:ext cx="2024063" cy="523875"/>
          </a:xfrm>
          <a:prstGeom prst="rect">
            <a:avLst/>
          </a:prstGeom>
          <a:noFill/>
          <a:ln w="0">
            <a:noFill/>
          </a:ln>
        </p:spPr>
        <p:txBody>
          <a:bodyPr anchor="ctr">
            <a:noAutofit/>
          </a:bodyPr>
          <a:lstStyle/>
          <a:p>
            <a:pPr algn="l">
              <a:defRPr sz="2813" b="1">
                <a:solidFill>
                  <a:srgbClr val="11745A"/>
                </a:solidFill>
                <a:latin typeface="Arial"/>
                <a:ea typeface="Arial"/>
                <a:cs typeface="Arial"/>
              </a:defRPr>
            </a:pPr>
            <a:r>
              <a:rPr sz="2813" b="1">
                <a:solidFill>
                  <a:srgbClr val="11745A"/>
                </a:solidFill>
                <a:latin typeface="Arial"/>
                <a:ea typeface="Arial"/>
                <a:cs typeface="Arial"/>
              </a:rPr>
              <a:t>= 72</a:t>
            </a:r>
          </a:p>
        </p:txBody>
      </p:sp>
      <p:sp>
        <p:nvSpPr>
          <p:cNvPr id="26" name="object-26">
            <a:extLst>
              <a:ext uri="{FF2B5EF4-FFF2-40B4-BE49-F238E27FC236}">
                <a16:creationId xmlns:a16="http://schemas.microsoft.com/office/drawing/2014/main" id="{7895D9B3-D29F-4680-B0EB-E773F09CCC2A}"/>
              </a:ext>
            </a:extLst>
          </p:cNvPr>
          <p:cNvSpPr>
            <a:spLocks noGrp="1"/>
          </p:cNvSpPr>
          <p:nvPr/>
        </p:nvSpPr>
        <p:spPr>
          <a:xfrm>
            <a:off x="2857500" y="6012656"/>
            <a:ext cx="2143125" cy="523875"/>
          </a:xfrm>
          <a:prstGeom prst="rect">
            <a:avLst/>
          </a:prstGeom>
          <a:noFill/>
          <a:ln w="0">
            <a:noFill/>
          </a:ln>
        </p:spPr>
        <p:txBody>
          <a:bodyPr anchor="ctr">
            <a:noAutofit/>
          </a:bodyPr>
          <a:lstStyle/>
          <a:p>
            <a:pPr algn="ctr">
              <a:defRPr sz="2813" b="1">
                <a:solidFill>
                  <a:srgbClr val="1D4ED8"/>
                </a:solidFill>
                <a:latin typeface="Arial"/>
                <a:ea typeface="Arial"/>
                <a:cs typeface="Arial"/>
              </a:defRPr>
            </a:pPr>
            <a:r>
              <a:rPr sz="2813" b="1">
                <a:solidFill>
                  <a:srgbClr val="1D4ED8"/>
                </a:solidFill>
                <a:latin typeface="Arial"/>
                <a:ea typeface="Arial"/>
                <a:cs typeface="Arial"/>
              </a:rPr>
              <a:t>8</a:t>
            </a:r>
          </a:p>
        </p:txBody>
      </p:sp>
      <p:sp>
        <p:nvSpPr>
          <p:cNvPr id="27" name="object-27">
            <a:extLst>
              <a:ext uri="{FF2B5EF4-FFF2-40B4-BE49-F238E27FC236}">
                <a16:creationId xmlns:a16="http://schemas.microsoft.com/office/drawing/2014/main" id="{7FBF5639-36F9-4BE8-B7E3-31C3A5098193}"/>
              </a:ext>
            </a:extLst>
          </p:cNvPr>
          <p:cNvSpPr>
            <a:spLocks noGrp="1"/>
          </p:cNvSpPr>
          <p:nvPr/>
        </p:nvSpPr>
        <p:spPr>
          <a:xfrm>
            <a:off x="5595938" y="6012656"/>
            <a:ext cx="714375" cy="523875"/>
          </a:xfrm>
          <a:prstGeom prst="rect">
            <a:avLst/>
          </a:prstGeom>
          <a:noFill/>
          <a:ln w="0">
            <a:noFill/>
          </a:ln>
        </p:spPr>
        <p:txBody>
          <a:bodyPr anchor="ctr">
            <a:noAutofit/>
          </a:bodyPr>
          <a:lstStyle/>
          <a:p>
            <a:pPr algn="l">
              <a:defRPr sz="2813" b="0">
                <a:solidFill>
                  <a:srgbClr val="172B4D"/>
                </a:solidFill>
                <a:latin typeface="Arial"/>
                <a:ea typeface="Arial"/>
                <a:cs typeface="Arial"/>
              </a:defRPr>
            </a:pPr>
            <a:r>
              <a:rPr sz="2813" b="0">
                <a:solidFill>
                  <a:srgbClr val="172B4D"/>
                </a:solidFill>
                <a:latin typeface="Arial"/>
                <a:ea typeface="Arial"/>
                <a:cs typeface="Arial"/>
              </a:rPr>
              <a:t>×</a:t>
            </a:r>
          </a:p>
        </p:txBody>
      </p:sp>
      <p:sp>
        <p:nvSpPr>
          <p:cNvPr id="28" name="object-28">
            <a:extLst>
              <a:ext uri="{FF2B5EF4-FFF2-40B4-BE49-F238E27FC236}">
                <a16:creationId xmlns:a16="http://schemas.microsoft.com/office/drawing/2014/main" id="{CF50F0F2-05BB-4304-B970-C703E65D901A}"/>
              </a:ext>
            </a:extLst>
          </p:cNvPr>
          <p:cNvSpPr>
            <a:spLocks noGrp="1"/>
          </p:cNvSpPr>
          <p:nvPr/>
        </p:nvSpPr>
        <p:spPr>
          <a:xfrm>
            <a:off x="6905625" y="6012656"/>
            <a:ext cx="2143125" cy="523875"/>
          </a:xfrm>
          <a:prstGeom prst="rect">
            <a:avLst/>
          </a:prstGeom>
          <a:noFill/>
          <a:ln w="0">
            <a:noFill/>
          </a:ln>
        </p:spPr>
        <p:txBody>
          <a:bodyPr anchor="ctr">
            <a:noAutofit/>
          </a:bodyPr>
          <a:lstStyle/>
          <a:p>
            <a:pPr algn="ctr">
              <a:defRPr sz="2813" b="1">
                <a:solidFill>
                  <a:srgbClr val="1D4ED8"/>
                </a:solidFill>
                <a:latin typeface="Arial"/>
                <a:ea typeface="Arial"/>
                <a:cs typeface="Arial"/>
              </a:defRPr>
            </a:pPr>
            <a:r>
              <a:rPr sz="2813" b="1">
                <a:solidFill>
                  <a:srgbClr val="1D4ED8"/>
                </a:solidFill>
                <a:latin typeface="Arial"/>
                <a:ea typeface="Arial"/>
                <a:cs typeface="Arial"/>
              </a:rPr>
              <a:t>9</a:t>
            </a:r>
          </a:p>
        </p:txBody>
      </p:sp>
      <p:sp>
        <p:nvSpPr>
          <p:cNvPr id="29" name="object-29">
            <a:extLst>
              <a:ext uri="{FF2B5EF4-FFF2-40B4-BE49-F238E27FC236}">
                <a16:creationId xmlns:a16="http://schemas.microsoft.com/office/drawing/2014/main" id="{0BE85E2A-9C04-462F-AAEC-CA5D07621E82}"/>
              </a:ext>
            </a:extLst>
          </p:cNvPr>
          <p:cNvSpPr>
            <a:spLocks noGrp="1"/>
          </p:cNvSpPr>
          <p:nvPr/>
        </p:nvSpPr>
        <p:spPr>
          <a:xfrm>
            <a:off x="10060781" y="6012656"/>
            <a:ext cx="2024063" cy="523875"/>
          </a:xfrm>
          <a:prstGeom prst="rect">
            <a:avLst/>
          </a:prstGeom>
          <a:noFill/>
          <a:ln w="0">
            <a:noFill/>
          </a:ln>
        </p:spPr>
        <p:txBody>
          <a:bodyPr anchor="ctr">
            <a:noAutofit/>
          </a:bodyPr>
          <a:lstStyle/>
          <a:p>
            <a:pPr algn="l">
              <a:defRPr sz="2813" b="1">
                <a:solidFill>
                  <a:srgbClr val="11745A"/>
                </a:solidFill>
                <a:latin typeface="Arial"/>
                <a:ea typeface="Arial"/>
                <a:cs typeface="Arial"/>
              </a:defRPr>
            </a:pPr>
            <a:r>
              <a:rPr sz="2813" b="1">
                <a:solidFill>
                  <a:srgbClr val="11745A"/>
                </a:solidFill>
                <a:latin typeface="Arial"/>
                <a:ea typeface="Arial"/>
                <a:cs typeface="Arial"/>
              </a:rPr>
              <a:t>= 72</a:t>
            </a:r>
          </a:p>
        </p:txBody>
      </p:sp>
    </p:spTree>
    <p:extLst>
      <p:ext uri="{BB962C8B-B14F-4D97-AF65-F5344CB8AC3E}">
        <p14:creationId xmlns:p14="http://schemas.microsoft.com/office/powerpoint/2010/main" val="7938569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1"/>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2"/>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4"/>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5"/>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6"/>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7"/>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18"/>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19"/>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0"/>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1"/>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22"/>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23"/>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24"/>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25"/>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grpId="0" nodeType="clickEffect">
                                  <p:stCondLst>
                                    <p:cond delay="0"/>
                                  </p:stCondLst>
                                  <p:childTnLst>
                                    <p:set>
                                      <p:cBhvr>
                                        <p:cTn id="56" dur="1" fill="hold">
                                          <p:stCondLst>
                                            <p:cond delay="0"/>
                                          </p:stCondLst>
                                        </p:cTn>
                                        <p:tgtEl>
                                          <p:spTgt spid="26"/>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27"/>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28"/>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2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9" grpId="0"/>
      <p:bldP spid="10" grpId="0"/>
      <p:bldP spid="11" grpId="0"/>
      <p:bldP spid="12" grpId="0"/>
      <p:bldP spid="13" grpId="0"/>
      <p:bldP spid="14" grpId="0"/>
      <p:bldP spid="15" grpId="0"/>
      <p:bldP spid="16" grpId="0"/>
      <p:bldP spid="17" grpId="0"/>
      <p:bldP spid="18" grpId="0"/>
      <p:bldP spid="19" grpId="0"/>
      <p:bldP spid="20" grpId="0"/>
      <p:bldP spid="21" grpId="0"/>
      <p:bldP spid="22" grpId="0"/>
      <p:bldP spid="23" grpId="0"/>
      <p:bldP spid="24" grpId="0"/>
      <p:bldP spid="25" grpId="0"/>
      <p:bldP spid="26" grpId="0"/>
      <p:bldP spid="27" grpId="0"/>
      <p:bldP spid="28" grpId="0"/>
      <p:bldP spid="29"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7" name="object-1">
            <a:extLst>
              <a:ext uri="{FF2B5EF4-FFF2-40B4-BE49-F238E27FC236}">
                <a16:creationId xmlns:a16="http://schemas.microsoft.com/office/drawing/2014/main" id="{C54B30C1-2E13-485C-B924-3BFF857D1D27}"/>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You do</a:t>
            </a:r>
          </a:p>
        </p:txBody>
      </p:sp>
      <p:sp>
        <p:nvSpPr>
          <p:cNvPr id="2" name="object-2">
            <a:extLst>
              <a:ext uri="{FF2B5EF4-FFF2-40B4-BE49-F238E27FC236}">
                <a16:creationId xmlns:a16="http://schemas.microsoft.com/office/drawing/2014/main" id="{60562033-87C3-4D68-9CCF-0B0039A82CB7}"/>
              </a:ext>
            </a:extLst>
          </p:cNvPr>
          <p:cNvSpPr>
            <a:spLocks noGrp="1"/>
          </p:cNvSpPr>
          <p:nvPr/>
        </p:nvSpPr>
        <p:spPr>
          <a:xfrm>
            <a:off x="11430000" y="476250"/>
            <a:ext cx="3155156" cy="547688"/>
          </a:xfrm>
          <a:prstGeom prst="rect">
            <a:avLst/>
          </a:prstGeom>
          <a:noFill/>
          <a:ln w="0">
            <a:noFill/>
          </a:ln>
        </p:spPr>
        <p:txBody>
          <a:bodyPr anchor="ctr">
            <a:noAutofit/>
          </a:bodyPr>
          <a:lstStyle/>
          <a:p>
            <a:pPr algn="r">
              <a:defRPr sz="2625" b="0">
                <a:solidFill>
                  <a:srgbClr val="52647A"/>
                </a:solidFill>
                <a:latin typeface="Arial"/>
                <a:ea typeface="Arial"/>
                <a:cs typeface="Arial"/>
              </a:defRPr>
            </a:pPr>
            <a:r>
              <a:rPr sz="2625" b="0">
                <a:solidFill>
                  <a:srgbClr val="52647A"/>
                </a:solidFill>
                <a:latin typeface="Arial"/>
                <a:ea typeface="Arial"/>
                <a:cs typeface="Arial"/>
              </a:rPr>
              <a:t>You try.</a:t>
            </a:r>
          </a:p>
        </p:txBody>
      </p:sp>
      <p:sp>
        <p:nvSpPr>
          <p:cNvPr id="3" name="object-3">
            <a:extLst>
              <a:ext uri="{FF2B5EF4-FFF2-40B4-BE49-F238E27FC236}">
                <a16:creationId xmlns:a16="http://schemas.microsoft.com/office/drawing/2014/main" id="{3ABC109D-B906-484F-9E21-338D1F56398D}"/>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Find every factor pair of 48.</a:t>
            </a:r>
          </a:p>
        </p:txBody>
      </p:sp>
      <p:sp>
        <p:nvSpPr>
          <p:cNvPr id="4" name="object-4">
            <a:extLst>
              <a:ext uri="{FF2B5EF4-FFF2-40B4-BE49-F238E27FC236}">
                <a16:creationId xmlns:a16="http://schemas.microsoft.com/office/drawing/2014/main" id="{65992268-C6E6-4AFA-98E0-741848B4AC18}"/>
              </a:ext>
            </a:extLst>
          </p:cNvPr>
          <p:cNvSpPr>
            <a:spLocks noGrp="1"/>
          </p:cNvSpPr>
          <p:nvPr/>
        </p:nvSpPr>
        <p:spPr>
          <a:xfrm>
            <a:off x="654844" y="8012906"/>
            <a:ext cx="13930313" cy="11906"/>
          </a:xfrm>
          <a:prstGeom prst="rect">
            <a:avLst/>
          </a:prstGeom>
          <a:solidFill>
            <a:srgbClr val="BCD0EA"/>
          </a:solidFill>
          <a:ln w="0">
            <a:noFill/>
          </a:ln>
        </p:spPr>
      </p:sp>
      <p:sp>
        <p:nvSpPr>
          <p:cNvPr id="5" name="object-5">
            <a:extLst>
              <a:ext uri="{FF2B5EF4-FFF2-40B4-BE49-F238E27FC236}">
                <a16:creationId xmlns:a16="http://schemas.microsoft.com/office/drawing/2014/main" id="{48329E80-0A44-41E1-A123-F68A00206BD7}"/>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Find factor pairs systematically</a:t>
            </a:r>
          </a:p>
        </p:txBody>
      </p:sp>
      <p:sp>
        <p:nvSpPr>
          <p:cNvPr id="6" name="object-6">
            <a:extLst>
              <a:ext uri="{FF2B5EF4-FFF2-40B4-BE49-F238E27FC236}">
                <a16:creationId xmlns:a16="http://schemas.microsoft.com/office/drawing/2014/main" id="{91328731-DDF7-416F-B30D-F66EB4990EED}"/>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3</a:t>
            </a:r>
          </a:p>
        </p:txBody>
      </p:sp>
      <p:sp>
        <p:nvSpPr>
          <p:cNvPr id="7" name="object-7">
            <a:extLst>
              <a:ext uri="{FF2B5EF4-FFF2-40B4-BE49-F238E27FC236}">
                <a16:creationId xmlns:a16="http://schemas.microsoft.com/office/drawing/2014/main" id="{8B02EE6C-3DE8-4ABF-A448-FF3711989240}"/>
              </a:ext>
            </a:extLst>
          </p:cNvPr>
          <p:cNvSpPr>
            <a:spLocks noGrp="1"/>
          </p:cNvSpPr>
          <p:nvPr/>
        </p:nvSpPr>
        <p:spPr>
          <a:xfrm>
            <a:off x="2857500" y="2917031"/>
            <a:ext cx="2143125" cy="523875"/>
          </a:xfrm>
          <a:prstGeom prst="rect">
            <a:avLst/>
          </a:prstGeom>
          <a:noFill/>
          <a:ln w="0">
            <a:noFill/>
          </a:ln>
        </p:spPr>
        <p:txBody>
          <a:bodyPr anchor="ctr">
            <a:noAutofit/>
          </a:bodyPr>
          <a:lstStyle/>
          <a:p>
            <a:pPr algn="ctr">
              <a:defRPr sz="2813" b="1">
                <a:solidFill>
                  <a:srgbClr val="1D4ED8"/>
                </a:solidFill>
                <a:latin typeface="Arial"/>
                <a:ea typeface="Arial"/>
                <a:cs typeface="Arial"/>
              </a:defRPr>
            </a:pPr>
            <a:r>
              <a:rPr sz="2813" b="1">
                <a:solidFill>
                  <a:srgbClr val="1D4ED8"/>
                </a:solidFill>
                <a:latin typeface="Arial"/>
                <a:ea typeface="Arial"/>
                <a:cs typeface="Arial"/>
              </a:rPr>
              <a:t>1</a:t>
            </a:r>
          </a:p>
        </p:txBody>
      </p:sp>
      <p:sp>
        <p:nvSpPr>
          <p:cNvPr id="8" name="object-8">
            <a:extLst>
              <a:ext uri="{FF2B5EF4-FFF2-40B4-BE49-F238E27FC236}">
                <a16:creationId xmlns:a16="http://schemas.microsoft.com/office/drawing/2014/main" id="{15D3405F-E43F-4D8C-AD26-56B3BD82C807}"/>
              </a:ext>
            </a:extLst>
          </p:cNvPr>
          <p:cNvSpPr>
            <a:spLocks noGrp="1"/>
          </p:cNvSpPr>
          <p:nvPr/>
        </p:nvSpPr>
        <p:spPr>
          <a:xfrm>
            <a:off x="5595938" y="2917031"/>
            <a:ext cx="714375" cy="523875"/>
          </a:xfrm>
          <a:prstGeom prst="rect">
            <a:avLst/>
          </a:prstGeom>
          <a:noFill/>
          <a:ln w="0">
            <a:noFill/>
          </a:ln>
        </p:spPr>
        <p:txBody>
          <a:bodyPr anchor="ctr">
            <a:noAutofit/>
          </a:bodyPr>
          <a:lstStyle/>
          <a:p>
            <a:pPr algn="l">
              <a:defRPr sz="2813" b="0">
                <a:solidFill>
                  <a:srgbClr val="172B4D"/>
                </a:solidFill>
                <a:latin typeface="Arial"/>
                <a:ea typeface="Arial"/>
                <a:cs typeface="Arial"/>
              </a:defRPr>
            </a:pPr>
            <a:r>
              <a:rPr sz="2813" b="0">
                <a:solidFill>
                  <a:srgbClr val="172B4D"/>
                </a:solidFill>
                <a:latin typeface="Arial"/>
                <a:ea typeface="Arial"/>
                <a:cs typeface="Arial"/>
              </a:rPr>
              <a:t>×</a:t>
            </a:r>
          </a:p>
        </p:txBody>
      </p:sp>
      <p:sp>
        <p:nvSpPr>
          <p:cNvPr id="9" name="object-9">
            <a:extLst>
              <a:ext uri="{FF2B5EF4-FFF2-40B4-BE49-F238E27FC236}">
                <a16:creationId xmlns:a16="http://schemas.microsoft.com/office/drawing/2014/main" id="{B2E87129-E7F7-45C7-961A-C708DC4867C2}"/>
              </a:ext>
            </a:extLst>
          </p:cNvPr>
          <p:cNvSpPr>
            <a:spLocks noGrp="1"/>
          </p:cNvSpPr>
          <p:nvPr/>
        </p:nvSpPr>
        <p:spPr>
          <a:xfrm>
            <a:off x="6905625" y="2917031"/>
            <a:ext cx="2143125" cy="523875"/>
          </a:xfrm>
          <a:prstGeom prst="rect">
            <a:avLst/>
          </a:prstGeom>
          <a:noFill/>
          <a:ln w="0">
            <a:noFill/>
          </a:ln>
        </p:spPr>
        <p:txBody>
          <a:bodyPr anchor="ctr">
            <a:noAutofit/>
          </a:bodyPr>
          <a:lstStyle/>
          <a:p>
            <a:pPr algn="ctr">
              <a:defRPr sz="2813" b="1">
                <a:solidFill>
                  <a:srgbClr val="1D4ED8"/>
                </a:solidFill>
                <a:latin typeface="Arial"/>
                <a:ea typeface="Arial"/>
                <a:cs typeface="Arial"/>
              </a:defRPr>
            </a:pPr>
            <a:r>
              <a:rPr sz="2813" b="1">
                <a:solidFill>
                  <a:srgbClr val="1D4ED8"/>
                </a:solidFill>
                <a:latin typeface="Arial"/>
                <a:ea typeface="Arial"/>
                <a:cs typeface="Arial"/>
              </a:rPr>
              <a:t>48</a:t>
            </a:r>
          </a:p>
        </p:txBody>
      </p:sp>
      <p:sp>
        <p:nvSpPr>
          <p:cNvPr id="10" name="object-10">
            <a:extLst>
              <a:ext uri="{FF2B5EF4-FFF2-40B4-BE49-F238E27FC236}">
                <a16:creationId xmlns:a16="http://schemas.microsoft.com/office/drawing/2014/main" id="{3D92E054-A9B7-40A3-ACE2-BD3EE6C4DF1B}"/>
              </a:ext>
            </a:extLst>
          </p:cNvPr>
          <p:cNvSpPr>
            <a:spLocks noGrp="1"/>
          </p:cNvSpPr>
          <p:nvPr/>
        </p:nvSpPr>
        <p:spPr>
          <a:xfrm>
            <a:off x="10060781" y="2917031"/>
            <a:ext cx="2024063" cy="523875"/>
          </a:xfrm>
          <a:prstGeom prst="rect">
            <a:avLst/>
          </a:prstGeom>
          <a:noFill/>
          <a:ln w="0">
            <a:noFill/>
          </a:ln>
        </p:spPr>
        <p:txBody>
          <a:bodyPr anchor="ctr">
            <a:noAutofit/>
          </a:bodyPr>
          <a:lstStyle/>
          <a:p>
            <a:pPr algn="l">
              <a:defRPr sz="2813" b="1">
                <a:solidFill>
                  <a:srgbClr val="11745A"/>
                </a:solidFill>
                <a:latin typeface="Arial"/>
                <a:ea typeface="Arial"/>
                <a:cs typeface="Arial"/>
              </a:defRPr>
            </a:pPr>
            <a:r>
              <a:rPr sz="2813" b="1">
                <a:solidFill>
                  <a:srgbClr val="11745A"/>
                </a:solidFill>
                <a:latin typeface="Arial"/>
                <a:ea typeface="Arial"/>
                <a:cs typeface="Arial"/>
              </a:rPr>
              <a:t>= 48</a:t>
            </a:r>
          </a:p>
        </p:txBody>
      </p:sp>
      <p:sp>
        <p:nvSpPr>
          <p:cNvPr id="11" name="object-11">
            <a:extLst>
              <a:ext uri="{FF2B5EF4-FFF2-40B4-BE49-F238E27FC236}">
                <a16:creationId xmlns:a16="http://schemas.microsoft.com/office/drawing/2014/main" id="{EC79EBB4-75AF-4BC8-B457-72D111006F8D}"/>
              </a:ext>
            </a:extLst>
          </p:cNvPr>
          <p:cNvSpPr>
            <a:spLocks noGrp="1"/>
          </p:cNvSpPr>
          <p:nvPr/>
        </p:nvSpPr>
        <p:spPr>
          <a:xfrm>
            <a:off x="2857500" y="3536156"/>
            <a:ext cx="2143125" cy="523875"/>
          </a:xfrm>
          <a:prstGeom prst="rect">
            <a:avLst/>
          </a:prstGeom>
          <a:noFill/>
          <a:ln w="0">
            <a:noFill/>
          </a:ln>
        </p:spPr>
        <p:txBody>
          <a:bodyPr anchor="ctr">
            <a:noAutofit/>
          </a:bodyPr>
          <a:lstStyle/>
          <a:p>
            <a:pPr algn="ctr">
              <a:defRPr sz="2813" b="1">
                <a:solidFill>
                  <a:srgbClr val="1D4ED8"/>
                </a:solidFill>
                <a:latin typeface="Arial"/>
                <a:ea typeface="Arial"/>
                <a:cs typeface="Arial"/>
              </a:defRPr>
            </a:pPr>
            <a:r>
              <a:rPr sz="2813" b="1">
                <a:solidFill>
                  <a:srgbClr val="1D4ED8"/>
                </a:solidFill>
                <a:latin typeface="Arial"/>
                <a:ea typeface="Arial"/>
                <a:cs typeface="Arial"/>
              </a:rPr>
              <a:t>2</a:t>
            </a:r>
          </a:p>
        </p:txBody>
      </p:sp>
      <p:sp>
        <p:nvSpPr>
          <p:cNvPr id="12" name="object-12">
            <a:extLst>
              <a:ext uri="{FF2B5EF4-FFF2-40B4-BE49-F238E27FC236}">
                <a16:creationId xmlns:a16="http://schemas.microsoft.com/office/drawing/2014/main" id="{28908F52-D06E-4FB4-94CD-91670A9CBA8A}"/>
              </a:ext>
            </a:extLst>
          </p:cNvPr>
          <p:cNvSpPr>
            <a:spLocks noGrp="1"/>
          </p:cNvSpPr>
          <p:nvPr/>
        </p:nvSpPr>
        <p:spPr>
          <a:xfrm>
            <a:off x="5595938" y="3536156"/>
            <a:ext cx="714375" cy="523875"/>
          </a:xfrm>
          <a:prstGeom prst="rect">
            <a:avLst/>
          </a:prstGeom>
          <a:noFill/>
          <a:ln w="0">
            <a:noFill/>
          </a:ln>
        </p:spPr>
        <p:txBody>
          <a:bodyPr anchor="ctr">
            <a:noAutofit/>
          </a:bodyPr>
          <a:lstStyle/>
          <a:p>
            <a:pPr algn="l">
              <a:defRPr sz="2813" b="0">
                <a:solidFill>
                  <a:srgbClr val="172B4D"/>
                </a:solidFill>
                <a:latin typeface="Arial"/>
                <a:ea typeface="Arial"/>
                <a:cs typeface="Arial"/>
              </a:defRPr>
            </a:pPr>
            <a:r>
              <a:rPr sz="2813" b="0">
                <a:solidFill>
                  <a:srgbClr val="172B4D"/>
                </a:solidFill>
                <a:latin typeface="Arial"/>
                <a:ea typeface="Arial"/>
                <a:cs typeface="Arial"/>
              </a:rPr>
              <a:t>×</a:t>
            </a:r>
          </a:p>
        </p:txBody>
      </p:sp>
      <p:sp>
        <p:nvSpPr>
          <p:cNvPr id="13" name="object-13">
            <a:extLst>
              <a:ext uri="{FF2B5EF4-FFF2-40B4-BE49-F238E27FC236}">
                <a16:creationId xmlns:a16="http://schemas.microsoft.com/office/drawing/2014/main" id="{63D22F0A-B7ED-452D-9D45-8779AF546F01}"/>
              </a:ext>
            </a:extLst>
          </p:cNvPr>
          <p:cNvSpPr>
            <a:spLocks noGrp="1"/>
          </p:cNvSpPr>
          <p:nvPr/>
        </p:nvSpPr>
        <p:spPr>
          <a:xfrm>
            <a:off x="6905625" y="3536156"/>
            <a:ext cx="2143125" cy="523875"/>
          </a:xfrm>
          <a:prstGeom prst="rect">
            <a:avLst/>
          </a:prstGeom>
          <a:noFill/>
          <a:ln w="0">
            <a:noFill/>
          </a:ln>
        </p:spPr>
        <p:txBody>
          <a:bodyPr anchor="ctr">
            <a:noAutofit/>
          </a:bodyPr>
          <a:lstStyle/>
          <a:p>
            <a:pPr algn="ctr">
              <a:defRPr sz="2813" b="1">
                <a:solidFill>
                  <a:srgbClr val="1D4ED8"/>
                </a:solidFill>
                <a:latin typeface="Arial"/>
                <a:ea typeface="Arial"/>
                <a:cs typeface="Arial"/>
              </a:defRPr>
            </a:pPr>
            <a:r>
              <a:rPr sz="2813" b="1">
                <a:solidFill>
                  <a:srgbClr val="1D4ED8"/>
                </a:solidFill>
                <a:latin typeface="Arial"/>
                <a:ea typeface="Arial"/>
                <a:cs typeface="Arial"/>
              </a:rPr>
              <a:t>24</a:t>
            </a:r>
          </a:p>
        </p:txBody>
      </p:sp>
      <p:sp>
        <p:nvSpPr>
          <p:cNvPr id="14" name="object-14">
            <a:extLst>
              <a:ext uri="{FF2B5EF4-FFF2-40B4-BE49-F238E27FC236}">
                <a16:creationId xmlns:a16="http://schemas.microsoft.com/office/drawing/2014/main" id="{25F34A32-1A26-45E4-8F36-60A0A85A0DFC}"/>
              </a:ext>
            </a:extLst>
          </p:cNvPr>
          <p:cNvSpPr>
            <a:spLocks noGrp="1"/>
          </p:cNvSpPr>
          <p:nvPr/>
        </p:nvSpPr>
        <p:spPr>
          <a:xfrm>
            <a:off x="10060781" y="3536156"/>
            <a:ext cx="2024063" cy="523875"/>
          </a:xfrm>
          <a:prstGeom prst="rect">
            <a:avLst/>
          </a:prstGeom>
          <a:noFill/>
          <a:ln w="0">
            <a:noFill/>
          </a:ln>
        </p:spPr>
        <p:txBody>
          <a:bodyPr anchor="ctr">
            <a:noAutofit/>
          </a:bodyPr>
          <a:lstStyle/>
          <a:p>
            <a:pPr algn="l">
              <a:defRPr sz="2813" b="1">
                <a:solidFill>
                  <a:srgbClr val="11745A"/>
                </a:solidFill>
                <a:latin typeface="Arial"/>
                <a:ea typeface="Arial"/>
                <a:cs typeface="Arial"/>
              </a:defRPr>
            </a:pPr>
            <a:r>
              <a:rPr sz="2813" b="1">
                <a:solidFill>
                  <a:srgbClr val="11745A"/>
                </a:solidFill>
                <a:latin typeface="Arial"/>
                <a:ea typeface="Arial"/>
                <a:cs typeface="Arial"/>
              </a:rPr>
              <a:t>= 48</a:t>
            </a:r>
          </a:p>
        </p:txBody>
      </p:sp>
      <p:sp>
        <p:nvSpPr>
          <p:cNvPr id="15" name="object-15">
            <a:extLst>
              <a:ext uri="{FF2B5EF4-FFF2-40B4-BE49-F238E27FC236}">
                <a16:creationId xmlns:a16="http://schemas.microsoft.com/office/drawing/2014/main" id="{699FD83A-082A-4265-81B1-696BB46EDD07}"/>
              </a:ext>
            </a:extLst>
          </p:cNvPr>
          <p:cNvSpPr>
            <a:spLocks noGrp="1"/>
          </p:cNvSpPr>
          <p:nvPr/>
        </p:nvSpPr>
        <p:spPr>
          <a:xfrm>
            <a:off x="2857500" y="4155281"/>
            <a:ext cx="2143125" cy="523875"/>
          </a:xfrm>
          <a:prstGeom prst="rect">
            <a:avLst/>
          </a:prstGeom>
          <a:noFill/>
          <a:ln w="0">
            <a:noFill/>
          </a:ln>
        </p:spPr>
        <p:txBody>
          <a:bodyPr anchor="ctr">
            <a:noAutofit/>
          </a:bodyPr>
          <a:lstStyle/>
          <a:p>
            <a:pPr algn="ctr">
              <a:defRPr sz="2813" b="1">
                <a:solidFill>
                  <a:srgbClr val="1D4ED8"/>
                </a:solidFill>
                <a:latin typeface="Arial"/>
                <a:ea typeface="Arial"/>
                <a:cs typeface="Arial"/>
              </a:defRPr>
            </a:pPr>
            <a:r>
              <a:rPr sz="2813" b="1">
                <a:solidFill>
                  <a:srgbClr val="1D4ED8"/>
                </a:solidFill>
                <a:latin typeface="Arial"/>
                <a:ea typeface="Arial"/>
                <a:cs typeface="Arial"/>
              </a:rPr>
              <a:t>3</a:t>
            </a:r>
          </a:p>
        </p:txBody>
      </p:sp>
      <p:sp>
        <p:nvSpPr>
          <p:cNvPr id="16" name="object-16">
            <a:extLst>
              <a:ext uri="{FF2B5EF4-FFF2-40B4-BE49-F238E27FC236}">
                <a16:creationId xmlns:a16="http://schemas.microsoft.com/office/drawing/2014/main" id="{3BEE82DC-F07A-46A8-A850-9E9C58E2F0F4}"/>
              </a:ext>
            </a:extLst>
          </p:cNvPr>
          <p:cNvSpPr>
            <a:spLocks noGrp="1"/>
          </p:cNvSpPr>
          <p:nvPr/>
        </p:nvSpPr>
        <p:spPr>
          <a:xfrm>
            <a:off x="5595938" y="4155281"/>
            <a:ext cx="714375" cy="523875"/>
          </a:xfrm>
          <a:prstGeom prst="rect">
            <a:avLst/>
          </a:prstGeom>
          <a:noFill/>
          <a:ln w="0">
            <a:noFill/>
          </a:ln>
        </p:spPr>
        <p:txBody>
          <a:bodyPr anchor="ctr">
            <a:noAutofit/>
          </a:bodyPr>
          <a:lstStyle/>
          <a:p>
            <a:pPr algn="l">
              <a:defRPr sz="2813" b="0">
                <a:solidFill>
                  <a:srgbClr val="172B4D"/>
                </a:solidFill>
                <a:latin typeface="Arial"/>
                <a:ea typeface="Arial"/>
                <a:cs typeface="Arial"/>
              </a:defRPr>
            </a:pPr>
            <a:r>
              <a:rPr sz="2813" b="0">
                <a:solidFill>
                  <a:srgbClr val="172B4D"/>
                </a:solidFill>
                <a:latin typeface="Arial"/>
                <a:ea typeface="Arial"/>
                <a:cs typeface="Arial"/>
              </a:rPr>
              <a:t>×</a:t>
            </a:r>
          </a:p>
        </p:txBody>
      </p:sp>
      <p:sp>
        <p:nvSpPr>
          <p:cNvPr id="17" name="object-17">
            <a:extLst>
              <a:ext uri="{FF2B5EF4-FFF2-40B4-BE49-F238E27FC236}">
                <a16:creationId xmlns:a16="http://schemas.microsoft.com/office/drawing/2014/main" id="{83090B3F-BCD1-4980-A7D0-F5A21CB4B9C3}"/>
              </a:ext>
            </a:extLst>
          </p:cNvPr>
          <p:cNvSpPr>
            <a:spLocks noGrp="1"/>
          </p:cNvSpPr>
          <p:nvPr/>
        </p:nvSpPr>
        <p:spPr>
          <a:xfrm>
            <a:off x="6905625" y="4155281"/>
            <a:ext cx="2143125" cy="523875"/>
          </a:xfrm>
          <a:prstGeom prst="rect">
            <a:avLst/>
          </a:prstGeom>
          <a:noFill/>
          <a:ln w="0">
            <a:noFill/>
          </a:ln>
        </p:spPr>
        <p:txBody>
          <a:bodyPr anchor="ctr">
            <a:noAutofit/>
          </a:bodyPr>
          <a:lstStyle/>
          <a:p>
            <a:pPr algn="ctr">
              <a:defRPr sz="2813" b="1">
                <a:solidFill>
                  <a:srgbClr val="1D4ED8"/>
                </a:solidFill>
                <a:latin typeface="Arial"/>
                <a:ea typeface="Arial"/>
                <a:cs typeface="Arial"/>
              </a:defRPr>
            </a:pPr>
            <a:r>
              <a:rPr sz="2813" b="1">
                <a:solidFill>
                  <a:srgbClr val="1D4ED8"/>
                </a:solidFill>
                <a:latin typeface="Arial"/>
                <a:ea typeface="Arial"/>
                <a:cs typeface="Arial"/>
              </a:rPr>
              <a:t>16</a:t>
            </a:r>
          </a:p>
        </p:txBody>
      </p:sp>
      <p:sp>
        <p:nvSpPr>
          <p:cNvPr id="18" name="object-18">
            <a:extLst>
              <a:ext uri="{FF2B5EF4-FFF2-40B4-BE49-F238E27FC236}">
                <a16:creationId xmlns:a16="http://schemas.microsoft.com/office/drawing/2014/main" id="{7F0DB618-4673-4E7D-ABB6-2112D92F277F}"/>
              </a:ext>
            </a:extLst>
          </p:cNvPr>
          <p:cNvSpPr>
            <a:spLocks noGrp="1"/>
          </p:cNvSpPr>
          <p:nvPr/>
        </p:nvSpPr>
        <p:spPr>
          <a:xfrm>
            <a:off x="10060781" y="4155281"/>
            <a:ext cx="2024063" cy="523875"/>
          </a:xfrm>
          <a:prstGeom prst="rect">
            <a:avLst/>
          </a:prstGeom>
          <a:noFill/>
          <a:ln w="0">
            <a:noFill/>
          </a:ln>
        </p:spPr>
        <p:txBody>
          <a:bodyPr anchor="ctr">
            <a:noAutofit/>
          </a:bodyPr>
          <a:lstStyle/>
          <a:p>
            <a:pPr algn="l">
              <a:defRPr sz="2813" b="1">
                <a:solidFill>
                  <a:srgbClr val="11745A"/>
                </a:solidFill>
                <a:latin typeface="Arial"/>
                <a:ea typeface="Arial"/>
                <a:cs typeface="Arial"/>
              </a:defRPr>
            </a:pPr>
            <a:r>
              <a:rPr sz="2813" b="1">
                <a:solidFill>
                  <a:srgbClr val="11745A"/>
                </a:solidFill>
                <a:latin typeface="Arial"/>
                <a:ea typeface="Arial"/>
                <a:cs typeface="Arial"/>
              </a:rPr>
              <a:t>= 48</a:t>
            </a:r>
          </a:p>
        </p:txBody>
      </p:sp>
      <p:sp>
        <p:nvSpPr>
          <p:cNvPr id="19" name="object-19">
            <a:extLst>
              <a:ext uri="{FF2B5EF4-FFF2-40B4-BE49-F238E27FC236}">
                <a16:creationId xmlns:a16="http://schemas.microsoft.com/office/drawing/2014/main" id="{08AE7DF7-71C8-4B08-9972-45BC8C892495}"/>
              </a:ext>
            </a:extLst>
          </p:cNvPr>
          <p:cNvSpPr>
            <a:spLocks noGrp="1"/>
          </p:cNvSpPr>
          <p:nvPr/>
        </p:nvSpPr>
        <p:spPr>
          <a:xfrm>
            <a:off x="2857500" y="4774406"/>
            <a:ext cx="2143125" cy="523875"/>
          </a:xfrm>
          <a:prstGeom prst="rect">
            <a:avLst/>
          </a:prstGeom>
          <a:noFill/>
          <a:ln w="0">
            <a:noFill/>
          </a:ln>
        </p:spPr>
        <p:txBody>
          <a:bodyPr anchor="ctr">
            <a:noAutofit/>
          </a:bodyPr>
          <a:lstStyle/>
          <a:p>
            <a:pPr algn="ctr">
              <a:defRPr sz="2813" b="1">
                <a:solidFill>
                  <a:srgbClr val="1D4ED8"/>
                </a:solidFill>
                <a:latin typeface="Arial"/>
                <a:ea typeface="Arial"/>
                <a:cs typeface="Arial"/>
              </a:defRPr>
            </a:pPr>
            <a:r>
              <a:rPr sz="2813" b="1">
                <a:solidFill>
                  <a:srgbClr val="1D4ED8"/>
                </a:solidFill>
                <a:latin typeface="Arial"/>
                <a:ea typeface="Arial"/>
                <a:cs typeface="Arial"/>
              </a:rPr>
              <a:t>4</a:t>
            </a:r>
          </a:p>
        </p:txBody>
      </p:sp>
      <p:sp>
        <p:nvSpPr>
          <p:cNvPr id="20" name="object-20">
            <a:extLst>
              <a:ext uri="{FF2B5EF4-FFF2-40B4-BE49-F238E27FC236}">
                <a16:creationId xmlns:a16="http://schemas.microsoft.com/office/drawing/2014/main" id="{D99A4241-24C9-4C94-8BD3-B283D3D39DF9}"/>
              </a:ext>
            </a:extLst>
          </p:cNvPr>
          <p:cNvSpPr>
            <a:spLocks noGrp="1"/>
          </p:cNvSpPr>
          <p:nvPr/>
        </p:nvSpPr>
        <p:spPr>
          <a:xfrm>
            <a:off x="5595938" y="4774406"/>
            <a:ext cx="714375" cy="523875"/>
          </a:xfrm>
          <a:prstGeom prst="rect">
            <a:avLst/>
          </a:prstGeom>
          <a:noFill/>
          <a:ln w="0">
            <a:noFill/>
          </a:ln>
        </p:spPr>
        <p:txBody>
          <a:bodyPr anchor="ctr">
            <a:noAutofit/>
          </a:bodyPr>
          <a:lstStyle/>
          <a:p>
            <a:pPr algn="l">
              <a:defRPr sz="2813" b="0">
                <a:solidFill>
                  <a:srgbClr val="172B4D"/>
                </a:solidFill>
                <a:latin typeface="Arial"/>
                <a:ea typeface="Arial"/>
                <a:cs typeface="Arial"/>
              </a:defRPr>
            </a:pPr>
            <a:r>
              <a:rPr sz="2813" b="0">
                <a:solidFill>
                  <a:srgbClr val="172B4D"/>
                </a:solidFill>
                <a:latin typeface="Arial"/>
                <a:ea typeface="Arial"/>
                <a:cs typeface="Arial"/>
              </a:rPr>
              <a:t>×</a:t>
            </a:r>
          </a:p>
        </p:txBody>
      </p:sp>
      <p:sp>
        <p:nvSpPr>
          <p:cNvPr id="21" name="object-21">
            <a:extLst>
              <a:ext uri="{FF2B5EF4-FFF2-40B4-BE49-F238E27FC236}">
                <a16:creationId xmlns:a16="http://schemas.microsoft.com/office/drawing/2014/main" id="{0F482DE7-C71F-4C91-AB6C-79B6AEBEBEFE}"/>
              </a:ext>
            </a:extLst>
          </p:cNvPr>
          <p:cNvSpPr>
            <a:spLocks noGrp="1"/>
          </p:cNvSpPr>
          <p:nvPr/>
        </p:nvSpPr>
        <p:spPr>
          <a:xfrm>
            <a:off x="6905625" y="4774406"/>
            <a:ext cx="2143125" cy="523875"/>
          </a:xfrm>
          <a:prstGeom prst="rect">
            <a:avLst/>
          </a:prstGeom>
          <a:noFill/>
          <a:ln w="0">
            <a:noFill/>
          </a:ln>
        </p:spPr>
        <p:txBody>
          <a:bodyPr anchor="ctr">
            <a:noAutofit/>
          </a:bodyPr>
          <a:lstStyle/>
          <a:p>
            <a:pPr algn="ctr">
              <a:defRPr sz="2813" b="1">
                <a:solidFill>
                  <a:srgbClr val="1D4ED8"/>
                </a:solidFill>
                <a:latin typeface="Arial"/>
                <a:ea typeface="Arial"/>
                <a:cs typeface="Arial"/>
              </a:defRPr>
            </a:pPr>
            <a:r>
              <a:rPr sz="2813" b="1">
                <a:solidFill>
                  <a:srgbClr val="1D4ED8"/>
                </a:solidFill>
                <a:latin typeface="Arial"/>
                <a:ea typeface="Arial"/>
                <a:cs typeface="Arial"/>
              </a:rPr>
              <a:t>12</a:t>
            </a:r>
          </a:p>
        </p:txBody>
      </p:sp>
      <p:sp>
        <p:nvSpPr>
          <p:cNvPr id="22" name="object-22">
            <a:extLst>
              <a:ext uri="{FF2B5EF4-FFF2-40B4-BE49-F238E27FC236}">
                <a16:creationId xmlns:a16="http://schemas.microsoft.com/office/drawing/2014/main" id="{2991BEB2-7BC6-463C-9C5E-D5A4CCB954EB}"/>
              </a:ext>
            </a:extLst>
          </p:cNvPr>
          <p:cNvSpPr>
            <a:spLocks noGrp="1"/>
          </p:cNvSpPr>
          <p:nvPr/>
        </p:nvSpPr>
        <p:spPr>
          <a:xfrm>
            <a:off x="10060781" y="4774406"/>
            <a:ext cx="2024063" cy="523875"/>
          </a:xfrm>
          <a:prstGeom prst="rect">
            <a:avLst/>
          </a:prstGeom>
          <a:noFill/>
          <a:ln w="0">
            <a:noFill/>
          </a:ln>
        </p:spPr>
        <p:txBody>
          <a:bodyPr anchor="ctr">
            <a:noAutofit/>
          </a:bodyPr>
          <a:lstStyle/>
          <a:p>
            <a:pPr algn="l">
              <a:defRPr sz="2813" b="1">
                <a:solidFill>
                  <a:srgbClr val="11745A"/>
                </a:solidFill>
                <a:latin typeface="Arial"/>
                <a:ea typeface="Arial"/>
                <a:cs typeface="Arial"/>
              </a:defRPr>
            </a:pPr>
            <a:r>
              <a:rPr sz="2813" b="1">
                <a:solidFill>
                  <a:srgbClr val="11745A"/>
                </a:solidFill>
                <a:latin typeface="Arial"/>
                <a:ea typeface="Arial"/>
                <a:cs typeface="Arial"/>
              </a:rPr>
              <a:t>= 48</a:t>
            </a:r>
          </a:p>
        </p:txBody>
      </p:sp>
      <p:sp>
        <p:nvSpPr>
          <p:cNvPr id="23" name="object-23">
            <a:extLst>
              <a:ext uri="{FF2B5EF4-FFF2-40B4-BE49-F238E27FC236}">
                <a16:creationId xmlns:a16="http://schemas.microsoft.com/office/drawing/2014/main" id="{565A8F77-2A74-4135-B8C4-F8965B695407}"/>
              </a:ext>
            </a:extLst>
          </p:cNvPr>
          <p:cNvSpPr>
            <a:spLocks noGrp="1"/>
          </p:cNvSpPr>
          <p:nvPr/>
        </p:nvSpPr>
        <p:spPr>
          <a:xfrm>
            <a:off x="2857500" y="5393531"/>
            <a:ext cx="2143125" cy="523875"/>
          </a:xfrm>
          <a:prstGeom prst="rect">
            <a:avLst/>
          </a:prstGeom>
          <a:noFill/>
          <a:ln w="0">
            <a:noFill/>
          </a:ln>
        </p:spPr>
        <p:txBody>
          <a:bodyPr anchor="ctr">
            <a:noAutofit/>
          </a:bodyPr>
          <a:lstStyle/>
          <a:p>
            <a:pPr algn="ctr">
              <a:defRPr sz="2813" b="1">
                <a:solidFill>
                  <a:srgbClr val="1D4ED8"/>
                </a:solidFill>
                <a:latin typeface="Arial"/>
                <a:ea typeface="Arial"/>
                <a:cs typeface="Arial"/>
              </a:defRPr>
            </a:pPr>
            <a:r>
              <a:rPr sz="2813" b="1">
                <a:solidFill>
                  <a:srgbClr val="1D4ED8"/>
                </a:solidFill>
                <a:latin typeface="Arial"/>
                <a:ea typeface="Arial"/>
                <a:cs typeface="Arial"/>
              </a:rPr>
              <a:t>6</a:t>
            </a:r>
          </a:p>
        </p:txBody>
      </p:sp>
      <p:sp>
        <p:nvSpPr>
          <p:cNvPr id="24" name="object-24">
            <a:extLst>
              <a:ext uri="{FF2B5EF4-FFF2-40B4-BE49-F238E27FC236}">
                <a16:creationId xmlns:a16="http://schemas.microsoft.com/office/drawing/2014/main" id="{665C119F-74E1-4629-98FC-C4C8B8903E21}"/>
              </a:ext>
            </a:extLst>
          </p:cNvPr>
          <p:cNvSpPr>
            <a:spLocks noGrp="1"/>
          </p:cNvSpPr>
          <p:nvPr/>
        </p:nvSpPr>
        <p:spPr>
          <a:xfrm>
            <a:off x="5595938" y="5393531"/>
            <a:ext cx="714375" cy="523875"/>
          </a:xfrm>
          <a:prstGeom prst="rect">
            <a:avLst/>
          </a:prstGeom>
          <a:noFill/>
          <a:ln w="0">
            <a:noFill/>
          </a:ln>
        </p:spPr>
        <p:txBody>
          <a:bodyPr anchor="ctr">
            <a:noAutofit/>
          </a:bodyPr>
          <a:lstStyle/>
          <a:p>
            <a:pPr algn="l">
              <a:defRPr sz="2813" b="0">
                <a:solidFill>
                  <a:srgbClr val="172B4D"/>
                </a:solidFill>
                <a:latin typeface="Arial"/>
                <a:ea typeface="Arial"/>
                <a:cs typeface="Arial"/>
              </a:defRPr>
            </a:pPr>
            <a:r>
              <a:rPr sz="2813" b="0">
                <a:solidFill>
                  <a:srgbClr val="172B4D"/>
                </a:solidFill>
                <a:latin typeface="Arial"/>
                <a:ea typeface="Arial"/>
                <a:cs typeface="Arial"/>
              </a:rPr>
              <a:t>×</a:t>
            </a:r>
          </a:p>
        </p:txBody>
      </p:sp>
      <p:sp>
        <p:nvSpPr>
          <p:cNvPr id="25" name="object-25">
            <a:extLst>
              <a:ext uri="{FF2B5EF4-FFF2-40B4-BE49-F238E27FC236}">
                <a16:creationId xmlns:a16="http://schemas.microsoft.com/office/drawing/2014/main" id="{014AFD88-772B-4675-9AFB-9C54354390C3}"/>
              </a:ext>
            </a:extLst>
          </p:cNvPr>
          <p:cNvSpPr>
            <a:spLocks noGrp="1"/>
          </p:cNvSpPr>
          <p:nvPr/>
        </p:nvSpPr>
        <p:spPr>
          <a:xfrm>
            <a:off x="6905625" y="5393531"/>
            <a:ext cx="2143125" cy="523875"/>
          </a:xfrm>
          <a:prstGeom prst="rect">
            <a:avLst/>
          </a:prstGeom>
          <a:noFill/>
          <a:ln w="0">
            <a:noFill/>
          </a:ln>
        </p:spPr>
        <p:txBody>
          <a:bodyPr anchor="ctr">
            <a:noAutofit/>
          </a:bodyPr>
          <a:lstStyle/>
          <a:p>
            <a:pPr algn="ctr">
              <a:defRPr sz="2813" b="1">
                <a:solidFill>
                  <a:srgbClr val="1D4ED8"/>
                </a:solidFill>
                <a:latin typeface="Arial"/>
                <a:ea typeface="Arial"/>
                <a:cs typeface="Arial"/>
              </a:defRPr>
            </a:pPr>
            <a:r>
              <a:rPr sz="2813" b="1">
                <a:solidFill>
                  <a:srgbClr val="1D4ED8"/>
                </a:solidFill>
                <a:latin typeface="Arial"/>
                <a:ea typeface="Arial"/>
                <a:cs typeface="Arial"/>
              </a:rPr>
              <a:t>8</a:t>
            </a:r>
          </a:p>
        </p:txBody>
      </p:sp>
      <p:sp>
        <p:nvSpPr>
          <p:cNvPr id="26" name="object-26">
            <a:extLst>
              <a:ext uri="{FF2B5EF4-FFF2-40B4-BE49-F238E27FC236}">
                <a16:creationId xmlns:a16="http://schemas.microsoft.com/office/drawing/2014/main" id="{976B0CE5-6C37-4895-89C1-1556FF3A451F}"/>
              </a:ext>
            </a:extLst>
          </p:cNvPr>
          <p:cNvSpPr>
            <a:spLocks noGrp="1"/>
          </p:cNvSpPr>
          <p:nvPr/>
        </p:nvSpPr>
        <p:spPr>
          <a:xfrm>
            <a:off x="10060781" y="5393531"/>
            <a:ext cx="2024063" cy="523875"/>
          </a:xfrm>
          <a:prstGeom prst="rect">
            <a:avLst/>
          </a:prstGeom>
          <a:noFill/>
          <a:ln w="0">
            <a:noFill/>
          </a:ln>
        </p:spPr>
        <p:txBody>
          <a:bodyPr anchor="ctr">
            <a:noAutofit/>
          </a:bodyPr>
          <a:lstStyle/>
          <a:p>
            <a:pPr algn="l">
              <a:defRPr sz="2813" b="1">
                <a:solidFill>
                  <a:srgbClr val="11745A"/>
                </a:solidFill>
                <a:latin typeface="Arial"/>
                <a:ea typeface="Arial"/>
                <a:cs typeface="Arial"/>
              </a:defRPr>
            </a:pPr>
            <a:r>
              <a:rPr sz="2813" b="1">
                <a:solidFill>
                  <a:srgbClr val="11745A"/>
                </a:solidFill>
                <a:latin typeface="Arial"/>
                <a:ea typeface="Arial"/>
                <a:cs typeface="Arial"/>
              </a:rPr>
              <a:t>= 48</a:t>
            </a:r>
          </a:p>
        </p:txBody>
      </p:sp>
    </p:spTree>
    <p:extLst>
      <p:ext uri="{BB962C8B-B14F-4D97-AF65-F5344CB8AC3E}">
        <p14:creationId xmlns:p14="http://schemas.microsoft.com/office/powerpoint/2010/main" val="18659655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5"/>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6"/>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7"/>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8"/>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19"/>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0"/>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1"/>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2"/>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23"/>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24"/>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25"/>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p:bldP spid="9" grpId="0"/>
      <p:bldP spid="10" grpId="0"/>
      <p:bldP spid="11" grpId="0"/>
      <p:bldP spid="12" grpId="0"/>
      <p:bldP spid="13" grpId="0"/>
      <p:bldP spid="14" grpId="0"/>
      <p:bldP spid="15" grpId="0"/>
      <p:bldP spid="16" grpId="0"/>
      <p:bldP spid="17" grpId="0"/>
      <p:bldP spid="18" grpId="0"/>
      <p:bldP spid="19" grpId="0"/>
      <p:bldP spid="20" grpId="0"/>
      <p:bldP spid="21" grpId="0"/>
      <p:bldP spid="22" grpId="0"/>
      <p:bldP spid="23" grpId="0"/>
      <p:bldP spid="24" grpId="0"/>
      <p:bldP spid="25" grpId="0"/>
      <p:bldP spid="26" grpId="0"/>
    </p:bld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0" name="object-1">
            <a:extLst>
              <a:ext uri="{FF2B5EF4-FFF2-40B4-BE49-F238E27FC236}">
                <a16:creationId xmlns:a16="http://schemas.microsoft.com/office/drawing/2014/main" id="{30AEA212-C413-415E-ACF1-A357F8DF550F}"/>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I do</a:t>
            </a:r>
          </a:p>
        </p:txBody>
      </p:sp>
      <p:sp>
        <p:nvSpPr>
          <p:cNvPr id="2" name="object-2">
            <a:extLst>
              <a:ext uri="{FF2B5EF4-FFF2-40B4-BE49-F238E27FC236}">
                <a16:creationId xmlns:a16="http://schemas.microsoft.com/office/drawing/2014/main" id="{8D1ABAB1-C791-4C3C-8077-F03C65B31323}"/>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Find every factor pair of 60.</a:t>
            </a:r>
          </a:p>
        </p:txBody>
      </p:sp>
      <p:sp>
        <p:nvSpPr>
          <p:cNvPr id="3" name="object-3">
            <a:extLst>
              <a:ext uri="{FF2B5EF4-FFF2-40B4-BE49-F238E27FC236}">
                <a16:creationId xmlns:a16="http://schemas.microsoft.com/office/drawing/2014/main" id="{2ED8E856-C303-432E-817B-78789ED15E9A}"/>
              </a:ext>
            </a:extLst>
          </p:cNvPr>
          <p:cNvSpPr>
            <a:spLocks noGrp="1"/>
          </p:cNvSpPr>
          <p:nvPr/>
        </p:nvSpPr>
        <p:spPr>
          <a:xfrm>
            <a:off x="654844" y="8012906"/>
            <a:ext cx="13930313" cy="11906"/>
          </a:xfrm>
          <a:prstGeom prst="rect">
            <a:avLst/>
          </a:prstGeom>
          <a:solidFill>
            <a:srgbClr val="BCD0EA"/>
          </a:solidFill>
          <a:ln w="0">
            <a:noFill/>
          </a:ln>
        </p:spPr>
      </p:sp>
      <p:sp>
        <p:nvSpPr>
          <p:cNvPr id="4" name="object-4">
            <a:extLst>
              <a:ext uri="{FF2B5EF4-FFF2-40B4-BE49-F238E27FC236}">
                <a16:creationId xmlns:a16="http://schemas.microsoft.com/office/drawing/2014/main" id="{DE9FF5F9-43C1-4873-96EB-4FA8AA1B140D}"/>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Find factor pairs systematically</a:t>
            </a:r>
          </a:p>
        </p:txBody>
      </p:sp>
      <p:sp>
        <p:nvSpPr>
          <p:cNvPr id="5" name="object-5">
            <a:extLst>
              <a:ext uri="{FF2B5EF4-FFF2-40B4-BE49-F238E27FC236}">
                <a16:creationId xmlns:a16="http://schemas.microsoft.com/office/drawing/2014/main" id="{42C2B3BE-91C3-43D0-AB86-490EABC342B2}"/>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4</a:t>
            </a:r>
          </a:p>
        </p:txBody>
      </p:sp>
      <p:sp>
        <p:nvSpPr>
          <p:cNvPr id="6" name="object-6">
            <a:extLst>
              <a:ext uri="{FF2B5EF4-FFF2-40B4-BE49-F238E27FC236}">
                <a16:creationId xmlns:a16="http://schemas.microsoft.com/office/drawing/2014/main" id="{02D1BBAF-05A7-4ED8-873B-30713BC24047}"/>
              </a:ext>
            </a:extLst>
          </p:cNvPr>
          <p:cNvSpPr>
            <a:spLocks noGrp="1"/>
          </p:cNvSpPr>
          <p:nvPr/>
        </p:nvSpPr>
        <p:spPr>
          <a:xfrm>
            <a:off x="2857500" y="2917031"/>
            <a:ext cx="2143125" cy="523875"/>
          </a:xfrm>
          <a:prstGeom prst="rect">
            <a:avLst/>
          </a:prstGeom>
          <a:noFill/>
          <a:ln w="0">
            <a:noFill/>
          </a:ln>
        </p:spPr>
        <p:txBody>
          <a:bodyPr anchor="ctr">
            <a:noAutofit/>
          </a:bodyPr>
          <a:lstStyle/>
          <a:p>
            <a:pPr algn="ctr">
              <a:defRPr sz="2813" b="1">
                <a:solidFill>
                  <a:srgbClr val="1D4ED8"/>
                </a:solidFill>
                <a:latin typeface="Arial"/>
                <a:ea typeface="Arial"/>
                <a:cs typeface="Arial"/>
              </a:defRPr>
            </a:pPr>
            <a:r>
              <a:rPr sz="2813" b="1">
                <a:solidFill>
                  <a:srgbClr val="1D4ED8"/>
                </a:solidFill>
                <a:latin typeface="Arial"/>
                <a:ea typeface="Arial"/>
                <a:cs typeface="Arial"/>
              </a:rPr>
              <a:t>1</a:t>
            </a:r>
          </a:p>
        </p:txBody>
      </p:sp>
      <p:sp>
        <p:nvSpPr>
          <p:cNvPr id="7" name="object-7">
            <a:extLst>
              <a:ext uri="{FF2B5EF4-FFF2-40B4-BE49-F238E27FC236}">
                <a16:creationId xmlns:a16="http://schemas.microsoft.com/office/drawing/2014/main" id="{77F66FEF-CA9C-42D0-AAD3-5F1FAB1767A7}"/>
              </a:ext>
            </a:extLst>
          </p:cNvPr>
          <p:cNvSpPr>
            <a:spLocks noGrp="1"/>
          </p:cNvSpPr>
          <p:nvPr/>
        </p:nvSpPr>
        <p:spPr>
          <a:xfrm>
            <a:off x="5595938" y="2917031"/>
            <a:ext cx="714375" cy="523875"/>
          </a:xfrm>
          <a:prstGeom prst="rect">
            <a:avLst/>
          </a:prstGeom>
          <a:noFill/>
          <a:ln w="0">
            <a:noFill/>
          </a:ln>
        </p:spPr>
        <p:txBody>
          <a:bodyPr anchor="ctr">
            <a:noAutofit/>
          </a:bodyPr>
          <a:lstStyle/>
          <a:p>
            <a:pPr algn="l">
              <a:defRPr sz="2813" b="0">
                <a:solidFill>
                  <a:srgbClr val="172B4D"/>
                </a:solidFill>
                <a:latin typeface="Arial"/>
                <a:ea typeface="Arial"/>
                <a:cs typeface="Arial"/>
              </a:defRPr>
            </a:pPr>
            <a:r>
              <a:rPr sz="2813" b="0">
                <a:solidFill>
                  <a:srgbClr val="172B4D"/>
                </a:solidFill>
                <a:latin typeface="Arial"/>
                <a:ea typeface="Arial"/>
                <a:cs typeface="Arial"/>
              </a:rPr>
              <a:t>×</a:t>
            </a:r>
          </a:p>
        </p:txBody>
      </p:sp>
      <p:sp>
        <p:nvSpPr>
          <p:cNvPr id="8" name="object-8">
            <a:extLst>
              <a:ext uri="{FF2B5EF4-FFF2-40B4-BE49-F238E27FC236}">
                <a16:creationId xmlns:a16="http://schemas.microsoft.com/office/drawing/2014/main" id="{357D7F09-BEF2-4C73-9657-A4007F4EBC77}"/>
              </a:ext>
            </a:extLst>
          </p:cNvPr>
          <p:cNvSpPr>
            <a:spLocks noGrp="1"/>
          </p:cNvSpPr>
          <p:nvPr/>
        </p:nvSpPr>
        <p:spPr>
          <a:xfrm>
            <a:off x="6905625" y="2917031"/>
            <a:ext cx="2143125" cy="523875"/>
          </a:xfrm>
          <a:prstGeom prst="rect">
            <a:avLst/>
          </a:prstGeom>
          <a:noFill/>
          <a:ln w="0">
            <a:noFill/>
          </a:ln>
        </p:spPr>
        <p:txBody>
          <a:bodyPr anchor="ctr">
            <a:noAutofit/>
          </a:bodyPr>
          <a:lstStyle/>
          <a:p>
            <a:pPr algn="ctr">
              <a:defRPr sz="2813" b="1">
                <a:solidFill>
                  <a:srgbClr val="1D4ED8"/>
                </a:solidFill>
                <a:latin typeface="Arial"/>
                <a:ea typeface="Arial"/>
                <a:cs typeface="Arial"/>
              </a:defRPr>
            </a:pPr>
            <a:r>
              <a:rPr sz="2813" b="1">
                <a:solidFill>
                  <a:srgbClr val="1D4ED8"/>
                </a:solidFill>
                <a:latin typeface="Arial"/>
                <a:ea typeface="Arial"/>
                <a:cs typeface="Arial"/>
              </a:rPr>
              <a:t>60</a:t>
            </a:r>
          </a:p>
        </p:txBody>
      </p:sp>
      <p:sp>
        <p:nvSpPr>
          <p:cNvPr id="9" name="object-9">
            <a:extLst>
              <a:ext uri="{FF2B5EF4-FFF2-40B4-BE49-F238E27FC236}">
                <a16:creationId xmlns:a16="http://schemas.microsoft.com/office/drawing/2014/main" id="{6B3500C9-DD2A-422F-9594-204EF1894C68}"/>
              </a:ext>
            </a:extLst>
          </p:cNvPr>
          <p:cNvSpPr>
            <a:spLocks noGrp="1"/>
          </p:cNvSpPr>
          <p:nvPr/>
        </p:nvSpPr>
        <p:spPr>
          <a:xfrm>
            <a:off x="10060781" y="2917031"/>
            <a:ext cx="2024063" cy="523875"/>
          </a:xfrm>
          <a:prstGeom prst="rect">
            <a:avLst/>
          </a:prstGeom>
          <a:noFill/>
          <a:ln w="0">
            <a:noFill/>
          </a:ln>
        </p:spPr>
        <p:txBody>
          <a:bodyPr anchor="ctr">
            <a:noAutofit/>
          </a:bodyPr>
          <a:lstStyle/>
          <a:p>
            <a:pPr algn="l">
              <a:defRPr sz="2813" b="1">
                <a:solidFill>
                  <a:srgbClr val="11745A"/>
                </a:solidFill>
                <a:latin typeface="Arial"/>
                <a:ea typeface="Arial"/>
                <a:cs typeface="Arial"/>
              </a:defRPr>
            </a:pPr>
            <a:r>
              <a:rPr sz="2813" b="1">
                <a:solidFill>
                  <a:srgbClr val="11745A"/>
                </a:solidFill>
                <a:latin typeface="Arial"/>
                <a:ea typeface="Arial"/>
                <a:cs typeface="Arial"/>
              </a:rPr>
              <a:t>= 60</a:t>
            </a:r>
          </a:p>
        </p:txBody>
      </p:sp>
      <p:sp>
        <p:nvSpPr>
          <p:cNvPr id="10" name="object-10">
            <a:extLst>
              <a:ext uri="{FF2B5EF4-FFF2-40B4-BE49-F238E27FC236}">
                <a16:creationId xmlns:a16="http://schemas.microsoft.com/office/drawing/2014/main" id="{67C4582E-0DA5-4B11-9353-09524325DDBB}"/>
              </a:ext>
            </a:extLst>
          </p:cNvPr>
          <p:cNvSpPr>
            <a:spLocks noGrp="1"/>
          </p:cNvSpPr>
          <p:nvPr/>
        </p:nvSpPr>
        <p:spPr>
          <a:xfrm>
            <a:off x="2857500" y="3536156"/>
            <a:ext cx="2143125" cy="523875"/>
          </a:xfrm>
          <a:prstGeom prst="rect">
            <a:avLst/>
          </a:prstGeom>
          <a:noFill/>
          <a:ln w="0">
            <a:noFill/>
          </a:ln>
        </p:spPr>
        <p:txBody>
          <a:bodyPr anchor="ctr">
            <a:noAutofit/>
          </a:bodyPr>
          <a:lstStyle/>
          <a:p>
            <a:pPr algn="ctr">
              <a:defRPr sz="2813" b="1">
                <a:solidFill>
                  <a:srgbClr val="1D4ED8"/>
                </a:solidFill>
                <a:latin typeface="Arial"/>
                <a:ea typeface="Arial"/>
                <a:cs typeface="Arial"/>
              </a:defRPr>
            </a:pPr>
            <a:r>
              <a:rPr sz="2813" b="1">
                <a:solidFill>
                  <a:srgbClr val="1D4ED8"/>
                </a:solidFill>
                <a:latin typeface="Arial"/>
                <a:ea typeface="Arial"/>
                <a:cs typeface="Arial"/>
              </a:rPr>
              <a:t>2</a:t>
            </a:r>
          </a:p>
        </p:txBody>
      </p:sp>
      <p:sp>
        <p:nvSpPr>
          <p:cNvPr id="11" name="object-11">
            <a:extLst>
              <a:ext uri="{FF2B5EF4-FFF2-40B4-BE49-F238E27FC236}">
                <a16:creationId xmlns:a16="http://schemas.microsoft.com/office/drawing/2014/main" id="{4A9F9E9D-B297-4680-B211-79A3360C81E7}"/>
              </a:ext>
            </a:extLst>
          </p:cNvPr>
          <p:cNvSpPr>
            <a:spLocks noGrp="1"/>
          </p:cNvSpPr>
          <p:nvPr/>
        </p:nvSpPr>
        <p:spPr>
          <a:xfrm>
            <a:off x="5595938" y="3536156"/>
            <a:ext cx="714375" cy="523875"/>
          </a:xfrm>
          <a:prstGeom prst="rect">
            <a:avLst/>
          </a:prstGeom>
          <a:noFill/>
          <a:ln w="0">
            <a:noFill/>
          </a:ln>
        </p:spPr>
        <p:txBody>
          <a:bodyPr anchor="ctr">
            <a:noAutofit/>
          </a:bodyPr>
          <a:lstStyle/>
          <a:p>
            <a:pPr algn="l">
              <a:defRPr sz="2813" b="0">
                <a:solidFill>
                  <a:srgbClr val="172B4D"/>
                </a:solidFill>
                <a:latin typeface="Arial"/>
                <a:ea typeface="Arial"/>
                <a:cs typeface="Arial"/>
              </a:defRPr>
            </a:pPr>
            <a:r>
              <a:rPr sz="2813" b="0">
                <a:solidFill>
                  <a:srgbClr val="172B4D"/>
                </a:solidFill>
                <a:latin typeface="Arial"/>
                <a:ea typeface="Arial"/>
                <a:cs typeface="Arial"/>
              </a:rPr>
              <a:t>×</a:t>
            </a:r>
          </a:p>
        </p:txBody>
      </p:sp>
      <p:sp>
        <p:nvSpPr>
          <p:cNvPr id="12" name="object-12">
            <a:extLst>
              <a:ext uri="{FF2B5EF4-FFF2-40B4-BE49-F238E27FC236}">
                <a16:creationId xmlns:a16="http://schemas.microsoft.com/office/drawing/2014/main" id="{A40622FA-F844-473A-993E-2F490C88FD77}"/>
              </a:ext>
            </a:extLst>
          </p:cNvPr>
          <p:cNvSpPr>
            <a:spLocks noGrp="1"/>
          </p:cNvSpPr>
          <p:nvPr/>
        </p:nvSpPr>
        <p:spPr>
          <a:xfrm>
            <a:off x="6905625" y="3536156"/>
            <a:ext cx="2143125" cy="523875"/>
          </a:xfrm>
          <a:prstGeom prst="rect">
            <a:avLst/>
          </a:prstGeom>
          <a:noFill/>
          <a:ln w="0">
            <a:noFill/>
          </a:ln>
        </p:spPr>
        <p:txBody>
          <a:bodyPr anchor="ctr">
            <a:noAutofit/>
          </a:bodyPr>
          <a:lstStyle/>
          <a:p>
            <a:pPr algn="ctr">
              <a:defRPr sz="2813" b="1">
                <a:solidFill>
                  <a:srgbClr val="1D4ED8"/>
                </a:solidFill>
                <a:latin typeface="Arial"/>
                <a:ea typeface="Arial"/>
                <a:cs typeface="Arial"/>
              </a:defRPr>
            </a:pPr>
            <a:r>
              <a:rPr sz="2813" b="1">
                <a:solidFill>
                  <a:srgbClr val="1D4ED8"/>
                </a:solidFill>
                <a:latin typeface="Arial"/>
                <a:ea typeface="Arial"/>
                <a:cs typeface="Arial"/>
              </a:rPr>
              <a:t>30</a:t>
            </a:r>
          </a:p>
        </p:txBody>
      </p:sp>
      <p:sp>
        <p:nvSpPr>
          <p:cNvPr id="13" name="object-13">
            <a:extLst>
              <a:ext uri="{FF2B5EF4-FFF2-40B4-BE49-F238E27FC236}">
                <a16:creationId xmlns:a16="http://schemas.microsoft.com/office/drawing/2014/main" id="{552D273D-AE2B-4563-AA36-282A85E98C46}"/>
              </a:ext>
            </a:extLst>
          </p:cNvPr>
          <p:cNvSpPr>
            <a:spLocks noGrp="1"/>
          </p:cNvSpPr>
          <p:nvPr/>
        </p:nvSpPr>
        <p:spPr>
          <a:xfrm>
            <a:off x="10060781" y="3536156"/>
            <a:ext cx="2024063" cy="523875"/>
          </a:xfrm>
          <a:prstGeom prst="rect">
            <a:avLst/>
          </a:prstGeom>
          <a:noFill/>
          <a:ln w="0">
            <a:noFill/>
          </a:ln>
        </p:spPr>
        <p:txBody>
          <a:bodyPr anchor="ctr">
            <a:noAutofit/>
          </a:bodyPr>
          <a:lstStyle/>
          <a:p>
            <a:pPr algn="l">
              <a:defRPr sz="2813" b="1">
                <a:solidFill>
                  <a:srgbClr val="11745A"/>
                </a:solidFill>
                <a:latin typeface="Arial"/>
                <a:ea typeface="Arial"/>
                <a:cs typeface="Arial"/>
              </a:defRPr>
            </a:pPr>
            <a:r>
              <a:rPr sz="2813" b="1">
                <a:solidFill>
                  <a:srgbClr val="11745A"/>
                </a:solidFill>
                <a:latin typeface="Arial"/>
                <a:ea typeface="Arial"/>
                <a:cs typeface="Arial"/>
              </a:rPr>
              <a:t>= 60</a:t>
            </a:r>
          </a:p>
        </p:txBody>
      </p:sp>
      <p:sp>
        <p:nvSpPr>
          <p:cNvPr id="14" name="object-14">
            <a:extLst>
              <a:ext uri="{FF2B5EF4-FFF2-40B4-BE49-F238E27FC236}">
                <a16:creationId xmlns:a16="http://schemas.microsoft.com/office/drawing/2014/main" id="{E9C16E22-F11C-4741-B555-986E49FABFB6}"/>
              </a:ext>
            </a:extLst>
          </p:cNvPr>
          <p:cNvSpPr>
            <a:spLocks noGrp="1"/>
          </p:cNvSpPr>
          <p:nvPr/>
        </p:nvSpPr>
        <p:spPr>
          <a:xfrm>
            <a:off x="2857500" y="4155281"/>
            <a:ext cx="2143125" cy="523875"/>
          </a:xfrm>
          <a:prstGeom prst="rect">
            <a:avLst/>
          </a:prstGeom>
          <a:noFill/>
          <a:ln w="0">
            <a:noFill/>
          </a:ln>
        </p:spPr>
        <p:txBody>
          <a:bodyPr anchor="ctr">
            <a:noAutofit/>
          </a:bodyPr>
          <a:lstStyle/>
          <a:p>
            <a:pPr algn="ctr">
              <a:defRPr sz="2813" b="1">
                <a:solidFill>
                  <a:srgbClr val="1D4ED8"/>
                </a:solidFill>
                <a:latin typeface="Arial"/>
                <a:ea typeface="Arial"/>
                <a:cs typeface="Arial"/>
              </a:defRPr>
            </a:pPr>
            <a:r>
              <a:rPr sz="2813" b="1">
                <a:solidFill>
                  <a:srgbClr val="1D4ED8"/>
                </a:solidFill>
                <a:latin typeface="Arial"/>
                <a:ea typeface="Arial"/>
                <a:cs typeface="Arial"/>
              </a:rPr>
              <a:t>3</a:t>
            </a:r>
          </a:p>
        </p:txBody>
      </p:sp>
      <p:sp>
        <p:nvSpPr>
          <p:cNvPr id="15" name="object-15">
            <a:extLst>
              <a:ext uri="{FF2B5EF4-FFF2-40B4-BE49-F238E27FC236}">
                <a16:creationId xmlns:a16="http://schemas.microsoft.com/office/drawing/2014/main" id="{EDED7AA6-9F8F-4338-A5B4-F8190A438CA6}"/>
              </a:ext>
            </a:extLst>
          </p:cNvPr>
          <p:cNvSpPr>
            <a:spLocks noGrp="1"/>
          </p:cNvSpPr>
          <p:nvPr/>
        </p:nvSpPr>
        <p:spPr>
          <a:xfrm>
            <a:off x="5595938" y="4155281"/>
            <a:ext cx="714375" cy="523875"/>
          </a:xfrm>
          <a:prstGeom prst="rect">
            <a:avLst/>
          </a:prstGeom>
          <a:noFill/>
          <a:ln w="0">
            <a:noFill/>
          </a:ln>
        </p:spPr>
        <p:txBody>
          <a:bodyPr anchor="ctr">
            <a:noAutofit/>
          </a:bodyPr>
          <a:lstStyle/>
          <a:p>
            <a:pPr algn="l">
              <a:defRPr sz="2813" b="0">
                <a:solidFill>
                  <a:srgbClr val="172B4D"/>
                </a:solidFill>
                <a:latin typeface="Arial"/>
                <a:ea typeface="Arial"/>
                <a:cs typeface="Arial"/>
              </a:defRPr>
            </a:pPr>
            <a:r>
              <a:rPr sz="2813" b="0">
                <a:solidFill>
                  <a:srgbClr val="172B4D"/>
                </a:solidFill>
                <a:latin typeface="Arial"/>
                <a:ea typeface="Arial"/>
                <a:cs typeface="Arial"/>
              </a:rPr>
              <a:t>×</a:t>
            </a:r>
          </a:p>
        </p:txBody>
      </p:sp>
      <p:sp>
        <p:nvSpPr>
          <p:cNvPr id="16" name="object-16">
            <a:extLst>
              <a:ext uri="{FF2B5EF4-FFF2-40B4-BE49-F238E27FC236}">
                <a16:creationId xmlns:a16="http://schemas.microsoft.com/office/drawing/2014/main" id="{3C60F91B-4AF2-4966-969F-9A89B0059E3C}"/>
              </a:ext>
            </a:extLst>
          </p:cNvPr>
          <p:cNvSpPr>
            <a:spLocks noGrp="1"/>
          </p:cNvSpPr>
          <p:nvPr/>
        </p:nvSpPr>
        <p:spPr>
          <a:xfrm>
            <a:off x="6905625" y="4155281"/>
            <a:ext cx="2143125" cy="523875"/>
          </a:xfrm>
          <a:prstGeom prst="rect">
            <a:avLst/>
          </a:prstGeom>
          <a:noFill/>
          <a:ln w="0">
            <a:noFill/>
          </a:ln>
        </p:spPr>
        <p:txBody>
          <a:bodyPr anchor="ctr">
            <a:noAutofit/>
          </a:bodyPr>
          <a:lstStyle/>
          <a:p>
            <a:pPr algn="ctr">
              <a:defRPr sz="2813" b="1">
                <a:solidFill>
                  <a:srgbClr val="1D4ED8"/>
                </a:solidFill>
                <a:latin typeface="Arial"/>
                <a:ea typeface="Arial"/>
                <a:cs typeface="Arial"/>
              </a:defRPr>
            </a:pPr>
            <a:r>
              <a:rPr sz="2813" b="1">
                <a:solidFill>
                  <a:srgbClr val="1D4ED8"/>
                </a:solidFill>
                <a:latin typeface="Arial"/>
                <a:ea typeface="Arial"/>
                <a:cs typeface="Arial"/>
              </a:rPr>
              <a:t>20</a:t>
            </a:r>
          </a:p>
        </p:txBody>
      </p:sp>
      <p:sp>
        <p:nvSpPr>
          <p:cNvPr id="17" name="object-17">
            <a:extLst>
              <a:ext uri="{FF2B5EF4-FFF2-40B4-BE49-F238E27FC236}">
                <a16:creationId xmlns:a16="http://schemas.microsoft.com/office/drawing/2014/main" id="{9C483D08-5224-4EC5-BF7D-06337FC45708}"/>
              </a:ext>
            </a:extLst>
          </p:cNvPr>
          <p:cNvSpPr>
            <a:spLocks noGrp="1"/>
          </p:cNvSpPr>
          <p:nvPr/>
        </p:nvSpPr>
        <p:spPr>
          <a:xfrm>
            <a:off x="10060781" y="4155281"/>
            <a:ext cx="2024063" cy="523875"/>
          </a:xfrm>
          <a:prstGeom prst="rect">
            <a:avLst/>
          </a:prstGeom>
          <a:noFill/>
          <a:ln w="0">
            <a:noFill/>
          </a:ln>
        </p:spPr>
        <p:txBody>
          <a:bodyPr anchor="ctr">
            <a:noAutofit/>
          </a:bodyPr>
          <a:lstStyle/>
          <a:p>
            <a:pPr algn="l">
              <a:defRPr sz="2813" b="1">
                <a:solidFill>
                  <a:srgbClr val="11745A"/>
                </a:solidFill>
                <a:latin typeface="Arial"/>
                <a:ea typeface="Arial"/>
                <a:cs typeface="Arial"/>
              </a:defRPr>
            </a:pPr>
            <a:r>
              <a:rPr sz="2813" b="1">
                <a:solidFill>
                  <a:srgbClr val="11745A"/>
                </a:solidFill>
                <a:latin typeface="Arial"/>
                <a:ea typeface="Arial"/>
                <a:cs typeface="Arial"/>
              </a:rPr>
              <a:t>= 60</a:t>
            </a:r>
          </a:p>
        </p:txBody>
      </p:sp>
      <p:sp>
        <p:nvSpPr>
          <p:cNvPr id="18" name="object-18">
            <a:extLst>
              <a:ext uri="{FF2B5EF4-FFF2-40B4-BE49-F238E27FC236}">
                <a16:creationId xmlns:a16="http://schemas.microsoft.com/office/drawing/2014/main" id="{09E78143-9014-4BEF-8081-EFCE5FDC78AB}"/>
              </a:ext>
            </a:extLst>
          </p:cNvPr>
          <p:cNvSpPr>
            <a:spLocks noGrp="1"/>
          </p:cNvSpPr>
          <p:nvPr/>
        </p:nvSpPr>
        <p:spPr>
          <a:xfrm>
            <a:off x="2857500" y="4774406"/>
            <a:ext cx="2143125" cy="523875"/>
          </a:xfrm>
          <a:prstGeom prst="rect">
            <a:avLst/>
          </a:prstGeom>
          <a:noFill/>
          <a:ln w="0">
            <a:noFill/>
          </a:ln>
        </p:spPr>
        <p:txBody>
          <a:bodyPr anchor="ctr">
            <a:noAutofit/>
          </a:bodyPr>
          <a:lstStyle/>
          <a:p>
            <a:pPr algn="ctr">
              <a:defRPr sz="2813" b="1">
                <a:solidFill>
                  <a:srgbClr val="1D4ED8"/>
                </a:solidFill>
                <a:latin typeface="Arial"/>
                <a:ea typeface="Arial"/>
                <a:cs typeface="Arial"/>
              </a:defRPr>
            </a:pPr>
            <a:r>
              <a:rPr sz="2813" b="1">
                <a:solidFill>
                  <a:srgbClr val="1D4ED8"/>
                </a:solidFill>
                <a:latin typeface="Arial"/>
                <a:ea typeface="Arial"/>
                <a:cs typeface="Arial"/>
              </a:rPr>
              <a:t>4</a:t>
            </a:r>
          </a:p>
        </p:txBody>
      </p:sp>
      <p:sp>
        <p:nvSpPr>
          <p:cNvPr id="19" name="object-19">
            <a:extLst>
              <a:ext uri="{FF2B5EF4-FFF2-40B4-BE49-F238E27FC236}">
                <a16:creationId xmlns:a16="http://schemas.microsoft.com/office/drawing/2014/main" id="{850CB4BA-76A5-423D-867A-2243FF34AB2C}"/>
              </a:ext>
            </a:extLst>
          </p:cNvPr>
          <p:cNvSpPr>
            <a:spLocks noGrp="1"/>
          </p:cNvSpPr>
          <p:nvPr/>
        </p:nvSpPr>
        <p:spPr>
          <a:xfrm>
            <a:off x="5595938" y="4774406"/>
            <a:ext cx="714375" cy="523875"/>
          </a:xfrm>
          <a:prstGeom prst="rect">
            <a:avLst/>
          </a:prstGeom>
          <a:noFill/>
          <a:ln w="0">
            <a:noFill/>
          </a:ln>
        </p:spPr>
        <p:txBody>
          <a:bodyPr anchor="ctr">
            <a:noAutofit/>
          </a:bodyPr>
          <a:lstStyle/>
          <a:p>
            <a:pPr algn="l">
              <a:defRPr sz="2813" b="0">
                <a:solidFill>
                  <a:srgbClr val="172B4D"/>
                </a:solidFill>
                <a:latin typeface="Arial"/>
                <a:ea typeface="Arial"/>
                <a:cs typeface="Arial"/>
              </a:defRPr>
            </a:pPr>
            <a:r>
              <a:rPr sz="2813" b="0">
                <a:solidFill>
                  <a:srgbClr val="172B4D"/>
                </a:solidFill>
                <a:latin typeface="Arial"/>
                <a:ea typeface="Arial"/>
                <a:cs typeface="Arial"/>
              </a:rPr>
              <a:t>×</a:t>
            </a:r>
          </a:p>
        </p:txBody>
      </p:sp>
      <p:sp>
        <p:nvSpPr>
          <p:cNvPr id="20" name="object-20">
            <a:extLst>
              <a:ext uri="{FF2B5EF4-FFF2-40B4-BE49-F238E27FC236}">
                <a16:creationId xmlns:a16="http://schemas.microsoft.com/office/drawing/2014/main" id="{C287A695-328C-460B-8225-86A247F60D87}"/>
              </a:ext>
            </a:extLst>
          </p:cNvPr>
          <p:cNvSpPr>
            <a:spLocks noGrp="1"/>
          </p:cNvSpPr>
          <p:nvPr/>
        </p:nvSpPr>
        <p:spPr>
          <a:xfrm>
            <a:off x="6905625" y="4774406"/>
            <a:ext cx="2143125" cy="523875"/>
          </a:xfrm>
          <a:prstGeom prst="rect">
            <a:avLst/>
          </a:prstGeom>
          <a:noFill/>
          <a:ln w="0">
            <a:noFill/>
          </a:ln>
        </p:spPr>
        <p:txBody>
          <a:bodyPr anchor="ctr">
            <a:noAutofit/>
          </a:bodyPr>
          <a:lstStyle/>
          <a:p>
            <a:pPr algn="ctr">
              <a:defRPr sz="2813" b="1">
                <a:solidFill>
                  <a:srgbClr val="1D4ED8"/>
                </a:solidFill>
                <a:latin typeface="Arial"/>
                <a:ea typeface="Arial"/>
                <a:cs typeface="Arial"/>
              </a:defRPr>
            </a:pPr>
            <a:r>
              <a:rPr sz="2813" b="1">
                <a:solidFill>
                  <a:srgbClr val="1D4ED8"/>
                </a:solidFill>
                <a:latin typeface="Arial"/>
                <a:ea typeface="Arial"/>
                <a:cs typeface="Arial"/>
              </a:rPr>
              <a:t>15</a:t>
            </a:r>
          </a:p>
        </p:txBody>
      </p:sp>
      <p:sp>
        <p:nvSpPr>
          <p:cNvPr id="21" name="object-21">
            <a:extLst>
              <a:ext uri="{FF2B5EF4-FFF2-40B4-BE49-F238E27FC236}">
                <a16:creationId xmlns:a16="http://schemas.microsoft.com/office/drawing/2014/main" id="{9BD9EF77-4AE9-43D1-B4C4-B74DA1805874}"/>
              </a:ext>
            </a:extLst>
          </p:cNvPr>
          <p:cNvSpPr>
            <a:spLocks noGrp="1"/>
          </p:cNvSpPr>
          <p:nvPr/>
        </p:nvSpPr>
        <p:spPr>
          <a:xfrm>
            <a:off x="10060781" y="4774406"/>
            <a:ext cx="2024063" cy="523875"/>
          </a:xfrm>
          <a:prstGeom prst="rect">
            <a:avLst/>
          </a:prstGeom>
          <a:noFill/>
          <a:ln w="0">
            <a:noFill/>
          </a:ln>
        </p:spPr>
        <p:txBody>
          <a:bodyPr anchor="ctr">
            <a:noAutofit/>
          </a:bodyPr>
          <a:lstStyle/>
          <a:p>
            <a:pPr algn="l">
              <a:defRPr sz="2813" b="1">
                <a:solidFill>
                  <a:srgbClr val="11745A"/>
                </a:solidFill>
                <a:latin typeface="Arial"/>
                <a:ea typeface="Arial"/>
                <a:cs typeface="Arial"/>
              </a:defRPr>
            </a:pPr>
            <a:r>
              <a:rPr sz="2813" b="1">
                <a:solidFill>
                  <a:srgbClr val="11745A"/>
                </a:solidFill>
                <a:latin typeface="Arial"/>
                <a:ea typeface="Arial"/>
                <a:cs typeface="Arial"/>
              </a:rPr>
              <a:t>= 60</a:t>
            </a:r>
          </a:p>
        </p:txBody>
      </p:sp>
      <p:sp>
        <p:nvSpPr>
          <p:cNvPr id="22" name="object-22">
            <a:extLst>
              <a:ext uri="{FF2B5EF4-FFF2-40B4-BE49-F238E27FC236}">
                <a16:creationId xmlns:a16="http://schemas.microsoft.com/office/drawing/2014/main" id="{E18E2016-11C2-47B0-9657-5C1479AB50EF}"/>
              </a:ext>
            </a:extLst>
          </p:cNvPr>
          <p:cNvSpPr>
            <a:spLocks noGrp="1"/>
          </p:cNvSpPr>
          <p:nvPr/>
        </p:nvSpPr>
        <p:spPr>
          <a:xfrm>
            <a:off x="2857500" y="5393531"/>
            <a:ext cx="2143125" cy="523875"/>
          </a:xfrm>
          <a:prstGeom prst="rect">
            <a:avLst/>
          </a:prstGeom>
          <a:noFill/>
          <a:ln w="0">
            <a:noFill/>
          </a:ln>
        </p:spPr>
        <p:txBody>
          <a:bodyPr anchor="ctr">
            <a:noAutofit/>
          </a:bodyPr>
          <a:lstStyle/>
          <a:p>
            <a:pPr algn="ctr">
              <a:defRPr sz="2813" b="1">
                <a:solidFill>
                  <a:srgbClr val="1D4ED8"/>
                </a:solidFill>
                <a:latin typeface="Arial"/>
                <a:ea typeface="Arial"/>
                <a:cs typeface="Arial"/>
              </a:defRPr>
            </a:pPr>
            <a:r>
              <a:rPr sz="2813" b="1">
                <a:solidFill>
                  <a:srgbClr val="1D4ED8"/>
                </a:solidFill>
                <a:latin typeface="Arial"/>
                <a:ea typeface="Arial"/>
                <a:cs typeface="Arial"/>
              </a:rPr>
              <a:t>5</a:t>
            </a:r>
          </a:p>
        </p:txBody>
      </p:sp>
      <p:sp>
        <p:nvSpPr>
          <p:cNvPr id="23" name="object-23">
            <a:extLst>
              <a:ext uri="{FF2B5EF4-FFF2-40B4-BE49-F238E27FC236}">
                <a16:creationId xmlns:a16="http://schemas.microsoft.com/office/drawing/2014/main" id="{6F479706-19AD-4B64-8F46-01EC8E50FD51}"/>
              </a:ext>
            </a:extLst>
          </p:cNvPr>
          <p:cNvSpPr>
            <a:spLocks noGrp="1"/>
          </p:cNvSpPr>
          <p:nvPr/>
        </p:nvSpPr>
        <p:spPr>
          <a:xfrm>
            <a:off x="5595938" y="5393531"/>
            <a:ext cx="714375" cy="523875"/>
          </a:xfrm>
          <a:prstGeom prst="rect">
            <a:avLst/>
          </a:prstGeom>
          <a:noFill/>
          <a:ln w="0">
            <a:noFill/>
          </a:ln>
        </p:spPr>
        <p:txBody>
          <a:bodyPr anchor="ctr">
            <a:noAutofit/>
          </a:bodyPr>
          <a:lstStyle/>
          <a:p>
            <a:pPr algn="l">
              <a:defRPr sz="2813" b="0">
                <a:solidFill>
                  <a:srgbClr val="172B4D"/>
                </a:solidFill>
                <a:latin typeface="Arial"/>
                <a:ea typeface="Arial"/>
                <a:cs typeface="Arial"/>
              </a:defRPr>
            </a:pPr>
            <a:r>
              <a:rPr sz="2813" b="0">
                <a:solidFill>
                  <a:srgbClr val="172B4D"/>
                </a:solidFill>
                <a:latin typeface="Arial"/>
                <a:ea typeface="Arial"/>
                <a:cs typeface="Arial"/>
              </a:rPr>
              <a:t>×</a:t>
            </a:r>
          </a:p>
        </p:txBody>
      </p:sp>
      <p:sp>
        <p:nvSpPr>
          <p:cNvPr id="24" name="object-24">
            <a:extLst>
              <a:ext uri="{FF2B5EF4-FFF2-40B4-BE49-F238E27FC236}">
                <a16:creationId xmlns:a16="http://schemas.microsoft.com/office/drawing/2014/main" id="{E23F70C7-7A8B-44AF-8780-CAAD65793734}"/>
              </a:ext>
            </a:extLst>
          </p:cNvPr>
          <p:cNvSpPr>
            <a:spLocks noGrp="1"/>
          </p:cNvSpPr>
          <p:nvPr/>
        </p:nvSpPr>
        <p:spPr>
          <a:xfrm>
            <a:off x="6905625" y="5393531"/>
            <a:ext cx="2143125" cy="523875"/>
          </a:xfrm>
          <a:prstGeom prst="rect">
            <a:avLst/>
          </a:prstGeom>
          <a:noFill/>
          <a:ln w="0">
            <a:noFill/>
          </a:ln>
        </p:spPr>
        <p:txBody>
          <a:bodyPr anchor="ctr">
            <a:noAutofit/>
          </a:bodyPr>
          <a:lstStyle/>
          <a:p>
            <a:pPr algn="ctr">
              <a:defRPr sz="2813" b="1">
                <a:solidFill>
                  <a:srgbClr val="1D4ED8"/>
                </a:solidFill>
                <a:latin typeface="Arial"/>
                <a:ea typeface="Arial"/>
                <a:cs typeface="Arial"/>
              </a:defRPr>
            </a:pPr>
            <a:r>
              <a:rPr sz="2813" b="1">
                <a:solidFill>
                  <a:srgbClr val="1D4ED8"/>
                </a:solidFill>
                <a:latin typeface="Arial"/>
                <a:ea typeface="Arial"/>
                <a:cs typeface="Arial"/>
              </a:rPr>
              <a:t>12</a:t>
            </a:r>
          </a:p>
        </p:txBody>
      </p:sp>
      <p:sp>
        <p:nvSpPr>
          <p:cNvPr id="25" name="object-25">
            <a:extLst>
              <a:ext uri="{FF2B5EF4-FFF2-40B4-BE49-F238E27FC236}">
                <a16:creationId xmlns:a16="http://schemas.microsoft.com/office/drawing/2014/main" id="{A3F948DF-4280-4B80-9480-DFF8540A7972}"/>
              </a:ext>
            </a:extLst>
          </p:cNvPr>
          <p:cNvSpPr>
            <a:spLocks noGrp="1"/>
          </p:cNvSpPr>
          <p:nvPr/>
        </p:nvSpPr>
        <p:spPr>
          <a:xfrm>
            <a:off x="10060781" y="5393531"/>
            <a:ext cx="2024063" cy="523875"/>
          </a:xfrm>
          <a:prstGeom prst="rect">
            <a:avLst/>
          </a:prstGeom>
          <a:noFill/>
          <a:ln w="0">
            <a:noFill/>
          </a:ln>
        </p:spPr>
        <p:txBody>
          <a:bodyPr anchor="ctr">
            <a:noAutofit/>
          </a:bodyPr>
          <a:lstStyle/>
          <a:p>
            <a:pPr algn="l">
              <a:defRPr sz="2813" b="1">
                <a:solidFill>
                  <a:srgbClr val="11745A"/>
                </a:solidFill>
                <a:latin typeface="Arial"/>
                <a:ea typeface="Arial"/>
                <a:cs typeface="Arial"/>
              </a:defRPr>
            </a:pPr>
            <a:r>
              <a:rPr sz="2813" b="1">
                <a:solidFill>
                  <a:srgbClr val="11745A"/>
                </a:solidFill>
                <a:latin typeface="Arial"/>
                <a:ea typeface="Arial"/>
                <a:cs typeface="Arial"/>
              </a:rPr>
              <a:t>= 60</a:t>
            </a:r>
          </a:p>
        </p:txBody>
      </p:sp>
      <p:sp>
        <p:nvSpPr>
          <p:cNvPr id="26" name="object-26">
            <a:extLst>
              <a:ext uri="{FF2B5EF4-FFF2-40B4-BE49-F238E27FC236}">
                <a16:creationId xmlns:a16="http://schemas.microsoft.com/office/drawing/2014/main" id="{CBB0C08A-8BC4-403B-A238-B6EAA9509103}"/>
              </a:ext>
            </a:extLst>
          </p:cNvPr>
          <p:cNvSpPr>
            <a:spLocks noGrp="1"/>
          </p:cNvSpPr>
          <p:nvPr/>
        </p:nvSpPr>
        <p:spPr>
          <a:xfrm>
            <a:off x="2857500" y="6012656"/>
            <a:ext cx="2143125" cy="523875"/>
          </a:xfrm>
          <a:prstGeom prst="rect">
            <a:avLst/>
          </a:prstGeom>
          <a:noFill/>
          <a:ln w="0">
            <a:noFill/>
          </a:ln>
        </p:spPr>
        <p:txBody>
          <a:bodyPr anchor="ctr">
            <a:noAutofit/>
          </a:bodyPr>
          <a:lstStyle/>
          <a:p>
            <a:pPr algn="ctr">
              <a:defRPr sz="2813" b="1">
                <a:solidFill>
                  <a:srgbClr val="1D4ED8"/>
                </a:solidFill>
                <a:latin typeface="Arial"/>
                <a:ea typeface="Arial"/>
                <a:cs typeface="Arial"/>
              </a:defRPr>
            </a:pPr>
            <a:r>
              <a:rPr sz="2813" b="1">
                <a:solidFill>
                  <a:srgbClr val="1D4ED8"/>
                </a:solidFill>
                <a:latin typeface="Arial"/>
                <a:ea typeface="Arial"/>
                <a:cs typeface="Arial"/>
              </a:rPr>
              <a:t>6</a:t>
            </a:r>
          </a:p>
        </p:txBody>
      </p:sp>
      <p:sp>
        <p:nvSpPr>
          <p:cNvPr id="27" name="object-27">
            <a:extLst>
              <a:ext uri="{FF2B5EF4-FFF2-40B4-BE49-F238E27FC236}">
                <a16:creationId xmlns:a16="http://schemas.microsoft.com/office/drawing/2014/main" id="{E732632A-F069-40BB-9F26-708E83D2CFE9}"/>
              </a:ext>
            </a:extLst>
          </p:cNvPr>
          <p:cNvSpPr>
            <a:spLocks noGrp="1"/>
          </p:cNvSpPr>
          <p:nvPr/>
        </p:nvSpPr>
        <p:spPr>
          <a:xfrm>
            <a:off x="5595938" y="6012656"/>
            <a:ext cx="714375" cy="523875"/>
          </a:xfrm>
          <a:prstGeom prst="rect">
            <a:avLst/>
          </a:prstGeom>
          <a:noFill/>
          <a:ln w="0">
            <a:noFill/>
          </a:ln>
        </p:spPr>
        <p:txBody>
          <a:bodyPr anchor="ctr">
            <a:noAutofit/>
          </a:bodyPr>
          <a:lstStyle/>
          <a:p>
            <a:pPr algn="l">
              <a:defRPr sz="2813" b="0">
                <a:solidFill>
                  <a:srgbClr val="172B4D"/>
                </a:solidFill>
                <a:latin typeface="Arial"/>
                <a:ea typeface="Arial"/>
                <a:cs typeface="Arial"/>
              </a:defRPr>
            </a:pPr>
            <a:r>
              <a:rPr sz="2813" b="0">
                <a:solidFill>
                  <a:srgbClr val="172B4D"/>
                </a:solidFill>
                <a:latin typeface="Arial"/>
                <a:ea typeface="Arial"/>
                <a:cs typeface="Arial"/>
              </a:rPr>
              <a:t>×</a:t>
            </a:r>
          </a:p>
        </p:txBody>
      </p:sp>
      <p:sp>
        <p:nvSpPr>
          <p:cNvPr id="28" name="object-28">
            <a:extLst>
              <a:ext uri="{FF2B5EF4-FFF2-40B4-BE49-F238E27FC236}">
                <a16:creationId xmlns:a16="http://schemas.microsoft.com/office/drawing/2014/main" id="{53A05AB1-8E93-4D87-ABC1-BE583E3F4645}"/>
              </a:ext>
            </a:extLst>
          </p:cNvPr>
          <p:cNvSpPr>
            <a:spLocks noGrp="1"/>
          </p:cNvSpPr>
          <p:nvPr/>
        </p:nvSpPr>
        <p:spPr>
          <a:xfrm>
            <a:off x="6905625" y="6012656"/>
            <a:ext cx="2143125" cy="523875"/>
          </a:xfrm>
          <a:prstGeom prst="rect">
            <a:avLst/>
          </a:prstGeom>
          <a:noFill/>
          <a:ln w="0">
            <a:noFill/>
          </a:ln>
        </p:spPr>
        <p:txBody>
          <a:bodyPr anchor="ctr">
            <a:noAutofit/>
          </a:bodyPr>
          <a:lstStyle/>
          <a:p>
            <a:pPr algn="ctr">
              <a:defRPr sz="2813" b="1">
                <a:solidFill>
                  <a:srgbClr val="1D4ED8"/>
                </a:solidFill>
                <a:latin typeface="Arial"/>
                <a:ea typeface="Arial"/>
                <a:cs typeface="Arial"/>
              </a:defRPr>
            </a:pPr>
            <a:r>
              <a:rPr sz="2813" b="1">
                <a:solidFill>
                  <a:srgbClr val="1D4ED8"/>
                </a:solidFill>
                <a:latin typeface="Arial"/>
                <a:ea typeface="Arial"/>
                <a:cs typeface="Arial"/>
              </a:rPr>
              <a:t>10</a:t>
            </a:r>
          </a:p>
        </p:txBody>
      </p:sp>
      <p:sp>
        <p:nvSpPr>
          <p:cNvPr id="29" name="object-29">
            <a:extLst>
              <a:ext uri="{FF2B5EF4-FFF2-40B4-BE49-F238E27FC236}">
                <a16:creationId xmlns:a16="http://schemas.microsoft.com/office/drawing/2014/main" id="{B31EC929-1F45-46FB-AE89-A1D205A86875}"/>
              </a:ext>
            </a:extLst>
          </p:cNvPr>
          <p:cNvSpPr>
            <a:spLocks noGrp="1"/>
          </p:cNvSpPr>
          <p:nvPr/>
        </p:nvSpPr>
        <p:spPr>
          <a:xfrm>
            <a:off x="10060781" y="6012656"/>
            <a:ext cx="2024063" cy="523875"/>
          </a:xfrm>
          <a:prstGeom prst="rect">
            <a:avLst/>
          </a:prstGeom>
          <a:noFill/>
          <a:ln w="0">
            <a:noFill/>
          </a:ln>
        </p:spPr>
        <p:txBody>
          <a:bodyPr anchor="ctr">
            <a:noAutofit/>
          </a:bodyPr>
          <a:lstStyle/>
          <a:p>
            <a:pPr algn="l">
              <a:defRPr sz="2813" b="1">
                <a:solidFill>
                  <a:srgbClr val="11745A"/>
                </a:solidFill>
                <a:latin typeface="Arial"/>
                <a:ea typeface="Arial"/>
                <a:cs typeface="Arial"/>
              </a:defRPr>
            </a:pPr>
            <a:r>
              <a:rPr sz="2813" b="1">
                <a:solidFill>
                  <a:srgbClr val="11745A"/>
                </a:solidFill>
                <a:latin typeface="Arial"/>
                <a:ea typeface="Arial"/>
                <a:cs typeface="Arial"/>
              </a:rPr>
              <a:t>= 60</a:t>
            </a:r>
          </a:p>
        </p:txBody>
      </p:sp>
    </p:spTree>
    <p:extLst>
      <p:ext uri="{BB962C8B-B14F-4D97-AF65-F5344CB8AC3E}">
        <p14:creationId xmlns:p14="http://schemas.microsoft.com/office/powerpoint/2010/main" val="10064115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1"/>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2"/>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4"/>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5"/>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6"/>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7"/>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18"/>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19"/>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0"/>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1"/>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22"/>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23"/>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24"/>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25"/>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grpId="0" nodeType="clickEffect">
                                  <p:stCondLst>
                                    <p:cond delay="0"/>
                                  </p:stCondLst>
                                  <p:childTnLst>
                                    <p:set>
                                      <p:cBhvr>
                                        <p:cTn id="56" dur="1" fill="hold">
                                          <p:stCondLst>
                                            <p:cond delay="0"/>
                                          </p:stCondLst>
                                        </p:cTn>
                                        <p:tgtEl>
                                          <p:spTgt spid="26"/>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27"/>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28"/>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2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9" grpId="0"/>
      <p:bldP spid="10" grpId="0"/>
      <p:bldP spid="11" grpId="0"/>
      <p:bldP spid="12" grpId="0"/>
      <p:bldP spid="13" grpId="0"/>
      <p:bldP spid="14" grpId="0"/>
      <p:bldP spid="15" grpId="0"/>
      <p:bldP spid="16" grpId="0"/>
      <p:bldP spid="17" grpId="0"/>
      <p:bldP spid="18" grpId="0"/>
      <p:bldP spid="19" grpId="0"/>
      <p:bldP spid="20" grpId="0"/>
      <p:bldP spid="21" grpId="0"/>
      <p:bldP spid="22" grpId="0"/>
      <p:bldP spid="23" grpId="0"/>
      <p:bldP spid="24" grpId="0"/>
      <p:bldP spid="25" grpId="0"/>
      <p:bldP spid="26" grpId="0"/>
      <p:bldP spid="27" grpId="0"/>
      <p:bldP spid="28" grpId="0"/>
      <p:bldP spid="29" grpId="0"/>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1" name="object-1">
            <a:extLst>
              <a:ext uri="{FF2B5EF4-FFF2-40B4-BE49-F238E27FC236}">
                <a16:creationId xmlns:a16="http://schemas.microsoft.com/office/drawing/2014/main" id="{CB73607C-938E-4669-B994-62E0D3C41E82}"/>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You do</a:t>
            </a:r>
          </a:p>
        </p:txBody>
      </p:sp>
      <p:sp>
        <p:nvSpPr>
          <p:cNvPr id="2" name="object-2">
            <a:extLst>
              <a:ext uri="{FF2B5EF4-FFF2-40B4-BE49-F238E27FC236}">
                <a16:creationId xmlns:a16="http://schemas.microsoft.com/office/drawing/2014/main" id="{DE8D7F2F-FA93-443F-B8DD-9A7CD423F639}"/>
              </a:ext>
            </a:extLst>
          </p:cNvPr>
          <p:cNvSpPr>
            <a:spLocks noGrp="1"/>
          </p:cNvSpPr>
          <p:nvPr/>
        </p:nvSpPr>
        <p:spPr>
          <a:xfrm>
            <a:off x="11430000" y="476250"/>
            <a:ext cx="3155156" cy="547688"/>
          </a:xfrm>
          <a:prstGeom prst="rect">
            <a:avLst/>
          </a:prstGeom>
          <a:noFill/>
          <a:ln w="0">
            <a:noFill/>
          </a:ln>
        </p:spPr>
        <p:txBody>
          <a:bodyPr anchor="ctr">
            <a:noAutofit/>
          </a:bodyPr>
          <a:lstStyle/>
          <a:p>
            <a:pPr algn="r">
              <a:defRPr sz="2625" b="0">
                <a:solidFill>
                  <a:srgbClr val="52647A"/>
                </a:solidFill>
                <a:latin typeface="Arial"/>
                <a:ea typeface="Arial"/>
                <a:cs typeface="Arial"/>
              </a:defRPr>
            </a:pPr>
            <a:r>
              <a:rPr sz="2625" b="0">
                <a:solidFill>
                  <a:srgbClr val="52647A"/>
                </a:solidFill>
                <a:latin typeface="Arial"/>
                <a:ea typeface="Arial"/>
                <a:cs typeface="Arial"/>
              </a:rPr>
              <a:t>You try.</a:t>
            </a:r>
          </a:p>
        </p:txBody>
      </p:sp>
      <p:sp>
        <p:nvSpPr>
          <p:cNvPr id="3" name="object-3">
            <a:extLst>
              <a:ext uri="{FF2B5EF4-FFF2-40B4-BE49-F238E27FC236}">
                <a16:creationId xmlns:a16="http://schemas.microsoft.com/office/drawing/2014/main" id="{C520B925-AA35-4170-8A36-19280F46CCD3}"/>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Find every factor pair of 72.</a:t>
            </a:r>
          </a:p>
        </p:txBody>
      </p:sp>
      <p:sp>
        <p:nvSpPr>
          <p:cNvPr id="4" name="object-4">
            <a:extLst>
              <a:ext uri="{FF2B5EF4-FFF2-40B4-BE49-F238E27FC236}">
                <a16:creationId xmlns:a16="http://schemas.microsoft.com/office/drawing/2014/main" id="{83CDCB0D-A0CD-4784-ACCD-E0C87D0F36E9}"/>
              </a:ext>
            </a:extLst>
          </p:cNvPr>
          <p:cNvSpPr>
            <a:spLocks noGrp="1"/>
          </p:cNvSpPr>
          <p:nvPr/>
        </p:nvSpPr>
        <p:spPr>
          <a:xfrm>
            <a:off x="654844" y="8012906"/>
            <a:ext cx="13930313" cy="11906"/>
          </a:xfrm>
          <a:prstGeom prst="rect">
            <a:avLst/>
          </a:prstGeom>
          <a:solidFill>
            <a:srgbClr val="BCD0EA"/>
          </a:solidFill>
          <a:ln w="0">
            <a:noFill/>
          </a:ln>
        </p:spPr>
      </p:sp>
      <p:sp>
        <p:nvSpPr>
          <p:cNvPr id="5" name="object-5">
            <a:extLst>
              <a:ext uri="{FF2B5EF4-FFF2-40B4-BE49-F238E27FC236}">
                <a16:creationId xmlns:a16="http://schemas.microsoft.com/office/drawing/2014/main" id="{E8E30CA0-E519-4376-AEFD-4A14D708107D}"/>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Find factor pairs systematically</a:t>
            </a:r>
          </a:p>
        </p:txBody>
      </p:sp>
      <p:sp>
        <p:nvSpPr>
          <p:cNvPr id="6" name="object-6">
            <a:extLst>
              <a:ext uri="{FF2B5EF4-FFF2-40B4-BE49-F238E27FC236}">
                <a16:creationId xmlns:a16="http://schemas.microsoft.com/office/drawing/2014/main" id="{FF502F1B-1500-4369-8214-E28B612687B1}"/>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5</a:t>
            </a:r>
          </a:p>
        </p:txBody>
      </p:sp>
      <p:sp>
        <p:nvSpPr>
          <p:cNvPr id="7" name="object-7">
            <a:extLst>
              <a:ext uri="{FF2B5EF4-FFF2-40B4-BE49-F238E27FC236}">
                <a16:creationId xmlns:a16="http://schemas.microsoft.com/office/drawing/2014/main" id="{C8CC3FB0-EDE6-421F-8D8D-6B7AFCB45E17}"/>
              </a:ext>
            </a:extLst>
          </p:cNvPr>
          <p:cNvSpPr>
            <a:spLocks noGrp="1"/>
          </p:cNvSpPr>
          <p:nvPr/>
        </p:nvSpPr>
        <p:spPr>
          <a:xfrm>
            <a:off x="2857500" y="2917031"/>
            <a:ext cx="2143125" cy="523875"/>
          </a:xfrm>
          <a:prstGeom prst="rect">
            <a:avLst/>
          </a:prstGeom>
          <a:noFill/>
          <a:ln w="0">
            <a:noFill/>
          </a:ln>
        </p:spPr>
        <p:txBody>
          <a:bodyPr anchor="ctr">
            <a:noAutofit/>
          </a:bodyPr>
          <a:lstStyle/>
          <a:p>
            <a:pPr algn="ctr">
              <a:defRPr sz="2813" b="1">
                <a:solidFill>
                  <a:srgbClr val="1D4ED8"/>
                </a:solidFill>
                <a:latin typeface="Arial"/>
                <a:ea typeface="Arial"/>
                <a:cs typeface="Arial"/>
              </a:defRPr>
            </a:pPr>
            <a:r>
              <a:rPr sz="2813" b="1">
                <a:solidFill>
                  <a:srgbClr val="1D4ED8"/>
                </a:solidFill>
                <a:latin typeface="Arial"/>
                <a:ea typeface="Arial"/>
                <a:cs typeface="Arial"/>
              </a:rPr>
              <a:t>1</a:t>
            </a:r>
          </a:p>
        </p:txBody>
      </p:sp>
      <p:sp>
        <p:nvSpPr>
          <p:cNvPr id="8" name="object-8">
            <a:extLst>
              <a:ext uri="{FF2B5EF4-FFF2-40B4-BE49-F238E27FC236}">
                <a16:creationId xmlns:a16="http://schemas.microsoft.com/office/drawing/2014/main" id="{2EC047D3-D359-4AFD-AAB0-3EB481CBB87E}"/>
              </a:ext>
            </a:extLst>
          </p:cNvPr>
          <p:cNvSpPr>
            <a:spLocks noGrp="1"/>
          </p:cNvSpPr>
          <p:nvPr/>
        </p:nvSpPr>
        <p:spPr>
          <a:xfrm>
            <a:off x="5595938" y="2917031"/>
            <a:ext cx="714375" cy="523875"/>
          </a:xfrm>
          <a:prstGeom prst="rect">
            <a:avLst/>
          </a:prstGeom>
          <a:noFill/>
          <a:ln w="0">
            <a:noFill/>
          </a:ln>
        </p:spPr>
        <p:txBody>
          <a:bodyPr anchor="ctr">
            <a:noAutofit/>
          </a:bodyPr>
          <a:lstStyle/>
          <a:p>
            <a:pPr algn="l">
              <a:defRPr sz="2813" b="0">
                <a:solidFill>
                  <a:srgbClr val="172B4D"/>
                </a:solidFill>
                <a:latin typeface="Arial"/>
                <a:ea typeface="Arial"/>
                <a:cs typeface="Arial"/>
              </a:defRPr>
            </a:pPr>
            <a:r>
              <a:rPr sz="2813" b="0">
                <a:solidFill>
                  <a:srgbClr val="172B4D"/>
                </a:solidFill>
                <a:latin typeface="Arial"/>
                <a:ea typeface="Arial"/>
                <a:cs typeface="Arial"/>
              </a:rPr>
              <a:t>×</a:t>
            </a:r>
          </a:p>
        </p:txBody>
      </p:sp>
      <p:sp>
        <p:nvSpPr>
          <p:cNvPr id="9" name="object-9">
            <a:extLst>
              <a:ext uri="{FF2B5EF4-FFF2-40B4-BE49-F238E27FC236}">
                <a16:creationId xmlns:a16="http://schemas.microsoft.com/office/drawing/2014/main" id="{AA837806-4B87-4F3F-A2F3-314B6F6E0ACA}"/>
              </a:ext>
            </a:extLst>
          </p:cNvPr>
          <p:cNvSpPr>
            <a:spLocks noGrp="1"/>
          </p:cNvSpPr>
          <p:nvPr/>
        </p:nvSpPr>
        <p:spPr>
          <a:xfrm>
            <a:off x="6905625" y="2917031"/>
            <a:ext cx="2143125" cy="523875"/>
          </a:xfrm>
          <a:prstGeom prst="rect">
            <a:avLst/>
          </a:prstGeom>
          <a:noFill/>
          <a:ln w="0">
            <a:noFill/>
          </a:ln>
        </p:spPr>
        <p:txBody>
          <a:bodyPr anchor="ctr">
            <a:noAutofit/>
          </a:bodyPr>
          <a:lstStyle/>
          <a:p>
            <a:pPr algn="ctr">
              <a:defRPr sz="2813" b="1">
                <a:solidFill>
                  <a:srgbClr val="1D4ED8"/>
                </a:solidFill>
                <a:latin typeface="Arial"/>
                <a:ea typeface="Arial"/>
                <a:cs typeface="Arial"/>
              </a:defRPr>
            </a:pPr>
            <a:r>
              <a:rPr sz="2813" b="1">
                <a:solidFill>
                  <a:srgbClr val="1D4ED8"/>
                </a:solidFill>
                <a:latin typeface="Arial"/>
                <a:ea typeface="Arial"/>
                <a:cs typeface="Arial"/>
              </a:rPr>
              <a:t>72</a:t>
            </a:r>
          </a:p>
        </p:txBody>
      </p:sp>
      <p:sp>
        <p:nvSpPr>
          <p:cNvPr id="10" name="object-10">
            <a:extLst>
              <a:ext uri="{FF2B5EF4-FFF2-40B4-BE49-F238E27FC236}">
                <a16:creationId xmlns:a16="http://schemas.microsoft.com/office/drawing/2014/main" id="{DDD4FC0D-103A-4773-8DD8-55A280202982}"/>
              </a:ext>
            </a:extLst>
          </p:cNvPr>
          <p:cNvSpPr>
            <a:spLocks noGrp="1"/>
          </p:cNvSpPr>
          <p:nvPr/>
        </p:nvSpPr>
        <p:spPr>
          <a:xfrm>
            <a:off x="10060781" y="2917031"/>
            <a:ext cx="2024063" cy="523875"/>
          </a:xfrm>
          <a:prstGeom prst="rect">
            <a:avLst/>
          </a:prstGeom>
          <a:noFill/>
          <a:ln w="0">
            <a:noFill/>
          </a:ln>
        </p:spPr>
        <p:txBody>
          <a:bodyPr anchor="ctr">
            <a:noAutofit/>
          </a:bodyPr>
          <a:lstStyle/>
          <a:p>
            <a:pPr algn="l">
              <a:defRPr sz="2813" b="1">
                <a:solidFill>
                  <a:srgbClr val="11745A"/>
                </a:solidFill>
                <a:latin typeface="Arial"/>
                <a:ea typeface="Arial"/>
                <a:cs typeface="Arial"/>
              </a:defRPr>
            </a:pPr>
            <a:r>
              <a:rPr sz="2813" b="1">
                <a:solidFill>
                  <a:srgbClr val="11745A"/>
                </a:solidFill>
                <a:latin typeface="Arial"/>
                <a:ea typeface="Arial"/>
                <a:cs typeface="Arial"/>
              </a:rPr>
              <a:t>= 72</a:t>
            </a:r>
          </a:p>
        </p:txBody>
      </p:sp>
      <p:sp>
        <p:nvSpPr>
          <p:cNvPr id="11" name="object-11">
            <a:extLst>
              <a:ext uri="{FF2B5EF4-FFF2-40B4-BE49-F238E27FC236}">
                <a16:creationId xmlns:a16="http://schemas.microsoft.com/office/drawing/2014/main" id="{736205F4-A616-4AC2-8AF2-339013DCC8F5}"/>
              </a:ext>
            </a:extLst>
          </p:cNvPr>
          <p:cNvSpPr>
            <a:spLocks noGrp="1"/>
          </p:cNvSpPr>
          <p:nvPr/>
        </p:nvSpPr>
        <p:spPr>
          <a:xfrm>
            <a:off x="2857500" y="3536156"/>
            <a:ext cx="2143125" cy="523875"/>
          </a:xfrm>
          <a:prstGeom prst="rect">
            <a:avLst/>
          </a:prstGeom>
          <a:noFill/>
          <a:ln w="0">
            <a:noFill/>
          </a:ln>
        </p:spPr>
        <p:txBody>
          <a:bodyPr anchor="ctr">
            <a:noAutofit/>
          </a:bodyPr>
          <a:lstStyle/>
          <a:p>
            <a:pPr algn="ctr">
              <a:defRPr sz="2813" b="1">
                <a:solidFill>
                  <a:srgbClr val="1D4ED8"/>
                </a:solidFill>
                <a:latin typeface="Arial"/>
                <a:ea typeface="Arial"/>
                <a:cs typeface="Arial"/>
              </a:defRPr>
            </a:pPr>
            <a:r>
              <a:rPr sz="2813" b="1">
                <a:solidFill>
                  <a:srgbClr val="1D4ED8"/>
                </a:solidFill>
                <a:latin typeface="Arial"/>
                <a:ea typeface="Arial"/>
                <a:cs typeface="Arial"/>
              </a:rPr>
              <a:t>2</a:t>
            </a:r>
          </a:p>
        </p:txBody>
      </p:sp>
      <p:sp>
        <p:nvSpPr>
          <p:cNvPr id="12" name="object-12">
            <a:extLst>
              <a:ext uri="{FF2B5EF4-FFF2-40B4-BE49-F238E27FC236}">
                <a16:creationId xmlns:a16="http://schemas.microsoft.com/office/drawing/2014/main" id="{CB23EE6E-B19E-4A86-85F9-409ED44D9290}"/>
              </a:ext>
            </a:extLst>
          </p:cNvPr>
          <p:cNvSpPr>
            <a:spLocks noGrp="1"/>
          </p:cNvSpPr>
          <p:nvPr/>
        </p:nvSpPr>
        <p:spPr>
          <a:xfrm>
            <a:off x="5595938" y="3536156"/>
            <a:ext cx="714375" cy="523875"/>
          </a:xfrm>
          <a:prstGeom prst="rect">
            <a:avLst/>
          </a:prstGeom>
          <a:noFill/>
          <a:ln w="0">
            <a:noFill/>
          </a:ln>
        </p:spPr>
        <p:txBody>
          <a:bodyPr anchor="ctr">
            <a:noAutofit/>
          </a:bodyPr>
          <a:lstStyle/>
          <a:p>
            <a:pPr algn="l">
              <a:defRPr sz="2813" b="0">
                <a:solidFill>
                  <a:srgbClr val="172B4D"/>
                </a:solidFill>
                <a:latin typeface="Arial"/>
                <a:ea typeface="Arial"/>
                <a:cs typeface="Arial"/>
              </a:defRPr>
            </a:pPr>
            <a:r>
              <a:rPr sz="2813" b="0">
                <a:solidFill>
                  <a:srgbClr val="172B4D"/>
                </a:solidFill>
                <a:latin typeface="Arial"/>
                <a:ea typeface="Arial"/>
                <a:cs typeface="Arial"/>
              </a:rPr>
              <a:t>×</a:t>
            </a:r>
          </a:p>
        </p:txBody>
      </p:sp>
      <p:sp>
        <p:nvSpPr>
          <p:cNvPr id="13" name="object-13">
            <a:extLst>
              <a:ext uri="{FF2B5EF4-FFF2-40B4-BE49-F238E27FC236}">
                <a16:creationId xmlns:a16="http://schemas.microsoft.com/office/drawing/2014/main" id="{0E2483DF-3E1E-4F56-A58A-09EAEA603F15}"/>
              </a:ext>
            </a:extLst>
          </p:cNvPr>
          <p:cNvSpPr>
            <a:spLocks noGrp="1"/>
          </p:cNvSpPr>
          <p:nvPr/>
        </p:nvSpPr>
        <p:spPr>
          <a:xfrm>
            <a:off x="6905625" y="3536156"/>
            <a:ext cx="2143125" cy="523875"/>
          </a:xfrm>
          <a:prstGeom prst="rect">
            <a:avLst/>
          </a:prstGeom>
          <a:noFill/>
          <a:ln w="0">
            <a:noFill/>
          </a:ln>
        </p:spPr>
        <p:txBody>
          <a:bodyPr anchor="ctr">
            <a:noAutofit/>
          </a:bodyPr>
          <a:lstStyle/>
          <a:p>
            <a:pPr algn="ctr">
              <a:defRPr sz="2813" b="1">
                <a:solidFill>
                  <a:srgbClr val="1D4ED8"/>
                </a:solidFill>
                <a:latin typeface="Arial"/>
                <a:ea typeface="Arial"/>
                <a:cs typeface="Arial"/>
              </a:defRPr>
            </a:pPr>
            <a:r>
              <a:rPr sz="2813" b="1">
                <a:solidFill>
                  <a:srgbClr val="1D4ED8"/>
                </a:solidFill>
                <a:latin typeface="Arial"/>
                <a:ea typeface="Arial"/>
                <a:cs typeface="Arial"/>
              </a:rPr>
              <a:t>36</a:t>
            </a:r>
          </a:p>
        </p:txBody>
      </p:sp>
      <p:sp>
        <p:nvSpPr>
          <p:cNvPr id="14" name="object-14">
            <a:extLst>
              <a:ext uri="{FF2B5EF4-FFF2-40B4-BE49-F238E27FC236}">
                <a16:creationId xmlns:a16="http://schemas.microsoft.com/office/drawing/2014/main" id="{036B9879-2D03-4001-8E65-3D2B2B01A45F}"/>
              </a:ext>
            </a:extLst>
          </p:cNvPr>
          <p:cNvSpPr>
            <a:spLocks noGrp="1"/>
          </p:cNvSpPr>
          <p:nvPr/>
        </p:nvSpPr>
        <p:spPr>
          <a:xfrm>
            <a:off x="10060781" y="3536156"/>
            <a:ext cx="2024063" cy="523875"/>
          </a:xfrm>
          <a:prstGeom prst="rect">
            <a:avLst/>
          </a:prstGeom>
          <a:noFill/>
          <a:ln w="0">
            <a:noFill/>
          </a:ln>
        </p:spPr>
        <p:txBody>
          <a:bodyPr anchor="ctr">
            <a:noAutofit/>
          </a:bodyPr>
          <a:lstStyle/>
          <a:p>
            <a:pPr algn="l">
              <a:defRPr sz="2813" b="1">
                <a:solidFill>
                  <a:srgbClr val="11745A"/>
                </a:solidFill>
                <a:latin typeface="Arial"/>
                <a:ea typeface="Arial"/>
                <a:cs typeface="Arial"/>
              </a:defRPr>
            </a:pPr>
            <a:r>
              <a:rPr sz="2813" b="1">
                <a:solidFill>
                  <a:srgbClr val="11745A"/>
                </a:solidFill>
                <a:latin typeface="Arial"/>
                <a:ea typeface="Arial"/>
                <a:cs typeface="Arial"/>
              </a:rPr>
              <a:t>= 72</a:t>
            </a:r>
          </a:p>
        </p:txBody>
      </p:sp>
      <p:sp>
        <p:nvSpPr>
          <p:cNvPr id="15" name="object-15">
            <a:extLst>
              <a:ext uri="{FF2B5EF4-FFF2-40B4-BE49-F238E27FC236}">
                <a16:creationId xmlns:a16="http://schemas.microsoft.com/office/drawing/2014/main" id="{B727AC2F-2096-4128-AAB0-539CD78B4C7F}"/>
              </a:ext>
            </a:extLst>
          </p:cNvPr>
          <p:cNvSpPr>
            <a:spLocks noGrp="1"/>
          </p:cNvSpPr>
          <p:nvPr/>
        </p:nvSpPr>
        <p:spPr>
          <a:xfrm>
            <a:off x="2857500" y="4155281"/>
            <a:ext cx="2143125" cy="523875"/>
          </a:xfrm>
          <a:prstGeom prst="rect">
            <a:avLst/>
          </a:prstGeom>
          <a:noFill/>
          <a:ln w="0">
            <a:noFill/>
          </a:ln>
        </p:spPr>
        <p:txBody>
          <a:bodyPr anchor="ctr">
            <a:noAutofit/>
          </a:bodyPr>
          <a:lstStyle/>
          <a:p>
            <a:pPr algn="ctr">
              <a:defRPr sz="2813" b="1">
                <a:solidFill>
                  <a:srgbClr val="1D4ED8"/>
                </a:solidFill>
                <a:latin typeface="Arial"/>
                <a:ea typeface="Arial"/>
                <a:cs typeface="Arial"/>
              </a:defRPr>
            </a:pPr>
            <a:r>
              <a:rPr sz="2813" b="1">
                <a:solidFill>
                  <a:srgbClr val="1D4ED8"/>
                </a:solidFill>
                <a:latin typeface="Arial"/>
                <a:ea typeface="Arial"/>
                <a:cs typeface="Arial"/>
              </a:rPr>
              <a:t>3</a:t>
            </a:r>
          </a:p>
        </p:txBody>
      </p:sp>
      <p:sp>
        <p:nvSpPr>
          <p:cNvPr id="16" name="object-16">
            <a:extLst>
              <a:ext uri="{FF2B5EF4-FFF2-40B4-BE49-F238E27FC236}">
                <a16:creationId xmlns:a16="http://schemas.microsoft.com/office/drawing/2014/main" id="{F4031824-A286-4CE2-A943-A546C7EAEE03}"/>
              </a:ext>
            </a:extLst>
          </p:cNvPr>
          <p:cNvSpPr>
            <a:spLocks noGrp="1"/>
          </p:cNvSpPr>
          <p:nvPr/>
        </p:nvSpPr>
        <p:spPr>
          <a:xfrm>
            <a:off x="5595938" y="4155281"/>
            <a:ext cx="714375" cy="523875"/>
          </a:xfrm>
          <a:prstGeom prst="rect">
            <a:avLst/>
          </a:prstGeom>
          <a:noFill/>
          <a:ln w="0">
            <a:noFill/>
          </a:ln>
        </p:spPr>
        <p:txBody>
          <a:bodyPr anchor="ctr">
            <a:noAutofit/>
          </a:bodyPr>
          <a:lstStyle/>
          <a:p>
            <a:pPr algn="l">
              <a:defRPr sz="2813" b="0">
                <a:solidFill>
                  <a:srgbClr val="172B4D"/>
                </a:solidFill>
                <a:latin typeface="Arial"/>
                <a:ea typeface="Arial"/>
                <a:cs typeface="Arial"/>
              </a:defRPr>
            </a:pPr>
            <a:r>
              <a:rPr sz="2813" b="0">
                <a:solidFill>
                  <a:srgbClr val="172B4D"/>
                </a:solidFill>
                <a:latin typeface="Arial"/>
                <a:ea typeface="Arial"/>
                <a:cs typeface="Arial"/>
              </a:rPr>
              <a:t>×</a:t>
            </a:r>
          </a:p>
        </p:txBody>
      </p:sp>
      <p:sp>
        <p:nvSpPr>
          <p:cNvPr id="17" name="object-17">
            <a:extLst>
              <a:ext uri="{FF2B5EF4-FFF2-40B4-BE49-F238E27FC236}">
                <a16:creationId xmlns:a16="http://schemas.microsoft.com/office/drawing/2014/main" id="{15B9F12B-C118-4C39-B2B1-33EDC3917FC3}"/>
              </a:ext>
            </a:extLst>
          </p:cNvPr>
          <p:cNvSpPr>
            <a:spLocks noGrp="1"/>
          </p:cNvSpPr>
          <p:nvPr/>
        </p:nvSpPr>
        <p:spPr>
          <a:xfrm>
            <a:off x="6905625" y="4155281"/>
            <a:ext cx="2143125" cy="523875"/>
          </a:xfrm>
          <a:prstGeom prst="rect">
            <a:avLst/>
          </a:prstGeom>
          <a:noFill/>
          <a:ln w="0">
            <a:noFill/>
          </a:ln>
        </p:spPr>
        <p:txBody>
          <a:bodyPr anchor="ctr">
            <a:noAutofit/>
          </a:bodyPr>
          <a:lstStyle/>
          <a:p>
            <a:pPr algn="ctr">
              <a:defRPr sz="2813" b="1">
                <a:solidFill>
                  <a:srgbClr val="1D4ED8"/>
                </a:solidFill>
                <a:latin typeface="Arial"/>
                <a:ea typeface="Arial"/>
                <a:cs typeface="Arial"/>
              </a:defRPr>
            </a:pPr>
            <a:r>
              <a:rPr sz="2813" b="1">
                <a:solidFill>
                  <a:srgbClr val="1D4ED8"/>
                </a:solidFill>
                <a:latin typeface="Arial"/>
                <a:ea typeface="Arial"/>
                <a:cs typeface="Arial"/>
              </a:rPr>
              <a:t>24</a:t>
            </a:r>
          </a:p>
        </p:txBody>
      </p:sp>
      <p:sp>
        <p:nvSpPr>
          <p:cNvPr id="18" name="object-18">
            <a:extLst>
              <a:ext uri="{FF2B5EF4-FFF2-40B4-BE49-F238E27FC236}">
                <a16:creationId xmlns:a16="http://schemas.microsoft.com/office/drawing/2014/main" id="{0B5B485A-2A1D-4C93-AE56-C75FD451CA0E}"/>
              </a:ext>
            </a:extLst>
          </p:cNvPr>
          <p:cNvSpPr>
            <a:spLocks noGrp="1"/>
          </p:cNvSpPr>
          <p:nvPr/>
        </p:nvSpPr>
        <p:spPr>
          <a:xfrm>
            <a:off x="10060781" y="4155281"/>
            <a:ext cx="2024063" cy="523875"/>
          </a:xfrm>
          <a:prstGeom prst="rect">
            <a:avLst/>
          </a:prstGeom>
          <a:noFill/>
          <a:ln w="0">
            <a:noFill/>
          </a:ln>
        </p:spPr>
        <p:txBody>
          <a:bodyPr anchor="ctr">
            <a:noAutofit/>
          </a:bodyPr>
          <a:lstStyle/>
          <a:p>
            <a:pPr algn="l">
              <a:defRPr sz="2813" b="1">
                <a:solidFill>
                  <a:srgbClr val="11745A"/>
                </a:solidFill>
                <a:latin typeface="Arial"/>
                <a:ea typeface="Arial"/>
                <a:cs typeface="Arial"/>
              </a:defRPr>
            </a:pPr>
            <a:r>
              <a:rPr sz="2813" b="1">
                <a:solidFill>
                  <a:srgbClr val="11745A"/>
                </a:solidFill>
                <a:latin typeface="Arial"/>
                <a:ea typeface="Arial"/>
                <a:cs typeface="Arial"/>
              </a:rPr>
              <a:t>= 72</a:t>
            </a:r>
          </a:p>
        </p:txBody>
      </p:sp>
      <p:sp>
        <p:nvSpPr>
          <p:cNvPr id="19" name="object-19">
            <a:extLst>
              <a:ext uri="{FF2B5EF4-FFF2-40B4-BE49-F238E27FC236}">
                <a16:creationId xmlns:a16="http://schemas.microsoft.com/office/drawing/2014/main" id="{40A62F7C-72ED-40B4-9194-A5019A3A9713}"/>
              </a:ext>
            </a:extLst>
          </p:cNvPr>
          <p:cNvSpPr>
            <a:spLocks noGrp="1"/>
          </p:cNvSpPr>
          <p:nvPr/>
        </p:nvSpPr>
        <p:spPr>
          <a:xfrm>
            <a:off x="2857500" y="4774406"/>
            <a:ext cx="2143125" cy="523875"/>
          </a:xfrm>
          <a:prstGeom prst="rect">
            <a:avLst/>
          </a:prstGeom>
          <a:noFill/>
          <a:ln w="0">
            <a:noFill/>
          </a:ln>
        </p:spPr>
        <p:txBody>
          <a:bodyPr anchor="ctr">
            <a:noAutofit/>
          </a:bodyPr>
          <a:lstStyle/>
          <a:p>
            <a:pPr algn="ctr">
              <a:defRPr sz="2813" b="1">
                <a:solidFill>
                  <a:srgbClr val="1D4ED8"/>
                </a:solidFill>
                <a:latin typeface="Arial"/>
                <a:ea typeface="Arial"/>
                <a:cs typeface="Arial"/>
              </a:defRPr>
            </a:pPr>
            <a:r>
              <a:rPr sz="2813" b="1">
                <a:solidFill>
                  <a:srgbClr val="1D4ED8"/>
                </a:solidFill>
                <a:latin typeface="Arial"/>
                <a:ea typeface="Arial"/>
                <a:cs typeface="Arial"/>
              </a:rPr>
              <a:t>4</a:t>
            </a:r>
          </a:p>
        </p:txBody>
      </p:sp>
      <p:sp>
        <p:nvSpPr>
          <p:cNvPr id="20" name="object-20">
            <a:extLst>
              <a:ext uri="{FF2B5EF4-FFF2-40B4-BE49-F238E27FC236}">
                <a16:creationId xmlns:a16="http://schemas.microsoft.com/office/drawing/2014/main" id="{015FBF80-C252-4F51-8CD2-75E6E8675B42}"/>
              </a:ext>
            </a:extLst>
          </p:cNvPr>
          <p:cNvSpPr>
            <a:spLocks noGrp="1"/>
          </p:cNvSpPr>
          <p:nvPr/>
        </p:nvSpPr>
        <p:spPr>
          <a:xfrm>
            <a:off x="5595938" y="4774406"/>
            <a:ext cx="714375" cy="523875"/>
          </a:xfrm>
          <a:prstGeom prst="rect">
            <a:avLst/>
          </a:prstGeom>
          <a:noFill/>
          <a:ln w="0">
            <a:noFill/>
          </a:ln>
        </p:spPr>
        <p:txBody>
          <a:bodyPr anchor="ctr">
            <a:noAutofit/>
          </a:bodyPr>
          <a:lstStyle/>
          <a:p>
            <a:pPr algn="l">
              <a:defRPr sz="2813" b="0">
                <a:solidFill>
                  <a:srgbClr val="172B4D"/>
                </a:solidFill>
                <a:latin typeface="Arial"/>
                <a:ea typeface="Arial"/>
                <a:cs typeface="Arial"/>
              </a:defRPr>
            </a:pPr>
            <a:r>
              <a:rPr sz="2813" b="0">
                <a:solidFill>
                  <a:srgbClr val="172B4D"/>
                </a:solidFill>
                <a:latin typeface="Arial"/>
                <a:ea typeface="Arial"/>
                <a:cs typeface="Arial"/>
              </a:rPr>
              <a:t>×</a:t>
            </a:r>
          </a:p>
        </p:txBody>
      </p:sp>
      <p:sp>
        <p:nvSpPr>
          <p:cNvPr id="21" name="object-21">
            <a:extLst>
              <a:ext uri="{FF2B5EF4-FFF2-40B4-BE49-F238E27FC236}">
                <a16:creationId xmlns:a16="http://schemas.microsoft.com/office/drawing/2014/main" id="{645F554E-81B5-4F9E-9E05-3921B2AF5E88}"/>
              </a:ext>
            </a:extLst>
          </p:cNvPr>
          <p:cNvSpPr>
            <a:spLocks noGrp="1"/>
          </p:cNvSpPr>
          <p:nvPr/>
        </p:nvSpPr>
        <p:spPr>
          <a:xfrm>
            <a:off x="6905625" y="4774406"/>
            <a:ext cx="2143125" cy="523875"/>
          </a:xfrm>
          <a:prstGeom prst="rect">
            <a:avLst/>
          </a:prstGeom>
          <a:noFill/>
          <a:ln w="0">
            <a:noFill/>
          </a:ln>
        </p:spPr>
        <p:txBody>
          <a:bodyPr anchor="ctr">
            <a:noAutofit/>
          </a:bodyPr>
          <a:lstStyle/>
          <a:p>
            <a:pPr algn="ctr">
              <a:defRPr sz="2813" b="1">
                <a:solidFill>
                  <a:srgbClr val="1D4ED8"/>
                </a:solidFill>
                <a:latin typeface="Arial"/>
                <a:ea typeface="Arial"/>
                <a:cs typeface="Arial"/>
              </a:defRPr>
            </a:pPr>
            <a:r>
              <a:rPr sz="2813" b="1">
                <a:solidFill>
                  <a:srgbClr val="1D4ED8"/>
                </a:solidFill>
                <a:latin typeface="Arial"/>
                <a:ea typeface="Arial"/>
                <a:cs typeface="Arial"/>
              </a:rPr>
              <a:t>18</a:t>
            </a:r>
          </a:p>
        </p:txBody>
      </p:sp>
      <p:sp>
        <p:nvSpPr>
          <p:cNvPr id="22" name="object-22">
            <a:extLst>
              <a:ext uri="{FF2B5EF4-FFF2-40B4-BE49-F238E27FC236}">
                <a16:creationId xmlns:a16="http://schemas.microsoft.com/office/drawing/2014/main" id="{9FC3094B-EF2C-49DC-A0EC-5E4EE7BFB38B}"/>
              </a:ext>
            </a:extLst>
          </p:cNvPr>
          <p:cNvSpPr>
            <a:spLocks noGrp="1"/>
          </p:cNvSpPr>
          <p:nvPr/>
        </p:nvSpPr>
        <p:spPr>
          <a:xfrm>
            <a:off x="10060781" y="4774406"/>
            <a:ext cx="2024063" cy="523875"/>
          </a:xfrm>
          <a:prstGeom prst="rect">
            <a:avLst/>
          </a:prstGeom>
          <a:noFill/>
          <a:ln w="0">
            <a:noFill/>
          </a:ln>
        </p:spPr>
        <p:txBody>
          <a:bodyPr anchor="ctr">
            <a:noAutofit/>
          </a:bodyPr>
          <a:lstStyle/>
          <a:p>
            <a:pPr algn="l">
              <a:defRPr sz="2813" b="1">
                <a:solidFill>
                  <a:srgbClr val="11745A"/>
                </a:solidFill>
                <a:latin typeface="Arial"/>
                <a:ea typeface="Arial"/>
                <a:cs typeface="Arial"/>
              </a:defRPr>
            </a:pPr>
            <a:r>
              <a:rPr sz="2813" b="1">
                <a:solidFill>
                  <a:srgbClr val="11745A"/>
                </a:solidFill>
                <a:latin typeface="Arial"/>
                <a:ea typeface="Arial"/>
                <a:cs typeface="Arial"/>
              </a:rPr>
              <a:t>= 72</a:t>
            </a:r>
          </a:p>
        </p:txBody>
      </p:sp>
      <p:sp>
        <p:nvSpPr>
          <p:cNvPr id="23" name="object-23">
            <a:extLst>
              <a:ext uri="{FF2B5EF4-FFF2-40B4-BE49-F238E27FC236}">
                <a16:creationId xmlns:a16="http://schemas.microsoft.com/office/drawing/2014/main" id="{11D5D9F9-9C05-4D4E-8BE1-2E6D47083BE5}"/>
              </a:ext>
            </a:extLst>
          </p:cNvPr>
          <p:cNvSpPr>
            <a:spLocks noGrp="1"/>
          </p:cNvSpPr>
          <p:nvPr/>
        </p:nvSpPr>
        <p:spPr>
          <a:xfrm>
            <a:off x="2857500" y="5393531"/>
            <a:ext cx="2143125" cy="523875"/>
          </a:xfrm>
          <a:prstGeom prst="rect">
            <a:avLst/>
          </a:prstGeom>
          <a:noFill/>
          <a:ln w="0">
            <a:noFill/>
          </a:ln>
        </p:spPr>
        <p:txBody>
          <a:bodyPr anchor="ctr">
            <a:noAutofit/>
          </a:bodyPr>
          <a:lstStyle/>
          <a:p>
            <a:pPr algn="ctr">
              <a:defRPr sz="2813" b="1">
                <a:solidFill>
                  <a:srgbClr val="1D4ED8"/>
                </a:solidFill>
                <a:latin typeface="Arial"/>
                <a:ea typeface="Arial"/>
                <a:cs typeface="Arial"/>
              </a:defRPr>
            </a:pPr>
            <a:r>
              <a:rPr sz="2813" b="1">
                <a:solidFill>
                  <a:srgbClr val="1D4ED8"/>
                </a:solidFill>
                <a:latin typeface="Arial"/>
                <a:ea typeface="Arial"/>
                <a:cs typeface="Arial"/>
              </a:rPr>
              <a:t>6</a:t>
            </a:r>
          </a:p>
        </p:txBody>
      </p:sp>
      <p:sp>
        <p:nvSpPr>
          <p:cNvPr id="24" name="object-24">
            <a:extLst>
              <a:ext uri="{FF2B5EF4-FFF2-40B4-BE49-F238E27FC236}">
                <a16:creationId xmlns:a16="http://schemas.microsoft.com/office/drawing/2014/main" id="{2AD2B25C-B9D0-4B13-B157-4C5EEA5F0515}"/>
              </a:ext>
            </a:extLst>
          </p:cNvPr>
          <p:cNvSpPr>
            <a:spLocks noGrp="1"/>
          </p:cNvSpPr>
          <p:nvPr/>
        </p:nvSpPr>
        <p:spPr>
          <a:xfrm>
            <a:off x="5595938" y="5393531"/>
            <a:ext cx="714375" cy="523875"/>
          </a:xfrm>
          <a:prstGeom prst="rect">
            <a:avLst/>
          </a:prstGeom>
          <a:noFill/>
          <a:ln w="0">
            <a:noFill/>
          </a:ln>
        </p:spPr>
        <p:txBody>
          <a:bodyPr anchor="ctr">
            <a:noAutofit/>
          </a:bodyPr>
          <a:lstStyle/>
          <a:p>
            <a:pPr algn="l">
              <a:defRPr sz="2813" b="0">
                <a:solidFill>
                  <a:srgbClr val="172B4D"/>
                </a:solidFill>
                <a:latin typeface="Arial"/>
                <a:ea typeface="Arial"/>
                <a:cs typeface="Arial"/>
              </a:defRPr>
            </a:pPr>
            <a:r>
              <a:rPr sz="2813" b="0">
                <a:solidFill>
                  <a:srgbClr val="172B4D"/>
                </a:solidFill>
                <a:latin typeface="Arial"/>
                <a:ea typeface="Arial"/>
                <a:cs typeface="Arial"/>
              </a:rPr>
              <a:t>×</a:t>
            </a:r>
          </a:p>
        </p:txBody>
      </p:sp>
      <p:sp>
        <p:nvSpPr>
          <p:cNvPr id="25" name="object-25">
            <a:extLst>
              <a:ext uri="{FF2B5EF4-FFF2-40B4-BE49-F238E27FC236}">
                <a16:creationId xmlns:a16="http://schemas.microsoft.com/office/drawing/2014/main" id="{B51A7142-539C-4D48-B81A-7302E4A5CD37}"/>
              </a:ext>
            </a:extLst>
          </p:cNvPr>
          <p:cNvSpPr>
            <a:spLocks noGrp="1"/>
          </p:cNvSpPr>
          <p:nvPr/>
        </p:nvSpPr>
        <p:spPr>
          <a:xfrm>
            <a:off x="6905625" y="5393531"/>
            <a:ext cx="2143125" cy="523875"/>
          </a:xfrm>
          <a:prstGeom prst="rect">
            <a:avLst/>
          </a:prstGeom>
          <a:noFill/>
          <a:ln w="0">
            <a:noFill/>
          </a:ln>
        </p:spPr>
        <p:txBody>
          <a:bodyPr anchor="ctr">
            <a:noAutofit/>
          </a:bodyPr>
          <a:lstStyle/>
          <a:p>
            <a:pPr algn="ctr">
              <a:defRPr sz="2813" b="1">
                <a:solidFill>
                  <a:srgbClr val="1D4ED8"/>
                </a:solidFill>
                <a:latin typeface="Arial"/>
                <a:ea typeface="Arial"/>
                <a:cs typeface="Arial"/>
              </a:defRPr>
            </a:pPr>
            <a:r>
              <a:rPr sz="2813" b="1">
                <a:solidFill>
                  <a:srgbClr val="1D4ED8"/>
                </a:solidFill>
                <a:latin typeface="Arial"/>
                <a:ea typeface="Arial"/>
                <a:cs typeface="Arial"/>
              </a:rPr>
              <a:t>12</a:t>
            </a:r>
          </a:p>
        </p:txBody>
      </p:sp>
      <p:sp>
        <p:nvSpPr>
          <p:cNvPr id="26" name="object-26">
            <a:extLst>
              <a:ext uri="{FF2B5EF4-FFF2-40B4-BE49-F238E27FC236}">
                <a16:creationId xmlns:a16="http://schemas.microsoft.com/office/drawing/2014/main" id="{5F5C15E4-53AF-4E7D-B8BC-6247BC83B7FB}"/>
              </a:ext>
            </a:extLst>
          </p:cNvPr>
          <p:cNvSpPr>
            <a:spLocks noGrp="1"/>
          </p:cNvSpPr>
          <p:nvPr/>
        </p:nvSpPr>
        <p:spPr>
          <a:xfrm>
            <a:off x="10060781" y="5393531"/>
            <a:ext cx="2024063" cy="523875"/>
          </a:xfrm>
          <a:prstGeom prst="rect">
            <a:avLst/>
          </a:prstGeom>
          <a:noFill/>
          <a:ln w="0">
            <a:noFill/>
          </a:ln>
        </p:spPr>
        <p:txBody>
          <a:bodyPr anchor="ctr">
            <a:noAutofit/>
          </a:bodyPr>
          <a:lstStyle/>
          <a:p>
            <a:pPr algn="l">
              <a:defRPr sz="2813" b="1">
                <a:solidFill>
                  <a:srgbClr val="11745A"/>
                </a:solidFill>
                <a:latin typeface="Arial"/>
                <a:ea typeface="Arial"/>
                <a:cs typeface="Arial"/>
              </a:defRPr>
            </a:pPr>
            <a:r>
              <a:rPr sz="2813" b="1">
                <a:solidFill>
                  <a:srgbClr val="11745A"/>
                </a:solidFill>
                <a:latin typeface="Arial"/>
                <a:ea typeface="Arial"/>
                <a:cs typeface="Arial"/>
              </a:rPr>
              <a:t>= 72</a:t>
            </a:r>
          </a:p>
        </p:txBody>
      </p:sp>
      <p:sp>
        <p:nvSpPr>
          <p:cNvPr id="27" name="object-27">
            <a:extLst>
              <a:ext uri="{FF2B5EF4-FFF2-40B4-BE49-F238E27FC236}">
                <a16:creationId xmlns:a16="http://schemas.microsoft.com/office/drawing/2014/main" id="{B2BCFBB8-6AE7-4DD4-94EA-4B573A88F563}"/>
              </a:ext>
            </a:extLst>
          </p:cNvPr>
          <p:cNvSpPr>
            <a:spLocks noGrp="1"/>
          </p:cNvSpPr>
          <p:nvPr/>
        </p:nvSpPr>
        <p:spPr>
          <a:xfrm>
            <a:off x="2857500" y="6012656"/>
            <a:ext cx="2143125" cy="523875"/>
          </a:xfrm>
          <a:prstGeom prst="rect">
            <a:avLst/>
          </a:prstGeom>
          <a:noFill/>
          <a:ln w="0">
            <a:noFill/>
          </a:ln>
        </p:spPr>
        <p:txBody>
          <a:bodyPr anchor="ctr">
            <a:noAutofit/>
          </a:bodyPr>
          <a:lstStyle/>
          <a:p>
            <a:pPr algn="ctr">
              <a:defRPr sz="2813" b="1">
                <a:solidFill>
                  <a:srgbClr val="1D4ED8"/>
                </a:solidFill>
                <a:latin typeface="Arial"/>
                <a:ea typeface="Arial"/>
                <a:cs typeface="Arial"/>
              </a:defRPr>
            </a:pPr>
            <a:r>
              <a:rPr sz="2813" b="1">
                <a:solidFill>
                  <a:srgbClr val="1D4ED8"/>
                </a:solidFill>
                <a:latin typeface="Arial"/>
                <a:ea typeface="Arial"/>
                <a:cs typeface="Arial"/>
              </a:rPr>
              <a:t>8</a:t>
            </a:r>
          </a:p>
        </p:txBody>
      </p:sp>
      <p:sp>
        <p:nvSpPr>
          <p:cNvPr id="28" name="object-28">
            <a:extLst>
              <a:ext uri="{FF2B5EF4-FFF2-40B4-BE49-F238E27FC236}">
                <a16:creationId xmlns:a16="http://schemas.microsoft.com/office/drawing/2014/main" id="{1D84EF5F-91AB-4006-B6F2-1C7254F39108}"/>
              </a:ext>
            </a:extLst>
          </p:cNvPr>
          <p:cNvSpPr>
            <a:spLocks noGrp="1"/>
          </p:cNvSpPr>
          <p:nvPr/>
        </p:nvSpPr>
        <p:spPr>
          <a:xfrm>
            <a:off x="5595938" y="6012656"/>
            <a:ext cx="714375" cy="523875"/>
          </a:xfrm>
          <a:prstGeom prst="rect">
            <a:avLst/>
          </a:prstGeom>
          <a:noFill/>
          <a:ln w="0">
            <a:noFill/>
          </a:ln>
        </p:spPr>
        <p:txBody>
          <a:bodyPr anchor="ctr">
            <a:noAutofit/>
          </a:bodyPr>
          <a:lstStyle/>
          <a:p>
            <a:pPr algn="l">
              <a:defRPr sz="2813" b="0">
                <a:solidFill>
                  <a:srgbClr val="172B4D"/>
                </a:solidFill>
                <a:latin typeface="Arial"/>
                <a:ea typeface="Arial"/>
                <a:cs typeface="Arial"/>
              </a:defRPr>
            </a:pPr>
            <a:r>
              <a:rPr sz="2813" b="0">
                <a:solidFill>
                  <a:srgbClr val="172B4D"/>
                </a:solidFill>
                <a:latin typeface="Arial"/>
                <a:ea typeface="Arial"/>
                <a:cs typeface="Arial"/>
              </a:rPr>
              <a:t>×</a:t>
            </a:r>
          </a:p>
        </p:txBody>
      </p:sp>
      <p:sp>
        <p:nvSpPr>
          <p:cNvPr id="29" name="object-29">
            <a:extLst>
              <a:ext uri="{FF2B5EF4-FFF2-40B4-BE49-F238E27FC236}">
                <a16:creationId xmlns:a16="http://schemas.microsoft.com/office/drawing/2014/main" id="{2572D0C5-F0A1-4F44-9298-E500149816CE}"/>
              </a:ext>
            </a:extLst>
          </p:cNvPr>
          <p:cNvSpPr>
            <a:spLocks noGrp="1"/>
          </p:cNvSpPr>
          <p:nvPr/>
        </p:nvSpPr>
        <p:spPr>
          <a:xfrm>
            <a:off x="6905625" y="6012656"/>
            <a:ext cx="2143125" cy="523875"/>
          </a:xfrm>
          <a:prstGeom prst="rect">
            <a:avLst/>
          </a:prstGeom>
          <a:noFill/>
          <a:ln w="0">
            <a:noFill/>
          </a:ln>
        </p:spPr>
        <p:txBody>
          <a:bodyPr anchor="ctr">
            <a:noAutofit/>
          </a:bodyPr>
          <a:lstStyle/>
          <a:p>
            <a:pPr algn="ctr">
              <a:defRPr sz="2813" b="1">
                <a:solidFill>
                  <a:srgbClr val="1D4ED8"/>
                </a:solidFill>
                <a:latin typeface="Arial"/>
                <a:ea typeface="Arial"/>
                <a:cs typeface="Arial"/>
              </a:defRPr>
            </a:pPr>
            <a:r>
              <a:rPr sz="2813" b="1">
                <a:solidFill>
                  <a:srgbClr val="1D4ED8"/>
                </a:solidFill>
                <a:latin typeface="Arial"/>
                <a:ea typeface="Arial"/>
                <a:cs typeface="Arial"/>
              </a:rPr>
              <a:t>9</a:t>
            </a:r>
          </a:p>
        </p:txBody>
      </p:sp>
      <p:sp>
        <p:nvSpPr>
          <p:cNvPr id="30" name="object-30">
            <a:extLst>
              <a:ext uri="{FF2B5EF4-FFF2-40B4-BE49-F238E27FC236}">
                <a16:creationId xmlns:a16="http://schemas.microsoft.com/office/drawing/2014/main" id="{05D3899B-2F3D-47AF-8985-C00D03E06FE0}"/>
              </a:ext>
            </a:extLst>
          </p:cNvPr>
          <p:cNvSpPr>
            <a:spLocks noGrp="1"/>
          </p:cNvSpPr>
          <p:nvPr/>
        </p:nvSpPr>
        <p:spPr>
          <a:xfrm>
            <a:off x="10060781" y="6012656"/>
            <a:ext cx="2024063" cy="523875"/>
          </a:xfrm>
          <a:prstGeom prst="rect">
            <a:avLst/>
          </a:prstGeom>
          <a:noFill/>
          <a:ln w="0">
            <a:noFill/>
          </a:ln>
        </p:spPr>
        <p:txBody>
          <a:bodyPr anchor="ctr">
            <a:noAutofit/>
          </a:bodyPr>
          <a:lstStyle/>
          <a:p>
            <a:pPr algn="l">
              <a:defRPr sz="2813" b="1">
                <a:solidFill>
                  <a:srgbClr val="11745A"/>
                </a:solidFill>
                <a:latin typeface="Arial"/>
                <a:ea typeface="Arial"/>
                <a:cs typeface="Arial"/>
              </a:defRPr>
            </a:pPr>
            <a:r>
              <a:rPr sz="2813" b="1">
                <a:solidFill>
                  <a:srgbClr val="11745A"/>
                </a:solidFill>
                <a:latin typeface="Arial"/>
                <a:ea typeface="Arial"/>
                <a:cs typeface="Arial"/>
              </a:rPr>
              <a:t>= 72</a:t>
            </a:r>
          </a:p>
        </p:txBody>
      </p:sp>
    </p:spTree>
    <p:extLst>
      <p:ext uri="{BB962C8B-B14F-4D97-AF65-F5344CB8AC3E}">
        <p14:creationId xmlns:p14="http://schemas.microsoft.com/office/powerpoint/2010/main" val="11511831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5"/>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6"/>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7"/>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8"/>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19"/>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0"/>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1"/>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2"/>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23"/>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24"/>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25"/>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26"/>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grpId="0" nodeType="clickEffect">
                                  <p:stCondLst>
                                    <p:cond delay="0"/>
                                  </p:stCondLst>
                                  <p:childTnLst>
                                    <p:set>
                                      <p:cBhvr>
                                        <p:cTn id="56" dur="1" fill="hold">
                                          <p:stCondLst>
                                            <p:cond delay="0"/>
                                          </p:stCondLst>
                                        </p:cTn>
                                        <p:tgtEl>
                                          <p:spTgt spid="27"/>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28"/>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29"/>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3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p:bldP spid="9" grpId="0"/>
      <p:bldP spid="10" grpId="0"/>
      <p:bldP spid="11" grpId="0"/>
      <p:bldP spid="12" grpId="0"/>
      <p:bldP spid="13" grpId="0"/>
      <p:bldP spid="14" grpId="0"/>
      <p:bldP spid="15" grpId="0"/>
      <p:bldP spid="16" grpId="0"/>
      <p:bldP spid="17" grpId="0"/>
      <p:bldP spid="18" grpId="0"/>
      <p:bldP spid="19" grpId="0"/>
      <p:bldP spid="20" grpId="0"/>
      <p:bldP spid="21" grpId="0"/>
      <p:bldP spid="22" grpId="0"/>
      <p:bldP spid="23" grpId="0"/>
      <p:bldP spid="24" grpId="0"/>
      <p:bldP spid="25" grpId="0"/>
      <p:bldP spid="26" grpId="0"/>
      <p:bldP spid="27" grpId="0"/>
      <p:bldP spid="28" grpId="0"/>
      <p:bldP spid="29" grpId="0"/>
      <p:bldP spid="30" grpId="0"/>
    </p:bldLst>
  </p:timing>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7" name="object-1">
            <a:extLst>
              <a:ext uri="{FF2B5EF4-FFF2-40B4-BE49-F238E27FC236}">
                <a16:creationId xmlns:a16="http://schemas.microsoft.com/office/drawing/2014/main" id="{379C4836-424E-486A-B868-2BC7DD8A5D58}"/>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You do</a:t>
            </a:r>
          </a:p>
        </p:txBody>
      </p:sp>
      <p:sp>
        <p:nvSpPr>
          <p:cNvPr id="2" name="object-2">
            <a:extLst>
              <a:ext uri="{FF2B5EF4-FFF2-40B4-BE49-F238E27FC236}">
                <a16:creationId xmlns:a16="http://schemas.microsoft.com/office/drawing/2014/main" id="{1411F3FB-5799-4965-B0CF-98333FD2843F}"/>
              </a:ext>
            </a:extLst>
          </p:cNvPr>
          <p:cNvSpPr>
            <a:spLocks noGrp="1"/>
          </p:cNvSpPr>
          <p:nvPr/>
        </p:nvSpPr>
        <p:spPr>
          <a:xfrm>
            <a:off x="11430000" y="476250"/>
            <a:ext cx="3155156" cy="547688"/>
          </a:xfrm>
          <a:prstGeom prst="rect">
            <a:avLst/>
          </a:prstGeom>
          <a:noFill/>
          <a:ln w="0">
            <a:noFill/>
          </a:ln>
        </p:spPr>
        <p:txBody>
          <a:bodyPr anchor="ctr">
            <a:noAutofit/>
          </a:bodyPr>
          <a:lstStyle/>
          <a:p>
            <a:pPr algn="r">
              <a:defRPr sz="2625" b="0">
                <a:solidFill>
                  <a:srgbClr val="52647A"/>
                </a:solidFill>
                <a:latin typeface="Arial"/>
                <a:ea typeface="Arial"/>
                <a:cs typeface="Arial"/>
              </a:defRPr>
            </a:pPr>
            <a:r>
              <a:rPr sz="2625" b="0">
                <a:solidFill>
                  <a:srgbClr val="52647A"/>
                </a:solidFill>
                <a:latin typeface="Arial"/>
                <a:ea typeface="Arial"/>
                <a:cs typeface="Arial"/>
              </a:rPr>
              <a:t>You try.</a:t>
            </a:r>
          </a:p>
        </p:txBody>
      </p:sp>
      <p:sp>
        <p:nvSpPr>
          <p:cNvPr id="3" name="object-3">
            <a:extLst>
              <a:ext uri="{FF2B5EF4-FFF2-40B4-BE49-F238E27FC236}">
                <a16:creationId xmlns:a16="http://schemas.microsoft.com/office/drawing/2014/main" id="{7D79E527-29DB-431D-A2BF-7DD1D0936738}"/>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Try these questions.</a:t>
            </a:r>
          </a:p>
        </p:txBody>
      </p:sp>
      <p:sp>
        <p:nvSpPr>
          <p:cNvPr id="4" name="object-4">
            <a:extLst>
              <a:ext uri="{FF2B5EF4-FFF2-40B4-BE49-F238E27FC236}">
                <a16:creationId xmlns:a16="http://schemas.microsoft.com/office/drawing/2014/main" id="{9E35B996-4016-4DD7-AA0F-7EF831395A94}"/>
              </a:ext>
            </a:extLst>
          </p:cNvPr>
          <p:cNvSpPr>
            <a:spLocks noGrp="1"/>
          </p:cNvSpPr>
          <p:nvPr/>
        </p:nvSpPr>
        <p:spPr>
          <a:xfrm>
            <a:off x="654844" y="8012906"/>
            <a:ext cx="13930313" cy="11906"/>
          </a:xfrm>
          <a:prstGeom prst="rect">
            <a:avLst/>
          </a:prstGeom>
          <a:solidFill>
            <a:srgbClr val="BCD0EA"/>
          </a:solidFill>
          <a:ln w="0">
            <a:noFill/>
          </a:ln>
        </p:spPr>
      </p:sp>
      <p:sp>
        <p:nvSpPr>
          <p:cNvPr id="5" name="object-5">
            <a:extLst>
              <a:ext uri="{FF2B5EF4-FFF2-40B4-BE49-F238E27FC236}">
                <a16:creationId xmlns:a16="http://schemas.microsoft.com/office/drawing/2014/main" id="{C49D1476-A4A6-463D-A0C1-980F583EC5A5}"/>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Find factor pairs systematically</a:t>
            </a:r>
          </a:p>
        </p:txBody>
      </p:sp>
      <p:sp>
        <p:nvSpPr>
          <p:cNvPr id="6" name="object-6">
            <a:extLst>
              <a:ext uri="{FF2B5EF4-FFF2-40B4-BE49-F238E27FC236}">
                <a16:creationId xmlns:a16="http://schemas.microsoft.com/office/drawing/2014/main" id="{67CC80E3-A58A-492F-80B3-8F095B4F13E7}"/>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6</a:t>
            </a:r>
          </a:p>
        </p:txBody>
      </p:sp>
      <p:sp>
        <p:nvSpPr>
          <p:cNvPr id="7" name="object-7">
            <a:extLst>
              <a:ext uri="{FF2B5EF4-FFF2-40B4-BE49-F238E27FC236}">
                <a16:creationId xmlns:a16="http://schemas.microsoft.com/office/drawing/2014/main" id="{856F769A-1AD0-4CD2-9DD8-ED84241EE5B7}"/>
              </a:ext>
            </a:extLst>
          </p:cNvPr>
          <p:cNvSpPr>
            <a:spLocks noGrp="1"/>
          </p:cNvSpPr>
          <p:nvPr/>
        </p:nvSpPr>
        <p:spPr>
          <a:xfrm>
            <a:off x="773906" y="2512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1.</a:t>
            </a:r>
          </a:p>
        </p:txBody>
      </p:sp>
      <p:sp>
        <p:nvSpPr>
          <p:cNvPr id="8" name="object-8">
            <a:extLst>
              <a:ext uri="{FF2B5EF4-FFF2-40B4-BE49-F238E27FC236}">
                <a16:creationId xmlns:a16="http://schemas.microsoft.com/office/drawing/2014/main" id="{977411DA-54D2-4816-8F5B-67BA6C8545BC}"/>
              </a:ext>
            </a:extLst>
          </p:cNvPr>
          <p:cNvSpPr>
            <a:spLocks noGrp="1"/>
          </p:cNvSpPr>
          <p:nvPr/>
        </p:nvSpPr>
        <p:spPr>
          <a:xfrm>
            <a:off x="1464469" y="25122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List every factor pair of 72.</a:t>
            </a:r>
          </a:p>
        </p:txBody>
      </p:sp>
      <p:sp>
        <p:nvSpPr>
          <p:cNvPr id="9" name="object-9">
            <a:extLst>
              <a:ext uri="{FF2B5EF4-FFF2-40B4-BE49-F238E27FC236}">
                <a16:creationId xmlns:a16="http://schemas.microsoft.com/office/drawing/2014/main" id="{81E49C0C-AA2F-4C13-882D-CE245AD8AAC9}"/>
              </a:ext>
            </a:extLst>
          </p:cNvPr>
          <p:cNvSpPr>
            <a:spLocks noGrp="1"/>
          </p:cNvSpPr>
          <p:nvPr/>
        </p:nvSpPr>
        <p:spPr>
          <a:xfrm>
            <a:off x="773906" y="35599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2.</a:t>
            </a:r>
          </a:p>
        </p:txBody>
      </p:sp>
      <p:sp>
        <p:nvSpPr>
          <p:cNvPr id="10" name="object-10">
            <a:extLst>
              <a:ext uri="{FF2B5EF4-FFF2-40B4-BE49-F238E27FC236}">
                <a16:creationId xmlns:a16="http://schemas.microsoft.com/office/drawing/2014/main" id="{585E13BF-CF0C-4BF5-938C-3E32F0665231}"/>
              </a:ext>
            </a:extLst>
          </p:cNvPr>
          <p:cNvSpPr>
            <a:spLocks noGrp="1"/>
          </p:cNvSpPr>
          <p:nvPr/>
        </p:nvSpPr>
        <p:spPr>
          <a:xfrm>
            <a:off x="1464469" y="355996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List all factors of 48.</a:t>
            </a:r>
          </a:p>
        </p:txBody>
      </p:sp>
      <p:sp>
        <p:nvSpPr>
          <p:cNvPr id="11" name="object-11">
            <a:extLst>
              <a:ext uri="{FF2B5EF4-FFF2-40B4-BE49-F238E27FC236}">
                <a16:creationId xmlns:a16="http://schemas.microsoft.com/office/drawing/2014/main" id="{EC826F0B-50FE-41FC-A7CF-0D2E692EC7DC}"/>
              </a:ext>
            </a:extLst>
          </p:cNvPr>
          <p:cNvSpPr>
            <a:spLocks noGrp="1"/>
          </p:cNvSpPr>
          <p:nvPr/>
        </p:nvSpPr>
        <p:spPr>
          <a:xfrm>
            <a:off x="773906" y="46077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3.</a:t>
            </a:r>
          </a:p>
        </p:txBody>
      </p:sp>
      <p:sp>
        <p:nvSpPr>
          <p:cNvPr id="12" name="object-12">
            <a:extLst>
              <a:ext uri="{FF2B5EF4-FFF2-40B4-BE49-F238E27FC236}">
                <a16:creationId xmlns:a16="http://schemas.microsoft.com/office/drawing/2014/main" id="{EFCCE1DD-1B70-4811-9B9A-C363E46A652F}"/>
              </a:ext>
            </a:extLst>
          </p:cNvPr>
          <p:cNvSpPr>
            <a:spLocks noGrp="1"/>
          </p:cNvSpPr>
          <p:nvPr/>
        </p:nvSpPr>
        <p:spPr>
          <a:xfrm>
            <a:off x="1464469" y="46077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How many factors does 36 have?</a:t>
            </a:r>
          </a:p>
        </p:txBody>
      </p:sp>
      <p:sp>
        <p:nvSpPr>
          <p:cNvPr id="13" name="object-13">
            <a:extLst>
              <a:ext uri="{FF2B5EF4-FFF2-40B4-BE49-F238E27FC236}">
                <a16:creationId xmlns:a16="http://schemas.microsoft.com/office/drawing/2014/main" id="{AC41F8FF-702F-4EBE-9599-E6DAD3EF217B}"/>
              </a:ext>
            </a:extLst>
          </p:cNvPr>
          <p:cNvSpPr>
            <a:spLocks noGrp="1"/>
          </p:cNvSpPr>
          <p:nvPr/>
        </p:nvSpPr>
        <p:spPr>
          <a:xfrm>
            <a:off x="773906" y="56554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4.</a:t>
            </a:r>
          </a:p>
        </p:txBody>
      </p:sp>
      <p:sp>
        <p:nvSpPr>
          <p:cNvPr id="14" name="object-14">
            <a:extLst>
              <a:ext uri="{FF2B5EF4-FFF2-40B4-BE49-F238E27FC236}">
                <a16:creationId xmlns:a16="http://schemas.microsoft.com/office/drawing/2014/main" id="{ECB20BC3-FC90-4557-87F0-76DA19A98E43}"/>
              </a:ext>
            </a:extLst>
          </p:cNvPr>
          <p:cNvSpPr>
            <a:spLocks noGrp="1"/>
          </p:cNvSpPr>
          <p:nvPr/>
        </p:nvSpPr>
        <p:spPr>
          <a:xfrm>
            <a:off x="1464469" y="565546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Solve this independently and show every stage: List every factor pair of 72.</a:t>
            </a:r>
          </a:p>
        </p:txBody>
      </p:sp>
      <p:sp>
        <p:nvSpPr>
          <p:cNvPr id="15" name="object-15">
            <a:extLst>
              <a:ext uri="{FF2B5EF4-FFF2-40B4-BE49-F238E27FC236}">
                <a16:creationId xmlns:a16="http://schemas.microsoft.com/office/drawing/2014/main" id="{5E933267-5F71-4336-ABFF-089D8BE6EA09}"/>
              </a:ext>
            </a:extLst>
          </p:cNvPr>
          <p:cNvSpPr>
            <a:spLocks noGrp="1"/>
          </p:cNvSpPr>
          <p:nvPr/>
        </p:nvSpPr>
        <p:spPr>
          <a:xfrm>
            <a:off x="773906" y="6703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5.</a:t>
            </a:r>
          </a:p>
        </p:txBody>
      </p:sp>
      <p:sp>
        <p:nvSpPr>
          <p:cNvPr id="16" name="object-16">
            <a:extLst>
              <a:ext uri="{FF2B5EF4-FFF2-40B4-BE49-F238E27FC236}">
                <a16:creationId xmlns:a16="http://schemas.microsoft.com/office/drawing/2014/main" id="{B0AFAD17-5D8C-413F-B90B-372C8C9E878D}"/>
              </a:ext>
            </a:extLst>
          </p:cNvPr>
          <p:cNvSpPr>
            <a:spLocks noGrp="1"/>
          </p:cNvSpPr>
          <p:nvPr/>
        </p:nvSpPr>
        <p:spPr>
          <a:xfrm>
            <a:off x="1464469" y="67032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Use a second method or representation for: List all factors of 48.</a:t>
            </a:r>
          </a:p>
        </p:txBody>
      </p:sp>
      <p:sp>
        <p:nvSpPr>
          <p:cNvPr id="17" name="object-17">
            <a:extLst>
              <a:ext uri="{FF2B5EF4-FFF2-40B4-BE49-F238E27FC236}">
                <a16:creationId xmlns:a16="http://schemas.microsoft.com/office/drawing/2014/main" id="{7AD7661C-EB66-4281-BE7A-97F18781B632}"/>
              </a:ext>
            </a:extLst>
          </p:cNvPr>
          <p:cNvSpPr>
            <a:spLocks noGrp="1"/>
          </p:cNvSpPr>
          <p:nvPr/>
        </p:nvSpPr>
        <p:spPr>
          <a:xfrm>
            <a:off x="8215313" y="2512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6.</a:t>
            </a:r>
          </a:p>
        </p:txBody>
      </p:sp>
      <p:sp>
        <p:nvSpPr>
          <p:cNvPr id="18" name="object-18">
            <a:extLst>
              <a:ext uri="{FF2B5EF4-FFF2-40B4-BE49-F238E27FC236}">
                <a16:creationId xmlns:a16="http://schemas.microsoft.com/office/drawing/2014/main" id="{2F06549E-B4C3-4554-B223-CF881C9DE712}"/>
              </a:ext>
            </a:extLst>
          </p:cNvPr>
          <p:cNvSpPr>
            <a:spLocks noGrp="1"/>
          </p:cNvSpPr>
          <p:nvPr/>
        </p:nvSpPr>
        <p:spPr>
          <a:xfrm>
            <a:off x="8905875" y="25122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Check this result using an inverse, estimate or known fact: How many factors does 36 have?</a:t>
            </a:r>
          </a:p>
        </p:txBody>
      </p:sp>
      <p:sp>
        <p:nvSpPr>
          <p:cNvPr id="19" name="object-19">
            <a:extLst>
              <a:ext uri="{FF2B5EF4-FFF2-40B4-BE49-F238E27FC236}">
                <a16:creationId xmlns:a16="http://schemas.microsoft.com/office/drawing/2014/main" id="{A2146303-DF06-44EB-951B-1C4CA595DD5E}"/>
              </a:ext>
            </a:extLst>
          </p:cNvPr>
          <p:cNvSpPr>
            <a:spLocks noGrp="1"/>
          </p:cNvSpPr>
          <p:nvPr/>
        </p:nvSpPr>
        <p:spPr>
          <a:xfrm>
            <a:off x="8215313" y="35599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7.</a:t>
            </a:r>
          </a:p>
        </p:txBody>
      </p:sp>
      <p:sp>
        <p:nvSpPr>
          <p:cNvPr id="20" name="object-20">
            <a:extLst>
              <a:ext uri="{FF2B5EF4-FFF2-40B4-BE49-F238E27FC236}">
                <a16:creationId xmlns:a16="http://schemas.microsoft.com/office/drawing/2014/main" id="{2528B680-4958-4678-B39C-80FEFBA1DB1B}"/>
              </a:ext>
            </a:extLst>
          </p:cNvPr>
          <p:cNvSpPr>
            <a:spLocks noGrp="1"/>
          </p:cNvSpPr>
          <p:nvPr/>
        </p:nvSpPr>
        <p:spPr>
          <a:xfrm>
            <a:off x="8905875" y="355996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Find a number below 100 with exactly 10 factors.</a:t>
            </a:r>
          </a:p>
        </p:txBody>
      </p:sp>
      <p:sp>
        <p:nvSpPr>
          <p:cNvPr id="21" name="object-21">
            <a:extLst>
              <a:ext uri="{FF2B5EF4-FFF2-40B4-BE49-F238E27FC236}">
                <a16:creationId xmlns:a16="http://schemas.microsoft.com/office/drawing/2014/main" id="{E32429D3-8E98-412E-9443-2CD2D6492262}"/>
              </a:ext>
            </a:extLst>
          </p:cNvPr>
          <p:cNvSpPr>
            <a:spLocks noGrp="1"/>
          </p:cNvSpPr>
          <p:nvPr/>
        </p:nvSpPr>
        <p:spPr>
          <a:xfrm>
            <a:off x="8215313" y="46077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8.</a:t>
            </a:r>
          </a:p>
        </p:txBody>
      </p:sp>
      <p:sp>
        <p:nvSpPr>
          <p:cNvPr id="22" name="object-22">
            <a:extLst>
              <a:ext uri="{FF2B5EF4-FFF2-40B4-BE49-F238E27FC236}">
                <a16:creationId xmlns:a16="http://schemas.microsoft.com/office/drawing/2014/main" id="{DB2B3083-27F2-44CF-A458-52CD90C8908F}"/>
              </a:ext>
            </a:extLst>
          </p:cNvPr>
          <p:cNvSpPr>
            <a:spLocks noGrp="1"/>
          </p:cNvSpPr>
          <p:nvPr/>
        </p:nvSpPr>
        <p:spPr>
          <a:xfrm>
            <a:off x="8905875" y="46077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Identify and correct this misconception: Miro stops checking factor pairs after reaching 5.</a:t>
            </a:r>
          </a:p>
        </p:txBody>
      </p:sp>
      <p:sp>
        <p:nvSpPr>
          <p:cNvPr id="23" name="object-23">
            <a:extLst>
              <a:ext uri="{FF2B5EF4-FFF2-40B4-BE49-F238E27FC236}">
                <a16:creationId xmlns:a16="http://schemas.microsoft.com/office/drawing/2014/main" id="{73C809D6-AA4D-4E8E-BF6B-F6ACAFB126A7}"/>
              </a:ext>
            </a:extLst>
          </p:cNvPr>
          <p:cNvSpPr>
            <a:spLocks noGrp="1"/>
          </p:cNvSpPr>
          <p:nvPr/>
        </p:nvSpPr>
        <p:spPr>
          <a:xfrm>
            <a:off x="8215313" y="56554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9.</a:t>
            </a:r>
          </a:p>
        </p:txBody>
      </p:sp>
      <p:sp>
        <p:nvSpPr>
          <p:cNvPr id="24" name="object-24">
            <a:extLst>
              <a:ext uri="{FF2B5EF4-FFF2-40B4-BE49-F238E27FC236}">
                <a16:creationId xmlns:a16="http://schemas.microsoft.com/office/drawing/2014/main" id="{4C9E0B3D-C95C-48B5-807E-E678B6FDAF14}"/>
              </a:ext>
            </a:extLst>
          </p:cNvPr>
          <p:cNvSpPr>
            <a:spLocks noGrp="1"/>
          </p:cNvSpPr>
          <p:nvPr/>
        </p:nvSpPr>
        <p:spPr>
          <a:xfrm>
            <a:off x="8905875" y="565546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Write a complete sentence explaining how you checked one answer.</a:t>
            </a:r>
          </a:p>
        </p:txBody>
      </p:sp>
      <p:sp>
        <p:nvSpPr>
          <p:cNvPr id="25" name="object-25">
            <a:extLst>
              <a:ext uri="{FF2B5EF4-FFF2-40B4-BE49-F238E27FC236}">
                <a16:creationId xmlns:a16="http://schemas.microsoft.com/office/drawing/2014/main" id="{D72BC43B-F884-412E-B6E5-254351D74579}"/>
              </a:ext>
            </a:extLst>
          </p:cNvPr>
          <p:cNvSpPr>
            <a:spLocks noGrp="1"/>
          </p:cNvSpPr>
          <p:nvPr/>
        </p:nvSpPr>
        <p:spPr>
          <a:xfrm>
            <a:off x="8215313" y="6703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10.</a:t>
            </a:r>
          </a:p>
        </p:txBody>
      </p:sp>
      <p:sp>
        <p:nvSpPr>
          <p:cNvPr id="26" name="object-26">
            <a:extLst>
              <a:ext uri="{FF2B5EF4-FFF2-40B4-BE49-F238E27FC236}">
                <a16:creationId xmlns:a16="http://schemas.microsoft.com/office/drawing/2014/main" id="{0EDA00FD-D54A-4615-A878-E5B8246C900B}"/>
              </a:ext>
            </a:extLst>
          </p:cNvPr>
          <p:cNvSpPr>
            <a:spLocks noGrp="1"/>
          </p:cNvSpPr>
          <p:nvPr/>
        </p:nvSpPr>
        <p:spPr>
          <a:xfrm>
            <a:off x="8905875" y="67032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Write and solve a similar question to: How many factors does 36 have?</a:t>
            </a:r>
          </a:p>
        </p:txBody>
      </p:sp>
    </p:spTree>
    <p:extLst>
      <p:ext uri="{BB962C8B-B14F-4D97-AF65-F5344CB8AC3E}">
        <p14:creationId xmlns:p14="http://schemas.microsoft.com/office/powerpoint/2010/main" val="174874833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6" name="object-1">
            <a:extLst>
              <a:ext uri="{FF2B5EF4-FFF2-40B4-BE49-F238E27FC236}">
                <a16:creationId xmlns:a16="http://schemas.microsoft.com/office/drawing/2014/main" id="{609C0CF9-44B1-4B49-91EE-F34187B7A05E}"/>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Answers</a:t>
            </a:r>
          </a:p>
        </p:txBody>
      </p:sp>
      <p:sp>
        <p:nvSpPr>
          <p:cNvPr id="2" name="object-2">
            <a:extLst>
              <a:ext uri="{FF2B5EF4-FFF2-40B4-BE49-F238E27FC236}">
                <a16:creationId xmlns:a16="http://schemas.microsoft.com/office/drawing/2014/main" id="{CAD2371E-619C-4F0C-91B9-499C78E21CA8}"/>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Check your answers. Explain any corrections.</a:t>
            </a:r>
          </a:p>
        </p:txBody>
      </p:sp>
      <p:sp>
        <p:nvSpPr>
          <p:cNvPr id="3" name="object-3">
            <a:extLst>
              <a:ext uri="{FF2B5EF4-FFF2-40B4-BE49-F238E27FC236}">
                <a16:creationId xmlns:a16="http://schemas.microsoft.com/office/drawing/2014/main" id="{2658099A-FF3D-4276-B66F-31526BF9F9C0}"/>
              </a:ext>
            </a:extLst>
          </p:cNvPr>
          <p:cNvSpPr>
            <a:spLocks noGrp="1"/>
          </p:cNvSpPr>
          <p:nvPr/>
        </p:nvSpPr>
        <p:spPr>
          <a:xfrm>
            <a:off x="654844" y="8012906"/>
            <a:ext cx="13930313" cy="11906"/>
          </a:xfrm>
          <a:prstGeom prst="rect">
            <a:avLst/>
          </a:prstGeom>
          <a:solidFill>
            <a:srgbClr val="BCD0EA"/>
          </a:solidFill>
          <a:ln w="0">
            <a:noFill/>
          </a:ln>
        </p:spPr>
      </p:sp>
      <p:sp>
        <p:nvSpPr>
          <p:cNvPr id="4" name="object-4">
            <a:extLst>
              <a:ext uri="{FF2B5EF4-FFF2-40B4-BE49-F238E27FC236}">
                <a16:creationId xmlns:a16="http://schemas.microsoft.com/office/drawing/2014/main" id="{C9B8F9C2-16EA-4092-A771-B5F73DFADD99}"/>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Find factor pairs systematically</a:t>
            </a:r>
          </a:p>
        </p:txBody>
      </p:sp>
      <p:sp>
        <p:nvSpPr>
          <p:cNvPr id="5" name="object-5">
            <a:extLst>
              <a:ext uri="{FF2B5EF4-FFF2-40B4-BE49-F238E27FC236}">
                <a16:creationId xmlns:a16="http://schemas.microsoft.com/office/drawing/2014/main" id="{DA7EF01F-15BB-49EF-B922-4511DB4B1C78}"/>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7</a:t>
            </a:r>
          </a:p>
        </p:txBody>
      </p:sp>
      <p:sp>
        <p:nvSpPr>
          <p:cNvPr id="6" name="object-6">
            <a:extLst>
              <a:ext uri="{FF2B5EF4-FFF2-40B4-BE49-F238E27FC236}">
                <a16:creationId xmlns:a16="http://schemas.microsoft.com/office/drawing/2014/main" id="{75D074FD-2AD4-4833-8E95-01FCAB9E54F4}"/>
              </a:ext>
            </a:extLst>
          </p:cNvPr>
          <p:cNvSpPr>
            <a:spLocks noGrp="1"/>
          </p:cNvSpPr>
          <p:nvPr/>
        </p:nvSpPr>
        <p:spPr>
          <a:xfrm>
            <a:off x="773906" y="2512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1.</a:t>
            </a:r>
          </a:p>
        </p:txBody>
      </p:sp>
      <p:sp>
        <p:nvSpPr>
          <p:cNvPr id="7" name="object-7">
            <a:extLst>
              <a:ext uri="{FF2B5EF4-FFF2-40B4-BE49-F238E27FC236}">
                <a16:creationId xmlns:a16="http://schemas.microsoft.com/office/drawing/2014/main" id="{46321998-2C75-4E02-99D1-3AF6F8B8A73B}"/>
              </a:ext>
            </a:extLst>
          </p:cNvPr>
          <p:cNvSpPr>
            <a:spLocks noGrp="1"/>
          </p:cNvSpPr>
          <p:nvPr/>
        </p:nvSpPr>
        <p:spPr>
          <a:xfrm>
            <a:off x="1464469" y="25122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1 and 72; 2 and 36; 3 and 24; 4 and 18; 6 and 12; 8 and 9.</a:t>
            </a:r>
          </a:p>
        </p:txBody>
      </p:sp>
      <p:sp>
        <p:nvSpPr>
          <p:cNvPr id="8" name="object-8">
            <a:extLst>
              <a:ext uri="{FF2B5EF4-FFF2-40B4-BE49-F238E27FC236}">
                <a16:creationId xmlns:a16="http://schemas.microsoft.com/office/drawing/2014/main" id="{C55579E2-50F6-4BFA-938D-D44B9F5015B7}"/>
              </a:ext>
            </a:extLst>
          </p:cNvPr>
          <p:cNvSpPr>
            <a:spLocks noGrp="1"/>
          </p:cNvSpPr>
          <p:nvPr/>
        </p:nvSpPr>
        <p:spPr>
          <a:xfrm>
            <a:off x="773906" y="35599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2.</a:t>
            </a:r>
          </a:p>
        </p:txBody>
      </p:sp>
      <p:sp>
        <p:nvSpPr>
          <p:cNvPr id="9" name="object-9">
            <a:extLst>
              <a:ext uri="{FF2B5EF4-FFF2-40B4-BE49-F238E27FC236}">
                <a16:creationId xmlns:a16="http://schemas.microsoft.com/office/drawing/2014/main" id="{33A0812C-CBE8-410D-A564-C3BBEDC5969B}"/>
              </a:ext>
            </a:extLst>
          </p:cNvPr>
          <p:cNvSpPr>
            <a:spLocks noGrp="1"/>
          </p:cNvSpPr>
          <p:nvPr/>
        </p:nvSpPr>
        <p:spPr>
          <a:xfrm>
            <a:off x="1464469" y="355996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1, 2, 3, 4, 6, 8, 12, 16, 24, 48.</a:t>
            </a:r>
          </a:p>
        </p:txBody>
      </p:sp>
      <p:sp>
        <p:nvSpPr>
          <p:cNvPr id="10" name="object-10">
            <a:extLst>
              <a:ext uri="{FF2B5EF4-FFF2-40B4-BE49-F238E27FC236}">
                <a16:creationId xmlns:a16="http://schemas.microsoft.com/office/drawing/2014/main" id="{AEC8FC98-4CAE-4C5E-BBD7-67A3111E449D}"/>
              </a:ext>
            </a:extLst>
          </p:cNvPr>
          <p:cNvSpPr>
            <a:spLocks noGrp="1"/>
          </p:cNvSpPr>
          <p:nvPr/>
        </p:nvSpPr>
        <p:spPr>
          <a:xfrm>
            <a:off x="773906" y="46077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3.</a:t>
            </a:r>
          </a:p>
        </p:txBody>
      </p:sp>
      <p:sp>
        <p:nvSpPr>
          <p:cNvPr id="11" name="object-11">
            <a:extLst>
              <a:ext uri="{FF2B5EF4-FFF2-40B4-BE49-F238E27FC236}">
                <a16:creationId xmlns:a16="http://schemas.microsoft.com/office/drawing/2014/main" id="{87EF8BC1-88C6-4C77-9F0C-5F6E4EF587F0}"/>
              </a:ext>
            </a:extLst>
          </p:cNvPr>
          <p:cNvSpPr>
            <a:spLocks noGrp="1"/>
          </p:cNvSpPr>
          <p:nvPr/>
        </p:nvSpPr>
        <p:spPr>
          <a:xfrm>
            <a:off x="1464469" y="46077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9 factors.</a:t>
            </a:r>
          </a:p>
        </p:txBody>
      </p:sp>
      <p:sp>
        <p:nvSpPr>
          <p:cNvPr id="12" name="object-12">
            <a:extLst>
              <a:ext uri="{FF2B5EF4-FFF2-40B4-BE49-F238E27FC236}">
                <a16:creationId xmlns:a16="http://schemas.microsoft.com/office/drawing/2014/main" id="{0B07B5E2-25D3-4CD9-8187-8AE05F55A862}"/>
              </a:ext>
            </a:extLst>
          </p:cNvPr>
          <p:cNvSpPr>
            <a:spLocks noGrp="1"/>
          </p:cNvSpPr>
          <p:nvPr/>
        </p:nvSpPr>
        <p:spPr>
          <a:xfrm>
            <a:off x="773906" y="56554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4.</a:t>
            </a:r>
          </a:p>
        </p:txBody>
      </p:sp>
      <p:sp>
        <p:nvSpPr>
          <p:cNvPr id="13" name="object-13">
            <a:extLst>
              <a:ext uri="{FF2B5EF4-FFF2-40B4-BE49-F238E27FC236}">
                <a16:creationId xmlns:a16="http://schemas.microsoft.com/office/drawing/2014/main" id="{A76B2EBD-962A-4B43-8EAC-EADDDA9F1E7D}"/>
              </a:ext>
            </a:extLst>
          </p:cNvPr>
          <p:cNvSpPr>
            <a:spLocks noGrp="1"/>
          </p:cNvSpPr>
          <p:nvPr/>
        </p:nvSpPr>
        <p:spPr>
          <a:xfrm>
            <a:off x="1464469" y="565546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1 and 72; 2 and 36; 3 and 24; 4 and 18; 6 and 12; 8 and 9.</a:t>
            </a:r>
          </a:p>
        </p:txBody>
      </p:sp>
      <p:sp>
        <p:nvSpPr>
          <p:cNvPr id="14" name="object-14">
            <a:extLst>
              <a:ext uri="{FF2B5EF4-FFF2-40B4-BE49-F238E27FC236}">
                <a16:creationId xmlns:a16="http://schemas.microsoft.com/office/drawing/2014/main" id="{860ABE13-1229-4915-A4C3-02A403E545EB}"/>
              </a:ext>
            </a:extLst>
          </p:cNvPr>
          <p:cNvSpPr>
            <a:spLocks noGrp="1"/>
          </p:cNvSpPr>
          <p:nvPr/>
        </p:nvSpPr>
        <p:spPr>
          <a:xfrm>
            <a:off x="773906" y="6703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5.</a:t>
            </a:r>
          </a:p>
        </p:txBody>
      </p:sp>
      <p:sp>
        <p:nvSpPr>
          <p:cNvPr id="15" name="object-15">
            <a:extLst>
              <a:ext uri="{FF2B5EF4-FFF2-40B4-BE49-F238E27FC236}">
                <a16:creationId xmlns:a16="http://schemas.microsoft.com/office/drawing/2014/main" id="{83F1FD67-ECEA-4E14-A8BE-04E1B51820DE}"/>
              </a:ext>
            </a:extLst>
          </p:cNvPr>
          <p:cNvSpPr>
            <a:spLocks noGrp="1"/>
          </p:cNvSpPr>
          <p:nvPr/>
        </p:nvSpPr>
        <p:spPr>
          <a:xfrm>
            <a:off x="1464469" y="67032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Expected result: 1, 2, 3, 4, 6, 8, 12, 16, 24, 48. Method or representation may vary.</a:t>
            </a:r>
          </a:p>
        </p:txBody>
      </p:sp>
      <p:sp>
        <p:nvSpPr>
          <p:cNvPr id="16" name="object-16">
            <a:extLst>
              <a:ext uri="{FF2B5EF4-FFF2-40B4-BE49-F238E27FC236}">
                <a16:creationId xmlns:a16="http://schemas.microsoft.com/office/drawing/2014/main" id="{6F42886D-602C-4185-8C6B-8E5AD504560F}"/>
              </a:ext>
            </a:extLst>
          </p:cNvPr>
          <p:cNvSpPr>
            <a:spLocks noGrp="1"/>
          </p:cNvSpPr>
          <p:nvPr/>
        </p:nvSpPr>
        <p:spPr>
          <a:xfrm>
            <a:off x="8215313" y="2512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6.</a:t>
            </a:r>
          </a:p>
        </p:txBody>
      </p:sp>
      <p:sp>
        <p:nvSpPr>
          <p:cNvPr id="17" name="object-17">
            <a:extLst>
              <a:ext uri="{FF2B5EF4-FFF2-40B4-BE49-F238E27FC236}">
                <a16:creationId xmlns:a16="http://schemas.microsoft.com/office/drawing/2014/main" id="{C213FEB0-FC61-4F57-9C07-E3ACB0CCC839}"/>
              </a:ext>
            </a:extLst>
          </p:cNvPr>
          <p:cNvSpPr>
            <a:spLocks noGrp="1"/>
          </p:cNvSpPr>
          <p:nvPr/>
        </p:nvSpPr>
        <p:spPr>
          <a:xfrm>
            <a:off x="8905875" y="25122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Expected result: 9 factors. A valid check must be shown.</a:t>
            </a:r>
          </a:p>
        </p:txBody>
      </p:sp>
      <p:sp>
        <p:nvSpPr>
          <p:cNvPr id="18" name="object-18">
            <a:extLst>
              <a:ext uri="{FF2B5EF4-FFF2-40B4-BE49-F238E27FC236}">
                <a16:creationId xmlns:a16="http://schemas.microsoft.com/office/drawing/2014/main" id="{5432966D-8577-405A-8962-7A3BD9C4AEC4}"/>
              </a:ext>
            </a:extLst>
          </p:cNvPr>
          <p:cNvSpPr>
            <a:spLocks noGrp="1"/>
          </p:cNvSpPr>
          <p:nvPr/>
        </p:nvSpPr>
        <p:spPr>
          <a:xfrm>
            <a:off x="8215313" y="35599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7.</a:t>
            </a:r>
          </a:p>
        </p:txBody>
      </p:sp>
      <p:sp>
        <p:nvSpPr>
          <p:cNvPr id="19" name="object-19">
            <a:extLst>
              <a:ext uri="{FF2B5EF4-FFF2-40B4-BE49-F238E27FC236}">
                <a16:creationId xmlns:a16="http://schemas.microsoft.com/office/drawing/2014/main" id="{F28F0711-235B-4EAA-89E6-AE75FCBE61E0}"/>
              </a:ext>
            </a:extLst>
          </p:cNvPr>
          <p:cNvSpPr>
            <a:spLocks noGrp="1"/>
          </p:cNvSpPr>
          <p:nvPr/>
        </p:nvSpPr>
        <p:spPr>
          <a:xfrm>
            <a:off x="8905875" y="355996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48 is one example.</a:t>
            </a:r>
          </a:p>
        </p:txBody>
      </p:sp>
      <p:sp>
        <p:nvSpPr>
          <p:cNvPr id="20" name="object-20">
            <a:extLst>
              <a:ext uri="{FF2B5EF4-FFF2-40B4-BE49-F238E27FC236}">
                <a16:creationId xmlns:a16="http://schemas.microsoft.com/office/drawing/2014/main" id="{6AE588ED-B129-4CC0-B1A5-5D5DD4D8745B}"/>
              </a:ext>
            </a:extLst>
          </p:cNvPr>
          <p:cNvSpPr>
            <a:spLocks noGrp="1"/>
          </p:cNvSpPr>
          <p:nvPr/>
        </p:nvSpPr>
        <p:spPr>
          <a:xfrm>
            <a:off x="8215313" y="46077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8.</a:t>
            </a:r>
          </a:p>
        </p:txBody>
      </p:sp>
      <p:sp>
        <p:nvSpPr>
          <p:cNvPr id="21" name="object-21">
            <a:extLst>
              <a:ext uri="{FF2B5EF4-FFF2-40B4-BE49-F238E27FC236}">
                <a16:creationId xmlns:a16="http://schemas.microsoft.com/office/drawing/2014/main" id="{02A86A5A-830C-4259-9D53-74B90A06BB2D}"/>
              </a:ext>
            </a:extLst>
          </p:cNvPr>
          <p:cNvSpPr>
            <a:spLocks noGrp="1"/>
          </p:cNvSpPr>
          <p:nvPr/>
        </p:nvSpPr>
        <p:spPr>
          <a:xfrm>
            <a:off x="8905875" y="46077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Continue until the first factor meets or passes its paired factor.</a:t>
            </a:r>
          </a:p>
        </p:txBody>
      </p:sp>
      <p:sp>
        <p:nvSpPr>
          <p:cNvPr id="22" name="object-22">
            <a:extLst>
              <a:ext uri="{FF2B5EF4-FFF2-40B4-BE49-F238E27FC236}">
                <a16:creationId xmlns:a16="http://schemas.microsoft.com/office/drawing/2014/main" id="{77E48A63-406D-4B10-86DA-55A26216A857}"/>
              </a:ext>
            </a:extLst>
          </p:cNvPr>
          <p:cNvSpPr>
            <a:spLocks noGrp="1"/>
          </p:cNvSpPr>
          <p:nvPr/>
        </p:nvSpPr>
        <p:spPr>
          <a:xfrm>
            <a:off x="8215313" y="56554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9.</a:t>
            </a:r>
          </a:p>
        </p:txBody>
      </p:sp>
      <p:sp>
        <p:nvSpPr>
          <p:cNvPr id="23" name="object-23">
            <a:extLst>
              <a:ext uri="{FF2B5EF4-FFF2-40B4-BE49-F238E27FC236}">
                <a16:creationId xmlns:a16="http://schemas.microsoft.com/office/drawing/2014/main" id="{97BE0433-8183-4F63-8D03-1E34AE3B9B9E}"/>
              </a:ext>
            </a:extLst>
          </p:cNvPr>
          <p:cNvSpPr>
            <a:spLocks noGrp="1"/>
          </p:cNvSpPr>
          <p:nvPr/>
        </p:nvSpPr>
        <p:spPr>
          <a:xfrm>
            <a:off x="8905875" y="565546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Answer should name an inverse, estimate, boundary, known fact or equivalent representation.</a:t>
            </a:r>
          </a:p>
        </p:txBody>
      </p:sp>
      <p:sp>
        <p:nvSpPr>
          <p:cNvPr id="24" name="object-24">
            <a:extLst>
              <a:ext uri="{FF2B5EF4-FFF2-40B4-BE49-F238E27FC236}">
                <a16:creationId xmlns:a16="http://schemas.microsoft.com/office/drawing/2014/main" id="{49C6195F-6468-49E8-8E18-5924EC6532E1}"/>
              </a:ext>
            </a:extLst>
          </p:cNvPr>
          <p:cNvSpPr>
            <a:spLocks noGrp="1"/>
          </p:cNvSpPr>
          <p:nvPr/>
        </p:nvSpPr>
        <p:spPr>
          <a:xfrm>
            <a:off x="8215313" y="6703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10.</a:t>
            </a:r>
          </a:p>
        </p:txBody>
      </p:sp>
      <p:sp>
        <p:nvSpPr>
          <p:cNvPr id="25" name="object-25">
            <a:extLst>
              <a:ext uri="{FF2B5EF4-FFF2-40B4-BE49-F238E27FC236}">
                <a16:creationId xmlns:a16="http://schemas.microsoft.com/office/drawing/2014/main" id="{7F3A8893-D0BB-461F-AAEA-85506660D997}"/>
              </a:ext>
            </a:extLst>
          </p:cNvPr>
          <p:cNvSpPr>
            <a:spLocks noGrp="1"/>
          </p:cNvSpPr>
          <p:nvPr/>
        </p:nvSpPr>
        <p:spPr>
          <a:xfrm>
            <a:off x="8905875" y="67032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Answers vary. The new question must use the same mathematical structure and include a correct solution.</a:t>
            </a:r>
          </a:p>
        </p:txBody>
      </p:sp>
    </p:spTree>
    <p:extLst>
      <p:ext uri="{BB962C8B-B14F-4D97-AF65-F5344CB8AC3E}">
        <p14:creationId xmlns:p14="http://schemas.microsoft.com/office/powerpoint/2010/main" val="409420393"/>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986</Words>
  <Application>Microsoft Office PowerPoint</Application>
  <DocSecurity>0</DocSecurity>
  <PresentationFormat>Custom</PresentationFormat>
  <Paragraphs>178</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ChatGPT</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Garima Sharma</cp:lastModifiedBy>
  <cp:revision>1</cp:revision>
  <dcterms:created xsi:type="dcterms:W3CDTF">2026-09-14T13:14:16Z</dcterms:created>
  <dcterms:modified xsi:type="dcterms:W3CDTF">2026-09-14T13:18:25Z</dcterms:modified>
</cp:coreProperties>
</file>