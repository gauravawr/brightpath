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 2, 3, 4, 6, 8, 12, 16, 24, 48. | State whether the task concerns factors or multiples. |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List every factor pair of 72. Answer: 1 and 72; 2 and 36; 3 and 24; 4 and 18; 6 and 12; 8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 2, 3, 4, 6, 8, 12, 16, 24,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 2, 3, 4, 6, 8, 12, 16, 24, 48..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 factors..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48 is one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List all factors of 48. Expected: How many factors does 36 have? Higher: Find a number below 100 with exactly 10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 factors. | Continue until the first factor meets or passes its paired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79EC78D-35B0-4DAC-B439-9181E3758E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74E08C-462A-48D0-82F7-1BFC0D1A38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8CF238-28D2-4671-A717-C9D8F062211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A4726E-74E3-463B-AA68-A1D8AF2462E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8751E8-A738-4DF9-8886-23B27606B21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D2B271-D799-4256-97D1-50827B418E2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FDB9FE0-0F4D-4ADB-BBDE-C9152C280E3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141DDD-E498-41E2-9923-D33D0F8D91E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0BF0D8-A1C3-4F56-8A6F-91E64F277826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70469B-8DD6-4AD8-BF13-3520797C056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489D26-F6FD-4E9E-9E69-371F71A08F0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564604-7414-4D7F-919E-90C71EF6801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9706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D971728-8575-4774-A52B-377F25DBF0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0848C5-FDC2-4AE0-A415-1ECB2B0CB57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4B4ADE-F890-49A4-8757-0007B96274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A46EF0-7A64-4381-8BE6-2CC552A52C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055FEC-75B8-4AD8-9596-B6B636EAC0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95D9C-CBE3-4B37-A99C-409A66239D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274D6C-5B50-40C4-AC07-27D5B226A0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3D68BA-4C8A-4912-B5A2-B90122EB041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10746E-7194-4973-B344-1D1416F3E11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D740A2-7C87-4C64-9948-F41F0F59834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290225C-85B0-4F25-80D5-04A0D3570AA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34704E1-BE38-4D37-976A-BE7F845D5A0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0BDF33-37AE-4762-A439-64B668D4E9C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B3168B-B530-462B-BA35-8CC121815C8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28E8CA7-CEFC-4799-8831-E85028BC2DF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5B96FF-B856-4613-9218-E3CDE2CABED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53CE48-3710-4D57-B2EB-CF41E42BE3B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D0E25A-8A8B-4226-9171-7A2ECF8D1CA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26BDFE2-616D-4605-B280-0DAA24FDE2C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892AFA6-6DAF-47C7-82DB-8680983D46A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E620C1-6C0A-45C5-A90E-EE8BA346DB6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F9B1F7-16E1-4C07-BDE0-6A4B94B394F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List every factor pair of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A8C355-33EE-4C18-8560-EA9E1AA3D7D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0371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0BDC73B-0ADB-43C5-9D37-0659444F08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C7E50E-A238-4533-8823-EE11B9EAC65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89C502-6CC9-4757-BF74-FAD6F99510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D0DFE75-6621-4B07-B53D-976BCC05A6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68FFD-DCDC-4233-88AC-177D318209D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332DEE-7013-4AE7-AB29-A6BED955FE6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4F9D84-2B2C-4A26-A434-75EE0E3C46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3F2656-4A32-489F-B768-7F8A3ADE666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9BC0BC-91AB-49CC-87F7-261BCEA8F5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B25759-031E-48CE-AB7D-C08051E9EF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90C042-D980-478B-B201-41D93D2DC08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19F1EF-CECB-4C4B-A287-D9DA80F5D28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ED9449-A512-4336-B2BE-74EC95065C02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8F9C7D-F7B7-4D3B-A66A-8294CFB853D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EBB4BC-11E8-483E-8695-42DFF4AF6005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099A0-ACBA-447B-A8A6-1D6DCCD61AB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91073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2D9AB2E-BF25-41AF-BCF9-F9E2C9410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89E8A3-30E7-443A-BFF6-20C1029CE44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1F3AE8-18A7-475C-8B89-86D2AD9BEE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B23571-AEC1-41DF-B407-27465CB631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C91578-FC2D-40DF-846E-CC992A979C9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933F50-13FA-4180-8351-81208E73BF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7521D2-4639-4268-AB24-3837D07785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A7D83-FFD8-4A6B-841D-24DF4C6BAA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F0B05-499F-4E8D-AF64-7511BE287C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E6690D-1701-4667-863D-1B2E3C2C5A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8FC62F-726C-4D0C-8F8B-52DB09252DB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every factor pair of 72.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B560-BB2A-4A2E-ACE0-B1EF53FE008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1F02E1-F7BA-46A7-8D35-B8AC8746B3F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3B7918-A0F7-4EE2-BF4A-CDBA23C15ED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8C1159-E0A1-450E-ABE3-15F8EAC66B0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AAF43D-B18C-44A9-814C-2FA1BF3535B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B83DA18-EC77-4374-87A2-F0714A84151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BF19C4-C9E6-43C3-A905-A7C4E7027192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B3015-617F-445A-A158-8372807D0AB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F4E5D42-F3E4-43E4-82DB-D68F9C16FDE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34858BF-DBDF-4B38-A19F-3A757A46951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A71FA2-E24E-425A-A371-75795BC24E2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5E10F7-A64F-4D7C-8DFB-13E2F4F639C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8174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B8555E2-F257-47F7-A9A4-ADBDDC521C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95FE4-0FB2-4850-8A62-77D3FE18908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03AB23-AA75-43CA-A8E6-D984D454CD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C4C50FF-FE9F-4867-8F66-536C9F74D6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95C87A-3A98-483B-B8C2-ADEA928DC64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1FA11E-E04B-46C0-8B59-D6860E2F3EA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CB336D-299A-4CD9-96BB-2FDAD7AF8E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2C5F3C-F4C3-4820-B0A5-6EDEB09F63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0CF331-2808-4FA7-B6EE-C30E42EB85F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60BECF-B234-490D-B01A-9A873B16E94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C5FAB0-4547-4210-91E3-A9159326920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5A329F-81D3-4D69-9E19-B847269662F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and 72; 2 and 36; 3 and 24; 4 and 18; 6 and 12; 8 and 9.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FA3D4C-F93B-4187-8E1D-BF538B792A6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13B2A0-0A9F-4793-BA14-F21BA3AC9211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2D2A88-81B7-4712-8103-B3F7AB3F77A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4919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401CEAE-6AE2-4132-86B9-0CF5B0462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D8DC70-EBF2-4EC1-A90E-2FF05E1C33A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CA02BB-B140-4E6A-8FAF-61622F3447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1C5AF8D-CB69-4543-A190-619884D5E3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20C2D-281B-4213-90D4-3D8683DD4E8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2BBF4-2389-48A2-8412-247E3E38442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E3E36A-8153-418D-9637-02C893542F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0E1D5D-610D-451C-8A7A-95AB4753381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938A25-6D34-4C95-80CA-4573B41500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C46072-FA90-4B59-ABBC-458665FFE93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7ED8FF-FFA6-4328-A297-A7C48B4AFFF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734C2C-F86D-4977-AF83-A7A27643FE7C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957374-449E-441A-AB19-B960AD02BD5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6A9748-C6ED-4BF3-8CD1-882869F3E39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D06932-9E42-4BF1-A928-8C15B89F2506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16A252-C0DD-4F44-AC17-F7355FB5EE82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6, 8, 12, 16, 24, 48.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782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19648A9-B20B-490E-8C63-6534396DD4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C641E3-D508-471E-A047-9F5917490FD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C9880A-D010-4479-AF92-9D588F0B28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DD6886-F030-4E58-AA99-87DE187E2D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79C9CD-01BB-42B7-99A7-AA42B5661B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A12A11-2E17-465B-993E-74DA2BFC22A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B697-684F-4900-976D-CEFEF03A8C4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5FD6C9-709E-46CB-8FFF-05E713C118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49695A-AB9B-4D4C-96DE-BD148C75416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0D2478-B0A7-46C9-8AEF-A72690F26BA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FF2A394-E497-4DDB-B13A-5302EBF6F580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BCBF15-51E4-4EB8-BAB0-8F0F68B802C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stops checking factor pairs after reaching 5.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900AB9-7D64-4CE7-A6B5-BDD65D90333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7D0FE8-E3BF-4DE1-96E5-7B34ED223D5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E30CE4-F4FE-4404-A0ED-7882CC4C594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Continue until the first factor meets or passes its paired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263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6DF4BD1-DAF2-4135-99C7-7B5C88B361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23893C-0182-4D78-B7DE-34333CA3245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2A3F3D-4B40-43A7-B90D-6DD00A3F4A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94DE1B-8203-4F18-9ADA-C80DCFAB65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DFB906-A33B-4F81-9E6C-F953BBA2A16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0FEA8C-4757-409A-992C-479D4AD99B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B2EF43-35C9-4B73-9F88-DB973E5F325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392E47-24AD-4B06-A3FF-9AC715E013A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5E9C3A-39D7-489A-A8A1-8C272112B2D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73EFF8-A4D7-436A-9C7D-F65DB816272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F0BB3C-59BE-4FD3-8972-5A489B1E980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4AC63B-473C-4ED7-BDC5-71928433774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97D578-D357-4619-99FE-4DDD9F8DC7A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B0C896-6277-4FC2-B29C-4A8AF37E24D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6C605FF-7AD2-4E4D-A6F2-F7A412D3DFE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497C0FE-6D96-4E80-80C5-B9ECF174C3F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D174F0-B5ED-4ED6-96CE-B4606461BAB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5D63C-A8E8-48BC-A63B-45D634C21E0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9730766-EFB2-464A-99BD-70C2F14FEC3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A94534C-11C9-4492-AA35-33094280B1E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A2DD5A-7DAC-495F-82F7-548A9D39EB4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AC28E2-010A-4004-B083-6E6D9145FFA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6, 8, 12, 16, 24,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84E88C-0FB8-4823-A655-64FDB1B356E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271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17412E1-2C16-49DC-AD1A-74F2A160AD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92F4B2-7D1B-4E79-8F7A-61B9F9BCB9A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54D1BB-CFE8-4D89-BBD9-1CDB5B4239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CCB69C-8912-4F63-9445-28A86F241D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FED64F-6BC1-4A3F-B85F-E0E6E1174F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A0CAF8-2893-448C-9EE0-37F9372F14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E9EB47-CA4F-4177-A27E-22F1224B96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2B0402-9EE4-4DFF-858C-0956A60043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53E37D-3BCE-4411-A625-4A9DAC4D102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DAE43-96B8-4814-B145-4CDC86AED9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869A493-984E-4020-8EA9-4B6285AE45A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AAEB2D-4AD6-44C0-AEE1-17BB0321F43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F093C8-C7E8-4A06-8D56-62DC60B41FF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C4304E-6C71-4D33-B91C-7F13019A216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3C7A1B-F6B3-49CC-91AC-5A4EF7612C5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EE305D-78C6-4E46-BDB9-7478B243F7B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E3B5A4-D416-4F77-857A-3E16CCC1AE9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026A32-343A-4CCB-B041-3136399BF23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0A6B8A-D106-43EB-A058-95EE357C0D4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B2E47A-C5AB-4626-8E40-47A3BB9272F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A62A83-A4FC-4512-AFF8-E0C6B5F4E4F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864294-FE6B-4B16-9CC7-B195484FDE8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9824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1919F54-7B3D-495F-878F-54DA8F3521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8B1BE-21C4-46A6-AC0F-A1D28EBF3A9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2B1140-9E1D-4D0C-B437-784BC3B55D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3041A4-8DBF-447A-A359-52A7E1CE5B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C9B9F9-8034-4F2A-87C2-9394085E11A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B64D84-3169-4C76-A435-63C34A58A9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5D326-4365-45CA-AE5B-AF9EB763D6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C319D1-1214-4762-B66C-129C2E9DA4E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063EF4-4AAF-4D7B-B793-AC4845F4C32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35E5AB-AD01-43EB-99B1-A5E52EF171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9FFE05-2AF1-4A47-90F6-C790384E29B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100 with exactly 10 factors.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ACED1A-74B0-41A3-86D3-7DDDF2AC247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9B26BE-A5F1-4706-8222-9B89441267E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9E8F1-7035-417B-AEEE-C41FDCD5C5AB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48 is one example.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7612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68388AB-DDFB-4D62-9940-1307B8B2D9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B69A80-9904-478E-AB5E-057B76640D0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AE9057-22ED-4BF9-B3F9-61E7F73E74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7EA11C-EBB6-4D20-9055-A17F1BAF0F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E488FB-5A97-4B91-9B0C-3EA0A11DB4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0CFB2-76FA-4924-9541-E36636EC0CD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02C43F-FC90-4EBE-863E-F2BD74D76B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100994-EC92-4F47-BD05-C713490647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73F02D-F4CA-4783-8C24-AB9B1A436D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F2B7E8-A9C6-44BA-A777-A40E78DFE0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9FB1EC-A1C5-4282-A78D-AF9B9546E20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3D5768-992B-46FF-9645-3013A633ABB0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EA0855-E2DD-4C00-AD7D-0FFC1D1DF7A8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50FDA4-479A-43E0-BA37-4068ADC5E199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418ED3-C193-4C1F-A141-13AC936D4674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CED481-6AC1-4E4D-9354-11E17373E7F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CAD2425-2186-4F2F-8F0B-C9160D83D3DB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9BFD37-CF3C-4E90-BA40-023E103A482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5826A28-5983-46C7-9D7C-B3E2D12A6314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D6637F-E058-4744-883C-31B6C28458F0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C8A87F-958D-40E0-A0FA-CA68CE04194B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3DC291-6798-494E-BEF0-87F15EEAE86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036430-4E73-4179-A2A3-F4888359D8E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60E223-B277-4DE1-AA10-1462D0F85D1D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B79C22-8FC8-451D-8242-E81BF9DED034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829BD7-4ED7-4D06-9CA4-021BDA09F981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385282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A37AE02-4CCD-4570-80E4-9B11DE5875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09576-4F82-439B-968B-5DB8923A0BB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228EC4-E704-4D2B-89C3-6DF114B8F4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0DA0DF-2D33-4A3C-9937-327EF2AD60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2E59FC-9DDD-4E10-AB90-1E0A220581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8E616E-1B09-43F3-B0B2-EA2EE8F464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1AF08-D901-4B47-9F57-635B567B24D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A6FDEB-F1F1-433E-A17A-C51A57E2F4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722E5-6A93-4523-AD0B-1855A2F6C30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BFE942-665B-4B40-9D72-F6FD8EED0E8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1A3C02-88EC-4E60-B848-776B189555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2E1E3B-C503-4E4E-BDD3-E3EE45540CE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F8B971-8AB5-407D-BE4E-3F2567E90DB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B8FE40-B92D-4E73-BD4D-B9C0F0D6EA7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796BD8F-8CDC-4EBB-BA62-9111C5A856F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8D15AF-C013-4A2B-BB0F-00E8E39019B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A9A7D3-DC86-4F6E-A905-D31C27EC67D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DD44B-2BA4-4EC9-8B4A-5563CAA7A3A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stops checking factor pairs after reaching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E058B1F-63B9-41DD-A6FE-D680A9B01F6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25CB80-7708-4FFE-9766-1203139A21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588142-0019-4963-9177-1127627B497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99AA63-B199-4FD5-8EF2-8D72E98C398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2B3134-A2DB-4CE6-98C8-58CF5C5610D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42949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2026-09-08T22:36:16Z</dcterms:created>
  <dcterms:modified xsi:type="dcterms:W3CDTF">2026-09-08T22:43:48Z</dcterms:modified>
</cp:coreProperties>
</file>