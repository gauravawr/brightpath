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4:52.463" v="59"/>
      <pc:docMkLst>
        <pc:docMk/>
      </pc:docMkLst>
      <pc:sldChg chg="modSp mod modAnim">
        <pc:chgData name="Garima Sharma" userId="c5ca40beb9a8554c" providerId="LiveId" clId="{2265D429-760C-4FF0-9653-4AF4BA9B0970}" dt="2026-09-09T11:04:51.674" v="5"/>
        <pc:sldMkLst>
          <pc:docMk/>
          <pc:sldMk cId="2119899579" sldId="257"/>
        </pc:sldMkLst>
        <pc:spChg chg="mod">
          <ac:chgData name="Garima Sharma" userId="c5ca40beb9a8554c" providerId="LiveId" clId="{2265D429-760C-4FF0-9653-4AF4BA9B0970}" dt="2026-09-09T11:04:51.631" v="0" actId="20577"/>
          <ac:spMkLst>
            <pc:docMk/>
            <pc:sldMk cId="2119899579" sldId="257"/>
            <ac:spMk id="13" creationId="{F3F79C0B-8593-404B-98D1-1EB8FCADF7A3}"/>
          </ac:spMkLst>
        </pc:spChg>
        <pc:spChg chg="mod">
          <ac:chgData name="Garima Sharma" userId="c5ca40beb9a8554c" providerId="LiveId" clId="{2265D429-760C-4FF0-9653-4AF4BA9B0970}" dt="2026-09-09T11:04:51.653" v="2" actId="20577"/>
          <ac:spMkLst>
            <pc:docMk/>
            <pc:sldMk cId="2119899579" sldId="257"/>
            <ac:spMk id="17" creationId="{665CB7C6-29C9-4EC4-86D5-1145CD5C4D39}"/>
          </ac:spMkLst>
        </pc:spChg>
        <pc:spChg chg="mod">
          <ac:chgData name="Garima Sharma" userId="c5ca40beb9a8554c" providerId="LiveId" clId="{2265D429-760C-4FF0-9653-4AF4BA9B0970}" dt="2026-09-09T11:04:51.672" v="4" actId="20577"/>
          <ac:spMkLst>
            <pc:docMk/>
            <pc:sldMk cId="2119899579" sldId="257"/>
            <ac:spMk id="21" creationId="{5256294C-6F66-4DCB-A4C3-930C75B02AD5}"/>
          </ac:spMkLst>
        </pc:spChg>
      </pc:sldChg>
      <pc:sldChg chg="modSp mod modAnim">
        <pc:chgData name="Garima Sharma" userId="c5ca40beb9a8554c" providerId="LiveId" clId="{2265D429-760C-4FF0-9653-4AF4BA9B0970}" dt="2026-09-09T11:04:51.756" v="11"/>
        <pc:sldMkLst>
          <pc:docMk/>
          <pc:sldMk cId="387837740" sldId="258"/>
        </pc:sldMkLst>
        <pc:spChg chg="mod">
          <ac:chgData name="Garima Sharma" userId="c5ca40beb9a8554c" providerId="LiveId" clId="{2265D429-760C-4FF0-9653-4AF4BA9B0970}" dt="2026-09-09T11:04:51.729" v="6" actId="20577"/>
          <ac:spMkLst>
            <pc:docMk/>
            <pc:sldMk cId="387837740" sldId="258"/>
            <ac:spMk id="12" creationId="{041B9ACC-0ED5-4BDC-AF20-81B0B2A30F28}"/>
          </ac:spMkLst>
        </pc:spChg>
        <pc:spChg chg="mod">
          <ac:chgData name="Garima Sharma" userId="c5ca40beb9a8554c" providerId="LiveId" clId="{2265D429-760C-4FF0-9653-4AF4BA9B0970}" dt="2026-09-09T11:04:51.742" v="8" actId="20577"/>
          <ac:spMkLst>
            <pc:docMk/>
            <pc:sldMk cId="387837740" sldId="258"/>
            <ac:spMk id="13" creationId="{C3F7F0CE-B556-4641-9122-B2BC11AC670C}"/>
          </ac:spMkLst>
        </pc:spChg>
        <pc:spChg chg="mod">
          <ac:chgData name="Garima Sharma" userId="c5ca40beb9a8554c" providerId="LiveId" clId="{2265D429-760C-4FF0-9653-4AF4BA9B0970}" dt="2026-09-09T11:04:51.754" v="10" actId="20577"/>
          <ac:spMkLst>
            <pc:docMk/>
            <pc:sldMk cId="387837740" sldId="258"/>
            <ac:spMk id="14" creationId="{28381354-D16A-43F7-8FBD-1C62D610EB84}"/>
          </ac:spMkLst>
        </pc:spChg>
      </pc:sldChg>
      <pc:sldChg chg="modSp mod modAnim">
        <pc:chgData name="Garima Sharma" userId="c5ca40beb9a8554c" providerId="LiveId" clId="{2265D429-760C-4FF0-9653-4AF4BA9B0970}" dt="2026-09-09T11:04:51.872" v="17"/>
        <pc:sldMkLst>
          <pc:docMk/>
          <pc:sldMk cId="862109619" sldId="259"/>
        </pc:sldMkLst>
        <pc:spChg chg="mod">
          <ac:chgData name="Garima Sharma" userId="c5ca40beb9a8554c" providerId="LiveId" clId="{2265D429-760C-4FF0-9653-4AF4BA9B0970}" dt="2026-09-09T11:04:51.828" v="12" actId="20577"/>
          <ac:spMkLst>
            <pc:docMk/>
            <pc:sldMk cId="862109619" sldId="259"/>
            <ac:spMk id="14" creationId="{A83D469E-3C77-4855-BE5C-963C01B8E287}"/>
          </ac:spMkLst>
        </pc:spChg>
        <pc:spChg chg="mod">
          <ac:chgData name="Garima Sharma" userId="c5ca40beb9a8554c" providerId="LiveId" clId="{2265D429-760C-4FF0-9653-4AF4BA9B0970}" dt="2026-09-09T11:04:51.853" v="14" actId="20577"/>
          <ac:spMkLst>
            <pc:docMk/>
            <pc:sldMk cId="862109619" sldId="259"/>
            <ac:spMk id="18" creationId="{1C1B84F2-56E6-452D-8C9D-E546E749707F}"/>
          </ac:spMkLst>
        </pc:spChg>
        <pc:spChg chg="mod">
          <ac:chgData name="Garima Sharma" userId="c5ca40beb9a8554c" providerId="LiveId" clId="{2265D429-760C-4FF0-9653-4AF4BA9B0970}" dt="2026-09-09T11:04:51.871" v="16" actId="20577"/>
          <ac:spMkLst>
            <pc:docMk/>
            <pc:sldMk cId="862109619" sldId="259"/>
            <ac:spMk id="22" creationId="{36259439-DE91-4581-AD7C-D3CCBA892CFA}"/>
          </ac:spMkLst>
        </pc:spChg>
      </pc:sldChg>
      <pc:sldChg chg="modSp mod modAnim">
        <pc:chgData name="Garima Sharma" userId="c5ca40beb9a8554c" providerId="LiveId" clId="{2265D429-760C-4FF0-9653-4AF4BA9B0970}" dt="2026-09-09T11:04:51.948" v="23"/>
        <pc:sldMkLst>
          <pc:docMk/>
          <pc:sldMk cId="657862918" sldId="260"/>
        </pc:sldMkLst>
        <pc:spChg chg="mod">
          <ac:chgData name="Garima Sharma" userId="c5ca40beb9a8554c" providerId="LiveId" clId="{2265D429-760C-4FF0-9653-4AF4BA9B0970}" dt="2026-09-09T11:04:51.923" v="18" actId="20577"/>
          <ac:spMkLst>
            <pc:docMk/>
            <pc:sldMk cId="657862918" sldId="260"/>
            <ac:spMk id="11" creationId="{FAA70B17-C4CB-4632-9D01-28ED576C3C94}"/>
          </ac:spMkLst>
        </pc:spChg>
        <pc:spChg chg="mod">
          <ac:chgData name="Garima Sharma" userId="c5ca40beb9a8554c" providerId="LiveId" clId="{2265D429-760C-4FF0-9653-4AF4BA9B0970}" dt="2026-09-09T11:04:51.937" v="20" actId="20577"/>
          <ac:spMkLst>
            <pc:docMk/>
            <pc:sldMk cId="657862918" sldId="260"/>
            <ac:spMk id="13" creationId="{B4621783-DBC7-4AC2-B210-ADC0CB0E60D9}"/>
          </ac:spMkLst>
        </pc:spChg>
        <pc:spChg chg="mod">
          <ac:chgData name="Garima Sharma" userId="c5ca40beb9a8554c" providerId="LiveId" clId="{2265D429-760C-4FF0-9653-4AF4BA9B0970}" dt="2026-09-09T11:04:51.946" v="22" actId="20577"/>
          <ac:spMkLst>
            <pc:docMk/>
            <pc:sldMk cId="657862918" sldId="260"/>
            <ac:spMk id="14" creationId="{9DB45E59-FF9E-4020-86DC-5ED7DCF07EB0}"/>
          </ac:spMkLst>
        </pc:spChg>
      </pc:sldChg>
      <pc:sldChg chg="modSp mod modAnim">
        <pc:chgData name="Garima Sharma" userId="c5ca40beb9a8554c" providerId="LiveId" clId="{2265D429-760C-4FF0-9653-4AF4BA9B0970}" dt="2026-09-09T11:04:52.024" v="27"/>
        <pc:sldMkLst>
          <pc:docMk/>
          <pc:sldMk cId="1908459722" sldId="261"/>
        </pc:sldMkLst>
        <pc:spChg chg="mod">
          <ac:chgData name="Garima Sharma" userId="c5ca40beb9a8554c" providerId="LiveId" clId="{2265D429-760C-4FF0-9653-4AF4BA9B0970}" dt="2026-09-09T11:04:52.012" v="24" actId="20577"/>
          <ac:spMkLst>
            <pc:docMk/>
            <pc:sldMk cId="1908459722" sldId="261"/>
            <ac:spMk id="14" creationId="{972D1419-4275-4866-BCCD-A62CF87B2713}"/>
          </ac:spMkLst>
        </pc:spChg>
        <pc:spChg chg="mod">
          <ac:chgData name="Garima Sharma" userId="c5ca40beb9a8554c" providerId="LiveId" clId="{2265D429-760C-4FF0-9653-4AF4BA9B0970}" dt="2026-09-09T11:04:52.023" v="26" actId="20577"/>
          <ac:spMkLst>
            <pc:docMk/>
            <pc:sldMk cId="1908459722" sldId="261"/>
            <ac:spMk id="15" creationId="{33626BFF-E3F9-4110-8ADB-81AFF6B4AC66}"/>
          </ac:spMkLst>
        </pc:spChg>
      </pc:sldChg>
      <pc:sldChg chg="modSp mod modAnim">
        <pc:chgData name="Garima Sharma" userId="c5ca40beb9a8554c" providerId="LiveId" clId="{2265D429-760C-4FF0-9653-4AF4BA9B0970}" dt="2026-09-09T11:04:52.095" v="31"/>
        <pc:sldMkLst>
          <pc:docMk/>
          <pc:sldMk cId="551501548" sldId="262"/>
        </pc:sldMkLst>
        <pc:spChg chg="mod">
          <ac:chgData name="Garima Sharma" userId="c5ca40beb9a8554c" providerId="LiveId" clId="{2265D429-760C-4FF0-9653-4AF4BA9B0970}" dt="2026-09-09T11:04:52.077" v="28" actId="20577"/>
          <ac:spMkLst>
            <pc:docMk/>
            <pc:sldMk cId="551501548" sldId="262"/>
            <ac:spMk id="12" creationId="{3F20FD10-8016-4F94-9746-01BB98DF823D}"/>
          </ac:spMkLst>
        </pc:spChg>
        <pc:spChg chg="mod">
          <ac:chgData name="Garima Sharma" userId="c5ca40beb9a8554c" providerId="LiveId" clId="{2265D429-760C-4FF0-9653-4AF4BA9B0970}" dt="2026-09-09T11:04:52.094" v="30" actId="20577"/>
          <ac:spMkLst>
            <pc:docMk/>
            <pc:sldMk cId="551501548" sldId="262"/>
            <ac:spMk id="15" creationId="{37D2DEF7-CAE4-48A7-AEFE-B690A274C077}"/>
          </ac:spMkLst>
        </pc:spChg>
      </pc:sldChg>
      <pc:sldChg chg="modSp mod modAnim">
        <pc:chgData name="Garima Sharma" userId="c5ca40beb9a8554c" providerId="LiveId" clId="{2265D429-760C-4FF0-9653-4AF4BA9B0970}" dt="2026-09-09T11:04:52.178" v="37"/>
        <pc:sldMkLst>
          <pc:docMk/>
          <pc:sldMk cId="1974874440" sldId="263"/>
        </pc:sldMkLst>
        <pc:spChg chg="mod">
          <ac:chgData name="Garima Sharma" userId="c5ca40beb9a8554c" providerId="LiveId" clId="{2265D429-760C-4FF0-9653-4AF4BA9B0970}" dt="2026-09-09T11:04:52.144" v="32" actId="20577"/>
          <ac:spMkLst>
            <pc:docMk/>
            <pc:sldMk cId="1974874440" sldId="263"/>
            <ac:spMk id="13" creationId="{4FD39DA1-C73F-44B7-9043-D93F19B74A7B}"/>
          </ac:spMkLst>
        </pc:spChg>
        <pc:spChg chg="mod">
          <ac:chgData name="Garima Sharma" userId="c5ca40beb9a8554c" providerId="LiveId" clId="{2265D429-760C-4FF0-9653-4AF4BA9B0970}" dt="2026-09-09T11:04:52.160" v="34" actId="20577"/>
          <ac:spMkLst>
            <pc:docMk/>
            <pc:sldMk cId="1974874440" sldId="263"/>
            <ac:spMk id="17" creationId="{5FD84ABD-D699-4ACC-ADB5-5E16A46045BE}"/>
          </ac:spMkLst>
        </pc:spChg>
        <pc:spChg chg="mod">
          <ac:chgData name="Garima Sharma" userId="c5ca40beb9a8554c" providerId="LiveId" clId="{2265D429-760C-4FF0-9653-4AF4BA9B0970}" dt="2026-09-09T11:04:52.177" v="36" actId="20577"/>
          <ac:spMkLst>
            <pc:docMk/>
            <pc:sldMk cId="1974874440" sldId="263"/>
            <ac:spMk id="21" creationId="{2A01AE70-1239-427C-86A0-4CB121E1B152}"/>
          </ac:spMkLst>
        </pc:spChg>
      </pc:sldChg>
      <pc:sldChg chg="modSp mod modAnim">
        <pc:chgData name="Garima Sharma" userId="c5ca40beb9a8554c" providerId="LiveId" clId="{2265D429-760C-4FF0-9653-4AF4BA9B0970}" dt="2026-09-09T11:04:52.244" v="43"/>
        <pc:sldMkLst>
          <pc:docMk/>
          <pc:sldMk cId="266486708" sldId="264"/>
        </pc:sldMkLst>
        <pc:spChg chg="mod">
          <ac:chgData name="Garima Sharma" userId="c5ca40beb9a8554c" providerId="LiveId" clId="{2265D429-760C-4FF0-9653-4AF4BA9B0970}" dt="2026-09-09T11:04:52.213" v="38" actId="20577"/>
          <ac:spMkLst>
            <pc:docMk/>
            <pc:sldMk cId="266486708" sldId="264"/>
            <ac:spMk id="13" creationId="{5C161D90-5692-4412-9139-8A59FEEFC5B3}"/>
          </ac:spMkLst>
        </pc:spChg>
        <pc:spChg chg="mod">
          <ac:chgData name="Garima Sharma" userId="c5ca40beb9a8554c" providerId="LiveId" clId="{2265D429-760C-4FF0-9653-4AF4BA9B0970}" dt="2026-09-09T11:04:52.227" v="40" actId="20577"/>
          <ac:spMkLst>
            <pc:docMk/>
            <pc:sldMk cId="266486708" sldId="264"/>
            <ac:spMk id="17" creationId="{871A17B1-9769-41B5-9E78-E9AE03349A3A}"/>
          </ac:spMkLst>
        </pc:spChg>
        <pc:spChg chg="mod">
          <ac:chgData name="Garima Sharma" userId="c5ca40beb9a8554c" providerId="LiveId" clId="{2265D429-760C-4FF0-9653-4AF4BA9B0970}" dt="2026-09-09T11:04:52.242" v="42" actId="20577"/>
          <ac:spMkLst>
            <pc:docMk/>
            <pc:sldMk cId="266486708" sldId="264"/>
            <ac:spMk id="21" creationId="{18D544B6-BAAC-43A7-848F-E674D10042B5}"/>
          </ac:spMkLst>
        </pc:spChg>
      </pc:sldChg>
      <pc:sldChg chg="modSp mod modAnim">
        <pc:chgData name="Garima Sharma" userId="c5ca40beb9a8554c" providerId="LiveId" clId="{2265D429-760C-4FF0-9653-4AF4BA9B0970}" dt="2026-09-09T11:04:52.311" v="49"/>
        <pc:sldMkLst>
          <pc:docMk/>
          <pc:sldMk cId="814349205" sldId="265"/>
        </pc:sldMkLst>
        <pc:spChg chg="mod">
          <ac:chgData name="Garima Sharma" userId="c5ca40beb9a8554c" providerId="LiveId" clId="{2265D429-760C-4FF0-9653-4AF4BA9B0970}" dt="2026-09-09T11:04:52.291" v="44" actId="20577"/>
          <ac:spMkLst>
            <pc:docMk/>
            <pc:sldMk cId="814349205" sldId="265"/>
            <ac:spMk id="11" creationId="{5DE625A6-5796-4D85-AF1A-FA2EB6807D6D}"/>
          </ac:spMkLst>
        </pc:spChg>
        <pc:spChg chg="mod">
          <ac:chgData name="Garima Sharma" userId="c5ca40beb9a8554c" providerId="LiveId" clId="{2265D429-760C-4FF0-9653-4AF4BA9B0970}" dt="2026-09-09T11:04:52.301" v="46" actId="20577"/>
          <ac:spMkLst>
            <pc:docMk/>
            <pc:sldMk cId="814349205" sldId="265"/>
            <ac:spMk id="12" creationId="{33F71911-132D-473C-8280-A86845D2A411}"/>
          </ac:spMkLst>
        </pc:spChg>
        <pc:spChg chg="mod">
          <ac:chgData name="Garima Sharma" userId="c5ca40beb9a8554c" providerId="LiveId" clId="{2265D429-760C-4FF0-9653-4AF4BA9B0970}" dt="2026-09-09T11:04:52.310" v="48" actId="20577"/>
          <ac:spMkLst>
            <pc:docMk/>
            <pc:sldMk cId="814349205" sldId="265"/>
            <ac:spMk id="13" creationId="{EB2629DF-A55C-41FA-9195-41D4E94C3813}"/>
          </ac:spMkLst>
        </pc:spChg>
      </pc:sldChg>
      <pc:sldChg chg="modSp mod modAnim">
        <pc:chgData name="Garima Sharma" userId="c5ca40beb9a8554c" providerId="LiveId" clId="{2265D429-760C-4FF0-9653-4AF4BA9B0970}" dt="2026-09-09T11:04:52.381" v="53"/>
        <pc:sldMkLst>
          <pc:docMk/>
          <pc:sldMk cId="502828100" sldId="266"/>
        </pc:sldMkLst>
        <pc:spChg chg="mod">
          <ac:chgData name="Garima Sharma" userId="c5ca40beb9a8554c" providerId="LiveId" clId="{2265D429-760C-4FF0-9653-4AF4BA9B0970}" dt="2026-09-09T11:04:52.368" v="50" actId="20577"/>
          <ac:spMkLst>
            <pc:docMk/>
            <pc:sldMk cId="502828100" sldId="266"/>
            <ac:spMk id="16" creationId="{64BDF86E-523B-43C9-9A5D-93C9009F6490}"/>
          </ac:spMkLst>
        </pc:spChg>
        <pc:spChg chg="mod">
          <ac:chgData name="Garima Sharma" userId="c5ca40beb9a8554c" providerId="LiveId" clId="{2265D429-760C-4FF0-9653-4AF4BA9B0970}" dt="2026-09-09T11:04:52.380" v="52" actId="20577"/>
          <ac:spMkLst>
            <pc:docMk/>
            <pc:sldMk cId="502828100" sldId="266"/>
            <ac:spMk id="17" creationId="{CCCE8140-E493-44E4-885A-4069B0C81144}"/>
          </ac:spMkLst>
        </pc:spChg>
      </pc:sldChg>
      <pc:sldChg chg="modSp mod modAnim">
        <pc:chgData name="Garima Sharma" userId="c5ca40beb9a8554c" providerId="LiveId" clId="{2265D429-760C-4FF0-9653-4AF4BA9B0970}" dt="2026-09-09T11:04:52.463" v="59"/>
        <pc:sldMkLst>
          <pc:docMk/>
          <pc:sldMk cId="2060588206" sldId="267"/>
        </pc:sldMkLst>
        <pc:spChg chg="mod">
          <ac:chgData name="Garima Sharma" userId="c5ca40beb9a8554c" providerId="LiveId" clId="{2265D429-760C-4FF0-9653-4AF4BA9B0970}" dt="2026-09-09T11:04:52.428" v="54" actId="20577"/>
          <ac:spMkLst>
            <pc:docMk/>
            <pc:sldMk cId="2060588206" sldId="267"/>
            <ac:spMk id="13" creationId="{6E799D7D-9778-4D6F-B07E-9630729C0C55}"/>
          </ac:spMkLst>
        </pc:spChg>
        <pc:spChg chg="mod">
          <ac:chgData name="Garima Sharma" userId="c5ca40beb9a8554c" providerId="LiveId" clId="{2265D429-760C-4FF0-9653-4AF4BA9B0970}" dt="2026-09-09T11:04:52.445" v="56" actId="20577"/>
          <ac:spMkLst>
            <pc:docMk/>
            <pc:sldMk cId="2060588206" sldId="267"/>
            <ac:spMk id="17" creationId="{0CA11536-9145-482C-9982-7B8250C3A3EA}"/>
          </ac:spMkLst>
        </pc:spChg>
        <pc:spChg chg="mod">
          <ac:chgData name="Garima Sharma" userId="c5ca40beb9a8554c" providerId="LiveId" clId="{2265D429-760C-4FF0-9653-4AF4BA9B0970}" dt="2026-09-09T11:04:52.462" v="58" actId="20577"/>
          <ac:spMkLst>
            <pc:docMk/>
            <pc:sldMk cId="2060588206" sldId="267"/>
            <ac:spMk id="21" creationId="{80382FB8-1077-41C7-B4B8-EA9854E5CB6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 2, 3, 4, 6, 8, 12, 16, 24, 48. | State whether the task concerns factors or multiples. | Continue until the first factor meets or passes its paired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List every factor pair of 72. Answer: 1 and 72; 2 and 36; 3 and 24; 4 and 18; 6 and 12; 8 and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 2, 3, 4, 6, 8, 12, 16, 24,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Continue until the first factor meets or passes its paired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 2, 3, 4, 6, 8, 12, 16, 24, 48..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 factors..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48 is one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9 factors.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 factors. | Continue until the first factor meets or passes its paired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9EBC894-4748-4D88-A9A6-A6E5FB8EE3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32EFF-66BC-453D-9DC1-AC7A26396C8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160278E-9301-4915-B09A-284F2D48F77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69DB9-3FBA-460B-A34E-EEF0D52E1EB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6C84FF-54AE-4264-BC9A-61DA764583E2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D0FCA4D-A546-4FE8-8847-68AA22650E6C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19FF0-2B9E-4753-ABFB-D90B145AE0A1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81949B-C7DF-4977-A98B-980D0EEAD83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all factor pairs of a number.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5ED7BF-841A-40F0-9381-C7A5778820E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2633F9-6AF8-4F56-B189-84CB6DCE4E6D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9F43EE-57B5-4C52-90B7-B534D4E56D9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30724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1240D94-0484-4A14-92AA-765F2C72CD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50BDB6-524A-4D91-9258-9D7E773C09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2859AD4-19CF-42FB-8B7B-48FBC72EBF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BC3BDF-7FDD-4CA3-A1BA-745B247F305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FFF264-AFF0-429E-BC79-D85FB8C59FD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6A8F83-9C69-4C1D-A3CA-A4AC5DE682F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98917C-D8F8-440A-B3C3-E2751F5432D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80964B-2D7D-4CF0-94BD-531EBA44AD4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26B869-ECB1-4A2F-972D-5D11ADF7270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2AFBD-732F-4E9E-BF03-918F025AAA5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B36AEF3-D3C7-4304-90CA-6C77FE5C843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E80C9F-AF97-45B1-9453-337399895CD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F79C0B-8593-404B-98D1-1EB8FCADF7A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287F8EB-58A2-45F4-B957-D971088599C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BF71BB6-9243-4F19-8CA2-571C8D7522E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CACA6E-755E-49F5-9CD7-6B7415CEACE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5CB7C6-29C9-4EC4-86D5-1145CD5C4D3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C6F2635-E020-4766-97B4-72C9063AA8F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F543882-ACF5-48C7-8720-086F83B009F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F012CF-7508-40AB-8713-3DC96DACC23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56294C-6F66-4DCB-A4C3-930C75B02AD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List every factor pair of 72.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031FB1-BB5C-4341-AADF-A74CB451F8D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19899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9C7991D-0DF0-4B97-83D8-A3E3BB8026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3C26E7-E458-4549-9BD6-58A31F727D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1D0E3A-225F-42B1-AD33-22971A4A3C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EA0A0-1F48-449D-B211-2FA2F7DED48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88C0AF-2619-4DB1-8893-5C64BAEFEF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41AD4B-92E3-4498-91C0-D1332D9B882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103B3-AFFE-4E5D-B286-4D5F3BF8622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847E1-CF11-485F-928D-78C8284A212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685B2F-455B-455B-B61F-A1B7CB39734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584AEE-65F8-42E1-B575-C07362CDEEF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all factor pairs of a number.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BD5811-729E-433D-807D-61E162F5172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1B9ACC-0ED5-4BDC-AF20-81B0B2A30F28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F7F0CE-B556-4641-9122-B2BC11AC670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381354-D16A-43F7-8FBD-1C62D610EB8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2B5068-F3F6-4B03-B6E9-9592D8F17AE4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38783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05A4E79-808C-4933-A70F-DB86313BAB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F48744-0D75-47AE-9DDF-3411EF3C0A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893FE-8170-4966-941A-F1A3535AF7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0ADDEF-2E17-4348-BE48-2454F6F30A6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23546A-2C4D-433A-8111-EBE19C322C8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649AFC-0DAB-4AA1-B19B-BBB65296FCE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77A531-7715-4F29-8803-FFEA4550234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1DE293-29F9-4067-9D93-9112AB6B770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3AC40B-F574-4C76-8DCC-B2D398AECB3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C141FB-043C-4171-A9A6-16FBF4E5501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every factor pair of 72.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747B4C-6EB6-4107-8431-33751660C73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7465E7-3BB9-4593-8388-E37414B5F04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D4A0CB-45DD-4B04-A516-2AB5E7C7B013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3D469E-3C77-4855-BE5C-963C01B8E28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8503A4-4E61-43DA-BC9A-D4E5C269F56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CCBF25-CFF0-49F0-888E-894A99F4010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84026C-86BA-40D6-8454-25AA7B596B09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1B84F2-56E6-452D-8C9D-E546E749707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86D39C-D0B9-4B06-B1D4-82D8885E963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77663E6-8646-49A5-80D2-B56805F71A8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63534D3-1D64-4EDC-BB47-B1BAD39C6DBF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259439-DE91-4581-AD7C-D3CCBA892CFA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210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FC2B37C-80C5-44B5-B746-C0C1C95913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541DEB-2A9D-4FDF-9072-D3E9A1C598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2E0DF99-94BC-4BF9-9129-D0783FEC4F9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A6D327-E48F-4A5F-8791-931E6DEDDC9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58E1E6-37F5-4C50-B226-052F08B3C5C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DC275-9BBB-49F1-ABAD-4F83562A64D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4F82D1-1BA9-4E87-9EF8-77345C6329D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EAD3F1-7439-43C3-9FB5-71D28089F85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35F38F-DF84-4F40-ADE9-56105EA7863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0827B7-0F69-4565-98C9-E435F62DCE8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A70B17-C4CB-4632-9D01-28ED576C3C94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and 72; 2 and 36; 3 and 24; 4 and 18; 6 and 12; 8 and 9.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F8078D-050F-434F-B95A-6C38A3DA4DE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621783-DBC7-4AC2-B210-ADC0CB0E60D9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B45E59-FF9E-4020-86DC-5ED7DCF07EB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86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552C99D-AECC-4F3B-B4F1-22AA84EACA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601778-F679-48D8-B7D6-E11D3341A8B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B58EBA-E3CA-45BC-8AEA-B2407FC775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FDFDA1-C2C5-4422-B804-57AA64E956B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F72172-2BCF-46C2-9B0A-CFA3D1E28ED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55E23E-9126-42F3-9680-76E547E66F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D3A76B-55A6-474A-998C-D85ABEB74B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051A27-4DCF-4AD8-A66B-FCB9BE3FE31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D82667-53E1-41FD-9D04-79401E6CBF1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8B0579-0FD4-4F4C-B9BF-053E85335955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BD1275-0C25-4F25-BD92-548CBCDCF216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50A0D8-B5A3-471C-A2F1-3A986C2C567D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06F015-FB7C-41E4-B045-0E5EF51E536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2D1419-4275-4866-BCCD-A62CF87B271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626BFF-E3F9-4110-8ADB-81AFF6B4AC6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 2, 3, 4, 6, 8, 12, 16, 24, 48.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84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4D6B19-AA42-4C14-A64B-760AB109BE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07FF2C-19C9-43B0-A3DB-82A17A6662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31A4EF-DADA-4A93-BFEE-92ED701E4A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116716-6A47-4BE0-9424-FA8E4D8478E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91BE2F-3F5E-47E4-ABD7-51273C22EA3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68D388-7E10-40E4-879C-63A14B67FD6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61879-E3EA-4074-8134-10D919811D3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0CFA65-F7E4-4FB2-98B1-D23F2774219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FAF08F-5AB7-4B7D-9F81-C1F098F6982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A342E54-E100-4F6D-B01F-449EC55420D5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20FD10-8016-4F94-9746-01BB98DF823D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stops checking factor pairs after reaching 5.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9343B9-4ADA-48BE-902B-575C341AF07B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EDDF19-F759-4482-AD2D-5E44D5E0EBB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D2DEF7-CAE4-48A7-AEFE-B690A274C07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Continue until the first factor meets or passes its paired factor.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1501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2F59E06-564D-44EC-9312-8C267C24F2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5A95B1-82F3-4BC5-89B7-0A8A569DB8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A5E153-9ABF-43A0-B885-8445D08914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DCC836-E439-484D-87E6-5336BB0C39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BFE96F-D61C-44D6-8B43-B1C680D7206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2A3ED-2F57-49AB-B32B-BE4803E00E3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9AE1A3-E888-4A3A-AB7A-DB09CF15B04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8327C7-A075-433D-BBEC-B52B32FD239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184C1D-7419-4475-A156-9B7007DCB63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53AE81-2F03-4ED8-8163-7F2BAD40BA1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C7C7862-6DAE-4030-8A3E-1B6B4E838B8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309DE3-C620-4A3E-A248-DEA0DD30304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D39DA1-C73F-44B7-9043-D93F19B74A7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85324D9-0939-4B27-B609-1E976E581D3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93DAFB2-881B-48F8-845F-41D189C215C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5878B2-C24A-46B4-A13B-6C2107B691D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D84ABD-D699-4ACC-ADB5-5E16A46045B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8DAC58E-764E-401A-AD9D-FA2D5A77021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D851E8-8172-45E9-B2D8-A985F2A58D5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5D05FE-5D6A-4B2E-AC6F-6DF7B2958BD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01AE70-1239-427C-86A0-4CB121E1B15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 2, 3, 4, 6, 8, 12, 16, 24, 48.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1A1566-9BB0-4BB8-8DAB-2EAF552FA69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7487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78C62F3-A3E6-48AA-ADA8-7EA7AFFC3A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F3B789-3317-4C4B-B44B-9A2C63FDC1D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DB586C-CEEA-451F-A30C-3855B3F86C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BB3C2-1CF9-4EDB-8272-CF45FBF8B58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63C0AA-143A-4856-B5EA-FD9E48415CC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534089-649B-4F49-AB87-AFAA13CF31D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142971-0793-4E51-B033-90C95A4AC1A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0B36F0-6499-46F6-ABCB-198D42A6127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7B738A-F1BB-4FAF-BFDD-D6962CDBC7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1EB99C6-AA74-4EB4-B271-92B3C400083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83F1A4C-0D5E-4052-A46A-61995E4B5E3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D79DA2-2B4D-4E52-9193-3C109E85728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161D90-5692-4412-9139-8A59FEEFC5B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BE864D-AD47-4BDC-B87C-C9AD0761930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16C105E-E873-4C13-AFBF-5B7E9B1D7F7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5C6468-FDFC-4F9D-9CF3-815427D2743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1A17B1-9769-41B5-9E78-E9AE03349A3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DE44086-FBEB-4192-ACDA-3DC05FCA206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6D97BD6-D088-40F2-85E1-0687A05FBD4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DD18DE-AD08-475E-99C4-3996AE51793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8D544B6-BAAC-43A7-848F-E674D10042B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48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3A4DBEE-83E8-48FE-B41C-7F485B8ED2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3CD55D-8695-4B0B-B422-F9A4CFC2B15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EBBB6DF-EE9B-4764-B36E-18661EF6AD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0C9E66-904F-4774-89CD-0F77A412444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42672-87DF-44F3-AF32-242B08B6B9E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E38558-34A7-4951-B1FF-DB3BD2C3E5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420F1C-D078-4DFF-B707-3D78A55AD78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629C90-D10E-43E5-9B13-876C59E8D1C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6E21D3-7A59-4B8C-8C55-E2BE2DF38A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36A7F7-CE80-4E29-9C35-091775C2AD5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number below 100 with exactly 10 factors.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E625A6-5796-4D85-AF1A-FA2EB6807D6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F71911-132D-473C-8280-A86845D2A41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2629DF-A55C-41FA-9195-41D4E94C3813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48 is one example.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44AE2EC-6923-41A7-9E40-D3C23CB3B1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ABBD97-403A-406C-B988-9449529C81C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16D80C-2771-4053-9474-A16536A7DD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D1B7AA-9804-433C-95B1-29E3D811D92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AB252E-550C-4D10-96B1-B8BD47B6E25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186EFF-E055-47DD-B41E-735F3269FD0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E640BF-D969-4E83-8D93-E7233DF062E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A1A500-D363-4E2D-8A92-D1C48D1AD1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FB31CD-7E3F-43EA-A750-7123C923D38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1F10F7-CF2F-4324-9508-927517AF7736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30E843-2F71-4531-9B4A-50DFCFBF3ADD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033D76-5AB9-45CD-9900-92883002FF07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51152F-A1DB-4C88-8191-18CFDFF65730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3F4055-A72B-4E4D-B903-7B4B21E938AB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CD797FE-4CA0-487C-BD27-FAD9C7271093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BDF86E-523B-43C9-9A5D-93C9009F6490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factors.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CE8140-E493-44E4-885A-4069B0C81144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7C1998-1D2C-488B-8D5D-126EB44B4F79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02828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682838A-14E2-4FFC-A02C-7261AEDF51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E4279-D410-4D80-B65E-4C6F3FB458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DD543E6-C0EF-41F3-B969-14086A4E88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89B821-E0BC-4C7A-94D4-9F94A367FCC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6F3C2E-A2CD-4F27-B072-FF16343A7E3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D50080-DDA1-45E4-887A-AB8F8478991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DD2C29-8DC7-4BC4-A50B-6CBAEB1DA8D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3CAA2B-C299-45E1-99BA-5D7F058933D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9C9ECF-8177-4FF4-A167-1998BACD89F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644600-745A-4B67-805D-98AF7DD77FF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8BFB38D-2E30-48BE-B578-6BD4F663E70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ED6B9-35B1-43F3-81A2-F30551B5A5E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799D7D-9778-4D6F-B07E-9630729C0C5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5652907-D1E3-434D-964F-081587228E3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F19B096-9C32-4F08-9F81-ED548AA3543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7BE82A-AE92-4014-A423-DB110F08BD4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A11536-9145-482C-9982-7B8250C3A3E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stops checking factor pairs after reaching 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7E0262D-C64E-4310-BC52-0A533823E0B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5D44D56-B7FC-4D04-8291-EF30562D611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FCFEE3-256B-45E5-A826-0D8D700DCE8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382FB8-1077-41C7-B4B8-EA9854E5CB6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A79AAF-CB9A-4DC4-B0D6-A9A5A737222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60588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1220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2026-09-09T10:56:17Z</dcterms:created>
  <dcterms:modified xsi:type="dcterms:W3CDTF">2026-09-09T11:04:52Z</dcterms:modified>
</cp:coreProperties>
</file>