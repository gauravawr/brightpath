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686abc2e64e62" /><Relationship Type="http://schemas.openxmlformats.org/officeDocument/2006/relationships/extended-properties" Target="/docProps/app.xml" Id="R00cbb42457fe4371" /><Relationship Type="http://schemas.openxmlformats.org/officeDocument/2006/relationships/officeDocument" Target="/ppt/presentation.xml" Id="Re99d775a40f441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aa20de9fef4dbd"/>
  </p:sldMasterIdLst>
  <p:notesMasterIdLst>
    <p:notesMasterId xmlns:r="http://schemas.openxmlformats.org/officeDocument/2006/relationships" r:id="R094db57db51241d4"/>
  </p:notesMasterIdLst>
  <p:sldIdLst>
    <p:sldId xmlns:r="http://schemas.openxmlformats.org/officeDocument/2006/relationships" id="256" r:id="R4840762b7d3b45d8"/>
    <p:sldId xmlns:r="http://schemas.openxmlformats.org/officeDocument/2006/relationships" id="257" r:id="Rdae3e973a3694010"/>
    <p:sldId xmlns:r="http://schemas.openxmlformats.org/officeDocument/2006/relationships" id="258" r:id="Rc9405d5063b540e2"/>
    <p:sldId xmlns:r="http://schemas.openxmlformats.org/officeDocument/2006/relationships" id="259" r:id="R42246798f1a448e0"/>
    <p:sldId xmlns:r="http://schemas.openxmlformats.org/officeDocument/2006/relationships" id="260" r:id="R064c8d433f874a92"/>
    <p:sldId xmlns:r="http://schemas.openxmlformats.org/officeDocument/2006/relationships" id="261" r:id="R20d16473fa7a4ded"/>
    <p:sldId xmlns:r="http://schemas.openxmlformats.org/officeDocument/2006/relationships" id="262" r:id="Rbf2915edc1e24f45"/>
    <p:sldId xmlns:r="http://schemas.openxmlformats.org/officeDocument/2006/relationships" id="263" r:id="R3ca6ef8559fc4a55"/>
    <p:sldId xmlns:r="http://schemas.openxmlformats.org/officeDocument/2006/relationships" id="264" r:id="R2d6a5f03ae8046fd"/>
    <p:sldId xmlns:r="http://schemas.openxmlformats.org/officeDocument/2006/relationships" id="265" r:id="Rc0a231c342474cd1"/>
    <p:sldId xmlns:r="http://schemas.openxmlformats.org/officeDocument/2006/relationships" id="266" r:id="R047e8cca8aa94d9c"/>
    <p:sldId xmlns:r="http://schemas.openxmlformats.org/officeDocument/2006/relationships" id="267" r:id="R0a588fce404842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d9b7bd33dd40c2" /><Relationship Type="http://schemas.openxmlformats.org/officeDocument/2006/relationships/slideMaster" Target="/ppt/slideMasters/slideMaster1.xml" Id="Rdeaa20de9fef4dbd" /><Relationship Type="http://schemas.openxmlformats.org/officeDocument/2006/relationships/notesMaster" Target="/ppt/notesMasters/notesMaster1.xml" Id="R094db57db51241d4" /><Relationship Type="http://schemas.openxmlformats.org/officeDocument/2006/relationships/presProps" Target="/ppt/presProps.xml" Id="R3613d4dfd4374060" /><Relationship Type="http://schemas.openxmlformats.org/officeDocument/2006/relationships/tableStyles" Target="/ppt/tableStyles.xml" Id="Re143df23aa1241ae" /><Relationship Type="http://schemas.openxmlformats.org/officeDocument/2006/relationships/slide" Target="/ppt/slides/slide1.xml" Id="R4840762b7d3b45d8" /><Relationship Type="http://schemas.openxmlformats.org/officeDocument/2006/relationships/slide" Target="/ppt/slides/slide2.xml" Id="Rdae3e973a3694010" /><Relationship Type="http://schemas.openxmlformats.org/officeDocument/2006/relationships/slide" Target="/ppt/slides/slide3.xml" Id="Rc9405d5063b540e2" /><Relationship Type="http://schemas.openxmlformats.org/officeDocument/2006/relationships/slide" Target="/ppt/slides/slide4.xml" Id="R42246798f1a448e0" /><Relationship Type="http://schemas.openxmlformats.org/officeDocument/2006/relationships/slide" Target="/ppt/slides/slide5.xml" Id="R064c8d433f874a92" /><Relationship Type="http://schemas.openxmlformats.org/officeDocument/2006/relationships/slide" Target="/ppt/slides/slide6.xml" Id="R20d16473fa7a4ded" /><Relationship Type="http://schemas.openxmlformats.org/officeDocument/2006/relationships/slide" Target="/ppt/slides/slide7.xml" Id="Rbf2915edc1e24f45" /><Relationship Type="http://schemas.openxmlformats.org/officeDocument/2006/relationships/slide" Target="/ppt/slides/slide8.xml" Id="R3ca6ef8559fc4a55" /><Relationship Type="http://schemas.openxmlformats.org/officeDocument/2006/relationships/slide" Target="/ppt/slides/slide9.xml" Id="R2d6a5f03ae8046fd" /><Relationship Type="http://schemas.openxmlformats.org/officeDocument/2006/relationships/slide" Target="/ppt/slides/slide10.xml" Id="Rc0a231c342474cd1" /><Relationship Type="http://schemas.openxmlformats.org/officeDocument/2006/relationships/slide" Target="/ppt/slides/slide11.xml" Id="R047e8cca8aa94d9c" /><Relationship Type="http://schemas.openxmlformats.org/officeDocument/2006/relationships/slide" Target="/ppt/slides/slide12.xml" Id="R0a588fce404842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bc6b5536ac4d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959f5260e14958" /><Relationship Type="http://schemas.openxmlformats.org/officeDocument/2006/relationships/notesMaster" Target="/ppt/notesMasters/notesMaster1.xml" Id="R5ac77e96226b4a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07bed4e49412a" /><Relationship Type="http://schemas.openxmlformats.org/officeDocument/2006/relationships/notesMaster" Target="/ppt/notesMasters/notesMaster1.xml" Id="R8ba2e49a72a546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0ac3a25f1842f5" /><Relationship Type="http://schemas.openxmlformats.org/officeDocument/2006/relationships/notesMaster" Target="/ppt/notesMasters/notesMaster1.xml" Id="R50a894c881574b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b13ec778de42eb" /><Relationship Type="http://schemas.openxmlformats.org/officeDocument/2006/relationships/notesMaster" Target="/ppt/notesMasters/notesMaster1.xml" Id="Rf5dc352c61ee47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481fab2aa74cca" /><Relationship Type="http://schemas.openxmlformats.org/officeDocument/2006/relationships/notesMaster" Target="/ppt/notesMasters/notesMaster1.xml" Id="Rab3b2bdbef694a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2a4ac7c2744283" /><Relationship Type="http://schemas.openxmlformats.org/officeDocument/2006/relationships/notesMaster" Target="/ppt/notesMasters/notesMaster1.xml" Id="R31df789a0bec47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f4e3592c0f4865" /><Relationship Type="http://schemas.openxmlformats.org/officeDocument/2006/relationships/notesMaster" Target="/ppt/notesMasters/notesMaster1.xml" Id="R61d6790b7aa940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5ce01c95ac422e" /><Relationship Type="http://schemas.openxmlformats.org/officeDocument/2006/relationships/notesMaster" Target="/ppt/notesMasters/notesMaster1.xml" Id="Rb8a683045c3a42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2817810fba4130" /><Relationship Type="http://schemas.openxmlformats.org/officeDocument/2006/relationships/notesMaster" Target="/ppt/notesMasters/notesMaster1.xml" Id="R50c9716a125542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24fb27d5344b7d" /><Relationship Type="http://schemas.openxmlformats.org/officeDocument/2006/relationships/notesMaster" Target="/ppt/notesMasters/notesMaster1.xml" Id="R255137993bff41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3fd30a2daa4dd7" /><Relationship Type="http://schemas.openxmlformats.org/officeDocument/2006/relationships/notesMaster" Target="/ppt/notesMasters/notesMaster1.xml" Id="R3b2f138a4bff44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ce9325e4f1466b" /><Relationship Type="http://schemas.openxmlformats.org/officeDocument/2006/relationships/notesMaster" Target="/ppt/notesMasters/notesMaster1.xml" Id="R34f0772916b24a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Multiplication grids, factor rainbows, counters, hundred square,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1, 2, 3, 4, 6, 8, 12, 16, 24, 48. | State whether the task concerns factors or multiples. | Continue until the first factor meets or passes its paired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factor, multiple, common, prime, composite, square, cube.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 and 72; 2 and 36; 3 and 24; 4 and 18; 6 and 12; 8 and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1, 2, 3, 4, 6, 8, 12, 16, 24, 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Continue until the first factor meets or passes its paired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1, 2, 3, 4, 6, 8, 12, 16, 24, 48..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9 factors..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48 is one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9 factors.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9 factors. | Continue until the first factor meets or passes its paired factor.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6e84e07fc4c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e422286c7e4cfd" /><Relationship Type="http://schemas.openxmlformats.org/officeDocument/2006/relationships/slideLayout" Target="/ppt/slideLayouts/slideLayout1.xml" Id="R601d249aa3094f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d249aa3094f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e22e3c7bd48f1" /><Relationship Type="http://schemas.openxmlformats.org/officeDocument/2006/relationships/notesSlide" Target="/ppt/notesSlides/notesSlide1.xml" Id="R82a821c13ac241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00236ba904596" /><Relationship Type="http://schemas.openxmlformats.org/officeDocument/2006/relationships/notesSlide" Target="/ppt/notesSlides/notesSlide2.xml" Id="R2fbcec98048a43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6e5e7f3db4cdc" /><Relationship Type="http://schemas.openxmlformats.org/officeDocument/2006/relationships/notesSlide" Target="/ppt/notesSlides/notesSlide3.xml" Id="Rc82cd8cfa8c943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b5498d4714d33" /><Relationship Type="http://schemas.openxmlformats.org/officeDocument/2006/relationships/notesSlide" Target="/ppt/notesSlides/notesSlide4.xml" Id="R7ab9fbb362084e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012a7c6684ec2" /><Relationship Type="http://schemas.openxmlformats.org/officeDocument/2006/relationships/notesSlide" Target="/ppt/notesSlides/notesSlide5.xml" Id="Rf932287234094d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0dbf908744dbb" /><Relationship Type="http://schemas.openxmlformats.org/officeDocument/2006/relationships/notesSlide" Target="/ppt/notesSlides/notesSlide6.xml" Id="Rc293c6aad3a940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343c61dc04591" /><Relationship Type="http://schemas.openxmlformats.org/officeDocument/2006/relationships/image" Target="/ppt/media/image.png" Id="Rdb17bb8cbf6840fb" /><Relationship Type="http://schemas.openxmlformats.org/officeDocument/2006/relationships/notesSlide" Target="/ppt/notesSlides/notesSlide7.xml" Id="Rab7b4186907e4d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be0405f4543d8" /><Relationship Type="http://schemas.openxmlformats.org/officeDocument/2006/relationships/notesSlide" Target="/ppt/notesSlides/notesSlide8.xml" Id="R458fb6f334584e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d47fe5b094144" /><Relationship Type="http://schemas.openxmlformats.org/officeDocument/2006/relationships/notesSlide" Target="/ppt/notesSlides/notesSlide9.xml" Id="Rf71f1bba5e6642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c5a67b79b4848" /><Relationship Type="http://schemas.openxmlformats.org/officeDocument/2006/relationships/notesSlide" Target="/ppt/notesSlides/notesSlide10.xml" Id="R5cfaa3119edd43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e1d5c92174365" /><Relationship Type="http://schemas.openxmlformats.org/officeDocument/2006/relationships/notesSlide" Target="/ppt/notesSlides/notesSlide11.xml" Id="R26b2b624fc8f46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fdc9daf5645ed" /><Relationship Type="http://schemas.openxmlformats.org/officeDocument/2006/relationships/notesSlide" Target="/ppt/notesSlides/notesSlide12.xml" Id="R69f869f8c25845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A88E8-4A45-45F6-9527-DF353D48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72412-28C2-42D8-A79E-4F3A1C6E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5D1F8-00CD-449A-B559-68762690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4482A-C242-4C11-B63B-612D6A2B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0D13A-F4D2-45F3-A4B7-249664EA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DD951-6734-4D21-9DD4-06D2D74D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89C3F-C2D9-4200-A9F6-A72B934E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61BE5-F82B-41D7-98D3-4BA85B8B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all factor pairs of a number.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4935D-B6EA-428E-B32C-9CE3F506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1B696-C861-4EC3-B3AE-CC22BFAE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Multiplication grids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20865-07F0-4E0A-93E2-3FA92C96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5831446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FEB4F-9F46-47EF-BF71-9B29517B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91233-FC27-4C78-8D73-11A76247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ED919-1A5B-4F22-AE84-8842A711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F1214-D750-47CF-A2B2-A894BF52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69F19-0527-4E58-AA4A-8956BCA8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74A94-B975-425E-B132-A6D52ACB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676FA-0916-4EAB-A9ED-D97E457D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D5437-4E36-4E69-91DC-AFBC065B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BC275-3DD0-4071-AA57-140F16B6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C5EF8-81E5-42B5-A4A4-7DC03F9A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8745E-1D61-4DB4-9C5A-4CCB2BA4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61343-216E-4B5E-8FE1-18E3F668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00067-F99C-4053-876D-4D09920C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Recall multiplication facts, recognise factor pairs and identify square and cube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49415-5CDF-42A4-B6C9-593E7C91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EC947-7CFE-49E0-89E9-9078BDF4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20663-54FD-48C0-8365-6297FDB0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D82CE-4801-4A65-BAF7-824EAF57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List all factors of 48.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BADF7-2A88-4DD8-89AF-00FFEA18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B19AE-6875-4B7A-8A45-D174445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3736E-05FF-4F7B-8317-31E93787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1D8F9-143C-49F8-8874-BB90C81A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List every factor pair of 72.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7885B-0551-4706-8823-0DA86989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2060240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B27E6-3527-44F5-811A-894561D6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663E2-6865-46F7-8AFF-361ED624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5857E-A265-4F3D-B695-E3E71269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F0E96-A546-42E2-8419-888EA60A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9B604-401E-4973-8466-F25A29FD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FBA85-0B03-42CF-81B9-EC4F957B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CE23F-8748-40D1-961E-A77FC1B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8AABA-54DE-46F7-9D56-72BDD09A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4DAC4-F534-4CC6-9789-1EDAE185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4A033-DD2E-4C9F-BD69-EAA1ED63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all factor pairs of a number.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45072-C7A8-4A03-A78C-575F541E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DA48D-0F4A-45EF-B235-38F4A5D7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State whether the task concerns factors or multiples.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C4D3F-B714-4FBE-92B5-641782D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Work systematically from the smallest possible factor or multiple.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D6F11-AF0D-43FF-95CC-ACA5E52B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that the list is complete and use it to justify the conclusion.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D82C3-D555-42A5-BA60-B6867930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factor  |  multiple  |  common  |  prime  |  composite  |  square  |  cube</a:t>
            </a:r>
          </a:p>
        </p:txBody>
      </p:sp>
    </p:spTree>
    <p:extLst>
      <p:ext uri="{BB962C8B-B14F-4D97-AF65-F5344CB8AC3E}">
        <p14:creationId xmlns:p14="http://schemas.microsoft.com/office/powerpoint/2010/main" val="127834948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0D69ED-DCA6-4968-9D39-8BA393B3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902F2-8781-446E-ADE7-A3917246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B3426-2308-468C-A418-F5B6B95E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DD1BE-8354-40E9-9C08-AD822FC3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09E2B-2C0E-4820-9D46-BEA6575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BBFDF-FAAB-42E7-9375-B129F2C9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D264C-E394-4C45-ACD2-76CA9AC4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4BA4C-052B-48E4-BEFF-7BB04C32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9364E-D0DC-4F36-859A-F6202417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47D01-F662-4F8C-B478-3BB651E5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List every factor pair of 72.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0D831-A302-4DD9-A0F3-F3B68EC1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6013B-4D76-48FB-8697-24ABC5A8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B08E3-5F6B-46BD-8F55-F0546EC7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 × 72 = 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64630-0334-4EAE-A3BA-BB291E8F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98D2E-C3E3-4522-BF70-DF9DB964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783C5-4D46-4DBE-BD01-731A8A3A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 × 36 = 72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5AB1B-2488-415F-932A-6637C01D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4CE19-4D4C-4B29-AEDA-C1B6D15A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C91D7-1104-4264-888F-17BE4AAF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 × 24 = 72     4 × 18 = 72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2122D-2E5B-4934-8BE4-AB8FAF9B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DF2DE-49DC-4392-835F-6D997BF3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1E2B1-6FC9-4009-9F7C-D742B81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 × 12 = 72     8 × 9 = 72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5117C-1D45-4482-A0C2-4D96B388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19132-C422-49BC-A106-8F2C0F8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FD5CE-E7D8-4384-9ECE-4EC09C3A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Stop after 8 × 9 because the factors would repeat</a:t>
            </a:r>
          </a:p>
        </p:txBody>
      </p:sp>
    </p:spTree>
    <p:extLst>
      <p:ext uri="{BB962C8B-B14F-4D97-AF65-F5344CB8AC3E}">
        <p14:creationId xmlns:p14="http://schemas.microsoft.com/office/powerpoint/2010/main" val="12351776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BC7E0-32B7-4773-B0FB-36C3EEDB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43733-042F-4AB9-82E3-B9F9DEB4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E5063-7CEB-4A4B-8CE9-703F5C9F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7896A-80F7-4F70-B0BC-EFD557C3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1F1BB-2DBC-417A-AC38-1C563682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F5923-E198-4103-A3A2-99E02D2F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742F1-7504-461B-A8A6-39CAA65C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801B6-E30F-4F10-853B-626F6B65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55B53-0405-4523-BD93-75E2902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BBF00-226B-46F0-BA9F-3992D267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F4A28-96CB-486E-9DA5-92ED8AC1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 and 72; 2 and 36; 3 and 24; 4 and 18; 6 and 12; 8 and 9.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D8692-6DA3-4B02-84E9-C44C177C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F64D3-A2ED-4E87-9FAE-F2D9A884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that the list is complete and use it to justify the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16AA2-A71E-4048-A619-2E8C2951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58614305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FDE13-E343-48F4-BDF1-AFD08AB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38846-0A08-414D-AD34-728434C9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B1D63-13C3-4D0E-AA39-E8B907C8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B67EB-8244-4905-88BF-C669ED21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FF47B-96D3-45D1-934A-76E1506D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C5329-5725-4117-8728-7712E282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9A3D7-2DD4-4C52-8001-9856D12A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49AC2-D69A-4D29-9DCD-8172DE66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5901A-797D-4A19-99DA-D9F8BF47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96435-4C58-4A0E-9DB7-9843E993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List all factors of 48.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04868-5383-4368-B7BC-F3C6F49C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D0FFC-84C7-43A0-960A-B39CE85B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4E354-49F7-4661-8C65-C0F02DC5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CC9A7-3F75-4879-AFBE-A83A58C0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D0A92-0C31-4A2C-952A-7C0F1D4F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1, 2, 3, 4, 6, 8, 12, 16, 24, 48.</a:t>
            </a:r>
          </a:p>
        </p:txBody>
      </p:sp>
    </p:spTree>
    <p:extLst>
      <p:ext uri="{BB962C8B-B14F-4D97-AF65-F5344CB8AC3E}">
        <p14:creationId xmlns:p14="http://schemas.microsoft.com/office/powerpoint/2010/main" val="58809998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8D0DE-B338-4F5E-9F54-BA62F31F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09ACE-8D29-42D5-9815-054424BA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E0E3A-E05D-40FE-948C-48B9E2CD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A0AE6-4C9B-45FE-8981-05847B23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C6FA0-005C-4639-A8EF-2588C56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34A6A-D630-4949-9A1C-7D0C070E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1E6CD-BE79-41EA-8C56-2E8FE9D7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35FC0-72CE-4861-A704-3ABA76BD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1F523-4336-4741-9177-B3AC124C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7bb8cbf6840fb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B3FB1-7F04-4064-8478-9ECE0234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00CF1-5B6C-43A6-AAE9-A2DDAF89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stops checking factor pairs after reaching 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8374F-1486-446F-B204-C3AA4132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963A9-2498-48CF-830D-52C857F3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92A65-72B9-4C62-B410-47566D0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Continue until the first factor meets or passes its paired factor.</a:t>
            </a:r>
          </a:p>
        </p:txBody>
      </p:sp>
    </p:spTree>
    <p:extLst>
      <p:ext uri="{BB962C8B-B14F-4D97-AF65-F5344CB8AC3E}">
        <p14:creationId xmlns:p14="http://schemas.microsoft.com/office/powerpoint/2010/main" val="15605139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C6A4A-E612-4FC7-A409-65485EB9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F1565-D1EC-474D-A9CC-32BE1E99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11B45-8B3E-4F67-B10E-05F9997E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B6E61-0592-4481-B763-6A07180C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EB6E4-5236-4824-B1F1-B88A9BF0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35048-D245-41D9-9BFC-D8B30905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782D9-FE98-43BC-B5BA-C283C9B4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6D66D-31CB-47CC-AA24-886ED694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4E868-2E66-459A-A375-70497D23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DD836-8267-4F76-B094-BB926E6F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0CC5A-1DBA-4492-9BF8-32830201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7DB22-45EA-4E11-BAE5-CC10E7E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00A05-8E66-48A7-8A83-884EED19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List all factors of 48.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15EDB-B016-47F7-86E2-61F3440E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7730B-5825-4396-9FFD-8D8AD082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52F3A-ADE8-4B21-8A7F-D48D377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FD439-18CA-4B12-AB69-72891D46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34B4E-C782-4FDA-A49C-51A439C3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2F24C-1678-4A5C-8D8A-FFD2322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2D87B-10BE-4F39-B795-BB0B26C8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7E6DA-B1C9-4E8D-A8EE-A1A6586B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1, 2, 3, 4, 6, 8, 12, 16, 24, 48.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0A3E0-BD52-4948-B867-BBF16C65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7400377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68764-051A-41BB-9944-B16F7106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0511A-419E-440F-8A80-714F4E7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E00F0-9664-44EB-B9BC-AFE7F67C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C5100-79F3-4CAD-9144-C1DF8522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A8FF3-0E91-4636-AF95-837A4CBA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B0D00-204F-46DA-90BE-CE069960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8DA91-03DD-4ED6-9C1F-E93C025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E0FA3-2FDC-4E86-8790-375BAED6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0BF83-4F16-40BF-8BB2-79116610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8847B-EA2C-4892-8933-33DA3FD5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25C7D-A8CB-407E-A877-8ABE4A51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1EDC7-93D0-4AE9-A6D0-B21116B9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AF71E-9515-4406-B073-17BC21ED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How many factors does 36 have?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3A4F6-8830-4778-8710-D4FAEE4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8BCD6-AD9A-4E34-B50A-CCAA171C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BE8A-11F0-41C4-BECB-5F7CE1F0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8A2E5-653D-4FA0-98BF-2E4C1B5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8A3FE-721C-4C0F-81F1-B951523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07F7C-D426-40C0-A229-1D6CE648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BB235-3177-476E-A291-0316925E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0B3E5-785C-45F4-8D75-58BDBC98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3471486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2D817-21D3-4916-BFC0-11E05ECB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729B1-5F6B-4322-B338-E75F5D2A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3E118-EEDC-4CD0-91DE-43796572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A16F4-1B99-47CC-A723-90682D9E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36617-5295-43D5-8431-77C39DA6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6070C-2A68-44FD-8C96-92474913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F86F2-6358-46EA-AE78-922331E4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98C12-A14E-4710-A7BC-2F398FFF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1BECB-19AA-45B5-B57E-766ADD09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15DDB-835A-45B1-8E25-C4391F7A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number below 100 with exactly 10 factors.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0ED05-10A3-4D08-B648-BE5F70DE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B353B-320B-4BCF-ABF5-856407D6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40981-7766-442A-B7E4-A10C938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48 is one example.</a:t>
            </a:r>
          </a:p>
        </p:txBody>
      </p:sp>
    </p:spTree>
    <p:extLst>
      <p:ext uri="{BB962C8B-B14F-4D97-AF65-F5344CB8AC3E}">
        <p14:creationId xmlns:p14="http://schemas.microsoft.com/office/powerpoint/2010/main" val="7290351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B09E6-0A14-465E-88B7-2B0A63F5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BC3BD-5C32-41A9-B584-39D0D066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6DB9B-3BD8-4FB5-B759-BEADE3A4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F3E41-8A46-4E57-B26F-9E2E9B7F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7F6F7-4F8F-404D-918D-4F03488A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CDCBD-AF1C-4AD2-BF1B-2560315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9CCE0-A2F0-4D1D-8F23-1ED6EB45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F675A-A842-4B09-B28F-467FC4A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79FC2-AF47-48FD-B731-5FB4EEB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EB408-A114-4153-A7FF-CCC0D3A1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7CE96-9A8A-4B4D-B7D8-399D9497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FB14F-154D-4B7E-B3A8-E78711A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How many factors does 36 have?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2B916-CBD3-4508-BAF9-E98B4228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0138C-37C7-4B8C-B450-100E3485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C169E-DF01-453E-A5A3-28B38F56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89CE9-2ECD-4AC1-9541-17EA33DA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9 factors.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273E2-A0FF-4103-95DC-3F3D7809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7EE52-F074-4265-ABFE-34E4A447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107595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932C2-5433-4A56-BD74-54BF04BA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12004-9FF7-4F96-9D03-72700AB6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E20D2-4DEF-4EBF-AA98-4E7781ED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58035-E86C-4AB4-88C5-52866FD0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D7FDA-0338-4229-92EB-AFA0128A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D128A-1BF2-4F20-8E18-BE80FA5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CD2EE-1B9D-4853-988D-BFA8967B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660C7-A811-4FED-9DB9-E26EE1B7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82ED3-3972-4CF4-9B06-CBCDF6D5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factor pairs systematically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D6210-B55E-488F-BB73-FF43D525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0490D-5386-4CBE-963D-1D95E41C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D477A-1790-496A-A33B-594BB64D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F79BA-90C5-4509-A108-24951BAC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How many factors does 36 have?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3D8E5-B760-46C1-805A-A4696B77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DDED6-7F7F-4DD6-94AF-45C12750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10E94-D15D-4912-9177-ED503192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F9E87-7B3E-4BE3-9031-8F77EE6C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stops checking factor pairs after reaching 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5487F-4EDE-4B5D-B67A-E239EA1B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831EA-85D7-4C6C-A7E1-C4CC5D93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7EAA9-A1EC-498F-B4E5-031B4B0B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998ED-7A19-48F7-8049-DA19C5D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DE9FD-317D-4CA3-A4D7-0C25884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0081004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2026-09-09T22:13:59.5730000Z</dcterms:created>
  <dcterms:modified xsi:type="dcterms:W3CDTF">2026-09-09T22:13:59.5730000Z</dcterms:modified>
</coreProperties>
</file>