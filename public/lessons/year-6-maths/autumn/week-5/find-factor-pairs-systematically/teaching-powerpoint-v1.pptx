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4494dd78b746c1" /><Relationship Type="http://schemas.openxmlformats.org/officeDocument/2006/relationships/extended-properties" Target="/docProps/app.xml" Id="R45c3c0c193904a4a" /><Relationship Type="http://schemas.openxmlformats.org/officeDocument/2006/relationships/officeDocument" Target="/ppt/presentation.xml" Id="R5da54b1f9ebf42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bc9cc9f2ac4fdb"/>
  </p:sldMasterIdLst>
  <p:notesMasterIdLst>
    <p:notesMasterId xmlns:r="http://schemas.openxmlformats.org/officeDocument/2006/relationships" r:id="R2487288587564f26"/>
  </p:notesMasterIdLst>
  <p:sldIdLst>
    <p:sldId xmlns:r="http://schemas.openxmlformats.org/officeDocument/2006/relationships" id="256" r:id="Rfc87e765b58b41db"/>
    <p:sldId xmlns:r="http://schemas.openxmlformats.org/officeDocument/2006/relationships" id="257" r:id="Rb6061c4a5c3b4e3a"/>
    <p:sldId xmlns:r="http://schemas.openxmlformats.org/officeDocument/2006/relationships" id="258" r:id="Rd9a948c4c1634504"/>
    <p:sldId xmlns:r="http://schemas.openxmlformats.org/officeDocument/2006/relationships" id="259" r:id="R90c03e8e9ffd4d9e"/>
    <p:sldId xmlns:r="http://schemas.openxmlformats.org/officeDocument/2006/relationships" id="260" r:id="R010a2987d7194ecd"/>
    <p:sldId xmlns:r="http://schemas.openxmlformats.org/officeDocument/2006/relationships" id="261" r:id="R2f6f4beb5e174667"/>
    <p:sldId xmlns:r="http://schemas.openxmlformats.org/officeDocument/2006/relationships" id="262" r:id="Rcbb18a5ec00c4490"/>
    <p:sldId xmlns:r="http://schemas.openxmlformats.org/officeDocument/2006/relationships" id="263" r:id="Rcc51405b163b4dce"/>
    <p:sldId xmlns:r="http://schemas.openxmlformats.org/officeDocument/2006/relationships" id="264" r:id="Ra38a01c9587e4c64"/>
    <p:sldId xmlns:r="http://schemas.openxmlformats.org/officeDocument/2006/relationships" id="265" r:id="R73da54c94bcb4313"/>
    <p:sldId xmlns:r="http://schemas.openxmlformats.org/officeDocument/2006/relationships" id="266" r:id="R42507554efc84431"/>
    <p:sldId xmlns:r="http://schemas.openxmlformats.org/officeDocument/2006/relationships" id="267" r:id="R2b285efddc004db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5353f3aec94e57" /><Relationship Type="http://schemas.openxmlformats.org/officeDocument/2006/relationships/slideMaster" Target="/ppt/slideMasters/slideMaster1.xml" Id="Rd5bc9cc9f2ac4fdb" /><Relationship Type="http://schemas.openxmlformats.org/officeDocument/2006/relationships/notesMaster" Target="/ppt/notesMasters/notesMaster1.xml" Id="R2487288587564f26" /><Relationship Type="http://schemas.openxmlformats.org/officeDocument/2006/relationships/presProps" Target="/ppt/presProps.xml" Id="Ra89c954cb14247e0" /><Relationship Type="http://schemas.openxmlformats.org/officeDocument/2006/relationships/tableStyles" Target="/ppt/tableStyles.xml" Id="Rfb4d31570c7542af" /><Relationship Type="http://schemas.openxmlformats.org/officeDocument/2006/relationships/slide" Target="/ppt/slides/slide1.xml" Id="Rfc87e765b58b41db" /><Relationship Type="http://schemas.openxmlformats.org/officeDocument/2006/relationships/slide" Target="/ppt/slides/slide2.xml" Id="Rb6061c4a5c3b4e3a" /><Relationship Type="http://schemas.openxmlformats.org/officeDocument/2006/relationships/slide" Target="/ppt/slides/slide3.xml" Id="Rd9a948c4c1634504" /><Relationship Type="http://schemas.openxmlformats.org/officeDocument/2006/relationships/slide" Target="/ppt/slides/slide4.xml" Id="R90c03e8e9ffd4d9e" /><Relationship Type="http://schemas.openxmlformats.org/officeDocument/2006/relationships/slide" Target="/ppt/slides/slide5.xml" Id="R010a2987d7194ecd" /><Relationship Type="http://schemas.openxmlformats.org/officeDocument/2006/relationships/slide" Target="/ppt/slides/slide6.xml" Id="R2f6f4beb5e174667" /><Relationship Type="http://schemas.openxmlformats.org/officeDocument/2006/relationships/slide" Target="/ppt/slides/slide7.xml" Id="Rcbb18a5ec00c4490" /><Relationship Type="http://schemas.openxmlformats.org/officeDocument/2006/relationships/slide" Target="/ppt/slides/slide8.xml" Id="Rcc51405b163b4dce" /><Relationship Type="http://schemas.openxmlformats.org/officeDocument/2006/relationships/slide" Target="/ppt/slides/slide9.xml" Id="Ra38a01c9587e4c64" /><Relationship Type="http://schemas.openxmlformats.org/officeDocument/2006/relationships/slide" Target="/ppt/slides/slide10.xml" Id="R73da54c94bcb4313" /><Relationship Type="http://schemas.openxmlformats.org/officeDocument/2006/relationships/slide" Target="/ppt/slides/slide11.xml" Id="R42507554efc84431" /><Relationship Type="http://schemas.openxmlformats.org/officeDocument/2006/relationships/slide" Target="/ppt/slides/slide12.xml" Id="R2b285efddc004d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d43f0edf9b47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4a008de3a546e9" /><Relationship Type="http://schemas.openxmlformats.org/officeDocument/2006/relationships/notesMaster" Target="/ppt/notesMasters/notesMaster1.xml" Id="R41ff4be5c4f245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0c5ad49c50448a" /><Relationship Type="http://schemas.openxmlformats.org/officeDocument/2006/relationships/notesMaster" Target="/ppt/notesMasters/notesMaster1.xml" Id="Ra0f68082e33a45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cbbab279354212" /><Relationship Type="http://schemas.openxmlformats.org/officeDocument/2006/relationships/notesMaster" Target="/ppt/notesMasters/notesMaster1.xml" Id="R5cd3e34044204b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ed15591a454bda" /><Relationship Type="http://schemas.openxmlformats.org/officeDocument/2006/relationships/notesMaster" Target="/ppt/notesMasters/notesMaster1.xml" Id="R17449d75e64143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7db7100fa04564" /><Relationship Type="http://schemas.openxmlformats.org/officeDocument/2006/relationships/notesMaster" Target="/ppt/notesMasters/notesMaster1.xml" Id="Rea24bc64e4f246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06c01f96bf4be2" /><Relationship Type="http://schemas.openxmlformats.org/officeDocument/2006/relationships/notesMaster" Target="/ppt/notesMasters/notesMaster1.xml" Id="R950a8bc2ec6b4f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587ce0be4f4c10" /><Relationship Type="http://schemas.openxmlformats.org/officeDocument/2006/relationships/notesMaster" Target="/ppt/notesMasters/notesMaster1.xml" Id="Rb3112ec4785a4e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3fa9c48780465a" /><Relationship Type="http://schemas.openxmlformats.org/officeDocument/2006/relationships/notesMaster" Target="/ppt/notesMasters/notesMaster1.xml" Id="R0349e95138fe41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2ce69ce9134bee" /><Relationship Type="http://schemas.openxmlformats.org/officeDocument/2006/relationships/notesMaster" Target="/ppt/notesMasters/notesMaster1.xml" Id="R4e5536d5a18544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7875f1e16d4c30" /><Relationship Type="http://schemas.openxmlformats.org/officeDocument/2006/relationships/notesMaster" Target="/ppt/notesMasters/notesMaster1.xml" Id="Rca07ed81f8d046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d4d67c16f34580" /><Relationship Type="http://schemas.openxmlformats.org/officeDocument/2006/relationships/notesMaster" Target="/ppt/notesMasters/notesMaster1.xml" Id="R31f9a5e3201245c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d90f4efb4e4129" /><Relationship Type="http://schemas.openxmlformats.org/officeDocument/2006/relationships/notesMaster" Target="/ppt/notesMasters/notesMaster1.xml" Id="R07347a4b0f604c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1, 2, 3, 4, 6, 8, 12, 16, 24, 48. | State whether the task concerns factors or multiples. | Continue until the first factor meets or passes its paired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 and 72; 2 and 36; 3 and 24; 4 and 18; 6 and 12; 8 and 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1, 2, 3, 4, 6, 8, 12, 16, 24, 48.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Continue until the first factor meets or passes its paired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1, 2, 3, 4, 6, 8, 12, 16, 24, 48..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 factors..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48 is one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 factors.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 factors. | Continue until the first factor meets or passes its paired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6de0c5ebe646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aa37f42d974827" /><Relationship Type="http://schemas.openxmlformats.org/officeDocument/2006/relationships/slideLayout" Target="/ppt/slideLayouts/slideLayout1.xml" Id="R607f7064e3af45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7f7064e3af45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e5eea6f234bc2" /><Relationship Type="http://schemas.openxmlformats.org/officeDocument/2006/relationships/notesSlide" Target="/ppt/notesSlides/notesSlide1.xml" Id="Rea079afc55134a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8a96121d34206" /><Relationship Type="http://schemas.openxmlformats.org/officeDocument/2006/relationships/notesSlide" Target="/ppt/notesSlides/notesSlide2.xml" Id="R8cd545e30bfc4b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cb8af16f854c28" /><Relationship Type="http://schemas.openxmlformats.org/officeDocument/2006/relationships/notesSlide" Target="/ppt/notesSlides/notesSlide3.xml" Id="R6257e4ba458345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282154d6df44e3" /><Relationship Type="http://schemas.openxmlformats.org/officeDocument/2006/relationships/notesSlide" Target="/ppt/notesSlides/notesSlide4.xml" Id="R8c860eb625e749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620a7c56c4e4d" /><Relationship Type="http://schemas.openxmlformats.org/officeDocument/2006/relationships/notesSlide" Target="/ppt/notesSlides/notesSlide5.xml" Id="R41277621fbe34d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94c52f27574493" /><Relationship Type="http://schemas.openxmlformats.org/officeDocument/2006/relationships/notesSlide" Target="/ppt/notesSlides/notesSlide6.xml" Id="Ra4ae6d4cc49044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3716c06844f77" /><Relationship Type="http://schemas.openxmlformats.org/officeDocument/2006/relationships/image" Target="/ppt/media/image.png" Id="Rb4b09c5a89ca4c6c" /><Relationship Type="http://schemas.openxmlformats.org/officeDocument/2006/relationships/notesSlide" Target="/ppt/notesSlides/notesSlide7.xml" Id="R4f05f0e3230446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d13ed18fb49c3" /><Relationship Type="http://schemas.openxmlformats.org/officeDocument/2006/relationships/notesSlide" Target="/ppt/notesSlides/notesSlide8.xml" Id="R77b212a3137848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4701301184ff9" /><Relationship Type="http://schemas.openxmlformats.org/officeDocument/2006/relationships/notesSlide" Target="/ppt/notesSlides/notesSlide9.xml" Id="Rcb03a1de072d44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24206685b41ca" /><Relationship Type="http://schemas.openxmlformats.org/officeDocument/2006/relationships/notesSlide" Target="/ppt/notesSlides/notesSlide10.xml" Id="R428a6d30194e4a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5924070de4aa7" /><Relationship Type="http://schemas.openxmlformats.org/officeDocument/2006/relationships/notesSlide" Target="/ppt/notesSlides/notesSlide11.xml" Id="Rd5a1ddf902044f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791efe32a424c" /><Relationship Type="http://schemas.openxmlformats.org/officeDocument/2006/relationships/notesSlide" Target="/ppt/notesSlides/notesSlide12.xml" Id="R5a9a685fa88149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486A44-49D3-493C-BD58-8490C375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90847-4610-4420-956A-C1666CEE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0CAC59-6B26-4E8D-8BB9-4EDD5BC9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9CC28-DB57-41A1-A31D-66C53241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0B447-A9BB-4361-B82B-0BF1423F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86284A-B334-44C6-94A1-BAB83C1B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BFFC9E-B243-4385-88B8-4D6C4F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2AAA1D-645D-4D41-A6C1-A8FA5C98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all factor pairs of a number.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2F3729-91B6-4B63-85E0-DE16536F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CB33C7-EBA5-42FF-B802-E8E121B4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E9EBEB-DBF8-4F55-8BF8-C4FBE20D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1021604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90742A-9A6D-4E6D-8CDE-7A7D8D31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7D02AB-848F-44FE-AE9E-94C79C4A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B5FDE-E8E2-4586-996E-9EDC6BC9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D17498-0DBA-4D14-AAA9-12B4F63D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B6332-9330-40AE-9CB1-CD468DBA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313B55-8CC9-4A9B-92D3-3801E5C2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35DB6-46C5-47E5-ACC3-F7B5A817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7BBF2-C33C-439C-8E4E-011BDEA2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E833FB-A30D-44A1-9648-CE951876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E74955-7614-4328-88A9-014176BC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B0AFD3-119B-4F60-B59E-6E32C676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D2E00-6847-4FC1-AA2A-B5AD83E9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E16E73-EFCD-48F4-A2DE-C2596516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781168-CC4F-44BE-83C3-BA39DEC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E0C70A-577C-465F-A167-CCB94FCE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8F7D57-C110-402E-93B0-DE1AB4EF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6F09D6-B915-4E8E-B77B-020BF3A7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all factors of 48.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1518D6-7DE0-4FFB-A056-EE753DAE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04129B-C05B-4BE2-B21A-BE0DC56F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F910CF-7F3B-40EA-AA55-E4424EC1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2B1A1B-DB31-46A6-BEAF-997414D5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List every factor pair of 72.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2A5A9D-4B47-404E-B613-28BA1B2E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203857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A3582D-558C-4B8A-893D-10C1C7C6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4FFE8E-D5E6-4466-A962-035894F3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5E9F6-153D-4810-BCA2-0F4F79CB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11D51-0FDD-4D23-B8C4-D65B2480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20958-3A41-4921-9A54-177C2052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192279-7068-4271-93A6-0816C0D0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E9026-0B22-44E7-815B-B15E660B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BE324C-9FCF-4C9A-9624-F09C3C13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FB9853-32F5-4293-A09E-2BE6E051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EBFE4D-7987-4F35-B3BD-8E0B1DB5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all factor pairs of a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4E51A1-D46E-49AE-A58A-D1A702B2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365106-9C71-4E2E-8E4F-C5C9AACF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4B17C5-C0DC-424D-B47C-5DE749A5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EF7673-0B93-4BCF-80DF-B674B435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64AACA-8371-4AF4-8BE3-74C0F3E0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5269034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6DB445-1C13-49FC-B616-32A77940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20B44-05F8-4097-9989-D872E25F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B4A82-0FAB-4686-9EC8-0E513B6C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4ADE8-78EC-4797-A402-9FA3571C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5E17B-285F-43A7-A620-7B7F3495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A2BD29-0A16-44B4-807A-2F0D8CBC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86479-484F-4051-8867-1E0EB9E5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2663B-5726-4C19-B63F-34ED1D9C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861954-03A2-48BD-A1B9-CCB2E48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C6DD78-8094-456E-8740-021FECA6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every factor pair of 72.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ACDD3B-E540-446E-BBE9-F273086F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31B5AC-765C-4185-A827-B881AEFB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7CD18B-E81C-4200-B17F-C8C28BB1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State whether the task concerns factors or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3FDECD-D3B2-4704-B8F2-28315FC9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A979EC-81F3-49BC-AE55-A7F278F5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007736-2BA5-400C-8850-92DB684E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Work systematically from the smallest possible factor or multiple.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07DE62-88F1-42BD-B0CE-BB6FB8F6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7F1B26-B059-48F4-A506-5763200C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E4EDE6-2731-4940-A491-6D9DE140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 and 72; 2 and 36; 3 and 24; 4 and 18; 6 and 12; 8 and 9.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49E97B-4942-4FB9-B882-4CC2E2B5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48E857-03F8-4E91-8E7B-78DCC1E3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0374FD-13B2-4232-A016-0C519923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that the list is complete and use it to justify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19069828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27BAFE-2290-4F25-8576-C65B5721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81E30-866F-4726-88AE-8A3F5936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57E8E-198F-417F-A414-A7066EEF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85390-0FFB-42E9-8665-95DE2652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8A3039-A65E-48CE-AEFE-F278393B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2BBF8-D5FE-46A4-B11E-1E69E01B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883911-3E2E-4797-9BDA-C1CA3361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4C11A4-CA17-471D-AEB8-2C12E1AD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531BA9-7B0A-4B62-A1A0-0346E68F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B8E8FB-8749-4E67-A58A-9DEF7305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3727F-FA23-41C9-99C4-E48603CA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and 72; 2 and 36; 3 and 24; 4 and 18; 6 and 12; 8 and 9.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36730-9AB2-43E4-A066-3B66B8C6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FD0441-AB76-4206-AE4D-55499489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04EB0D-B64F-49F3-BDD4-B89374CA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366071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34101-E2F3-441D-98D6-75251549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A2DE58-4A30-4689-BD06-909A0B2F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2169BD-3594-4741-98D6-8C218E5D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0FFA30-DE22-4D72-8348-118AD7A0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A00A6-D6D0-48DF-9600-F2B35FEE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2914FD-B3F6-4FC8-B35C-A747BB44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11F881-1D24-4E50-A15E-59CDD6F6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764AFD-E8CB-4CA8-875B-511361A1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BA7666-01BF-424A-BDD3-D8006F42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A7188-191A-43F8-8D8B-D9383E02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all factors of 48.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1D8EC5-DE3F-4814-A546-2BC3FE6E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7F7AB-782A-4B3A-AAB9-67C45F17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C3D60E-3AB6-4BF5-8048-FC395545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A0B14F-A9F3-4F3E-B379-03C9078B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35E809-AA9D-4D96-82A1-BE6EE13B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 2, 3, 4, 6, 8, 12, 16, 24, 48.</a:t>
            </a:r>
          </a:p>
        </p:txBody>
      </p:sp>
    </p:spTree>
    <p:extLst>
      <p:ext uri="{BB962C8B-B14F-4D97-AF65-F5344CB8AC3E}">
        <p14:creationId xmlns:p14="http://schemas.microsoft.com/office/powerpoint/2010/main" val="17101878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F4E3EB-8EC9-4631-8BA4-CE4762BD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CC5D8D-DDA7-4213-A69C-30057AED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0647E-DF33-4D7C-A8B7-6DDC86EC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9DC5F-A5E5-4DF3-BEDA-8CDBC249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CCC85-8D51-4012-830B-522DD908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5CC2F-3547-4FD3-A551-4A207A90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056F48-09B6-4FA1-9B0A-CB12047E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FE93F0-52A4-4F02-9B3E-C58A0BE9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7C0DF-0608-4CE6-8C8E-90316CA1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b09c5a89ca4c6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EC53E3-88B0-44BE-BB66-DE03719C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1CECB-C750-4111-A76B-0C79FE47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stops checking factor pairs after reaching 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40052-E8AE-436B-B45C-2ED312C6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1388C0-45EE-4DF1-AA49-5AF3A0B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B7B187-89E7-4D6E-B182-D314F68A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Continue until the first factor meets or passes its paired factor.</a:t>
            </a:r>
          </a:p>
        </p:txBody>
      </p:sp>
    </p:spTree>
    <p:extLst>
      <p:ext uri="{BB962C8B-B14F-4D97-AF65-F5344CB8AC3E}">
        <p14:creationId xmlns:p14="http://schemas.microsoft.com/office/powerpoint/2010/main" val="16733123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CE900E-AC40-49F8-8C88-401B76DB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93D7A-EBE2-490F-AB26-5A629DEB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CB258A-9F1D-4AEF-BD47-668E5090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64F26F-466B-4612-946B-AD268138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0F8363-7FB2-430D-87AF-0B0B030F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EEE15C-1564-4B2C-971B-EBB55951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AA9347-32C7-48C1-A567-B423293F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22BD82-E65E-4A59-AC6A-2F330232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AB99FD-7D77-426E-AD2A-01A8B704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8ADD59-8081-4008-B262-E3A3EFBF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62DBD-530F-42EB-B498-53D60A7A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A86999-23A5-4FCF-8364-1539A637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3E850A-A0F5-4C0A-9C30-AA89C59A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all factors of 48.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C13C91-AD9D-4913-B5D9-A457AF0D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480009-89C9-46F5-9B87-B520A515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4E80CB-728F-4668-B4FC-2B885602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0F8F2-A016-4D58-9F3F-D2C7BB8C3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6F4C71-B34A-413B-B1D6-ABDE997A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5E5260-F8D4-4DC1-BE62-048292F2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589229-1D26-4645-83F9-1F593AD9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78601C-3EAF-4398-8D65-51A9AB13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 2, 3, 4, 6, 8, 12, 16, 24, 48.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41A62F-8C7A-4447-A3E0-CB761CFD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744127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63F7F4-C4C4-49AB-9154-D5EEB960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1BAFB-A9C2-4ECD-B9D4-D8390EE0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85572C-BC55-4560-B0B6-5763F822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A91F87-8FC4-42B1-9390-39E12862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CB1988-C54E-46AA-A435-DEA78CDA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010E4E-3E10-4548-B832-924B9BB9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98367C-686F-4729-BE16-E0E86A98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2CA183-8165-4490-AEA6-6F890C28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1D4EB-3E6C-49CD-AAA0-0E28DA69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16262-B8B4-4C71-A620-567E2488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71D0E6-20EF-4C76-A9DA-566B104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A8351A-7DA4-444A-9A79-BFCC8594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89C879-D3C2-4DB6-81ED-ACB34021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many factors does 36 have?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F0A998-601A-4BE9-B4E5-07AA1604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FB7E22-8E38-40A9-A35B-8585C0AB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E2510F-97D2-4A19-A959-0D90EB90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834312-C3B0-4F58-9063-9C3A47FC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3D9D3D-9B46-4476-A739-875737A1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FEA9C7-DDB9-49B4-82F5-03734363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30BF5E-2AE2-46BE-94E0-4F4ECB72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20E8B2-4B70-47FD-8311-4B3C932A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047977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691C6F-AE24-4E37-9F7C-DC2835E8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FC423-703A-4BE8-8B94-F6EDC082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A4637-75D5-441F-AA85-AD78D4B6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42DE3-FCF2-4D4A-A5E8-EC3CCD59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F80CE-9CDE-4C6B-9C27-D0041C9B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8C0E46-C566-40BB-B2CB-1F0BDACC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9DD1F-8AE6-480C-97D0-6B07BF9A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47D835-0BA7-4B6E-9751-A9703AEB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4F33CE-E201-4C0C-8E2B-1CBD96E3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3EDB50-7505-4700-9C30-DA702655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number below 100 with exactly 10 factors.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98B11D-2FE2-4D8E-ACF2-A703F124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778253-1A5C-4A9A-A0FC-B205C870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D6F20A-9CB0-4821-85A0-845B0A44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48 is one example.</a:t>
            </a:r>
          </a:p>
        </p:txBody>
      </p:sp>
    </p:spTree>
    <p:extLst>
      <p:ext uri="{BB962C8B-B14F-4D97-AF65-F5344CB8AC3E}">
        <p14:creationId xmlns:p14="http://schemas.microsoft.com/office/powerpoint/2010/main" val="5248319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CD97D4-677C-446A-A161-3F3E99CF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AC2B72-AF6B-4FE5-99C8-3793C2AC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62A93-F110-4F48-80E3-192D94A4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C52DFD-115C-4E28-9106-6A0CF4F4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8CF74F-1A8A-4251-8DC2-5944CC04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8C90D7-13AD-4247-A42F-19863E10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8006E7-738B-4620-8188-7239CD2C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895207-1A73-421E-B7BD-8762548C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1CA0BF-6EF9-435E-9C3D-C1C42AB8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E8498-FFD5-4F28-BE1A-EDE9D8EA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B9D70C-E2E2-43E2-886E-815D8E57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C1BC5-B8AF-4959-9DDA-79B77423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many factors does 36 have?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A7FB3-B7ED-457B-AEBE-37A14A4C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560F39-8A59-4656-A014-DD132239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F55EEB-6536-470D-A63F-793A4160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6850C-C5C5-4EAC-8F50-6F46FC69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 factors.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1A665C-F60D-41DD-ACC8-682110BA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B20C14-C8C4-461A-BD65-247589EC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295317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C5E0F2-4EE6-4F89-BC9B-40DA24CE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E504C-3A23-48A1-AE7C-4C3700C2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8F708E-75AC-438F-B138-16E8EE31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AF4D2-969E-4CC7-BD6C-09A0A25D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A1738D-42A4-4B65-B9E0-083BC22D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57AEBD-F604-44BB-BD8E-B017CB86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CBC68-C352-4EEC-83E9-D416A09F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20B1AC-364B-4B5C-B9AF-A077AC78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6C736-AEF7-49F4-8810-01D4CFE1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factor pairs systematically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E720D-0752-4DC4-A365-82B2D357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25852-1A9C-48A7-A276-5E044283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F6008-F720-44DA-9DA5-68B3AB07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DC558-11CB-4B91-BBEA-817CF8E4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many factors does 36 have?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7A5FA6-E26E-42BC-BF20-9B69AE77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B0EA91-C0C6-4398-8508-5DCC9DF3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016EDA-00EA-47F1-A703-2CC745B5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800862-F0C8-4EDE-98E7-2BDE2969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stops checking factor pairs after reaching 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66156D-77FD-4818-9BD4-AC580505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D7FDE1-AB10-4812-B569-166495D5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A594D8-8E67-42E8-BE23-BCC067EF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F096B3-5507-4DF3-AD20-FDBA2A14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C55768-CE23-424E-A9D2-1EF0132C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101848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2026-09-09T20:45:19.8130000Z</dcterms:created>
  <dcterms:modified xsi:type="dcterms:W3CDTF">2026-09-09T20:45:19.8130000Z</dcterms:modified>
</coreProperties>
</file>