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5:02.288" v="59"/>
      <pc:docMkLst>
        <pc:docMk/>
      </pc:docMkLst>
      <pc:sldChg chg="modSp mod modAnim">
        <pc:chgData name="Garima Sharma" userId="c5ca40beb9a8554c" providerId="LiveId" clId="{2265D429-760C-4FF0-9653-4AF4BA9B0970}" dt="2026-09-09T11:05:01.193" v="5"/>
        <pc:sldMkLst>
          <pc:docMk/>
          <pc:sldMk cId="84320697" sldId="257"/>
        </pc:sldMkLst>
        <pc:spChg chg="mod">
          <ac:chgData name="Garima Sharma" userId="c5ca40beb9a8554c" providerId="LiveId" clId="{2265D429-760C-4FF0-9653-4AF4BA9B0970}" dt="2026-09-09T11:05:01.135" v="0" actId="20577"/>
          <ac:spMkLst>
            <pc:docMk/>
            <pc:sldMk cId="84320697" sldId="257"/>
            <ac:spMk id="13" creationId="{DE084839-3B65-4783-90A7-C854DB3C01DE}"/>
          </ac:spMkLst>
        </pc:spChg>
        <pc:spChg chg="mod">
          <ac:chgData name="Garima Sharma" userId="c5ca40beb9a8554c" providerId="LiveId" clId="{2265D429-760C-4FF0-9653-4AF4BA9B0970}" dt="2026-09-09T11:05:01.164" v="2" actId="20577"/>
          <ac:spMkLst>
            <pc:docMk/>
            <pc:sldMk cId="84320697" sldId="257"/>
            <ac:spMk id="17" creationId="{62D9BD61-FE66-4909-B9BC-0803888CDBF6}"/>
          </ac:spMkLst>
        </pc:spChg>
        <pc:spChg chg="mod">
          <ac:chgData name="Garima Sharma" userId="c5ca40beb9a8554c" providerId="LiveId" clId="{2265D429-760C-4FF0-9653-4AF4BA9B0970}" dt="2026-09-09T11:05:01.191" v="4" actId="20577"/>
          <ac:spMkLst>
            <pc:docMk/>
            <pc:sldMk cId="84320697" sldId="257"/>
            <ac:spMk id="21" creationId="{509C53A4-6201-4D43-8A28-C76FEB35274C}"/>
          </ac:spMkLst>
        </pc:spChg>
      </pc:sldChg>
      <pc:sldChg chg="modSp mod modAnim">
        <pc:chgData name="Garima Sharma" userId="c5ca40beb9a8554c" providerId="LiveId" clId="{2265D429-760C-4FF0-9653-4AF4BA9B0970}" dt="2026-09-09T11:05:01.309" v="11"/>
        <pc:sldMkLst>
          <pc:docMk/>
          <pc:sldMk cId="425530494" sldId="258"/>
        </pc:sldMkLst>
        <pc:spChg chg="mod">
          <ac:chgData name="Garima Sharma" userId="c5ca40beb9a8554c" providerId="LiveId" clId="{2265D429-760C-4FF0-9653-4AF4BA9B0970}" dt="2026-09-09T11:05:01.274" v="6" actId="20577"/>
          <ac:spMkLst>
            <pc:docMk/>
            <pc:sldMk cId="425530494" sldId="258"/>
            <ac:spMk id="12" creationId="{5B1C7474-8130-4591-865A-693B45BF7A5D}"/>
          </ac:spMkLst>
        </pc:spChg>
        <pc:spChg chg="mod">
          <ac:chgData name="Garima Sharma" userId="c5ca40beb9a8554c" providerId="LiveId" clId="{2265D429-760C-4FF0-9653-4AF4BA9B0970}" dt="2026-09-09T11:05:01.292" v="8" actId="20577"/>
          <ac:spMkLst>
            <pc:docMk/>
            <pc:sldMk cId="425530494" sldId="258"/>
            <ac:spMk id="13" creationId="{641685DE-B816-4231-91C3-5DAA8CCC3D35}"/>
          </ac:spMkLst>
        </pc:spChg>
        <pc:spChg chg="mod">
          <ac:chgData name="Garima Sharma" userId="c5ca40beb9a8554c" providerId="LiveId" clId="{2265D429-760C-4FF0-9653-4AF4BA9B0970}" dt="2026-09-09T11:05:01.307" v="10" actId="20577"/>
          <ac:spMkLst>
            <pc:docMk/>
            <pc:sldMk cId="425530494" sldId="258"/>
            <ac:spMk id="14" creationId="{575A7229-335F-412E-B02D-C7DF67D038A2}"/>
          </ac:spMkLst>
        </pc:spChg>
      </pc:sldChg>
      <pc:sldChg chg="modSp mod modAnim">
        <pc:chgData name="Garima Sharma" userId="c5ca40beb9a8554c" providerId="LiveId" clId="{2265D429-760C-4FF0-9653-4AF4BA9B0970}" dt="2026-09-09T11:05:01.474" v="17"/>
        <pc:sldMkLst>
          <pc:docMk/>
          <pc:sldMk cId="643898740" sldId="259"/>
        </pc:sldMkLst>
        <pc:spChg chg="mod">
          <ac:chgData name="Garima Sharma" userId="c5ca40beb9a8554c" providerId="LiveId" clId="{2265D429-760C-4FF0-9653-4AF4BA9B0970}" dt="2026-09-09T11:05:01.419" v="12" actId="20577"/>
          <ac:spMkLst>
            <pc:docMk/>
            <pc:sldMk cId="643898740" sldId="259"/>
            <ac:spMk id="14" creationId="{E368F6EA-94D7-4D0D-8FED-390ADE485887}"/>
          </ac:spMkLst>
        </pc:spChg>
        <pc:spChg chg="mod">
          <ac:chgData name="Garima Sharma" userId="c5ca40beb9a8554c" providerId="LiveId" clId="{2265D429-760C-4FF0-9653-4AF4BA9B0970}" dt="2026-09-09T11:05:01.446" v="14" actId="20577"/>
          <ac:spMkLst>
            <pc:docMk/>
            <pc:sldMk cId="643898740" sldId="259"/>
            <ac:spMk id="18" creationId="{F9AB39A7-D2BF-4487-A652-E2394481533C}"/>
          </ac:spMkLst>
        </pc:spChg>
        <pc:spChg chg="mod">
          <ac:chgData name="Garima Sharma" userId="c5ca40beb9a8554c" providerId="LiveId" clId="{2265D429-760C-4FF0-9653-4AF4BA9B0970}" dt="2026-09-09T11:05:01.473" v="16" actId="20577"/>
          <ac:spMkLst>
            <pc:docMk/>
            <pc:sldMk cId="643898740" sldId="259"/>
            <ac:spMk id="22" creationId="{FA9FBAFB-0B01-4E06-BAFA-310696A01A34}"/>
          </ac:spMkLst>
        </pc:spChg>
      </pc:sldChg>
      <pc:sldChg chg="modSp mod modAnim">
        <pc:chgData name="Garima Sharma" userId="c5ca40beb9a8554c" providerId="LiveId" clId="{2265D429-760C-4FF0-9653-4AF4BA9B0970}" dt="2026-09-09T11:05:01.561" v="23"/>
        <pc:sldMkLst>
          <pc:docMk/>
          <pc:sldMk cId="1714150833" sldId="260"/>
        </pc:sldMkLst>
        <pc:spChg chg="mod">
          <ac:chgData name="Garima Sharma" userId="c5ca40beb9a8554c" providerId="LiveId" clId="{2265D429-760C-4FF0-9653-4AF4BA9B0970}" dt="2026-09-09T11:05:01.531" v="18" actId="20577"/>
          <ac:spMkLst>
            <pc:docMk/>
            <pc:sldMk cId="1714150833" sldId="260"/>
            <ac:spMk id="11" creationId="{C665C711-42F0-4084-8610-A4F2866AD5F5}"/>
          </ac:spMkLst>
        </pc:spChg>
        <pc:spChg chg="mod">
          <ac:chgData name="Garima Sharma" userId="c5ca40beb9a8554c" providerId="LiveId" clId="{2265D429-760C-4FF0-9653-4AF4BA9B0970}" dt="2026-09-09T11:05:01.548" v="20" actId="20577"/>
          <ac:spMkLst>
            <pc:docMk/>
            <pc:sldMk cId="1714150833" sldId="260"/>
            <ac:spMk id="13" creationId="{B4C24D1B-5DA3-4218-A7B9-4BF60F5EA174}"/>
          </ac:spMkLst>
        </pc:spChg>
        <pc:spChg chg="mod">
          <ac:chgData name="Garima Sharma" userId="c5ca40beb9a8554c" providerId="LiveId" clId="{2265D429-760C-4FF0-9653-4AF4BA9B0970}" dt="2026-09-09T11:05:01.560" v="22" actId="20577"/>
          <ac:spMkLst>
            <pc:docMk/>
            <pc:sldMk cId="1714150833" sldId="260"/>
            <ac:spMk id="14" creationId="{285C72AF-C1C3-433F-9895-54474D2D6ED6}"/>
          </ac:spMkLst>
        </pc:spChg>
      </pc:sldChg>
      <pc:sldChg chg="modSp mod modAnim">
        <pc:chgData name="Garima Sharma" userId="c5ca40beb9a8554c" providerId="LiveId" clId="{2265D429-760C-4FF0-9653-4AF4BA9B0970}" dt="2026-09-09T11:05:01.639" v="27"/>
        <pc:sldMkLst>
          <pc:docMk/>
          <pc:sldMk cId="1776625746" sldId="261"/>
        </pc:sldMkLst>
        <pc:spChg chg="mod">
          <ac:chgData name="Garima Sharma" userId="c5ca40beb9a8554c" providerId="LiveId" clId="{2265D429-760C-4FF0-9653-4AF4BA9B0970}" dt="2026-09-09T11:05:01.624" v="24" actId="20577"/>
          <ac:spMkLst>
            <pc:docMk/>
            <pc:sldMk cId="1776625746" sldId="261"/>
            <ac:spMk id="14" creationId="{26D10909-5155-4030-9833-FB24C8992923}"/>
          </ac:spMkLst>
        </pc:spChg>
        <pc:spChg chg="mod">
          <ac:chgData name="Garima Sharma" userId="c5ca40beb9a8554c" providerId="LiveId" clId="{2265D429-760C-4FF0-9653-4AF4BA9B0970}" dt="2026-09-09T11:05:01.637" v="26" actId="20577"/>
          <ac:spMkLst>
            <pc:docMk/>
            <pc:sldMk cId="1776625746" sldId="261"/>
            <ac:spMk id="15" creationId="{ADA9032D-00A1-4127-8CA3-39318F51CAAF}"/>
          </ac:spMkLst>
        </pc:spChg>
      </pc:sldChg>
      <pc:sldChg chg="modSp mod modAnim">
        <pc:chgData name="Garima Sharma" userId="c5ca40beb9a8554c" providerId="LiveId" clId="{2265D429-760C-4FF0-9653-4AF4BA9B0970}" dt="2026-09-09T11:05:01.713" v="31"/>
        <pc:sldMkLst>
          <pc:docMk/>
          <pc:sldMk cId="1234391948" sldId="262"/>
        </pc:sldMkLst>
        <pc:spChg chg="mod">
          <ac:chgData name="Garima Sharma" userId="c5ca40beb9a8554c" providerId="LiveId" clId="{2265D429-760C-4FF0-9653-4AF4BA9B0970}" dt="2026-09-09T11:05:01.690" v="28" actId="20577"/>
          <ac:spMkLst>
            <pc:docMk/>
            <pc:sldMk cId="1234391948" sldId="262"/>
            <ac:spMk id="12" creationId="{0A904686-E66F-45A2-AF3C-EE330AF55BB8}"/>
          </ac:spMkLst>
        </pc:spChg>
        <pc:spChg chg="mod">
          <ac:chgData name="Garima Sharma" userId="c5ca40beb9a8554c" providerId="LiveId" clId="{2265D429-760C-4FF0-9653-4AF4BA9B0970}" dt="2026-09-09T11:05:01.711" v="30" actId="20577"/>
          <ac:spMkLst>
            <pc:docMk/>
            <pc:sldMk cId="1234391948" sldId="262"/>
            <ac:spMk id="15" creationId="{A9CD1A79-DB72-44D9-AFBA-E5B987B2A131}"/>
          </ac:spMkLst>
        </pc:spChg>
      </pc:sldChg>
      <pc:sldChg chg="modSp mod modAnim">
        <pc:chgData name="Garima Sharma" userId="c5ca40beb9a8554c" providerId="LiveId" clId="{2265D429-760C-4FF0-9653-4AF4BA9B0970}" dt="2026-09-09T11:05:01.822" v="37"/>
        <pc:sldMkLst>
          <pc:docMk/>
          <pc:sldMk cId="700642579" sldId="263"/>
        </pc:sldMkLst>
        <pc:spChg chg="mod">
          <ac:chgData name="Garima Sharma" userId="c5ca40beb9a8554c" providerId="LiveId" clId="{2265D429-760C-4FF0-9653-4AF4BA9B0970}" dt="2026-09-09T11:05:01.774" v="32" actId="20577"/>
          <ac:spMkLst>
            <pc:docMk/>
            <pc:sldMk cId="700642579" sldId="263"/>
            <ac:spMk id="13" creationId="{7F7B4E0C-D812-46AC-A88A-B4A2AD2B2B1C}"/>
          </ac:spMkLst>
        </pc:spChg>
        <pc:spChg chg="mod">
          <ac:chgData name="Garima Sharma" userId="c5ca40beb9a8554c" providerId="LiveId" clId="{2265D429-760C-4FF0-9653-4AF4BA9B0970}" dt="2026-09-09T11:05:01.800" v="34" actId="20577"/>
          <ac:spMkLst>
            <pc:docMk/>
            <pc:sldMk cId="700642579" sldId="263"/>
            <ac:spMk id="17" creationId="{78F23375-7D83-4002-8369-D6D3B07B3122}"/>
          </ac:spMkLst>
        </pc:spChg>
        <pc:spChg chg="mod">
          <ac:chgData name="Garima Sharma" userId="c5ca40beb9a8554c" providerId="LiveId" clId="{2265D429-760C-4FF0-9653-4AF4BA9B0970}" dt="2026-09-09T11:05:01.820" v="36" actId="20577"/>
          <ac:spMkLst>
            <pc:docMk/>
            <pc:sldMk cId="700642579" sldId="263"/>
            <ac:spMk id="21" creationId="{896E55BE-8E12-4342-A342-93B368CBEF2F}"/>
          </ac:spMkLst>
        </pc:spChg>
      </pc:sldChg>
      <pc:sldChg chg="modSp mod modAnim">
        <pc:chgData name="Garima Sharma" userId="c5ca40beb9a8554c" providerId="LiveId" clId="{2265D429-760C-4FF0-9653-4AF4BA9B0970}" dt="2026-09-09T11:05:01.952" v="43"/>
        <pc:sldMkLst>
          <pc:docMk/>
          <pc:sldMk cId="2020317231" sldId="264"/>
        </pc:sldMkLst>
        <pc:spChg chg="mod">
          <ac:chgData name="Garima Sharma" userId="c5ca40beb9a8554c" providerId="LiveId" clId="{2265D429-760C-4FF0-9653-4AF4BA9B0970}" dt="2026-09-09T11:05:01.894" v="38" actId="20577"/>
          <ac:spMkLst>
            <pc:docMk/>
            <pc:sldMk cId="2020317231" sldId="264"/>
            <ac:spMk id="13" creationId="{1BB8415F-CE58-4356-A804-87842779F168}"/>
          </ac:spMkLst>
        </pc:spChg>
        <pc:spChg chg="mod">
          <ac:chgData name="Garima Sharma" userId="c5ca40beb9a8554c" providerId="LiveId" clId="{2265D429-760C-4FF0-9653-4AF4BA9B0970}" dt="2026-09-09T11:05:01.924" v="40" actId="20577"/>
          <ac:spMkLst>
            <pc:docMk/>
            <pc:sldMk cId="2020317231" sldId="264"/>
            <ac:spMk id="17" creationId="{6808E109-9642-4C05-ADEB-13125708B1B4}"/>
          </ac:spMkLst>
        </pc:spChg>
        <pc:spChg chg="mod">
          <ac:chgData name="Garima Sharma" userId="c5ca40beb9a8554c" providerId="LiveId" clId="{2265D429-760C-4FF0-9653-4AF4BA9B0970}" dt="2026-09-09T11:05:01.950" v="42" actId="20577"/>
          <ac:spMkLst>
            <pc:docMk/>
            <pc:sldMk cId="2020317231" sldId="264"/>
            <ac:spMk id="21" creationId="{4C871167-EAA0-4E0A-91B6-140EAD915EFB}"/>
          </ac:spMkLst>
        </pc:spChg>
      </pc:sldChg>
      <pc:sldChg chg="modSp mod modAnim">
        <pc:chgData name="Garima Sharma" userId="c5ca40beb9a8554c" providerId="LiveId" clId="{2265D429-760C-4FF0-9653-4AF4BA9B0970}" dt="2026-09-09T11:05:02.056" v="49"/>
        <pc:sldMkLst>
          <pc:docMk/>
          <pc:sldMk cId="649755885" sldId="265"/>
        </pc:sldMkLst>
        <pc:spChg chg="mod">
          <ac:chgData name="Garima Sharma" userId="c5ca40beb9a8554c" providerId="LiveId" clId="{2265D429-760C-4FF0-9653-4AF4BA9B0970}" dt="2026-09-09T11:05:02.022" v="44" actId="20577"/>
          <ac:spMkLst>
            <pc:docMk/>
            <pc:sldMk cId="649755885" sldId="265"/>
            <ac:spMk id="11" creationId="{3CD976FC-FA9D-4840-B63F-62D9514B1F2A}"/>
          </ac:spMkLst>
        </pc:spChg>
        <pc:spChg chg="mod">
          <ac:chgData name="Garima Sharma" userId="c5ca40beb9a8554c" providerId="LiveId" clId="{2265D429-760C-4FF0-9653-4AF4BA9B0970}" dt="2026-09-09T11:05:02.040" v="46" actId="20577"/>
          <ac:spMkLst>
            <pc:docMk/>
            <pc:sldMk cId="649755885" sldId="265"/>
            <ac:spMk id="12" creationId="{810AB616-003D-4177-A7DE-0AA418CD5E6A}"/>
          </ac:spMkLst>
        </pc:spChg>
        <pc:spChg chg="mod">
          <ac:chgData name="Garima Sharma" userId="c5ca40beb9a8554c" providerId="LiveId" clId="{2265D429-760C-4FF0-9653-4AF4BA9B0970}" dt="2026-09-09T11:05:02.055" v="48" actId="20577"/>
          <ac:spMkLst>
            <pc:docMk/>
            <pc:sldMk cId="649755885" sldId="265"/>
            <ac:spMk id="13" creationId="{D17C0730-313B-409D-A9E7-6DFFBBDD8A38}"/>
          </ac:spMkLst>
        </pc:spChg>
      </pc:sldChg>
      <pc:sldChg chg="modSp mod modAnim">
        <pc:chgData name="Garima Sharma" userId="c5ca40beb9a8554c" providerId="LiveId" clId="{2265D429-760C-4FF0-9653-4AF4BA9B0970}" dt="2026-09-09T11:05:02.163" v="53"/>
        <pc:sldMkLst>
          <pc:docMk/>
          <pc:sldMk cId="1775615085" sldId="266"/>
        </pc:sldMkLst>
        <pc:spChg chg="mod">
          <ac:chgData name="Garima Sharma" userId="c5ca40beb9a8554c" providerId="LiveId" clId="{2265D429-760C-4FF0-9653-4AF4BA9B0970}" dt="2026-09-09T11:05:02.145" v="50" actId="20577"/>
          <ac:spMkLst>
            <pc:docMk/>
            <pc:sldMk cId="1775615085" sldId="266"/>
            <ac:spMk id="16" creationId="{0F39E807-7D83-46FF-980B-7819A84CBBEC}"/>
          </ac:spMkLst>
        </pc:spChg>
        <pc:spChg chg="mod">
          <ac:chgData name="Garima Sharma" userId="c5ca40beb9a8554c" providerId="LiveId" clId="{2265D429-760C-4FF0-9653-4AF4BA9B0970}" dt="2026-09-09T11:05:02.161" v="52" actId="20577"/>
          <ac:spMkLst>
            <pc:docMk/>
            <pc:sldMk cId="1775615085" sldId="266"/>
            <ac:spMk id="17" creationId="{95904F16-C1D1-4DCF-B941-8F107AE3729E}"/>
          </ac:spMkLst>
        </pc:spChg>
      </pc:sldChg>
      <pc:sldChg chg="modSp mod modAnim">
        <pc:chgData name="Garima Sharma" userId="c5ca40beb9a8554c" providerId="LiveId" clId="{2265D429-760C-4FF0-9653-4AF4BA9B0970}" dt="2026-09-09T11:05:02.288" v="59"/>
        <pc:sldMkLst>
          <pc:docMk/>
          <pc:sldMk cId="1092523292" sldId="267"/>
        </pc:sldMkLst>
        <pc:spChg chg="mod">
          <ac:chgData name="Garima Sharma" userId="c5ca40beb9a8554c" providerId="LiveId" clId="{2265D429-760C-4FF0-9653-4AF4BA9B0970}" dt="2026-09-09T11:05:02.240" v="54" actId="20577"/>
          <ac:spMkLst>
            <pc:docMk/>
            <pc:sldMk cId="1092523292" sldId="267"/>
            <ac:spMk id="13" creationId="{35B21F46-FA8C-46F1-B522-85E9CB4D244B}"/>
          </ac:spMkLst>
        </pc:spChg>
        <pc:spChg chg="mod">
          <ac:chgData name="Garima Sharma" userId="c5ca40beb9a8554c" providerId="LiveId" clId="{2265D429-760C-4FF0-9653-4AF4BA9B0970}" dt="2026-09-09T11:05:02.261" v="56" actId="20577"/>
          <ac:spMkLst>
            <pc:docMk/>
            <pc:sldMk cId="1092523292" sldId="267"/>
            <ac:spMk id="17" creationId="{4B25900A-8417-4C3D-84C9-753365469D0B}"/>
          </ac:spMkLst>
        </pc:spChg>
        <pc:spChg chg="mod">
          <ac:chgData name="Garima Sharma" userId="c5ca40beb9a8554c" providerId="LiveId" clId="{2265D429-760C-4FF0-9653-4AF4BA9B0970}" dt="2026-09-09T11:05:02.286" v="58" actId="20577"/>
          <ac:spMkLst>
            <pc:docMk/>
            <pc:sldMk cId="1092523292" sldId="267"/>
            <ac:spMk id="21" creationId="{744F6653-7677-4BC2-B9C4-E32BECEF9E1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Multiplication grids, factor rainbows, counters, hundred square,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1, 2, 3, 4, 6 and 12. | State whether the task concerns factors or multiples. | A common factor must divide both numbers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factor, multiple, common, prime, composite, square, cube.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Find the highest common factor of 84 and 126. Answer: 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1, 2, 3, 4, 6 and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 common factor must divide both numbers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1, 2, 3, 4, 6 and 12..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48..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54 and 72 is one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48.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48. | A common factor must divide both numbers exactly.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E9BB282-56F9-45C4-B723-86D4A241A9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0C711C-9A9B-4733-94F7-F4BBCEDA8B22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4EE928E-6106-4EBE-AC26-7BD76C108AAA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5D934B-F30C-4C12-854C-73B16F912505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400B42-EBC5-46E6-8F6D-9D2BB62A2D4D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31D1718-389E-456D-9067-3F12D050B81F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DCED48-D638-4499-B154-0DE623C4C33D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6FB5EE-42BB-4F99-9303-C4627DF9F9D0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find common factors and the highest common factor.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FFCE08-359D-4EA1-99E3-7DD50B924C4B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844FA8-A7C0-4C5B-8F45-260FF0E4BC4D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0D1A30-302F-45AF-9413-BFE22ED09F08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5888203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D42847AE-7025-4D5B-BCB2-04F49FCC285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39D103-1CE7-4617-9287-2481FB9C63A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A8DA3FB-4C41-4437-85F2-41963907DD4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9E1E51-E3CD-4E02-927C-C8ED04B4B20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D15BA2-7FE0-45BD-B135-CCC32112B22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017D71-B67A-4C9C-A85A-413C93193DA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BC66DA-96C1-467E-B52A-733E4C8A02F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4EE932-11D2-4E66-A0CA-37C01F321C1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586E40D-CC1E-4890-9CD9-BE15413B117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EEC87D1-F1BE-402A-A3CB-B400B8C96C2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50795AF-8FFE-40CA-9495-D7C8EC0EDFC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D93EF0-6728-43EC-A6A2-4A33FAA620A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084839-3B65-4783-90A7-C854DB3C01D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multiplication facts, recognise factor pairs and identify square and cube numbers.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0566CEE-6EDA-4D34-9D16-A04D985F685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3693DAF-5106-49CE-9FA9-DDAD83B44F2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AEB6A6B-5809-422D-A711-2956031D9A0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2D9BD61-FE66-4909-B9BC-0803888CDBF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the common factors of 36 and 60.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4E191D6-7F19-4AF0-9BAB-72535039574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4A7C075-8FA8-4AA9-BB8E-20BB9E01784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F5BC16-D929-4015-BF68-993555B7224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09C53A4-6201-4D43-8A28-C76FEB35274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highest common factor of 84 and 126.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5D8E648-47D0-4D92-89F2-0C3A4CBDA6D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84320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512EE62-B4E7-4BFE-95B4-736F3B4D701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CA9F42-F28F-4972-BD9C-78902597332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CC83C80-9605-4E1C-8287-8919B6D5B5F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C8C551-82CE-439F-84FD-A40D04FE9B3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0BC625-3E25-4825-850D-91A47F8FCE5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CCE07F-7188-4103-8546-A844A0B3A5F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01D4F6-A895-45B7-B3E1-802CBE893EB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647085-8B85-4FF4-9D9E-3BDC565E690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3A532A-3CE6-4F04-A0EF-1D1B7123FF5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6F473B-BE2C-405D-A803-B5BF72307EA0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find common factors and the highest common factor.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86FB6D-B2D9-476C-80C1-95FB6D0B7E68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1C7474-8130-4591-865A-693B45BF7A5D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State whether the task concerns factors or multiples.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41685DE-B816-4231-91C3-5DAA8CCC3D35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systematically from the smallest possible factor or multiple.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5A7229-335F-412E-B02D-C7DF67D038A2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that the list is complete and use it to justify the conclusion.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E997F3-8E18-40C5-895F-F83E3F57F8DB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multiple  |  common  |  prime  |  composite  |  square  |  cube</a:t>
            </a:r>
          </a:p>
        </p:txBody>
      </p:sp>
    </p:spTree>
    <p:extLst>
      <p:ext uri="{BB962C8B-B14F-4D97-AF65-F5344CB8AC3E}">
        <p14:creationId xmlns:p14="http://schemas.microsoft.com/office/powerpoint/2010/main" val="425530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658C8E8-586A-4232-A8FB-24D4DC0383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CCC783-557A-4F6F-9D5A-FF395623029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654E5F4-BFEF-40FE-B2B9-31F2855E017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C3E1FF-B34E-4A16-914E-8664CBCFFD1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E15527-3118-42BF-A6DA-AF3581988DA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C3E7D6-C039-4A60-BB52-A4DB2D1E391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7BF4BD-9BDF-448A-AA6B-28E6D7BE169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225132-C929-4219-A34C-AFFC947312D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430F08E-F3C0-4517-9A85-08EAC6C12FC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9B67AB-BDA7-4A4F-9D4E-D92376960A6E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highest common factor of 84 and 126.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91A65E-8E48-4865-957D-B823ECD6D7BC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123387C-D12E-4670-87DE-E13D24A8FB68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6C09CCF-68CC-4542-B99B-3D0C7C247152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368F6EA-94D7-4D0D-8FED-390ADE485887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State whether the task concerns factors or multiples.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E69A3B8-545C-44DB-919C-946AC450C5BC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36BE824-28ED-4033-A6DE-3F12359A64A7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6FB0FD5-9F60-4859-B260-F3E626515ADE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9AB39A7-D2BF-4487-A652-E2394481533C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 systematically from the smallest possible factor or multiple.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8B285B-6FBA-409F-A903-4EDA78A92536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8434A48-5977-4CF5-B9A4-61D5FAFA90C4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D53D82D-9737-4600-9406-9D2458FD58AD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FBAFB-0B01-4E06-BAFA-310696A01A34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that the list is complete and use it to justify the conclusion.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43898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25C009B3-850C-40C2-8B37-E0DCE421056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880DD84-1547-4F3A-9792-0A4A6A684DD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E6A4F4C-D43B-4727-9393-76D3AC3205C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04542DE-49E2-4CA9-8D30-8C3B17D19E0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AE289E-C2AB-462D-B19B-51730EA0F03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B810440-6E45-453E-862A-C90169FD8F0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92D254-BB25-48D6-B6CE-D2C61F2AA6B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A4619D-655B-4E20-8F02-E03D1532A87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D16943-1DE3-4BBD-BDDC-49E24431FEB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5F87A1-B903-4F72-90EF-4F9813B1FCCD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65C711-42F0-4084-8610-A4F2866AD5F5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42.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1E289-6A60-4B5B-AA46-AA209362051B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4C24D1B-5DA3-4218-A7B9-4BF60F5EA174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that the list is complete and use it to justify the conclusion.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5C72AF-C1C3-433F-9895-54474D2D6ED6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14150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74E65BD-47B2-40E6-B7D6-9A1280ADCB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7247BB-57C9-49B9-9099-2F5D24433C4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717EBA-9C6D-4775-8437-AD0C2DD8201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1A08C6-8129-4B6A-A88C-ABED88B4D77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18F374-9246-4F06-BD96-CE5B97B7303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BEF8E-C03E-4AB0-951B-4FDAFCA3F72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AD1F2B0-1BD8-46A7-BFC0-C4BED0E1C05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705E9C-F449-4492-9F14-3C75550268C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9CB87D-3B9B-41A1-803D-1F792C407AF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28ED99-E8DA-404E-80ED-BE948024FB6E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the common factors of 36 and 60.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A5E4C7-2BE2-4811-AF20-903B456478BE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07BAC2-9124-41AE-8CE5-C85D54C416E0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1237E2-516F-488A-A658-03570782076F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D10909-5155-4030-9833-FB24C8992923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A9032D-00A1-4127-8CA3-39318F51CAAF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1, 2, 3, 4, 6 and 12.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76625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5602EC0-18DA-4066-A617-1523749581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F56963-D7B5-40E2-AE1C-29B04A25457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5E410F3-1DF1-4F4B-AE54-1D624991DAB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6B6D50-7A6C-46CC-A27D-E0D519ACBB2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E52ABC-EFB9-437C-9011-151AB636484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659500-B885-447F-8315-41ACAE273DD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20D365-E675-4B19-9CEC-346E79DCBC4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A1059C-02C4-4C01-80CD-C8A1597BF86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1869EF-B1A7-4CE1-8638-2F4FEB0E199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183F9A1-B4C2-4F4C-B5DF-FEBFCD74ECA5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904686-E66F-45A2-AF3C-EE330AF55BB8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chooses the largest factor from either list rather than the largest shared factor.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E19BE8-359D-4E00-ABB7-D5A8BFA8343D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08D776-D0E7-46F7-9867-15069C75C7A4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9CD1A79-DB72-44D9-AFBA-E5B987B2A131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 common factor must divide both numbers exactly.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439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670A14C6-0EC1-4DCB-ACE9-7D3946C5055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9E8A3C-1437-4BDC-95FA-7F414A9BDAE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638DB0E-3F63-4362-A0A1-79869D8A14B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075F3E-0A7A-4887-B799-ADB8B7BC07F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04BC5B-5239-4D41-AFC6-BF23419E4BD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BF62AA-377A-426F-B74E-EC094B72FB2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A70D29-F3AA-4F87-BC09-191B5D2CB45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74FEEC-33F6-4DEF-8739-AD555F9CBDB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91B457-1FBB-4FF9-AA3A-96EB12E7799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475DE2F-9859-401A-92D8-5E904F3A074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E29BE97-221E-49AB-B9A0-CBCECAC433F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B1DB301-0FDC-4023-A3EF-1EE55210823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7B4E0C-D812-46AC-A88A-B4A2AD2B2B1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the common factors of 36 and 60.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11A6FA7-9378-4094-9251-F70AAA5739A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25A34D1-49C0-4A2F-951E-D9F666A214B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3035FB-6B8C-419E-8AA8-CAD24323520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F23375-7D83-4002-8369-D6D3B07B3122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84C51BA-BD29-44D7-B829-B42B822786D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EBA8E44-B048-4760-A720-14501D6BEFB7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69CAB2-186E-4F22-9C99-E0C66256C3D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6E55BE-8E12-4342-A342-93B368CBEF2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1, 2, 3, 4, 6 and 12.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1448F7-8A04-40DC-87A8-64623CE4C37C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700642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8C794DE-C63B-4E8D-A36B-C9186AF605D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1AC14B-6776-4C89-A0FD-D28A460BE7C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95C82C9-224D-4066-B889-B02EAE9962C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3B809B3-AE82-4C3A-A1A7-F9DEFD4662D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0DD766-5908-4389-A3AB-3B8BF8D5C5B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705C1-8C30-42BB-83B1-1EB2B7B00A8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DCE385-D79C-4066-AA60-AD2DB4527AD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E85108-EF1C-430B-B5BC-BA57405D117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3C1CB8-03A1-45C6-8EB1-5526CE1A871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0259F6C-B0C2-4E88-B9AB-8B2CB772726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9DF9528-D5D3-4FEE-9DA0-18B7443AEC9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E10617-1153-43EE-9EBA-53014B0058E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B8415F-CE58-4356-A804-87842779F16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96 and 144.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4652400-00A9-4D82-B135-24294769FB2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412F9CD-AB30-4164-BB5C-8B00F2E7D64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AA4AA7-0CCC-4F99-8B1B-356900589A6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808E109-9642-4C05-ADEB-13125708B1B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ED24CA9-A17F-4401-B6CA-50E3E9BDB1B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A457748-0545-4667-B1F2-3F1583D9604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8677C63-3251-40C6-9FBB-AB2F3F06FD0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C871167-EAA0-4E0A-91B6-140EAD915EF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0317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277CDDC-57A4-4807-852E-5B224BD951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87154B0-AB07-4D9F-8387-288E9B98CC7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27877A7-9218-4276-8094-CF9D49955EB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B67F63-9FC4-419F-AE5A-DA3A23EC7FB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35DD62-1B02-45F7-B10C-1EE22918866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FDE482-105D-46E8-B5FE-B6FA531F818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F0BFB8-F975-44F9-BD7C-3DE67894EB8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244173-01A2-43B4-B406-6891F791E02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A26982-D7EA-4086-A08A-449EA7F4B4B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75B87E-626F-4AE2-A84E-856D2D3EFE7F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Two numbers have HCF 18. Give a possible pair greater than 50.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D976FC-FA9D-4840-B63F-62D9514B1F2A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0AB616-003D-4177-A7DE-0AA418CD5E6A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7C0730-313B-409D-A9E7-6DFFBBDD8A38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54 and 72 is one example.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49755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1EA77340-43B0-4F1C-B5A9-D7B802D43F5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9D913A-1EB3-42AA-997D-2E44A624036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E5F1BBC-6F2A-4EAD-BD2B-73614F1D842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5194951-8B65-4574-A5B9-9D7880B9FCD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2AAF6A-60C4-4A0C-B5F9-FAB0F5033F9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926A02-8914-4C49-9FB0-3E1AE6CE279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E7216A-56FB-4B94-8E67-AF4CD0F9AAF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32C8B8-8D69-472D-B592-104E4C276BF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227FDE-C47D-4CC6-9B7F-156023C04DB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208FDC-4014-48B2-9800-D9531A7C9200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B5AD01B-E8A0-4900-99B0-A22E1404A3AF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8ED4B5-1A37-4777-848B-167B77F107E0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96 and 144.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83D945-F5BF-4604-AAE4-B61C1880D5FB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77CC85-F52A-4591-BB8E-60717E777F21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CBE1365-C86E-4988-8740-7F9BC2952884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9E807-7D83-46FF-980B-7819A84CBBEC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48.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5904F16-C1D1-4DCF-B941-8F107AE3729E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FF7B6F1-1DB6-4F1B-AE77-614FA25113F2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775615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93BB99B-C68C-48F6-9279-BBAB5A7151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BBD8CB-2538-48BF-A9DF-6988C9C6B58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0DAB254-2005-4623-8B0E-F47DA9078AF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9A493A-C416-4DC7-A7E5-73447A53498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1BA526-555F-4069-A156-DF700BF929C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24508E-45DF-4965-9320-DF8AA128499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C0C967-461E-4E0C-BD26-E769405B6B6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0DC75-2913-441A-86FC-2B580B25434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EAB961-8893-4222-AFFA-9A1DB3745A8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03825A7-E3DD-4095-A906-2F552509674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ABE0FF8-BCC5-4648-8D1A-27A578336DC9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B3DADD-6E47-4DDC-82B9-00A2D1F0AF47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B21F46-FA8C-46F1-B522-85E9CB4D244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96 and 144.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41FFC2-7ED0-4ED6-B556-301B804ACA9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CBCFAD9-81A8-49EC-B2A1-D26C15E74FE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25ECEB7-1E5D-4221-91BB-24BC7A0A670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B25900A-8417-4C3D-84C9-753365469D0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chooses the largest factor from either list rather than the largest shared factor.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28093FB-CFAB-41D6-9264-2A8C354538F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ABC1A1-5F9E-41FA-9128-BD41278B8F5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AC85866-77D6-494D-9A00-7AD6CFCD420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4F6653-7677-4BC2-B9C4-E32BECEF9E1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4927505-EC7C-4F7F-AFD8-24A6B429DFB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092523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1151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2026-09-09T10:56:19Z</dcterms:created>
  <dcterms:modified xsi:type="dcterms:W3CDTF">2026-09-09T11:05:02Z</dcterms:modified>
</cp:coreProperties>
</file>