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Multiplication grids, factor rainbows, counters, hundred square, mini whiteboards.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1, 2, 3, 4, 6 and 12. | State whether the task concerns factors or multiples. | A common factor must divide both numbers exactly.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factor, multiple, common, prime, composite, square, cube.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Find the highest common factor of 84 and 126. Answer: 42.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1, 2, 3, 4, 6 and 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A common factor must divide both numbers exactly.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1, 2, 3, 4, 6 and 12..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48..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54 and 72 is one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slide comes after teaching. Select a route by current learning need, not a fixed pupil label. Lower: List the common factors of 36 and 60. Expected: Find the HCF of 96 and 144. Higher: Two numbers have HCF 18. Give a possible pair greater than 50.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48. | A common factor must divide both numbers exactly.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AD856718-5CA2-4966-9D43-87C865FA9D8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244485E-FD8D-4D8D-A94F-FBC8EF3C5F52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8D2533E-0DFF-4C6E-BA21-21A6C477F273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B40135B-4341-4C47-8E69-AC5A8CEB7998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A4DB02A-3A67-428D-B505-7BAD52069DFA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723900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Year 6 Maths  |  Autumn  |  Week 5  |  Day 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8A8093C-8FBF-4614-B628-62A492E52E9A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common factors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07E4C66-1593-4B72-94B2-0D26A45A185E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107A2A8-CCEA-42AD-9B7F-25EF69B9D36B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73AF941-E2BF-464C-9276-26FFA6F1EDB5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find common factors and the highest common factor.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B0F33C5-E398-4079-B937-95DA6D0F49D7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475E279-9349-4371-A025-E5EF6A755FA6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Multiplication grids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0EF669A-D06E-417B-922D-D2327F7A0DF4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7001396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62076283-1B06-4575-9DC7-6270DA0BACE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36215E4-5875-4410-8335-A2B26C99A7F5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5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A80AEB5-7B0E-448C-A300-B15868AE358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70F7558-4CED-4F89-A012-2FECCB556D5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AB1A294-8838-4FEA-9361-B6E86369DA5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66C99B9-225C-4940-BE85-9B766B28BC85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21119DE-7512-4121-B35B-845CD918A45B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533A7FD-A561-4A05-B7E2-ABF4D7163CF7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6804B12-7970-4D31-A0DC-36AF54C03F2E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688D296-0C3E-450B-A705-8B2013955196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Identify common factors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827A960-55D0-4CFF-8E44-AE1544A60234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830E794-D7CD-452D-862B-F7837A55F1E6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15730BB-6079-4528-9EB5-DEFE51867F34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8949B34-0ABE-4E7C-8725-B341ADA6213E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Recall multiplication facts, recognise factor pairs and identify square and cube numbers.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8395AB8E-58B6-42FB-982E-FE7C9139A737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1A9248C7-2AC7-48A2-B2E5-8FAA9529235D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106BC49-696F-49D3-8605-3574A998D974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17B1D7C-1D69-4627-82D2-B66AA4282934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List the common factors of 36 and 60.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C0B848D8-617F-4FF8-B21A-D61E76B125FB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267F3721-26FF-4CAD-8677-068EEF41B9B3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CE06E66-007C-4CC5-8D45-F78F5FD734E4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316BE27-54CF-4DCF-BB90-A4EDC06718E9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Find the highest common factor of 84 and 126.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DA0DCAF-91AB-42FA-91B7-0C2CE8170298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85128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0738ED22-1054-46A0-93E3-774C5507F1F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6B2775B-0955-4926-B02E-FD2973DEBFBC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5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BF66048-37DA-46BA-B898-793E1C18BEA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412223A-8778-4843-AA77-8D78C9310C5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AFCD6AC-1A96-429D-A2A9-9B6188634D12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A0C636C-927C-41D0-A5D7-279177FFF552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96B733-E664-4296-B2D0-E8D502F03263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D2C61CB-C774-4203-8C38-EBF51132A08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F2C82D7-5C36-42D3-A620-164CF8CFED3C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E5F83F2-3C82-4F7D-975E-821B8D7B4AF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Identify common factors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FE04D1C-35F9-4579-A6EA-BB603453D775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find common factors and the highest common factor.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7BB5871-C84D-4635-9F61-C4904050B57D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2A4DB8E-3E2A-4217-9C6B-4592692A4A6E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State whether the task concerns factors or multiples.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CE741B2-EC3C-48BB-A470-E5A0B712F424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Work systematically from the smallest possible factor or multiple.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8B24CEA-8E36-4C0C-B348-F4D7FF959FFB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that the list is complete and use it to justify the conclusion.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52EB8B2-8EAC-470C-BAC1-BF44DD412597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factor  |  multiple  |  common  |  prime  |  composite  |  square  |  cube</a:t>
            </a:r>
          </a:p>
        </p:txBody>
      </p:sp>
    </p:spTree>
    <p:extLst>
      <p:ext uri="{BB962C8B-B14F-4D97-AF65-F5344CB8AC3E}">
        <p14:creationId xmlns:p14="http://schemas.microsoft.com/office/powerpoint/2010/main" val="38141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33B9BBCB-FBB2-41F9-992D-94CA8C98795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8534061-ED1B-4F9E-B081-660487AC8C6B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5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534ACCD-0F34-46D8-BF64-83281F388CD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7F24D2B-5F52-49C7-B238-7F7E7747DC1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BEC1CF1-787F-4E0A-B93E-2E9AFA9E1817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C78ACFB-738F-457D-8913-CAD7D4220F9D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80F8E2B-F4A1-4F11-82E8-CC61672291F1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FA4BCAF-BA24-4A03-9C4B-2EA56E60CDEF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9A05CC0-B00B-444B-909A-6E68E73BCC7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6B6A7DB-ACA1-4795-8F08-DF59930C3E5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Identify common factors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12FE2A2-8C28-4F53-A829-4ACF6D941D5A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highest common factor of 84 and 126.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BCA7DCE-42D4-481F-8863-F361A66A23AA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402D9D6-873F-4D91-8F7B-643EE69D836C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38E7CF4-7B32-4233-88F2-CC1D8344A953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3D44CCA-25BA-45B2-96DD-D7C9AE560E8D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State whether the task concerns factors or multiples.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177EE7F-E532-45E3-9E9C-F546A0F8FD13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64DD58A7-3A16-401E-A87A-681A39937AB3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2B11E16-FFF2-449A-AF22-B77910925FE0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4148969-CAF8-4D7C-A52B-4B4477D52C9B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 systematically from the smallest possible factor or multiple.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E9C8F0-AE41-4F88-8601-9BB4BECCCC0B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A404F101-8D23-4AFC-BADE-B1AC6E7D00D2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98B847B-6963-438B-A695-2F4592970FEE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3D4CDB0-1994-411C-B554-D6DCCC848232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that the list is complete and use it to justify the conclusion.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74156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9" grpId="0"/>
      <p:bldP spid="2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83BB774F-4491-4C0A-A484-2999AC1490F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D2CB6FA-5B85-47B5-8ECD-CE6BB5A030B9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5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704EED2-B073-479E-A5FE-DB70BFC3393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843008A-F936-46F1-B632-74B91A1370E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D1810F7-FCAA-4F5A-99B4-07844FF3FEB0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8FD4B7E-ACEA-4F9B-8346-2A67C8E53124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51B02B3-3467-4B98-A76F-80BAC5533C35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F374004-FD69-4BDA-B06C-7C735B1888BD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33552B4-766D-4940-B8B2-613E6437959F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2B41AE0-53EB-419A-855A-6C891F34B0CF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Identify common factors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A3772A6-E0A1-47DF-A23D-9EFC974FB6FF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D696033-30DF-41D5-BA77-A377B7757102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42.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6499054-FAD7-4FCD-9133-470A9415BDBF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5505CB9-2765-4D46-AFA9-88A4A2AFF766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that the list is complete and use it to justify the conclusion.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78C476F-7F58-4DB3-A7F6-259B8633BF68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817752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6F06BB0D-14A3-4381-B659-15DA1E7BB9A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92B9804-5C56-489E-98E9-C8309A9BCE72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5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A2440B-FD5F-4784-ACFC-7B78D384616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2EA0670-6B65-46F2-A268-C910B7CE02A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8238287-A1B9-45E3-A42B-07199CBA6A1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FADCAC2-C093-465B-934D-4F6BFA96015A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81202B1-0508-4010-AC2C-A7C79480A57D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DACCA7D-A0F6-4523-8B44-C5E715E78ED1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32790AA-2BBF-4111-B45F-0E090B0309F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669D54C-C5C6-48E3-B3C9-9189C9F6BCEF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Identify common factors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A8EE455-358B-4C9B-AEE5-1BBB445137E4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List the common factors of 36 and 60.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1F7053C-158C-4FDF-9889-ACA43270932D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4539984-E60E-42BD-844D-4CCCD76A54AD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C5FA5E5-E33C-42C7-B50C-9F5201F56795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D8916C1-E321-457A-BD29-965FAD0E6A5F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174E33F-894F-4AEC-B770-F4FCEC4EF296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1, 2, 3, 4, 6 and 12.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89730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E9F250D4-96A2-4B19-936B-7E7902CDA5F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60963BC-B01A-4C8F-8DF3-B3FED2FA94DC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5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0A9457-A19B-41BF-A242-2C93E31E6D5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7947121-81B2-431E-A973-C3C918B36A6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8F74D0F-E8E5-4929-9CA1-6286BECF6493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74F9FAB-D91D-46B9-9272-F6AB68F6A08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D435029-5C30-4475-8D33-021B195A6A7B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0467A2-4C9F-47CC-BC03-6D2707763B16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0EAFD23-85D5-4596-B947-0EEA66B933CD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932C76D-CE6B-49D5-B9D6-BE6AC57E02A4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Identify common factors</a:t>
            </a:r>
          </a:p>
        </p:txBody>
      </p:sp>
      <p:pic>
        <p:nvPicPr>
          <p:cNvPr id="27" name="Picture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4F0A1E61-E347-4723-AA0F-F54FD9FE7C67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EFB9BEB-A829-42D8-BB1F-454CFBC4A2E2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chooses the largest factor from either list rather than the largest shared factor.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55ED9B0-602A-4DA4-AFD8-5B6186779B16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90740A3-FC37-4877-845B-C3FCEEEBC88A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2BDC4E8-665E-4913-85DF-1EC6BFF3E1C3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 common factor must divide both numbers exactly.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567303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F8D41515-6434-4148-9C3D-AB8F7658069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3AAE42-2A91-411C-917E-8A0C96EC2826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5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D56F09D-B1E9-4321-AF99-C4384B33A51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B835A44-6E0C-4F4F-93CA-7354D361A2B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BA3A24-F646-4B3B-B168-BE574F139D0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2ED883F-5542-4666-BF78-A5E0DF1FFF4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F6D4486-B7B7-4912-8E1E-C6D4D229F819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11E9EA-9F17-4517-A70A-05AC77C1565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9C98699-F493-4FD4-BBB1-1A0E28F7F0BE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9BFD7E9-1633-4191-BE40-FD2594D8A6DB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Identify common factors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B6829F4-2A6D-4064-A897-5F0130F055E7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D8171FB-8317-4BD4-B55B-CE5F29862EAC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C77F00D-DF98-46AD-9227-3EBCCBAB0B3C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EA697D7-0EBB-4CDE-BD19-9D6DBB6C1D70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List the common factors of 36 and 60.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C352F8D-DC12-4A6C-B1E0-E456C8EE0598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D44F2507-8723-40FB-BAB7-D141C640D4BC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EE4BF3C-B764-4CDA-8DBC-33BC3B42E25F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2C0CEBD-BD43-4177-9156-63B9EF8B4C0D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516C482C-C7F9-4F22-A66C-3FFEAA4B5801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19351E2-FBF5-4AA8-9D50-C999EB108E8C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B314CB0-B057-44D7-B04B-FB4631814C49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737764E-D89D-40D5-A7C8-6EF9AF3E9E9E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1, 2, 3, 4, 6 and 12.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E37F259-7BCD-4818-BCDC-4A7BFCAF758D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9330923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E92F42D1-35A2-475D-9BE2-DF0539DDC96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B223DCC-2B7D-45BE-A1E9-4D6176770C03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5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50A625E-92D2-4AAA-BF33-828441C6DAB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9958A14-69DF-49CA-8BF5-03527E7D291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DBE30DB-4BFD-47F5-8F1D-C5702B74872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CA5F411-D08E-467D-B6F3-BA7E1E350FC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B2FD21B-0713-4755-9AB1-DABF4D91335E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D4CCFC7-522A-4F90-B2ED-1D5282EA8B11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8495FE1-61A4-4300-96A2-671DE8CAAB35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A4439E0-1369-4C2C-8B10-FDB9C0BE69A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Identify common factors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2D931BE-23CE-4FA3-B923-AF39D4B376E7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AC29B90-A80B-48E6-AE6C-582E1573132A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1F794D2-F7D3-4CB2-BD94-75AF8AE24EFF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BDD8AF4-5936-456D-97C9-855BC7D6A2C2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HCF of 96 and 144.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493C521E-70F5-4429-9E96-B0B01CCF7830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5EA2A1E-DF1F-43D8-977E-92B508994895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2A8FC05-4A8E-4229-85C8-4701C79681B2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6CA68CC-FC9C-4BF6-A5C4-92148B0E9319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6EA0DA5B-B447-4923-BA37-FB78A928F476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9142FF80-E178-4F33-920E-F2272C756F72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93879B2-E21B-42C0-9DAD-391E90075C9A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47C1F17-D644-4DEF-8F7E-654CA3D348A8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27419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9FA9EF34-B108-4447-AFFF-A324770FEC2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8BB9EC7-824B-4DC8-9C50-00A4691FB860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5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76173E9-7D7D-4921-8896-CDC6AF459BF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5E742EA-7059-4D4B-B2CE-1A67AA20471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FF4A06D-725F-458B-8CF2-F1076FDD4EDC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231F37C-3621-41C9-8C80-7B5CFEEDF139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A2A21F7-8B77-4FF4-9315-B6AF79F8E31E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1706D7F-7A68-4E5E-BC7B-AA643A9BAC1E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F48E7FC-647A-4304-AFA2-D17E2209E93D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0506FAB-C9AE-47A6-9653-18A4DAB5618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Identify common factors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127EEA-F4DB-48ED-B8E7-56E4C668F583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Two numbers have HCF 18. Give a possible pair greater than 50.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E322B46-D158-4C4F-94D4-E399133E7A56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887F01D-CFDF-440E-9DD9-BB2CF9BC3C3D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387A770-152A-4544-9196-590680D11B42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54 and 72 is one example.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617344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75755DE3-3136-403D-9D2C-971DFBF6620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FED2532-AB91-454C-9CD5-CE43F44140DF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5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2A43A7D-63B0-468D-A406-8435178215D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F30D06A-BE71-46BA-9130-6F36C543027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9308AE9-B16C-4D19-AA89-A6BC424C1BCF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7E77F02-DE1D-44C3-91E7-CAB39ADC70C9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 routes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A05ADEE-6083-4600-A742-D53EE3975B49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A2942A2-49B5-4F9B-83C5-6BF01A625F12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E07F62-4B2F-4CB5-8C79-8F7F8FE1E6CA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A3AA317-EB00-4D88-BA8C-536CAF3F339B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Identify common factors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C392D26-E2CC-4772-B9EC-B9F798F7AE3D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488E555-6406-4BAD-BB42-13DF2F238209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CB75B6D-45DD-42C6-84A5-BC94F8E4496F}"/>
              </a:ext>
            </a:extLst>
          </p:cNvPr>
          <p:cNvSpPr>
            <a:spLocks noGrp="1"/>
          </p:cNvSpPr>
          <p:nvPr/>
        </p:nvSpPr>
        <p:spPr>
          <a:xfrm>
            <a:off x="80962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FABAAA9-75ED-4E45-91AC-145FBD1B38CE}"/>
              </a:ext>
            </a:extLst>
          </p:cNvPr>
          <p:cNvSpPr>
            <a:spLocks noGrp="1"/>
          </p:cNvSpPr>
          <p:nvPr/>
        </p:nvSpPr>
        <p:spPr>
          <a:xfrm>
            <a:off x="76200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Lower support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6AEE1D0-DD17-4A88-BC41-7AA5E9C247D9}"/>
              </a:ext>
            </a:extLst>
          </p:cNvPr>
          <p:cNvSpPr>
            <a:spLocks noGrp="1"/>
          </p:cNvSpPr>
          <p:nvPr/>
        </p:nvSpPr>
        <p:spPr>
          <a:xfrm>
            <a:off x="76200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Worked first line, smaller step, vocabulary prompt and adult check.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50D7E95-D500-47D1-A9C0-0D4AE058E814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9A3E686-04E3-4E63-9FB3-07322BE64FD5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7BDAECF-82B1-44F8-BC6C-CD85AF711446}"/>
              </a:ext>
            </a:extLst>
          </p:cNvPr>
          <p:cNvSpPr>
            <a:spLocks noGrp="1"/>
          </p:cNvSpPr>
          <p:nvPr/>
        </p:nvSpPr>
        <p:spPr>
          <a:xfrm>
            <a:off x="4286250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569A428-27F9-4A2B-A95F-97A0ED8E9CD3}"/>
              </a:ext>
            </a:extLst>
          </p:cNvPr>
          <p:cNvSpPr>
            <a:spLocks noGrp="1"/>
          </p:cNvSpPr>
          <p:nvPr/>
        </p:nvSpPr>
        <p:spPr>
          <a:xfrm>
            <a:off x="4238625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Expected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868704C-93B1-47FD-8AF6-F5A0E584CE70}"/>
              </a:ext>
            </a:extLst>
          </p:cNvPr>
          <p:cNvSpPr>
            <a:spLocks noGrp="1"/>
          </p:cNvSpPr>
          <p:nvPr/>
        </p:nvSpPr>
        <p:spPr>
          <a:xfrm>
            <a:off x="4238625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Independent core calculation, complete method and reasonableness check.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FE6D884-D0F3-441D-AFB6-C924C02AE5B1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29E39792-857E-4907-87B7-D24186E363B3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ellipse">
            <a:avLst/>
          </a:prstGeom>
          <a:solidFill>
            <a:srgbClr val="2F785D"/>
          </a:solidFill>
          <a:ln w="0">
            <a:noFill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7F9A085-E4A7-4D6F-9195-7DFB202D4BCD}"/>
              </a:ext>
            </a:extLst>
          </p:cNvPr>
          <p:cNvSpPr>
            <a:spLocks noGrp="1"/>
          </p:cNvSpPr>
          <p:nvPr/>
        </p:nvSpPr>
        <p:spPr>
          <a:xfrm>
            <a:off x="776287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EB83ACB-0BB1-440D-A084-8F74FED18416}"/>
              </a:ext>
            </a:extLst>
          </p:cNvPr>
          <p:cNvSpPr>
            <a:spLocks noGrp="1"/>
          </p:cNvSpPr>
          <p:nvPr/>
        </p:nvSpPr>
        <p:spPr>
          <a:xfrm>
            <a:off x="771525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Higher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02EBD7C-444E-486E-A5D2-5B811847E4FE}"/>
              </a:ext>
            </a:extLst>
          </p:cNvPr>
          <p:cNvSpPr>
            <a:spLocks noGrp="1"/>
          </p:cNvSpPr>
          <p:nvPr/>
        </p:nvSpPr>
        <p:spPr>
          <a:xfrm>
            <a:off x="771525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Reasoning, proof, comparison, creation or generalisation.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612AA94-826F-4C24-BCF1-84622FC9785D}"/>
              </a:ext>
            </a:extLst>
          </p:cNvPr>
          <p:cNvSpPr>
            <a:spLocks noGrp="1"/>
          </p:cNvSpPr>
          <p:nvPr/>
        </p:nvSpPr>
        <p:spPr>
          <a:xfrm>
            <a:off x="1238250" y="5286375"/>
            <a:ext cx="9715500" cy="628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teacher selects today's route from current evidence. The full questions are in the worksheet pack.</a:t>
            </a:r>
          </a:p>
        </p:txBody>
      </p:sp>
    </p:spTree>
    <p:extLst>
      <p:ext uri="{BB962C8B-B14F-4D97-AF65-F5344CB8AC3E}">
        <p14:creationId xmlns:p14="http://schemas.microsoft.com/office/powerpoint/2010/main" val="445190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AC0A430E-42A5-419B-B5E3-C7F60DD7080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0BD4225-F70B-4BE5-B9BA-4A61AA463872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5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73F42D6-3CC7-4B14-90F8-7C5B72B5860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58EC22C-B339-48C1-90DA-0C03042450B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C8675C4-41ED-4A01-AD2C-5231B9F8A8CC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0D00AD9-1EDC-4AE4-BFAE-81E593886094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664A022-59AB-4707-BF18-654562F5B64C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F55C071-70EF-40EB-8B1B-C8A31B6ED536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04CC606-D16B-4FD7-8EE0-02639EFF70B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8856F88-539C-4556-B210-F9C3FE23DA7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Identify common factors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DD4C450-9DF5-4BC9-92CC-41F9B22CCCA8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DD1E7F8-E858-4A64-B4CB-6736284C512B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B5F9011-75ED-49C6-919C-9FF9F8C890AC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4E3295D-94D4-466B-991C-CDECEBAF1F85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HCF of 96 and 144.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3E82C02-60B4-4C7B-9867-9AF9B74485A3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2D65F80-A3A6-4F98-B523-F59548F376C3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9394E02-05F0-434C-B92E-28FA0BA205EC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A01F29D-BABB-427E-AE1E-972AA89E9AAF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chooses the largest factor from either list rather than the largest shared factor.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50218727-A59E-47DC-87E2-ECCDBCDCCA30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79D68160-B685-4079-B5AB-BF79F999095C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CFBE400-E24F-4D65-9EE9-E73B58BCF1C0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3B23690-46E8-4D1C-A87E-042553726CE1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F4DA7A9-9107-48FC-816D-7BD9C752B195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688452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1338</Words>
  <Application>Microsoft Office PowerPoint</Application>
  <DocSecurity>0</DocSecurity>
  <PresentationFormat>Widescreen</PresentationFormat>
  <Paragraphs>171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2026-09-08T22:36:21Z</dcterms:created>
  <dcterms:modified xsi:type="dcterms:W3CDTF">2026-09-08T22:43:53Z</dcterms:modified>
</cp:coreProperties>
</file>