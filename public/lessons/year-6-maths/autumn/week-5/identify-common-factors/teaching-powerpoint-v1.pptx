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c213a2a5984d75" /><Relationship Type="http://schemas.openxmlformats.org/officeDocument/2006/relationships/extended-properties" Target="/docProps/app.xml" Id="R739525ad31ea45da" /><Relationship Type="http://schemas.openxmlformats.org/officeDocument/2006/relationships/officeDocument" Target="/ppt/presentation.xml" Id="Re6efc07c1f3244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ee550e80524a31"/>
  </p:sldMasterIdLst>
  <p:notesMasterIdLst>
    <p:notesMasterId xmlns:r="http://schemas.openxmlformats.org/officeDocument/2006/relationships" r:id="R891bd8e313704d37"/>
  </p:notesMasterIdLst>
  <p:sldIdLst>
    <p:sldId xmlns:r="http://schemas.openxmlformats.org/officeDocument/2006/relationships" id="256" r:id="Ra64b8818e009496c"/>
    <p:sldId xmlns:r="http://schemas.openxmlformats.org/officeDocument/2006/relationships" id="257" r:id="Rb6264fac281345e4"/>
    <p:sldId xmlns:r="http://schemas.openxmlformats.org/officeDocument/2006/relationships" id="258" r:id="R13735cb2773b4542"/>
    <p:sldId xmlns:r="http://schemas.openxmlformats.org/officeDocument/2006/relationships" id="259" r:id="Rd2ae021016174727"/>
    <p:sldId xmlns:r="http://schemas.openxmlformats.org/officeDocument/2006/relationships" id="260" r:id="R9cadf59357dc42fd"/>
    <p:sldId xmlns:r="http://schemas.openxmlformats.org/officeDocument/2006/relationships" id="261" r:id="R9257dc02d3e74293"/>
    <p:sldId xmlns:r="http://schemas.openxmlformats.org/officeDocument/2006/relationships" id="262" r:id="Re2152f289dd54e81"/>
    <p:sldId xmlns:r="http://schemas.openxmlformats.org/officeDocument/2006/relationships" id="263" r:id="R17a386be3bab43eb"/>
    <p:sldId xmlns:r="http://schemas.openxmlformats.org/officeDocument/2006/relationships" id="264" r:id="R97d98a269de14541"/>
    <p:sldId xmlns:r="http://schemas.openxmlformats.org/officeDocument/2006/relationships" id="265" r:id="R9b5ca9f8d6cc4287"/>
    <p:sldId xmlns:r="http://schemas.openxmlformats.org/officeDocument/2006/relationships" id="266" r:id="R057660cb31f640c0"/>
    <p:sldId xmlns:r="http://schemas.openxmlformats.org/officeDocument/2006/relationships" id="267" r:id="R16bb8cbf13764fb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1792adcf2340d8" /><Relationship Type="http://schemas.openxmlformats.org/officeDocument/2006/relationships/slideMaster" Target="/ppt/slideMasters/slideMaster1.xml" Id="Rc2ee550e80524a31" /><Relationship Type="http://schemas.openxmlformats.org/officeDocument/2006/relationships/notesMaster" Target="/ppt/notesMasters/notesMaster1.xml" Id="R891bd8e313704d37" /><Relationship Type="http://schemas.openxmlformats.org/officeDocument/2006/relationships/presProps" Target="/ppt/presProps.xml" Id="Ra04035d47c114185" /><Relationship Type="http://schemas.openxmlformats.org/officeDocument/2006/relationships/tableStyles" Target="/ppt/tableStyles.xml" Id="R9d61da474c9142f5" /><Relationship Type="http://schemas.openxmlformats.org/officeDocument/2006/relationships/slide" Target="/ppt/slides/slide1.xml" Id="Ra64b8818e009496c" /><Relationship Type="http://schemas.openxmlformats.org/officeDocument/2006/relationships/slide" Target="/ppt/slides/slide2.xml" Id="Rb6264fac281345e4" /><Relationship Type="http://schemas.openxmlformats.org/officeDocument/2006/relationships/slide" Target="/ppt/slides/slide3.xml" Id="R13735cb2773b4542" /><Relationship Type="http://schemas.openxmlformats.org/officeDocument/2006/relationships/slide" Target="/ppt/slides/slide4.xml" Id="Rd2ae021016174727" /><Relationship Type="http://schemas.openxmlformats.org/officeDocument/2006/relationships/slide" Target="/ppt/slides/slide5.xml" Id="R9cadf59357dc42fd" /><Relationship Type="http://schemas.openxmlformats.org/officeDocument/2006/relationships/slide" Target="/ppt/slides/slide6.xml" Id="R9257dc02d3e74293" /><Relationship Type="http://schemas.openxmlformats.org/officeDocument/2006/relationships/slide" Target="/ppt/slides/slide7.xml" Id="Re2152f289dd54e81" /><Relationship Type="http://schemas.openxmlformats.org/officeDocument/2006/relationships/slide" Target="/ppt/slides/slide8.xml" Id="R17a386be3bab43eb" /><Relationship Type="http://schemas.openxmlformats.org/officeDocument/2006/relationships/slide" Target="/ppt/slides/slide9.xml" Id="R97d98a269de14541" /><Relationship Type="http://schemas.openxmlformats.org/officeDocument/2006/relationships/slide" Target="/ppt/slides/slide10.xml" Id="R9b5ca9f8d6cc4287" /><Relationship Type="http://schemas.openxmlformats.org/officeDocument/2006/relationships/slide" Target="/ppt/slides/slide11.xml" Id="R057660cb31f640c0" /><Relationship Type="http://schemas.openxmlformats.org/officeDocument/2006/relationships/slide" Target="/ppt/slides/slide12.xml" Id="R16bb8cbf13764f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ec90ef678e49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cd3f4a11364afd" /><Relationship Type="http://schemas.openxmlformats.org/officeDocument/2006/relationships/notesMaster" Target="/ppt/notesMasters/notesMaster1.xml" Id="R5e8ef364e23d40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50c3cda4304699" /><Relationship Type="http://schemas.openxmlformats.org/officeDocument/2006/relationships/notesMaster" Target="/ppt/notesMasters/notesMaster1.xml" Id="R783301f2cabd42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dea66bf3de4ec7" /><Relationship Type="http://schemas.openxmlformats.org/officeDocument/2006/relationships/notesMaster" Target="/ppt/notesMasters/notesMaster1.xml" Id="Reb1f2daaaaad45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96cc815a1b4a83" /><Relationship Type="http://schemas.openxmlformats.org/officeDocument/2006/relationships/notesMaster" Target="/ppt/notesMasters/notesMaster1.xml" Id="Rcbc7fb83042c4fe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228b4c66b7442b" /><Relationship Type="http://schemas.openxmlformats.org/officeDocument/2006/relationships/notesMaster" Target="/ppt/notesMasters/notesMaster1.xml" Id="R1e6cfb5e1ba74b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526e25e25e416b" /><Relationship Type="http://schemas.openxmlformats.org/officeDocument/2006/relationships/notesMaster" Target="/ppt/notesMasters/notesMaster1.xml" Id="Re6d271de0f714e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dd7a8c3e134c35" /><Relationship Type="http://schemas.openxmlformats.org/officeDocument/2006/relationships/notesMaster" Target="/ppt/notesMasters/notesMaster1.xml" Id="R70de28f329584c1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7fc3033b9f41a7" /><Relationship Type="http://schemas.openxmlformats.org/officeDocument/2006/relationships/notesMaster" Target="/ppt/notesMasters/notesMaster1.xml" Id="R214b978f4f8c42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d4ea048df24a3a" /><Relationship Type="http://schemas.openxmlformats.org/officeDocument/2006/relationships/notesMaster" Target="/ppt/notesMasters/notesMaster1.xml" Id="R01754aaef5c54a2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660c5e050949b5" /><Relationship Type="http://schemas.openxmlformats.org/officeDocument/2006/relationships/notesMaster" Target="/ppt/notesMasters/notesMaster1.xml" Id="R98bc4825eab446a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c42c961048546b8" /><Relationship Type="http://schemas.openxmlformats.org/officeDocument/2006/relationships/notesMaster" Target="/ppt/notesMasters/notesMaster1.xml" Id="R1e8b37732021470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9fe332b299c4017" /><Relationship Type="http://schemas.openxmlformats.org/officeDocument/2006/relationships/notesMaster" Target="/ppt/notesMasters/notesMaster1.xml" Id="R351e936e4bac4e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1, 2, 3, 4, 6 and 12. | State whether the task concerns factors or multiples. | A common factor must divide both numbers exactly.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1, 2, 3, 4, 6 and 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 common factor must divide both numbers exactly.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1, 2, 3, 4, 6 and 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54 and 72 is one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48. | A common factor must divide both numbers exactly.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62616cd9b48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c56e3a52d04cdb" /><Relationship Type="http://schemas.openxmlformats.org/officeDocument/2006/relationships/slideLayout" Target="/ppt/slideLayouts/slideLayout1.xml" Id="R7158b9d1b7d344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58b9d1b7d344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f81ed26744766" /><Relationship Type="http://schemas.openxmlformats.org/officeDocument/2006/relationships/notesSlide" Target="/ppt/notesSlides/notesSlide1.xml" Id="Re8f577b748a94d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8b4e96d05a4f9f" /><Relationship Type="http://schemas.openxmlformats.org/officeDocument/2006/relationships/notesSlide" Target="/ppt/notesSlides/notesSlide2.xml" Id="R35ef2e255c5444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76f61184684d94" /><Relationship Type="http://schemas.openxmlformats.org/officeDocument/2006/relationships/notesSlide" Target="/ppt/notesSlides/notesSlide3.xml" Id="Rdff0f171bc5d4e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ca7d6102b640e0" /><Relationship Type="http://schemas.openxmlformats.org/officeDocument/2006/relationships/notesSlide" Target="/ppt/notesSlides/notesSlide4.xml" Id="R11b7e908e42a4e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6f5d340e64756" /><Relationship Type="http://schemas.openxmlformats.org/officeDocument/2006/relationships/notesSlide" Target="/ppt/notesSlides/notesSlide5.xml" Id="R69b31547667948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161a0641a4d40" /><Relationship Type="http://schemas.openxmlformats.org/officeDocument/2006/relationships/notesSlide" Target="/ppt/notesSlides/notesSlide6.xml" Id="R2ed0a2fe9ade47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cbbb1ba76487b" /><Relationship Type="http://schemas.openxmlformats.org/officeDocument/2006/relationships/image" Target="/ppt/media/image.png" Id="R731770b47b824820" /><Relationship Type="http://schemas.openxmlformats.org/officeDocument/2006/relationships/notesSlide" Target="/ppt/notesSlides/notesSlide7.xml" Id="Rde2d1cd2d9654c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b6be464a34919" /><Relationship Type="http://schemas.openxmlformats.org/officeDocument/2006/relationships/notesSlide" Target="/ppt/notesSlides/notesSlide8.xml" Id="R5a839e24e49e48c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40fcbd6dd49d3" /><Relationship Type="http://schemas.openxmlformats.org/officeDocument/2006/relationships/notesSlide" Target="/ppt/notesSlides/notesSlide9.xml" Id="R100e0a43c30f432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7f7a85f394bc2" /><Relationship Type="http://schemas.openxmlformats.org/officeDocument/2006/relationships/notesSlide" Target="/ppt/notesSlides/notesSlide10.xml" Id="R00afe39ad4db42f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625a69fc4477a" /><Relationship Type="http://schemas.openxmlformats.org/officeDocument/2006/relationships/notesSlide" Target="/ppt/notesSlides/notesSlide11.xml" Id="Rf4a21862623449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19a21e13d4625" /><Relationship Type="http://schemas.openxmlformats.org/officeDocument/2006/relationships/notesSlide" Target="/ppt/notesSlides/notesSlide12.xml" Id="Rc6999c88546a4e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D4EDA-4C64-444F-BD50-CDED0F0B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F65F2-1F80-4706-ACAC-C1F27862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31E483-014A-49DF-83B0-B7D8F45C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F6923-855B-4F02-91D6-5B0E723B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BA86B9-BD17-4644-830D-1A095AAB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F66B0-BBD6-4B6E-B4EA-75A30C54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3F00D-6C91-421B-8DDA-4F083D9E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CA0595-F112-4180-8DFB-C8EE0300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common factors and the highest common factor.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90DD9-1E03-4450-908D-B58D372C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AB1C6-FBFB-4A2E-BCAB-B1594C53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45666-D4E4-4E46-B958-C84B573D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303119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76C8A1-8C4A-46DF-86D2-EC93EB5C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8962CB-31D9-4E23-8437-FC33F2DF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43E0E-5718-4388-83E1-4C5B0ADE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42370B-36EF-455B-ACB3-824ED52E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A7C1A-B7F2-47A1-8799-53260411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D65C0-2014-41FF-A1B0-449A3038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DFEF70-C750-4A50-9C5B-4EC84072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8C647D-61DA-4806-9CAC-CD5D0CD1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B0E915-2B00-491C-993A-6676C28E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1DE74-4CBB-4996-A89B-F7F70C6C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E32713-BE24-4C05-849F-53B52CBD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57EBA6-10BD-4F2A-89BC-FBEB7A18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392E0F-8CD8-46C5-9874-F08C5B9B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E1063B-B3F9-4722-946E-291437E8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B35A4F-D51C-4416-A4BF-A31139C6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5CE083-6456-4E9A-A22C-9540C058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0F6F05-43AC-41B8-B60B-C3A2AF5C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698E8E-F083-4621-9B90-9BD6517E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5B8813-E44E-401E-9F40-328BF9131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FAABA2-A810-44AB-9DC5-F0E77B9A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0F5A97-0469-4771-B6FE-1157E81C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highest common factor of 84 and 126.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BB8A56-7D7E-4369-857D-99FCA5EE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328489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AF44CE-5AAA-48F5-9975-4A3E53C1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3519C6-0B8D-4838-9304-EC5105CF1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CF676-B949-45F4-9A2A-F3022C81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D8864-941B-47F5-A85F-547BB3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4A733-91E7-447C-8849-32160183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3E06D0-CB9D-47FE-8A1B-ACFEC450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0EDCCA-ACC3-4B73-8930-D74D41962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B32F0F-D6B1-4819-BC70-5EAA35F6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5CD1DF-0D30-44BA-AB3B-718966F7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2E6D4-FDEE-4BBD-BF3D-44FD65E3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find common factors and the highest common factor.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AC87C0-458B-4710-BFA6-2431177A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E27835-F6DD-4036-B0C1-3A5A2D34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F5243E-DADC-4F06-AEDD-9F879B90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49785-D8B2-4737-9163-463D1279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E65C11-5800-4AD2-844D-EBD31BF2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10322816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14A68E-0F52-483B-8B3F-5ACA9F22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E590F-3864-4676-9460-C1878BD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43268F-FF98-4EB3-AC20-64BC0F56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F29DB8-1676-46A9-977D-1127621A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BB91CB-43A0-4838-ADE3-CA20EF25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A2EFB-0201-43C1-8C5A-5BF4EFE2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71ED56-77CB-4C6F-BFB8-0C94DC81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9B963-2531-4288-90BF-12CC7E81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5CEF5-4B8C-42EB-AF2C-D2EE643B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B56106-843A-4A71-BF1A-4B04C993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highest common factor of 84 and 126.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CE370-9E31-401E-A856-109809B7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95B65-9A1A-480E-8D56-4A202EDE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8EA557-AA7D-400D-98E0-180D05C9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Factors of 84: 1, 2, 3, 4, 6, 7, 12, 14, 21, 28, 42, 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B930CD-EA63-4329-8FED-AD712CF3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B1B59-A7E5-4C21-B3B6-04AF1C13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D99E5-17F0-4A4F-931F-4CC2A5F1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Factors of 126: 1, 2, 3, 6, 7, 9, 14, 18, 21, 42, 63, 126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726854-E20E-4D96-AB83-92CB60B3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7860D-EF2C-4527-8AED-C32C90CE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993C46-3B3A-4849-98A1-565A44EB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Common factors: 1, 2, 3, 6, 7, 14, 21, 42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C701E0-2138-4A99-B0CB-3FB3AE21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231DB7-9343-4049-ACAE-D3A0BA43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2C326D-D910-47FB-8FBE-932D6DA8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Highest common factor = 42</a:t>
            </a:r>
          </a:p>
        </p:txBody>
      </p:sp>
    </p:spTree>
    <p:extLst>
      <p:ext uri="{BB962C8B-B14F-4D97-AF65-F5344CB8AC3E}">
        <p14:creationId xmlns:p14="http://schemas.microsoft.com/office/powerpoint/2010/main" val="18588576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9BDE1F-8A4A-4A99-A587-2BF5CFE9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DC454-64A4-49D6-A41B-0D6E5D9C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789D1-2D6F-41EE-9B57-6AB64BFC6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5FE9E-BF52-4895-AFFD-EE9E0FED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540E1-0EB7-4BEE-8F60-1135C460C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269FC-6E9B-4566-A565-B70AE3CD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804E88-2CCE-4F62-8297-42BB7197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F8F6C-812D-4952-9DAE-2C5D085C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FEF9B6-4C7B-4006-A203-93C38FCED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C5FC5-F4FC-4929-AD5A-01705817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7B099E-0559-4AB2-AE2E-B4111E3B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95840-25E3-4DDE-89FF-16A79726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F83DF-9B31-479D-A8DA-419734C0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4F5B0-280D-422B-9CD1-EF961A9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513375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B39A42-499A-42C5-8D85-51914F35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C581E-D149-485B-ADBB-088F4491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830266-3CF0-4BB7-AF03-3B11D661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6E9CC1-50DD-4248-9FE8-1EEF6517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67ED5E-6A7C-4D58-970D-961C477B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67B9D3-E7C4-467F-91D5-631C5A9C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C44FE-E1AF-4953-BA9C-74B27FF6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BD17D-F832-4198-9354-6B06EE4E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ECD410-2A9C-4EA1-BACA-C69E72BC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99AF62-AAC4-4AC1-9E64-608F7906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C347CF-A1A9-4EA6-BD9C-FC5AFAD4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62D8D-A29F-4920-8924-62E2224A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6D41FF-7FCD-4D30-896B-92FF459D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02E36A-43A7-4DBB-9439-5E8E29C5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735F7-C3FB-4A6E-B631-0C78BD20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 2, 3, 4, 6 and 12.</a:t>
            </a:r>
          </a:p>
        </p:txBody>
      </p:sp>
    </p:spTree>
    <p:extLst>
      <p:ext uri="{BB962C8B-B14F-4D97-AF65-F5344CB8AC3E}">
        <p14:creationId xmlns:p14="http://schemas.microsoft.com/office/powerpoint/2010/main" val="10362051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4C212-3E87-49D4-A2F5-F247D0F8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FE32B9-DD19-4046-ADA0-402FD66B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CF3419-57ED-4B1D-AB49-1E144929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C38BF-1336-4F55-899E-9C6E08A8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3FEF3A-411D-4BEC-B13E-3B4D292B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A21325-9496-461F-8A07-18D0B0FD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78AE6-4FEC-4CB1-B2BB-17E8F058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CB3B6-E550-4A78-BE7D-7E10EF98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DF8EC-7FD6-4BBF-883F-40C13ED4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1770b47b824820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CC9CF0-B333-4060-AF0D-33ADA1AD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942F8F-743A-4216-A0CC-48567C48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chooses the largest factor from either list rather than the largest shared factor.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59B84-1049-4D7B-99B8-D4175CDAF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240BAD-D0E6-4C86-B8C0-9CF88713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6D2418-9E80-47E5-A79C-2C033F91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 common factor must divide both numbers exactly.</a:t>
            </a:r>
          </a:p>
        </p:txBody>
      </p:sp>
    </p:spTree>
    <p:extLst>
      <p:ext uri="{BB962C8B-B14F-4D97-AF65-F5344CB8AC3E}">
        <p14:creationId xmlns:p14="http://schemas.microsoft.com/office/powerpoint/2010/main" val="9248167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7F2A9E-0D60-40A1-847A-2905FC89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3137B0-C8EE-4E1F-8828-990E913C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952CD-48FD-4CA7-99FF-94E121F2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713713-CF21-4753-BDCA-2D65F4FA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B09FD-7C0A-4008-B711-FE9CDFC9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66D32-147A-42F9-BB90-C49EBB8A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058D3E-AFA4-4E59-AED9-A8626554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7E2771-3D8E-444F-82F5-25BD904E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82587-095B-4EC6-8005-A65B377D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0CEFE-F787-41DF-BD4F-33120277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71371-89F8-410D-97BE-DB4926AE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2321F5-EE75-422C-A697-FB5BF1E6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3E133-DC15-476C-AF29-57BD3045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List the common factors of 36 and 60.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16FD21-BB91-4F57-A66C-00A7D99B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543C1-D267-4B21-8B5D-DD8A39A5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ADADCA-53DF-4CB7-8B35-645381C4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633108-2E62-4CCE-B1F5-4C90DCD6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EB2D3D-2C25-46F4-8CEE-0EA52FEE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6C3072-D785-4B1F-95E3-5B5B0D73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95A1D2-AE15-41BB-86D1-FCD52FB8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44432C-C119-4B83-8CDC-75AE7D3A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 2, 3, 4, 6 and 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FF5A5F-A1DA-4467-9A06-0DCF52C5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4370725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3CD3EF-8DF2-4276-8A2D-F3676856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382B15-F1CD-4E3B-876B-AD040EF7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4A123-A823-4A78-B6F0-7265C73B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3FCD90-0053-4D39-A9FA-33712E51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F3895-5AE3-4E0B-BE65-A833DAD75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082B7-67E8-4490-8E37-1299A639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2F1716-021E-4156-A907-376A5A30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D6FB5C-1294-430A-AAA2-EB045DAE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1C8535-9C2D-47EA-AB91-897B444B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76755D-8C92-4188-86AC-EA9CF9A0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E17388-BE2B-4B94-8E2C-D054E916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2DA1B-2893-4013-A31C-34DCE919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54F15E-ACC1-4873-B906-09C36189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BB44DF-E23F-44BD-AD02-2C35971A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CC60D1-B596-4A29-9AA4-DB4D8BB0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78BBEF-8390-47AB-B503-924C54A8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4EC028-260A-4849-8F00-D55AA9D4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9BC390-A632-4B07-93A0-5FA219CD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0A5F42-36F5-47B7-B57B-5B9DD0FE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BC65DB-8B03-4FBF-993E-8A1760D2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7659E9-8CF3-40CD-B4C1-2767D1E3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027728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922BB9-F94F-49E3-97F2-B142B831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F87238-DB4F-4769-A97F-FEA42827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C8F536-B2C0-4BAA-ADDE-1BD06C84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037BF-7720-4428-B877-6169D46A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F09C7F-EBD0-4047-9BE8-26AD1EBB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26E8BD-155E-45C6-BD01-A678E7C0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A5F2A-4495-4025-B1CC-1921D4A3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15482-0515-4D9C-A33A-DB1A136C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88E54A-FD0D-40E4-9543-235D1BC8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EC058-A618-4A13-B972-F8B75DF3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Two numbers have HCF 18. Give a possible pair greater than 50.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1B756-6FC3-447D-B9CE-DE920CF8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6F06F-A16E-4256-B9D3-F6C4EA36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93CCC-1FAC-4993-A39C-E4811704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54 and 72 is one example.</a:t>
            </a:r>
          </a:p>
        </p:txBody>
      </p:sp>
    </p:spTree>
    <p:extLst>
      <p:ext uri="{BB962C8B-B14F-4D97-AF65-F5344CB8AC3E}">
        <p14:creationId xmlns:p14="http://schemas.microsoft.com/office/powerpoint/2010/main" val="9744182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A0FB9-5968-4370-8346-D9C762F5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2BC41-AD9D-48A5-99AC-44404B49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432928-99E8-4769-9EC8-6E20A72D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BF5CB-4AC5-4680-B3FF-9189EB08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E5E3B-ECC4-49DF-BADC-9CC264BE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75313-C669-4AC2-811F-6E37EFF8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9E1E56-8AF3-451A-BB02-A977EF9B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A9107B-B3F5-4D26-B208-BF9096813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60639-981E-4CD7-BDA8-47FFF167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825DC-F676-4AC9-A8CC-FF91776AD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4A57A-846A-47F7-9492-6EC56226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03EE0-7A73-4138-8DEA-4592BDC8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1A73AE-581B-4D02-B28F-8CA0722F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CF5E69-01E9-4784-903D-54101A11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3C0609-051A-4AD3-B792-50CCFE1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311FAE-543A-44EA-AA13-EC946081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688A93-9C85-4260-BB94-4389079C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192BE-3597-4E0F-91EE-B23A0D4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4390938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036A90-30BB-4F90-A00A-D684563A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1B9AC4-104B-432B-920E-A78AC9C0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FA8E9-12B6-4F9A-B481-A4484AAC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1EFD7B-E836-466F-8780-95B59890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FC0A8-5314-4B5D-9F6A-8E8723E3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10D7D-BD9E-4CE3-8535-C9F3B592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B52532-75EE-43EA-AF19-BE708DE6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110E8B-6EC9-42D4-A373-C0E3751C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1EEA2D-A669-4723-B0B3-45AE3B6E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Identify common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879AED-F3F3-4C0A-B29F-6B256BD9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496F9B-B357-4425-BA3C-3DCDF8BD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E1CC7F-6653-424B-ADA0-5BC65225D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806FEB-9E43-4535-9381-66A2EF6F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HCF of 96 and 144.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198F6B-E0B2-4E7C-8AE6-EEB4CD0C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52DD54-A698-4145-AF7D-A147ECF6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C7A857-FD29-435E-A1C3-7E334DE8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92EA13-B429-4888-8F5B-724E4756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chooses the largest factor from either list rather than the largest shared factor.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1412BD-A52B-420F-8C15-B69F7850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AA5874-9570-47AC-8233-8D9A4D9F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37932F-2A11-4157-9030-86645046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02674C-F8C7-4AEF-9236-90402511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3F101C-3776-4420-A0FE-64A0E306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2678779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2026-09-09T22:14:01.0790000Z</dcterms:created>
  <dcterms:modified xsi:type="dcterms:W3CDTF">2026-09-09T22:14:01.0790000Z</dcterms:modified>
</coreProperties>
</file>