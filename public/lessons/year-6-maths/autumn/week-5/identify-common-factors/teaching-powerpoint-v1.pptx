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f45c0533574a68" /><Relationship Type="http://schemas.openxmlformats.org/officeDocument/2006/relationships/extended-properties" Target="/docProps/app.xml" Id="R5309b512a46e4505" /><Relationship Type="http://schemas.openxmlformats.org/officeDocument/2006/relationships/officeDocument" Target="/ppt/presentation.xml" Id="R4bd82b3a002440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2103e329bd44af"/>
  </p:sldMasterIdLst>
  <p:notesMasterIdLst>
    <p:notesMasterId xmlns:r="http://schemas.openxmlformats.org/officeDocument/2006/relationships" r:id="R3001a8e533b245d2"/>
  </p:notesMasterIdLst>
  <p:sldIdLst>
    <p:sldId xmlns:r="http://schemas.openxmlformats.org/officeDocument/2006/relationships" id="256" r:id="R37b08005ba434018"/>
    <p:sldId xmlns:r="http://schemas.openxmlformats.org/officeDocument/2006/relationships" id="257" r:id="R7038cc5bf6234360"/>
    <p:sldId xmlns:r="http://schemas.openxmlformats.org/officeDocument/2006/relationships" id="258" r:id="R387b915c691d4459"/>
    <p:sldId xmlns:r="http://schemas.openxmlformats.org/officeDocument/2006/relationships" id="259" r:id="Rf2939a8685d34780"/>
    <p:sldId xmlns:r="http://schemas.openxmlformats.org/officeDocument/2006/relationships" id="260" r:id="R1a6df3f181d04a9b"/>
    <p:sldId xmlns:r="http://schemas.openxmlformats.org/officeDocument/2006/relationships" id="261" r:id="R1c3bd54e801c4f86"/>
    <p:sldId xmlns:r="http://schemas.openxmlformats.org/officeDocument/2006/relationships" id="262" r:id="Rc2df7aa5cc9145fc"/>
    <p:sldId xmlns:r="http://schemas.openxmlformats.org/officeDocument/2006/relationships" id="263" r:id="Re65a08eb2442463d"/>
    <p:sldId xmlns:r="http://schemas.openxmlformats.org/officeDocument/2006/relationships" id="264" r:id="Rec45c740935943a5"/>
    <p:sldId xmlns:r="http://schemas.openxmlformats.org/officeDocument/2006/relationships" id="265" r:id="Rd97ea3c6c89b48f6"/>
    <p:sldId xmlns:r="http://schemas.openxmlformats.org/officeDocument/2006/relationships" id="266" r:id="Re2269a9dd23a415e"/>
    <p:sldId xmlns:r="http://schemas.openxmlformats.org/officeDocument/2006/relationships" id="267" r:id="R28db1ec6ece246b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8d926cd1834ef0" /><Relationship Type="http://schemas.openxmlformats.org/officeDocument/2006/relationships/slideMaster" Target="/ppt/slideMasters/slideMaster1.xml" Id="R672103e329bd44af" /><Relationship Type="http://schemas.openxmlformats.org/officeDocument/2006/relationships/notesMaster" Target="/ppt/notesMasters/notesMaster1.xml" Id="R3001a8e533b245d2" /><Relationship Type="http://schemas.openxmlformats.org/officeDocument/2006/relationships/presProps" Target="/ppt/presProps.xml" Id="R6cce7d3809484d65" /><Relationship Type="http://schemas.openxmlformats.org/officeDocument/2006/relationships/tableStyles" Target="/ppt/tableStyles.xml" Id="R50636243512e4ee5" /><Relationship Type="http://schemas.openxmlformats.org/officeDocument/2006/relationships/slide" Target="/ppt/slides/slide1.xml" Id="R37b08005ba434018" /><Relationship Type="http://schemas.openxmlformats.org/officeDocument/2006/relationships/slide" Target="/ppt/slides/slide2.xml" Id="R7038cc5bf6234360" /><Relationship Type="http://schemas.openxmlformats.org/officeDocument/2006/relationships/slide" Target="/ppt/slides/slide3.xml" Id="R387b915c691d4459" /><Relationship Type="http://schemas.openxmlformats.org/officeDocument/2006/relationships/slide" Target="/ppt/slides/slide4.xml" Id="Rf2939a8685d34780" /><Relationship Type="http://schemas.openxmlformats.org/officeDocument/2006/relationships/slide" Target="/ppt/slides/slide5.xml" Id="R1a6df3f181d04a9b" /><Relationship Type="http://schemas.openxmlformats.org/officeDocument/2006/relationships/slide" Target="/ppt/slides/slide6.xml" Id="R1c3bd54e801c4f86" /><Relationship Type="http://schemas.openxmlformats.org/officeDocument/2006/relationships/slide" Target="/ppt/slides/slide7.xml" Id="Rc2df7aa5cc9145fc" /><Relationship Type="http://schemas.openxmlformats.org/officeDocument/2006/relationships/slide" Target="/ppt/slides/slide8.xml" Id="Re65a08eb2442463d" /><Relationship Type="http://schemas.openxmlformats.org/officeDocument/2006/relationships/slide" Target="/ppt/slides/slide9.xml" Id="Rec45c740935943a5" /><Relationship Type="http://schemas.openxmlformats.org/officeDocument/2006/relationships/slide" Target="/ppt/slides/slide10.xml" Id="Rd97ea3c6c89b48f6" /><Relationship Type="http://schemas.openxmlformats.org/officeDocument/2006/relationships/slide" Target="/ppt/slides/slide11.xml" Id="Re2269a9dd23a415e" /><Relationship Type="http://schemas.openxmlformats.org/officeDocument/2006/relationships/slide" Target="/ppt/slides/slide12.xml" Id="R28db1ec6ece246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38930eb8eb4e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99b01167a4421b" /><Relationship Type="http://schemas.openxmlformats.org/officeDocument/2006/relationships/notesMaster" Target="/ppt/notesMasters/notesMaster1.xml" Id="R2719f3a81a1645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54067052644705" /><Relationship Type="http://schemas.openxmlformats.org/officeDocument/2006/relationships/notesMaster" Target="/ppt/notesMasters/notesMaster1.xml" Id="R4759f060b8c142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82ccfc75864800" /><Relationship Type="http://schemas.openxmlformats.org/officeDocument/2006/relationships/notesMaster" Target="/ppt/notesMasters/notesMaster1.xml" Id="Rf0d6d4dfdc834a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7726a1718d48e0" /><Relationship Type="http://schemas.openxmlformats.org/officeDocument/2006/relationships/notesMaster" Target="/ppt/notesMasters/notesMaster1.xml" Id="Rbf80087b01e840e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122dd4f7a34cd1" /><Relationship Type="http://schemas.openxmlformats.org/officeDocument/2006/relationships/notesMaster" Target="/ppt/notesMasters/notesMaster1.xml" Id="R081adf2c7b214d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7926353dd9429a" /><Relationship Type="http://schemas.openxmlformats.org/officeDocument/2006/relationships/notesMaster" Target="/ppt/notesMasters/notesMaster1.xml" Id="R16d52486b0724b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7a50eb8c234fbc" /><Relationship Type="http://schemas.openxmlformats.org/officeDocument/2006/relationships/notesMaster" Target="/ppt/notesMasters/notesMaster1.xml" Id="R69c2622079bd42c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2290155639c4d3f" /><Relationship Type="http://schemas.openxmlformats.org/officeDocument/2006/relationships/notesMaster" Target="/ppt/notesMasters/notesMaster1.xml" Id="R04016c91380748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0bb7465c2f549fd" /><Relationship Type="http://schemas.openxmlformats.org/officeDocument/2006/relationships/notesMaster" Target="/ppt/notesMasters/notesMaster1.xml" Id="R274f4b82fe994f3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f3ebff9437a4fb9" /><Relationship Type="http://schemas.openxmlformats.org/officeDocument/2006/relationships/notesMaster" Target="/ppt/notesMasters/notesMaster1.xml" Id="R2ef1741ed6cd48e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d405cfa6e1e48b2" /><Relationship Type="http://schemas.openxmlformats.org/officeDocument/2006/relationships/notesMaster" Target="/ppt/notesMasters/notesMaster1.xml" Id="R820bf567ccf9494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7cc4a88c9954ab5" /><Relationship Type="http://schemas.openxmlformats.org/officeDocument/2006/relationships/notesMaster" Target="/ppt/notesMasters/notesMaster1.xml" Id="Rc98e849249a549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1, 2, 3, 4, 6 and 12. | State whether the task concerns factors or multiples. | A common factor must divide both numbers exactly.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1, 2, 3, 4, 6 and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 common factor must divide both numbers exactly.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1, 2, 3, 4, 6 and 12..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48..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54 and 72 is one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48. | A common factor must divide both numbers exactly.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b494ba724144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b01ce8186a48f4" /><Relationship Type="http://schemas.openxmlformats.org/officeDocument/2006/relationships/slideLayout" Target="/ppt/slideLayouts/slideLayout1.xml" Id="R6e1ac2ee12d64b7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1ac2ee12d64b7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0fb231c01b4fa8" /><Relationship Type="http://schemas.openxmlformats.org/officeDocument/2006/relationships/notesSlide" Target="/ppt/notesSlides/notesSlide1.xml" Id="R75b720a01c7042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4906fb417d437e" /><Relationship Type="http://schemas.openxmlformats.org/officeDocument/2006/relationships/notesSlide" Target="/ppt/notesSlides/notesSlide2.xml" Id="Rf929788cc0424d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3797c64e88458d" /><Relationship Type="http://schemas.openxmlformats.org/officeDocument/2006/relationships/notesSlide" Target="/ppt/notesSlides/notesSlide3.xml" Id="R3f483a7bc57242b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0c6a5f1a944f30" /><Relationship Type="http://schemas.openxmlformats.org/officeDocument/2006/relationships/notesSlide" Target="/ppt/notesSlides/notesSlide4.xml" Id="R30b71284a375491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2519bfe1741c7" /><Relationship Type="http://schemas.openxmlformats.org/officeDocument/2006/relationships/notesSlide" Target="/ppt/notesSlides/notesSlide5.xml" Id="Rb4170869936144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d3c23e14c84518" /><Relationship Type="http://schemas.openxmlformats.org/officeDocument/2006/relationships/notesSlide" Target="/ppt/notesSlides/notesSlide6.xml" Id="R3c0bbbfc9a3b406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23387e7624458" /><Relationship Type="http://schemas.openxmlformats.org/officeDocument/2006/relationships/image" Target="/ppt/media/image.png" Id="R4dbaaaa1c76a45f9" /><Relationship Type="http://schemas.openxmlformats.org/officeDocument/2006/relationships/notesSlide" Target="/ppt/notesSlides/notesSlide7.xml" Id="R676e2ffeec4b43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24618e6faf4119" /><Relationship Type="http://schemas.openxmlformats.org/officeDocument/2006/relationships/notesSlide" Target="/ppt/notesSlides/notesSlide8.xml" Id="R6c51b496d54b42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afd15c2e0f4584" /><Relationship Type="http://schemas.openxmlformats.org/officeDocument/2006/relationships/notesSlide" Target="/ppt/notesSlides/notesSlide9.xml" Id="Re6137e11af384d2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d146063dd4cfc" /><Relationship Type="http://schemas.openxmlformats.org/officeDocument/2006/relationships/notesSlide" Target="/ppt/notesSlides/notesSlide10.xml" Id="Rc53dade6e16d45b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1ee65f9a584a9c" /><Relationship Type="http://schemas.openxmlformats.org/officeDocument/2006/relationships/notesSlide" Target="/ppt/notesSlides/notesSlide11.xml" Id="R4fc7e2095811453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f68676b2f24507" /><Relationship Type="http://schemas.openxmlformats.org/officeDocument/2006/relationships/notesSlide" Target="/ppt/notesSlides/notesSlide12.xml" Id="R6a5f6a657023400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483F6F-6759-4BCA-8BA0-F52F484B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764731-9CB2-4263-9BC1-2AB3F49D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3F3ADC-E29D-42E4-BC4E-E2A8BBB5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31D151-6E71-432F-BBA6-586BC01C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9F5B84-1CE4-4E3A-A60F-52001CFF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6C36CD-AD2C-44BF-82BF-691CBC47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75CE0C-2D93-483F-B360-5DFBC054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A6D53E-8347-4EDC-AF0C-90F6752C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find common factors and the highest common factor.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59E8EC-9B3D-4F46-85A4-EED6DA36D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924C1F-DCB5-41FC-893D-1887746B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B9F46F-DDDE-414D-A2C1-A7022108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441748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33AEA1-4D4A-4711-A4FF-5485C517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2D661D-7997-4A10-816E-5E714006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ED9A33-9614-49DF-9F8B-90286F33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AC8CE7-C554-4C44-9687-DA23B02D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F1B07D-4E91-45FA-A8FB-5F08BA1B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E9A815-FCBE-4B47-9DA6-37B5DDB4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D7D454-0FBA-4D8F-AF05-C0D21EB43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F81EF-BD8E-4C0B-BE1C-7A84F46D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04DF52-BB2A-4971-98BD-AC25001E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F7DB98-42F9-44D2-9A61-F483D609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F6F938-E14A-4D26-A5CA-CBA4D870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129D6D-9A61-4CBA-829C-35C332CA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138254-5A2B-4D52-A448-430ED4754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5C975E-5095-4863-A4E7-3DBE8F7B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9069CE-DAE4-4C65-AED8-437050BB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08DB80-6BA2-408D-B0CC-AD69CC54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8C137C-0AB5-4355-AA6E-B4D9C646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the common factors of 36 and 60.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3A14A6-E769-4855-BE88-67723733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7408B8-49AD-4FBA-9E37-F7D39E24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96D319-441C-4623-B294-9A132A17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BF1094-6F48-41B5-8918-4B8C50B1D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highest common factor of 84 and 126.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872D84-91B5-4D91-BA4A-FF70E3F9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5888064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167871-61C8-4CB4-BAF7-48D62887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D235E5-9F33-41AE-930F-358902E87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22409C-E844-4A26-8E10-61AADD1D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4D6D2D-9EDC-469E-BE2B-2260324A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A75D8D-8D53-4642-BA78-AAB8BE08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687A47-0713-4941-BF63-AAD938A2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536AF1-4066-4334-A8CE-A27E408E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2B161B-825A-483D-B855-611D98AB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17AEE0-DF2F-4B54-9605-833E20F9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467447-006E-4EBC-A2CE-2033C1D3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find common factors and the highest common factor.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193B75-FEFA-4156-B13D-AEBDD965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A2424-8380-4667-9502-1FE16A4F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CC966B-D33C-49A0-92EB-8536318D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F47EAE-C3EE-4179-9F98-829768EF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86B956-B286-43AC-A598-64A89EF42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2631764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60DFE5-B941-4B3B-8C3A-6BEACF87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E09DC4-236A-48E8-B217-1FD824C7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958E5-B3B4-4EF9-9B5C-30BD8752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7E895C-D0E6-4067-9D3F-21E5D237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105BCF-1DA0-4042-B4AE-80F3DBC4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0F2F7F-7D73-4DE7-AC3C-93B1EDE4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616C1A-FB67-43ED-9256-46561326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6B659B-2E3C-4F10-8B14-92209CE6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A9E58F-D7EA-4DC0-8AA5-32D67D9A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E42CA2-4A7C-40A6-8DFE-8106F260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highest common factor of 84 and 126.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AD3083-95C0-44CB-BAE1-FED5734A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62B650-BF16-49EA-A3D1-207F7ECF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074F03-66B4-4372-9D59-CD74187A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State whether the task concerns factors or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9C1BE2-5436-4001-87FD-92282A20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F9416A-3465-403A-9110-110A56EB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417FE6-90A2-483C-B5A1-16A224C9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Work systematically from the smallest possible factor or multiple.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1C28E2-C48D-4D75-B2CD-DF83F873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9D60C2-F049-4E9E-914C-DCFCA78D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E98D6E-8459-425B-BC50-A0B0F748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42.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6959B2-E9B1-4B8E-B866-C346C142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53044E-8D72-4C2F-9D15-1DF10D21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591E44-175B-4A02-BD8D-958F2632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that the list is complete and use it to justify the conclusion.</a:t>
            </a:r>
          </a:p>
        </p:txBody>
      </p:sp>
    </p:spTree>
    <p:extLst>
      <p:ext uri="{BB962C8B-B14F-4D97-AF65-F5344CB8AC3E}">
        <p14:creationId xmlns:p14="http://schemas.microsoft.com/office/powerpoint/2010/main" val="14520366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41C66C-6F7E-4D7D-8BD6-1675019A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807F64-9FEF-497A-BE73-24494012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70F320-C306-4578-B7A5-B2DEFCC4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D9308-2323-45F5-A6F4-D4B0317C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283C01-044A-4933-8839-71BD51EFA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4790BD-4B58-439B-81C7-B06D450D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1AD2BD-3A2A-447A-93F9-EEA63D9E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AB3D09-E810-4069-AD98-DDF6601E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DB0A3D-A248-40D1-8B05-79458536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6AF841-757A-40CC-856A-E38264AF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DF2AB0-BC10-48DF-9C00-EA313CF9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0E105C-90B4-4116-9967-CAEAD4F6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C68A15-9924-4C23-8C97-6100EAC2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48BFFC-299A-4ABA-AAE0-3BB33435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463054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8DDA18-E3D5-46F5-98D0-D1CEE4FC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F6ED9C-B0FF-4FB9-BA68-E68F8D4D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BBB0F6-6EB1-4928-A555-E6B724D8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FC10A0-CEAB-479E-BA50-3228E110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139EED-8C52-4346-AE98-DB2D3913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6EC07C-0049-4A00-A758-5F2086C7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B39C2B-DC4C-4007-B214-BE3BF8B1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9BC769-5D21-4A68-8522-FD804690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BA7D51-261B-40EF-A0C3-2D6A9A56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DA5E8A-95A9-46DF-B535-86825AD7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the common factors of 36 and 60.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9F6DD3-080A-4C4E-9EFB-BEA459AC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3A2654-ACCA-4060-887D-74C6BA35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7000C5-04FB-48D7-A56F-45AC3DBA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4A103F-90E7-43B7-9705-982AAB63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6BA52-1AEF-45BE-A05A-35E8D94E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 2, 3, 4, 6 and 12.</a:t>
            </a:r>
          </a:p>
        </p:txBody>
      </p:sp>
    </p:spTree>
    <p:extLst>
      <p:ext uri="{BB962C8B-B14F-4D97-AF65-F5344CB8AC3E}">
        <p14:creationId xmlns:p14="http://schemas.microsoft.com/office/powerpoint/2010/main" val="10406215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84EB21-4527-4CE3-AD00-94901DE1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9DA34C-9925-4E72-A782-4743698D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062A96-7904-446F-8A02-5B15811F6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2011EB-1872-46A9-914A-1718A717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A89D6-3E5C-48B4-BD0D-9B43FB44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366B35-2A97-4C0A-B54C-C64645CB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2935D4-7915-41A9-9D45-4FB81111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78A4D6-30BD-4EE2-81C8-791FAD8D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203F8-228B-4E14-9C24-D2984C05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baaaa1c76a45f9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35A8FA-07D8-4916-8AE9-CFA4A623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F8E676-C988-403B-AE85-B4AF9BDA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chooses the largest factor from either list rather than the largest shared factor.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0E84AE-75A8-4282-B831-BCEAB090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5F5D62-7EB3-4424-9402-F76B962DE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A0E309-8F20-40DA-8420-8E4E0B1D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common factor must divide both numbers exactly.</a:t>
            </a:r>
          </a:p>
        </p:txBody>
      </p:sp>
    </p:spTree>
    <p:extLst>
      <p:ext uri="{BB962C8B-B14F-4D97-AF65-F5344CB8AC3E}">
        <p14:creationId xmlns:p14="http://schemas.microsoft.com/office/powerpoint/2010/main" val="21376836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4B4EDE-37FB-4BC6-AE48-916E10B80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0BC5FD-168F-43F0-A55B-660C6D71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8F0B0D-E662-4147-BB45-9B232B8A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EE53F7-1473-421B-A2C9-FE3621A1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FEA44-B96F-4384-A5B6-148D3C7B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27C6A3-6939-4E9A-95C5-C01AC0B1B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622C1-F2B2-49B2-8FA8-B53143B5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3DB672-0819-4BB0-B21F-9FD19359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F3524A-4C16-48E5-8C3A-C859C24A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F2A348-1BE1-4E40-A5A7-70BE459C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9AE990-9CDB-4146-8C64-35A29585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482857-8040-4153-BB82-3C35F2810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14FA40-F206-4EA4-B69C-DF2AB14C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the common factors of 36 and 60.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7EEF44-A889-4D86-9A5C-498F8E93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345446-2B6F-4BA9-90F6-A94E207D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637004-9A8A-4DE8-81D0-1F32E909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0357DE-3CD3-4CF0-A38D-2179AB1D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E09295-C33C-40DA-BE21-0378E615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3F8671-F3FD-47F0-8A1B-4B17ECC47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36FEA2-AEE3-49A5-892F-D1719422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A61842-8ED0-47C1-A933-C4FC7211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 2, 3, 4, 6 and 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50A249-3B19-4043-9FDE-226E6191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983670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E50B09-BBC6-4570-9639-073D99E0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F40493-A9E7-4C88-9821-9A0EDD6E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FA899A-A006-4F96-BDA2-426E67A3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EEFE12-C31C-4447-89FF-41428BBF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A96E6D-DC36-44B8-A80E-DFFD7D73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6133AD-F597-4801-838C-6B66AE9E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71BDEF-2ACB-433A-823D-B8177AB7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CABABC-7D20-415E-A95F-0A57B961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7E023B-1D01-4937-A671-B3E6C647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BC021F-5E37-404A-A52E-8C4412A0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9EC7E3-0D92-431D-9727-BFC63559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5A9D3C-D12B-4C97-A71A-93335310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6E8DC-8A0A-4C71-A1E9-F0F7E5F1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96 and 144.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34C458-37D0-4656-9637-FB7FA16D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7D1404-760A-41EB-9FBB-1CE96157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4C250E-A866-4D6D-9EFC-D7B4FE6C3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1E3B9D-A1C6-4540-8D61-F9F59B23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17A8A5-186E-475C-9830-E9310E8A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D988D4-D162-47D0-9DA4-508253AC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236558-D9CC-478D-B338-8A7DCA36D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354A98-969D-41DA-A3F6-277156A2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4323939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F4344-37D4-4DA0-BC2E-EF067FE32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3D671F-5934-480F-8F5B-AAB33A67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A944D4-E65E-4780-91D8-11C350BE8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37D9DA-191C-4B59-BD52-B0D84539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B84074-4AB6-46DD-A73A-69533013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921F8E-4777-4392-A26F-5F20FA05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D76CD7-4CDB-4FF0-8292-6C437AD0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9FE8F9-2A07-4CA7-B024-4F28F201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D7842C-980A-4ECB-983B-49767F42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049A15-4357-4FAB-B29A-9D31D29A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Two numbers have HCF 18. Give a possible pair greater than 50.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7CC872-F1BD-416B-883D-81511481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6E9B68-8BAE-472D-AA52-EA10E052A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DB0C81-CAA9-4EBA-B46C-B872E059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54 and 72 is one example.</a:t>
            </a:r>
          </a:p>
        </p:txBody>
      </p:sp>
    </p:spTree>
    <p:extLst>
      <p:ext uri="{BB962C8B-B14F-4D97-AF65-F5344CB8AC3E}">
        <p14:creationId xmlns:p14="http://schemas.microsoft.com/office/powerpoint/2010/main" val="45558565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C3D9AF-9589-45F1-926D-B84D4B5F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83B9D0-3295-4BF0-9E7A-532F5394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1F7E7D-E2F0-4DA5-B148-1E8AE85E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0AE4C2-797A-45DC-B75D-083F9300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D02227-33D1-4EBE-AED1-08F73BD5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7B84F9-3BC5-4DE9-B593-40ABAB602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5F9C7C-70E8-4ADF-8058-CC009D38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436DBF-255F-4C4A-BD85-A8AF7E69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6C7DF0-40F6-48CB-B409-BBCC216A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2DEC5D-72AD-400E-B071-F48A60F6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B57ABE-D00B-432A-8A47-5FA7B750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61CBF8-DA67-4196-BBE1-54B59194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96 and 144.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489DC6-0362-441B-AD67-00C1C55C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1BFDBA-6B34-4F8C-9E55-4BF31388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FD0AF7-584E-421D-BF4F-3790C847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CAA902-9F38-41F2-A817-57D9F5B9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EE3BD8-53C4-4B2C-A078-898B552A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EE2AA5-FCC3-4D4D-9217-E3A3A930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82219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425E77-091B-4C22-8AE0-37EC5961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C76614-A376-4272-AAA6-EDA6B35ED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349703-9237-4E64-9287-BCC50BF2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7E113E-0918-401B-B68F-D471649B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BD1AD1-4A07-4269-B10B-C3CDF17D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58584-79C9-46CD-93D4-4052CA49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AC912A-E27C-4E5A-AEB8-E51E9183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FF4DF5-E1C9-466C-9A3B-3D0E6FD93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BFD106-594A-41DB-9B92-9C66A38B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5938DF-10C6-40B0-9D3F-917EEC86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2E1A0B-CA15-49CF-9725-D53BAEA2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ED30D4-A1CB-46B8-A651-3FA6A228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BBB341-222A-40D6-9B74-971E8BC04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96 and 144.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3E9AAD-430F-4742-B8E6-CC67BC1E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8450A3-A968-459E-88AF-1CFE882D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24553A-A7C2-4BA9-9711-F7B0A3A02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24AF5D-6BE2-4601-9EA2-F5DABCDA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chooses the largest factor from either list rather than the largest shared factor.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6EA634-E7DA-4628-83C2-694CD3789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92B528-7AAB-40ED-93D1-8FCFDAAD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B8F0C1-1DC3-4BD1-9582-D37E4D6E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06E095-46E9-40A1-92A7-84DB6C275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DA3592-5E5D-421F-A79E-2CA78864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928611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2026-09-09T20:45:20.8740000Z</dcterms:created>
  <dcterms:modified xsi:type="dcterms:W3CDTF">2026-09-09T20:45:20.8740000Z</dcterms:modified>
</coreProperties>
</file>