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Identify common factors. Identify common factors.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Identify common factors. I do. Reveal each row in turn. Identify values that occur in all rows.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Identify common factors. You do. Pause before clicking. Let pupils try independently, then reveal and discuss every step. Reveal each row in turn. Identify values that occur in all rows.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Identify common factors. I do. Reveal each row in turn. Identify values that occur in all rows.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Identify common factors. You do. Pause before clicking. Let pupils try independently, then reveal and discuss every step. Reveal each row in turn. Identify values that occur in all rows.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Identify common factors.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Identify common factors.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7512183E-7C0D-4F49-8762-A9D8D50127C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Identify common factors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DE0436C-333C-495F-B513-6490BF4F1CEE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2E2916F-7F04-4161-A6CC-63A09178350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05F7FED-21E6-4C54-AACC-BB92C92C422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Identify common factors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7B35EED-8D2A-4C84-8E48-2D79C2BDF5A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5C22705-1D39-457D-B4F5-95FB2246D09A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find common factors and the highest common factor.</a:t>
            </a:r>
          </a:p>
        </p:txBody>
      </p:sp>
    </p:spTree>
    <p:extLst>
      <p:ext uri="{BB962C8B-B14F-4D97-AF65-F5344CB8AC3E}">
        <p14:creationId xmlns:p14="http://schemas.microsoft.com/office/powerpoint/2010/main" val="880874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-1">
            <a:extLst>
              <a:ext uri="{FF2B5EF4-FFF2-40B4-BE49-F238E27FC236}">
                <a16:creationId xmlns:a16="http://schemas.microsoft.com/office/drawing/2014/main" id="{29ED9A0B-009C-4439-A059-86B827A71A5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9839C8D-C395-4DBD-85C8-4DCD99C4D4D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highest common factor of 84 and 126.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ABF2169-95AC-4228-9F3A-0433F79A06E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06EF065-F3B6-42BC-8C73-01F6AAC9913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Identify common factors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0EDA04E-953F-402F-BB80-C5E6B1D4302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8F059E6-C36F-437A-AC0C-9B403544BBB9}"/>
              </a:ext>
            </a:extLst>
          </p:cNvPr>
          <p:cNvSpPr>
            <a:spLocks noGrp="1"/>
          </p:cNvSpPr>
          <p:nvPr/>
        </p:nvSpPr>
        <p:spPr>
          <a:xfrm>
            <a:off x="714375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D595914-F1F6-4C24-BF5E-B9DF85F9059B}"/>
              </a:ext>
            </a:extLst>
          </p:cNvPr>
          <p:cNvSpPr>
            <a:spLocks noGrp="1"/>
          </p:cNvSpPr>
          <p:nvPr/>
        </p:nvSpPr>
        <p:spPr>
          <a:xfrm>
            <a:off x="2024063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CABE95A-947A-4E4D-8CB5-B879AD8B50DA}"/>
              </a:ext>
            </a:extLst>
          </p:cNvPr>
          <p:cNvSpPr>
            <a:spLocks noGrp="1"/>
          </p:cNvSpPr>
          <p:nvPr/>
        </p:nvSpPr>
        <p:spPr>
          <a:xfrm>
            <a:off x="3016250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0141DFE-91AC-4606-8227-2E245F9E3A40}"/>
              </a:ext>
            </a:extLst>
          </p:cNvPr>
          <p:cNvSpPr>
            <a:spLocks noGrp="1"/>
          </p:cNvSpPr>
          <p:nvPr/>
        </p:nvSpPr>
        <p:spPr>
          <a:xfrm>
            <a:off x="4008437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9398A4A-14E4-45F7-8A89-123C7B54E4AF}"/>
              </a:ext>
            </a:extLst>
          </p:cNvPr>
          <p:cNvSpPr>
            <a:spLocks noGrp="1"/>
          </p:cNvSpPr>
          <p:nvPr/>
        </p:nvSpPr>
        <p:spPr>
          <a:xfrm>
            <a:off x="5000625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CD5917F-2B49-4EA6-9442-38EB5536BFD0}"/>
              </a:ext>
            </a:extLst>
          </p:cNvPr>
          <p:cNvSpPr>
            <a:spLocks noGrp="1"/>
          </p:cNvSpPr>
          <p:nvPr/>
        </p:nvSpPr>
        <p:spPr>
          <a:xfrm>
            <a:off x="5992813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87FA48B-DFBA-49BA-8271-0FDC0756A49B}"/>
              </a:ext>
            </a:extLst>
          </p:cNvPr>
          <p:cNvSpPr>
            <a:spLocks noGrp="1"/>
          </p:cNvSpPr>
          <p:nvPr/>
        </p:nvSpPr>
        <p:spPr>
          <a:xfrm>
            <a:off x="6985000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6093C30-026B-4A44-ACF0-8AF232444CE2}"/>
              </a:ext>
            </a:extLst>
          </p:cNvPr>
          <p:cNvSpPr>
            <a:spLocks noGrp="1"/>
          </p:cNvSpPr>
          <p:nvPr/>
        </p:nvSpPr>
        <p:spPr>
          <a:xfrm>
            <a:off x="7977188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C289D2F-A47E-4EED-9D76-343287DAB9A7}"/>
              </a:ext>
            </a:extLst>
          </p:cNvPr>
          <p:cNvSpPr>
            <a:spLocks noGrp="1"/>
          </p:cNvSpPr>
          <p:nvPr/>
        </p:nvSpPr>
        <p:spPr>
          <a:xfrm>
            <a:off x="8969375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D34811C-1EDB-4863-AD7A-029AF7D61496}"/>
              </a:ext>
            </a:extLst>
          </p:cNvPr>
          <p:cNvSpPr>
            <a:spLocks noGrp="1"/>
          </p:cNvSpPr>
          <p:nvPr/>
        </p:nvSpPr>
        <p:spPr>
          <a:xfrm>
            <a:off x="9961563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B1B340E-699B-4FD8-A329-C4A9E37EC947}"/>
              </a:ext>
            </a:extLst>
          </p:cNvPr>
          <p:cNvSpPr>
            <a:spLocks noGrp="1"/>
          </p:cNvSpPr>
          <p:nvPr/>
        </p:nvSpPr>
        <p:spPr>
          <a:xfrm>
            <a:off x="10953750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F1702913-8F0E-45FE-BF71-8A82461F18DE}"/>
              </a:ext>
            </a:extLst>
          </p:cNvPr>
          <p:cNvSpPr>
            <a:spLocks noGrp="1"/>
          </p:cNvSpPr>
          <p:nvPr/>
        </p:nvSpPr>
        <p:spPr>
          <a:xfrm>
            <a:off x="11945937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E8340D0-6D3E-4A80-81F2-BDE859CBCEB3}"/>
              </a:ext>
            </a:extLst>
          </p:cNvPr>
          <p:cNvSpPr>
            <a:spLocks noGrp="1"/>
          </p:cNvSpPr>
          <p:nvPr/>
        </p:nvSpPr>
        <p:spPr>
          <a:xfrm>
            <a:off x="12065000" y="3762375"/>
            <a:ext cx="754062" cy="47625"/>
          </a:xfrm>
          <a:prstGeom prst="rect">
            <a:avLst/>
          </a:prstGeom>
          <a:solidFill>
            <a:srgbClr val="9A5800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EF5E6262-3CFE-4DCB-B719-5F67668181E8}"/>
              </a:ext>
            </a:extLst>
          </p:cNvPr>
          <p:cNvSpPr>
            <a:spLocks noGrp="1"/>
          </p:cNvSpPr>
          <p:nvPr/>
        </p:nvSpPr>
        <p:spPr>
          <a:xfrm>
            <a:off x="12938125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0274C5B-7A85-4D78-AE7D-1AAE0D86F802}"/>
              </a:ext>
            </a:extLst>
          </p:cNvPr>
          <p:cNvSpPr>
            <a:spLocks noGrp="1"/>
          </p:cNvSpPr>
          <p:nvPr/>
        </p:nvSpPr>
        <p:spPr>
          <a:xfrm>
            <a:off x="714375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60919114-36B3-41AD-ACB8-D35206B31A7B}"/>
              </a:ext>
            </a:extLst>
          </p:cNvPr>
          <p:cNvSpPr>
            <a:spLocks noGrp="1"/>
          </p:cNvSpPr>
          <p:nvPr/>
        </p:nvSpPr>
        <p:spPr>
          <a:xfrm>
            <a:off x="2024063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FC6DE4E-69D5-4B23-91E0-39A7F8DF6168}"/>
              </a:ext>
            </a:extLst>
          </p:cNvPr>
          <p:cNvSpPr>
            <a:spLocks noGrp="1"/>
          </p:cNvSpPr>
          <p:nvPr/>
        </p:nvSpPr>
        <p:spPr>
          <a:xfrm>
            <a:off x="3016250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00D88FA2-2C87-4AB5-B32C-5767D1CA980C}"/>
              </a:ext>
            </a:extLst>
          </p:cNvPr>
          <p:cNvSpPr>
            <a:spLocks noGrp="1"/>
          </p:cNvSpPr>
          <p:nvPr/>
        </p:nvSpPr>
        <p:spPr>
          <a:xfrm>
            <a:off x="4008437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03360D3-780D-4C63-8566-C27E80F55053}"/>
              </a:ext>
            </a:extLst>
          </p:cNvPr>
          <p:cNvSpPr>
            <a:spLocks noGrp="1"/>
          </p:cNvSpPr>
          <p:nvPr/>
        </p:nvSpPr>
        <p:spPr>
          <a:xfrm>
            <a:off x="5000625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04907B4A-7ABE-4F7D-9C6B-105B6FB24FA5}"/>
              </a:ext>
            </a:extLst>
          </p:cNvPr>
          <p:cNvSpPr>
            <a:spLocks noGrp="1"/>
          </p:cNvSpPr>
          <p:nvPr/>
        </p:nvSpPr>
        <p:spPr>
          <a:xfrm>
            <a:off x="5992813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9C34B28-F263-4701-9FB8-8FB003A37E7B}"/>
              </a:ext>
            </a:extLst>
          </p:cNvPr>
          <p:cNvSpPr>
            <a:spLocks noGrp="1"/>
          </p:cNvSpPr>
          <p:nvPr/>
        </p:nvSpPr>
        <p:spPr>
          <a:xfrm>
            <a:off x="6985000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DAB07BC-97FB-4E03-A784-540225DEEBE2}"/>
              </a:ext>
            </a:extLst>
          </p:cNvPr>
          <p:cNvSpPr>
            <a:spLocks noGrp="1"/>
          </p:cNvSpPr>
          <p:nvPr/>
        </p:nvSpPr>
        <p:spPr>
          <a:xfrm>
            <a:off x="7977188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B5AB4E60-9494-4BDB-B6CF-9D92434B0E63}"/>
              </a:ext>
            </a:extLst>
          </p:cNvPr>
          <p:cNvSpPr>
            <a:spLocks noGrp="1"/>
          </p:cNvSpPr>
          <p:nvPr/>
        </p:nvSpPr>
        <p:spPr>
          <a:xfrm>
            <a:off x="8969375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1E7DCACE-A7EC-48E3-887A-11072A21FC68}"/>
              </a:ext>
            </a:extLst>
          </p:cNvPr>
          <p:cNvSpPr>
            <a:spLocks noGrp="1"/>
          </p:cNvSpPr>
          <p:nvPr/>
        </p:nvSpPr>
        <p:spPr>
          <a:xfrm>
            <a:off x="9961563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F19A2612-3D7D-4A96-8104-88C4958D4427}"/>
              </a:ext>
            </a:extLst>
          </p:cNvPr>
          <p:cNvSpPr>
            <a:spLocks noGrp="1"/>
          </p:cNvSpPr>
          <p:nvPr/>
        </p:nvSpPr>
        <p:spPr>
          <a:xfrm>
            <a:off x="10953750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FBC3C82B-B0F2-4D14-AE91-086843CA0483}"/>
              </a:ext>
            </a:extLst>
          </p:cNvPr>
          <p:cNvSpPr>
            <a:spLocks noGrp="1"/>
          </p:cNvSpPr>
          <p:nvPr/>
        </p:nvSpPr>
        <p:spPr>
          <a:xfrm>
            <a:off x="11072813" y="5131594"/>
            <a:ext cx="754062" cy="47625"/>
          </a:xfrm>
          <a:prstGeom prst="rect">
            <a:avLst/>
          </a:prstGeom>
          <a:solidFill>
            <a:srgbClr val="9A5800"/>
          </a:solidFill>
          <a:ln w="0">
            <a:noFill/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B97CCEC5-4371-4642-B5D6-F54A9B69FF53}"/>
              </a:ext>
            </a:extLst>
          </p:cNvPr>
          <p:cNvSpPr>
            <a:spLocks noGrp="1"/>
          </p:cNvSpPr>
          <p:nvPr/>
        </p:nvSpPr>
        <p:spPr>
          <a:xfrm>
            <a:off x="11945937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D6C43D08-D650-4A38-8B2E-5AD095A0BD49}"/>
              </a:ext>
            </a:extLst>
          </p:cNvPr>
          <p:cNvSpPr>
            <a:spLocks noGrp="1"/>
          </p:cNvSpPr>
          <p:nvPr/>
        </p:nvSpPr>
        <p:spPr>
          <a:xfrm>
            <a:off x="12938125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532EBD2C-CE7A-4F9F-9131-86A86958DB8F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HCF = 42</a:t>
            </a:r>
          </a:p>
        </p:txBody>
      </p:sp>
    </p:spTree>
    <p:extLst>
      <p:ext uri="{BB962C8B-B14F-4D97-AF65-F5344CB8AC3E}">
        <p14:creationId xmlns:p14="http://schemas.microsoft.com/office/powerpoint/2010/main" val="14226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-1">
            <a:extLst>
              <a:ext uri="{FF2B5EF4-FFF2-40B4-BE49-F238E27FC236}">
                <a16:creationId xmlns:a16="http://schemas.microsoft.com/office/drawing/2014/main" id="{C9E13AC7-ECAB-41E7-8862-49BB45F29C1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019701E-146B-4CD1-97A1-894BEBEA2CA0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E34F3DA-36AA-47AE-89B5-952E69F2D42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highest common factor of 168 and 252.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A0807BC-4C1F-49F8-B11E-1BC8D111EC0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CF81156-5356-4E07-A833-67B9FEEE1D0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Identify common factors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CDE4C6E-8FAD-4864-91C0-A9B1A96CD25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9AA8A49-A409-471A-8CE7-BA4E9C253081}"/>
              </a:ext>
            </a:extLst>
          </p:cNvPr>
          <p:cNvSpPr>
            <a:spLocks noGrp="1"/>
          </p:cNvSpPr>
          <p:nvPr/>
        </p:nvSpPr>
        <p:spPr>
          <a:xfrm>
            <a:off x="714375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168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1BCF9AF-7534-4D7E-9DB1-2B20F8BDC017}"/>
              </a:ext>
            </a:extLst>
          </p:cNvPr>
          <p:cNvSpPr>
            <a:spLocks noGrp="1"/>
          </p:cNvSpPr>
          <p:nvPr/>
        </p:nvSpPr>
        <p:spPr>
          <a:xfrm>
            <a:off x="2024063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3449B9C-460F-4BBC-9A5F-C2D74C9EE209}"/>
              </a:ext>
            </a:extLst>
          </p:cNvPr>
          <p:cNvSpPr>
            <a:spLocks noGrp="1"/>
          </p:cNvSpPr>
          <p:nvPr/>
        </p:nvSpPr>
        <p:spPr>
          <a:xfrm>
            <a:off x="3214688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715AAC9-6C4D-4DB4-8F43-FB2153A0CD1E}"/>
              </a:ext>
            </a:extLst>
          </p:cNvPr>
          <p:cNvSpPr>
            <a:spLocks noGrp="1"/>
          </p:cNvSpPr>
          <p:nvPr/>
        </p:nvSpPr>
        <p:spPr>
          <a:xfrm>
            <a:off x="4405313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809D603-9012-45F5-92FE-B25E5AB23DB4}"/>
              </a:ext>
            </a:extLst>
          </p:cNvPr>
          <p:cNvSpPr>
            <a:spLocks noGrp="1"/>
          </p:cNvSpPr>
          <p:nvPr/>
        </p:nvSpPr>
        <p:spPr>
          <a:xfrm>
            <a:off x="5595938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A62E3B1-E274-4B14-BD10-EEA4F4D57423}"/>
              </a:ext>
            </a:extLst>
          </p:cNvPr>
          <p:cNvSpPr>
            <a:spLocks noGrp="1"/>
          </p:cNvSpPr>
          <p:nvPr/>
        </p:nvSpPr>
        <p:spPr>
          <a:xfrm>
            <a:off x="6786563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1895E6A-735C-48F3-B0BA-7B46295F1DF2}"/>
              </a:ext>
            </a:extLst>
          </p:cNvPr>
          <p:cNvSpPr>
            <a:spLocks noGrp="1"/>
          </p:cNvSpPr>
          <p:nvPr/>
        </p:nvSpPr>
        <p:spPr>
          <a:xfrm>
            <a:off x="7977188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DB2B872-FEE4-429F-ACB4-B8195AB9055C}"/>
              </a:ext>
            </a:extLst>
          </p:cNvPr>
          <p:cNvSpPr>
            <a:spLocks noGrp="1"/>
          </p:cNvSpPr>
          <p:nvPr/>
        </p:nvSpPr>
        <p:spPr>
          <a:xfrm>
            <a:off x="9167813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C64E30C-3716-4095-8611-B7B0112D1A40}"/>
              </a:ext>
            </a:extLst>
          </p:cNvPr>
          <p:cNvSpPr>
            <a:spLocks noGrp="1"/>
          </p:cNvSpPr>
          <p:nvPr/>
        </p:nvSpPr>
        <p:spPr>
          <a:xfrm>
            <a:off x="10358438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8C8F34C-2D24-4B04-A53E-3451A4202990}"/>
              </a:ext>
            </a:extLst>
          </p:cNvPr>
          <p:cNvSpPr>
            <a:spLocks noGrp="1"/>
          </p:cNvSpPr>
          <p:nvPr/>
        </p:nvSpPr>
        <p:spPr>
          <a:xfrm>
            <a:off x="11549063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EFD1110-E897-4039-A9CB-D54A9CBC286E}"/>
              </a:ext>
            </a:extLst>
          </p:cNvPr>
          <p:cNvSpPr>
            <a:spLocks noGrp="1"/>
          </p:cNvSpPr>
          <p:nvPr/>
        </p:nvSpPr>
        <p:spPr>
          <a:xfrm>
            <a:off x="11668125" y="3762375"/>
            <a:ext cx="952500" cy="47625"/>
          </a:xfrm>
          <a:prstGeom prst="rect">
            <a:avLst/>
          </a:prstGeom>
          <a:solidFill>
            <a:srgbClr val="9A5800"/>
          </a:solidFill>
          <a:ln w="0">
            <a:noFill/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7DD1571-3236-4ED4-8EE4-F6A026B4E540}"/>
              </a:ext>
            </a:extLst>
          </p:cNvPr>
          <p:cNvSpPr>
            <a:spLocks noGrp="1"/>
          </p:cNvSpPr>
          <p:nvPr/>
        </p:nvSpPr>
        <p:spPr>
          <a:xfrm>
            <a:off x="12739688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168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7DCBF8C-11FE-4BA0-9086-54504C113A3C}"/>
              </a:ext>
            </a:extLst>
          </p:cNvPr>
          <p:cNvSpPr>
            <a:spLocks noGrp="1"/>
          </p:cNvSpPr>
          <p:nvPr/>
        </p:nvSpPr>
        <p:spPr>
          <a:xfrm>
            <a:off x="714375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27E1371-FB5A-48E0-84EB-B2E47607C08C}"/>
              </a:ext>
            </a:extLst>
          </p:cNvPr>
          <p:cNvSpPr>
            <a:spLocks noGrp="1"/>
          </p:cNvSpPr>
          <p:nvPr/>
        </p:nvSpPr>
        <p:spPr>
          <a:xfrm>
            <a:off x="2024063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7631120-473C-40A3-BBD7-4514545A742A}"/>
              </a:ext>
            </a:extLst>
          </p:cNvPr>
          <p:cNvSpPr>
            <a:spLocks noGrp="1"/>
          </p:cNvSpPr>
          <p:nvPr/>
        </p:nvSpPr>
        <p:spPr>
          <a:xfrm>
            <a:off x="3106449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0BE017C-5A8E-4A8E-8E94-DB5E1ECDF3A2}"/>
              </a:ext>
            </a:extLst>
          </p:cNvPr>
          <p:cNvSpPr>
            <a:spLocks noGrp="1"/>
          </p:cNvSpPr>
          <p:nvPr/>
        </p:nvSpPr>
        <p:spPr>
          <a:xfrm>
            <a:off x="4188835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7FD63850-71BF-438A-A315-C0DD99F4A7BE}"/>
              </a:ext>
            </a:extLst>
          </p:cNvPr>
          <p:cNvSpPr>
            <a:spLocks noGrp="1"/>
          </p:cNvSpPr>
          <p:nvPr/>
        </p:nvSpPr>
        <p:spPr>
          <a:xfrm>
            <a:off x="5271222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7753616-5D5D-4E76-AFC3-0A952BE9D768}"/>
              </a:ext>
            </a:extLst>
          </p:cNvPr>
          <p:cNvSpPr>
            <a:spLocks noGrp="1"/>
          </p:cNvSpPr>
          <p:nvPr/>
        </p:nvSpPr>
        <p:spPr>
          <a:xfrm>
            <a:off x="6353608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994D999-F079-40A7-99E7-144AFFE2CAD3}"/>
              </a:ext>
            </a:extLst>
          </p:cNvPr>
          <p:cNvSpPr>
            <a:spLocks noGrp="1"/>
          </p:cNvSpPr>
          <p:nvPr/>
        </p:nvSpPr>
        <p:spPr>
          <a:xfrm>
            <a:off x="7435994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0977671-2BBB-4FE2-9363-2D89210DDB20}"/>
              </a:ext>
            </a:extLst>
          </p:cNvPr>
          <p:cNvSpPr>
            <a:spLocks noGrp="1"/>
          </p:cNvSpPr>
          <p:nvPr/>
        </p:nvSpPr>
        <p:spPr>
          <a:xfrm>
            <a:off x="8518381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FF508ABA-4ECD-47C3-9032-D63073A157D5}"/>
              </a:ext>
            </a:extLst>
          </p:cNvPr>
          <p:cNvSpPr>
            <a:spLocks noGrp="1"/>
          </p:cNvSpPr>
          <p:nvPr/>
        </p:nvSpPr>
        <p:spPr>
          <a:xfrm>
            <a:off x="9600767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34B1B71A-DDDA-4E00-BCD0-C8693E6F800E}"/>
              </a:ext>
            </a:extLst>
          </p:cNvPr>
          <p:cNvSpPr>
            <a:spLocks noGrp="1"/>
          </p:cNvSpPr>
          <p:nvPr/>
        </p:nvSpPr>
        <p:spPr>
          <a:xfrm>
            <a:off x="10683153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02ECCEDD-A4CD-430D-BFB3-FCBEB354200C}"/>
              </a:ext>
            </a:extLst>
          </p:cNvPr>
          <p:cNvSpPr>
            <a:spLocks noGrp="1"/>
          </p:cNvSpPr>
          <p:nvPr/>
        </p:nvSpPr>
        <p:spPr>
          <a:xfrm>
            <a:off x="11765540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1BFB1824-4A1D-44DF-856D-A611AC876936}"/>
              </a:ext>
            </a:extLst>
          </p:cNvPr>
          <p:cNvSpPr>
            <a:spLocks noGrp="1"/>
          </p:cNvSpPr>
          <p:nvPr/>
        </p:nvSpPr>
        <p:spPr>
          <a:xfrm>
            <a:off x="11884602" y="5131594"/>
            <a:ext cx="844261" cy="47625"/>
          </a:xfrm>
          <a:prstGeom prst="rect">
            <a:avLst/>
          </a:prstGeom>
          <a:solidFill>
            <a:srgbClr val="9A5800"/>
          </a:solidFill>
          <a:ln w="0">
            <a:noFill/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A72C9B71-2201-4C39-83BC-3422A6CBAC04}"/>
              </a:ext>
            </a:extLst>
          </p:cNvPr>
          <p:cNvSpPr>
            <a:spLocks noGrp="1"/>
          </p:cNvSpPr>
          <p:nvPr/>
        </p:nvSpPr>
        <p:spPr>
          <a:xfrm>
            <a:off x="12847926" y="4381500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B0B3C04E-B2FF-4767-A0C8-FA0001F6917B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HCF = 84</a:t>
            </a:r>
          </a:p>
        </p:txBody>
      </p:sp>
    </p:spTree>
    <p:extLst>
      <p:ext uri="{BB962C8B-B14F-4D97-AF65-F5344CB8AC3E}">
        <p14:creationId xmlns:p14="http://schemas.microsoft.com/office/powerpoint/2010/main" val="190254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-1">
            <a:extLst>
              <a:ext uri="{FF2B5EF4-FFF2-40B4-BE49-F238E27FC236}">
                <a16:creationId xmlns:a16="http://schemas.microsoft.com/office/drawing/2014/main" id="{876CBAFE-D065-4880-AD06-787E5369724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801B6EF-1932-4AC1-BCB8-D8578F5FD49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highest common factor of 252 and 378.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72D9DCE-3762-44F6-8B7A-427F2ABA560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FB6EDF0-CC28-4ED7-9D19-71C8EF83C3B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Identify common factors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9E3BFA8-68A3-4315-AF1B-8F8D312EEFF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9B775B6-2C27-4E70-B906-5C4E692E3222}"/>
              </a:ext>
            </a:extLst>
          </p:cNvPr>
          <p:cNvSpPr>
            <a:spLocks noGrp="1"/>
          </p:cNvSpPr>
          <p:nvPr/>
        </p:nvSpPr>
        <p:spPr>
          <a:xfrm>
            <a:off x="714375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396E1F0-855E-4052-A752-C69E3D30FA74}"/>
              </a:ext>
            </a:extLst>
          </p:cNvPr>
          <p:cNvSpPr>
            <a:spLocks noGrp="1"/>
          </p:cNvSpPr>
          <p:nvPr/>
        </p:nvSpPr>
        <p:spPr>
          <a:xfrm>
            <a:off x="2024063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952EC3A-597E-404B-A06A-08DEB57CD034}"/>
              </a:ext>
            </a:extLst>
          </p:cNvPr>
          <p:cNvSpPr>
            <a:spLocks noGrp="1"/>
          </p:cNvSpPr>
          <p:nvPr/>
        </p:nvSpPr>
        <p:spPr>
          <a:xfrm>
            <a:off x="3106449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3EC89D7-AE1E-491B-8F4F-0DDA17E862E7}"/>
              </a:ext>
            </a:extLst>
          </p:cNvPr>
          <p:cNvSpPr>
            <a:spLocks noGrp="1"/>
          </p:cNvSpPr>
          <p:nvPr/>
        </p:nvSpPr>
        <p:spPr>
          <a:xfrm>
            <a:off x="4188835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3804CF4-DE07-4FD3-B3CD-EEA5B9BEF8F0}"/>
              </a:ext>
            </a:extLst>
          </p:cNvPr>
          <p:cNvSpPr>
            <a:spLocks noGrp="1"/>
          </p:cNvSpPr>
          <p:nvPr/>
        </p:nvSpPr>
        <p:spPr>
          <a:xfrm>
            <a:off x="5271222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FEFD369-3909-4435-9DA3-284F0ADFE402}"/>
              </a:ext>
            </a:extLst>
          </p:cNvPr>
          <p:cNvSpPr>
            <a:spLocks noGrp="1"/>
          </p:cNvSpPr>
          <p:nvPr/>
        </p:nvSpPr>
        <p:spPr>
          <a:xfrm>
            <a:off x="6353608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05AC045-0DBB-461A-816B-9B1662CF0177}"/>
              </a:ext>
            </a:extLst>
          </p:cNvPr>
          <p:cNvSpPr>
            <a:spLocks noGrp="1"/>
          </p:cNvSpPr>
          <p:nvPr/>
        </p:nvSpPr>
        <p:spPr>
          <a:xfrm>
            <a:off x="7435994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28C0C50-5239-4EED-A9CB-B30F26D62F71}"/>
              </a:ext>
            </a:extLst>
          </p:cNvPr>
          <p:cNvSpPr>
            <a:spLocks noGrp="1"/>
          </p:cNvSpPr>
          <p:nvPr/>
        </p:nvSpPr>
        <p:spPr>
          <a:xfrm>
            <a:off x="8518381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8840292-476B-47C0-8E1E-ACABA0621639}"/>
              </a:ext>
            </a:extLst>
          </p:cNvPr>
          <p:cNvSpPr>
            <a:spLocks noGrp="1"/>
          </p:cNvSpPr>
          <p:nvPr/>
        </p:nvSpPr>
        <p:spPr>
          <a:xfrm>
            <a:off x="9600767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E3ADC96-4AF6-4820-B7B4-4FBD7F8E0528}"/>
              </a:ext>
            </a:extLst>
          </p:cNvPr>
          <p:cNvSpPr>
            <a:spLocks noGrp="1"/>
          </p:cNvSpPr>
          <p:nvPr/>
        </p:nvSpPr>
        <p:spPr>
          <a:xfrm>
            <a:off x="10683153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C81076B-5066-46A7-B61B-E659D4EB8980}"/>
              </a:ext>
            </a:extLst>
          </p:cNvPr>
          <p:cNvSpPr>
            <a:spLocks noGrp="1"/>
          </p:cNvSpPr>
          <p:nvPr/>
        </p:nvSpPr>
        <p:spPr>
          <a:xfrm>
            <a:off x="11765540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C9E4AFE-EA75-436C-AA43-FD0180D535ED}"/>
              </a:ext>
            </a:extLst>
          </p:cNvPr>
          <p:cNvSpPr>
            <a:spLocks noGrp="1"/>
          </p:cNvSpPr>
          <p:nvPr/>
        </p:nvSpPr>
        <p:spPr>
          <a:xfrm>
            <a:off x="11884602" y="3762375"/>
            <a:ext cx="844261" cy="47625"/>
          </a:xfrm>
          <a:prstGeom prst="rect">
            <a:avLst/>
          </a:prstGeom>
          <a:solidFill>
            <a:srgbClr val="9A5800"/>
          </a:solidFill>
          <a:ln w="0">
            <a:noFill/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0B3E39D-E75A-4E8C-8070-726892BA992E}"/>
              </a:ext>
            </a:extLst>
          </p:cNvPr>
          <p:cNvSpPr>
            <a:spLocks noGrp="1"/>
          </p:cNvSpPr>
          <p:nvPr/>
        </p:nvSpPr>
        <p:spPr>
          <a:xfrm>
            <a:off x="12847926" y="3012281"/>
            <a:ext cx="1082386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E37EF33-394B-4B72-90BF-63F43264C8C2}"/>
              </a:ext>
            </a:extLst>
          </p:cNvPr>
          <p:cNvSpPr>
            <a:spLocks noGrp="1"/>
          </p:cNvSpPr>
          <p:nvPr/>
        </p:nvSpPr>
        <p:spPr>
          <a:xfrm>
            <a:off x="714375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378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A368B85-8DCF-4011-B7CE-0CE92CE3D18E}"/>
              </a:ext>
            </a:extLst>
          </p:cNvPr>
          <p:cNvSpPr>
            <a:spLocks noGrp="1"/>
          </p:cNvSpPr>
          <p:nvPr/>
        </p:nvSpPr>
        <p:spPr>
          <a:xfrm>
            <a:off x="2024063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9007857F-5791-4A8F-B270-AA3418943095}"/>
              </a:ext>
            </a:extLst>
          </p:cNvPr>
          <p:cNvSpPr>
            <a:spLocks noGrp="1"/>
          </p:cNvSpPr>
          <p:nvPr/>
        </p:nvSpPr>
        <p:spPr>
          <a:xfrm>
            <a:off x="3214688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FEE16ADE-1ECE-4FA6-ACEC-ED9FC4290B4F}"/>
              </a:ext>
            </a:extLst>
          </p:cNvPr>
          <p:cNvSpPr>
            <a:spLocks noGrp="1"/>
          </p:cNvSpPr>
          <p:nvPr/>
        </p:nvSpPr>
        <p:spPr>
          <a:xfrm>
            <a:off x="4405313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BF54610-A716-4D4A-BDB7-D268E71591F1}"/>
              </a:ext>
            </a:extLst>
          </p:cNvPr>
          <p:cNvSpPr>
            <a:spLocks noGrp="1"/>
          </p:cNvSpPr>
          <p:nvPr/>
        </p:nvSpPr>
        <p:spPr>
          <a:xfrm>
            <a:off x="5595938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243AE85-0BFD-4D33-837B-FC6FC92552CA}"/>
              </a:ext>
            </a:extLst>
          </p:cNvPr>
          <p:cNvSpPr>
            <a:spLocks noGrp="1"/>
          </p:cNvSpPr>
          <p:nvPr/>
        </p:nvSpPr>
        <p:spPr>
          <a:xfrm>
            <a:off x="6786563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1E074AF-5F95-4D27-A0C0-79B1EBA4C0DC}"/>
              </a:ext>
            </a:extLst>
          </p:cNvPr>
          <p:cNvSpPr>
            <a:spLocks noGrp="1"/>
          </p:cNvSpPr>
          <p:nvPr/>
        </p:nvSpPr>
        <p:spPr>
          <a:xfrm>
            <a:off x="7977188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CA81EDAB-3580-4592-B9C0-0571044DC403}"/>
              </a:ext>
            </a:extLst>
          </p:cNvPr>
          <p:cNvSpPr>
            <a:spLocks noGrp="1"/>
          </p:cNvSpPr>
          <p:nvPr/>
        </p:nvSpPr>
        <p:spPr>
          <a:xfrm>
            <a:off x="9167813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4EFB7925-848B-4B44-9BFE-CA4770FDF469}"/>
              </a:ext>
            </a:extLst>
          </p:cNvPr>
          <p:cNvSpPr>
            <a:spLocks noGrp="1"/>
          </p:cNvSpPr>
          <p:nvPr/>
        </p:nvSpPr>
        <p:spPr>
          <a:xfrm>
            <a:off x="10358438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BE5F0057-196C-499D-ACBD-07E8A1638D04}"/>
              </a:ext>
            </a:extLst>
          </p:cNvPr>
          <p:cNvSpPr>
            <a:spLocks noGrp="1"/>
          </p:cNvSpPr>
          <p:nvPr/>
        </p:nvSpPr>
        <p:spPr>
          <a:xfrm>
            <a:off x="11549063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C6FAB929-51AF-490E-8F4B-CAFD2860AEF7}"/>
              </a:ext>
            </a:extLst>
          </p:cNvPr>
          <p:cNvSpPr>
            <a:spLocks noGrp="1"/>
          </p:cNvSpPr>
          <p:nvPr/>
        </p:nvSpPr>
        <p:spPr>
          <a:xfrm>
            <a:off x="11668125" y="5131594"/>
            <a:ext cx="952500" cy="47625"/>
          </a:xfrm>
          <a:prstGeom prst="rect">
            <a:avLst/>
          </a:prstGeom>
          <a:solidFill>
            <a:srgbClr val="9A5800"/>
          </a:solidFill>
          <a:ln w="0">
            <a:noFill/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CE2300F1-0C37-442C-AE48-B0E18D5FC575}"/>
              </a:ext>
            </a:extLst>
          </p:cNvPr>
          <p:cNvSpPr>
            <a:spLocks noGrp="1"/>
          </p:cNvSpPr>
          <p:nvPr/>
        </p:nvSpPr>
        <p:spPr>
          <a:xfrm>
            <a:off x="12739688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378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B197BC76-8432-49A4-BB9C-9BF112ABF11D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HCF = 126</a:t>
            </a:r>
          </a:p>
        </p:txBody>
      </p:sp>
    </p:spTree>
    <p:extLst>
      <p:ext uri="{BB962C8B-B14F-4D97-AF65-F5344CB8AC3E}">
        <p14:creationId xmlns:p14="http://schemas.microsoft.com/office/powerpoint/2010/main" val="99469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-1">
            <a:extLst>
              <a:ext uri="{FF2B5EF4-FFF2-40B4-BE49-F238E27FC236}">
                <a16:creationId xmlns:a16="http://schemas.microsoft.com/office/drawing/2014/main" id="{4213BAC4-14C3-4680-A7A0-B0F1D2AA14D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42D8317-1279-4676-8A4A-D2ECBEE2709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BF86CA7-9EA6-42D4-8771-D426707B633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highest common factor of 336 and 504.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2451DC3-A7EE-475B-9D00-1AC56EB90AD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B3E9B16-BF50-46E8-A3A6-D19297F0896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Identify common factors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D84B3AB-364A-4512-8DC7-C6D9A760033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600320E-E426-47A4-9A22-36F3794C88E7}"/>
              </a:ext>
            </a:extLst>
          </p:cNvPr>
          <p:cNvSpPr>
            <a:spLocks noGrp="1"/>
          </p:cNvSpPr>
          <p:nvPr/>
        </p:nvSpPr>
        <p:spPr>
          <a:xfrm>
            <a:off x="714375" y="3012281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336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62876A5-B270-48EB-B848-D70B6950FA2F}"/>
              </a:ext>
            </a:extLst>
          </p:cNvPr>
          <p:cNvSpPr>
            <a:spLocks noGrp="1"/>
          </p:cNvSpPr>
          <p:nvPr/>
        </p:nvSpPr>
        <p:spPr>
          <a:xfrm>
            <a:off x="2024063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C2A8EC8-519A-4236-A6C2-FD24B609FACA}"/>
              </a:ext>
            </a:extLst>
          </p:cNvPr>
          <p:cNvSpPr>
            <a:spLocks noGrp="1"/>
          </p:cNvSpPr>
          <p:nvPr/>
        </p:nvSpPr>
        <p:spPr>
          <a:xfrm>
            <a:off x="3016250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1436D7F-FA75-4336-A8EB-5072B27B9165}"/>
              </a:ext>
            </a:extLst>
          </p:cNvPr>
          <p:cNvSpPr>
            <a:spLocks noGrp="1"/>
          </p:cNvSpPr>
          <p:nvPr/>
        </p:nvSpPr>
        <p:spPr>
          <a:xfrm>
            <a:off x="4008437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709D83E-B92D-4FE3-9D47-1DE985FDDE94}"/>
              </a:ext>
            </a:extLst>
          </p:cNvPr>
          <p:cNvSpPr>
            <a:spLocks noGrp="1"/>
          </p:cNvSpPr>
          <p:nvPr/>
        </p:nvSpPr>
        <p:spPr>
          <a:xfrm>
            <a:off x="5000625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5DFA7D8-FA98-4ADC-B511-F979E53FB822}"/>
              </a:ext>
            </a:extLst>
          </p:cNvPr>
          <p:cNvSpPr>
            <a:spLocks noGrp="1"/>
          </p:cNvSpPr>
          <p:nvPr/>
        </p:nvSpPr>
        <p:spPr>
          <a:xfrm>
            <a:off x="5992813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4C20A57-4A7C-4B39-95B4-29569410B02F}"/>
              </a:ext>
            </a:extLst>
          </p:cNvPr>
          <p:cNvSpPr>
            <a:spLocks noGrp="1"/>
          </p:cNvSpPr>
          <p:nvPr/>
        </p:nvSpPr>
        <p:spPr>
          <a:xfrm>
            <a:off x="6985000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8CE6B8C-F6D6-4571-ACC5-AA1CDCE13E3D}"/>
              </a:ext>
            </a:extLst>
          </p:cNvPr>
          <p:cNvSpPr>
            <a:spLocks noGrp="1"/>
          </p:cNvSpPr>
          <p:nvPr/>
        </p:nvSpPr>
        <p:spPr>
          <a:xfrm>
            <a:off x="7977188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5750022-CEF2-45C3-BB4A-2129793BEEC1}"/>
              </a:ext>
            </a:extLst>
          </p:cNvPr>
          <p:cNvSpPr>
            <a:spLocks noGrp="1"/>
          </p:cNvSpPr>
          <p:nvPr/>
        </p:nvSpPr>
        <p:spPr>
          <a:xfrm>
            <a:off x="8969375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0E92995-12C7-4675-85CA-563451044B56}"/>
              </a:ext>
            </a:extLst>
          </p:cNvPr>
          <p:cNvSpPr>
            <a:spLocks noGrp="1"/>
          </p:cNvSpPr>
          <p:nvPr/>
        </p:nvSpPr>
        <p:spPr>
          <a:xfrm>
            <a:off x="9961563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4FC5023-60E8-4C28-8A9C-C12F0CD45566}"/>
              </a:ext>
            </a:extLst>
          </p:cNvPr>
          <p:cNvSpPr>
            <a:spLocks noGrp="1"/>
          </p:cNvSpPr>
          <p:nvPr/>
        </p:nvSpPr>
        <p:spPr>
          <a:xfrm>
            <a:off x="10953750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D9275B1-68CD-4F3E-A501-33B571751624}"/>
              </a:ext>
            </a:extLst>
          </p:cNvPr>
          <p:cNvSpPr>
            <a:spLocks noGrp="1"/>
          </p:cNvSpPr>
          <p:nvPr/>
        </p:nvSpPr>
        <p:spPr>
          <a:xfrm>
            <a:off x="11945937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168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D46ACA5-FDE5-4DD7-B996-59AC6E918633}"/>
              </a:ext>
            </a:extLst>
          </p:cNvPr>
          <p:cNvSpPr>
            <a:spLocks noGrp="1"/>
          </p:cNvSpPr>
          <p:nvPr/>
        </p:nvSpPr>
        <p:spPr>
          <a:xfrm>
            <a:off x="12065000" y="3762375"/>
            <a:ext cx="754062" cy="47625"/>
          </a:xfrm>
          <a:prstGeom prst="rect">
            <a:avLst/>
          </a:prstGeom>
          <a:solidFill>
            <a:srgbClr val="9A5800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F6D8D61-B3C9-4BE2-9138-C5F01D5A157E}"/>
              </a:ext>
            </a:extLst>
          </p:cNvPr>
          <p:cNvSpPr>
            <a:spLocks noGrp="1"/>
          </p:cNvSpPr>
          <p:nvPr/>
        </p:nvSpPr>
        <p:spPr>
          <a:xfrm>
            <a:off x="12938125" y="3012281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336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79E2AB5-AA41-40C1-B1AA-8EDAA1C4169D}"/>
              </a:ext>
            </a:extLst>
          </p:cNvPr>
          <p:cNvSpPr>
            <a:spLocks noGrp="1"/>
          </p:cNvSpPr>
          <p:nvPr/>
        </p:nvSpPr>
        <p:spPr>
          <a:xfrm>
            <a:off x="714375" y="4381500"/>
            <a:ext cx="1190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504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3AAE927-D2C1-496A-8BCC-FBCED7ACA3C6}"/>
              </a:ext>
            </a:extLst>
          </p:cNvPr>
          <p:cNvSpPr>
            <a:spLocks noGrp="1"/>
          </p:cNvSpPr>
          <p:nvPr/>
        </p:nvSpPr>
        <p:spPr>
          <a:xfrm>
            <a:off x="2024063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02652D59-A041-4B44-B3FA-3C8E9BFC7B69}"/>
              </a:ext>
            </a:extLst>
          </p:cNvPr>
          <p:cNvSpPr>
            <a:spLocks noGrp="1"/>
          </p:cNvSpPr>
          <p:nvPr/>
        </p:nvSpPr>
        <p:spPr>
          <a:xfrm>
            <a:off x="3016250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45BA96B-AAD9-4186-A2AF-A1478A65B3B4}"/>
              </a:ext>
            </a:extLst>
          </p:cNvPr>
          <p:cNvSpPr>
            <a:spLocks noGrp="1"/>
          </p:cNvSpPr>
          <p:nvPr/>
        </p:nvSpPr>
        <p:spPr>
          <a:xfrm>
            <a:off x="4008437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644C2AC4-34D0-44A5-BA26-627D4962CD08}"/>
              </a:ext>
            </a:extLst>
          </p:cNvPr>
          <p:cNvSpPr>
            <a:spLocks noGrp="1"/>
          </p:cNvSpPr>
          <p:nvPr/>
        </p:nvSpPr>
        <p:spPr>
          <a:xfrm>
            <a:off x="5000625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F867B769-993B-4D1D-A904-AD404B4D4B9B}"/>
              </a:ext>
            </a:extLst>
          </p:cNvPr>
          <p:cNvSpPr>
            <a:spLocks noGrp="1"/>
          </p:cNvSpPr>
          <p:nvPr/>
        </p:nvSpPr>
        <p:spPr>
          <a:xfrm>
            <a:off x="5992813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A3F062B-71E0-4C27-8167-6540463CD1AA}"/>
              </a:ext>
            </a:extLst>
          </p:cNvPr>
          <p:cNvSpPr>
            <a:spLocks noGrp="1"/>
          </p:cNvSpPr>
          <p:nvPr/>
        </p:nvSpPr>
        <p:spPr>
          <a:xfrm>
            <a:off x="6985000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1848C602-628C-4948-8D18-64F789F05A91}"/>
              </a:ext>
            </a:extLst>
          </p:cNvPr>
          <p:cNvSpPr>
            <a:spLocks noGrp="1"/>
          </p:cNvSpPr>
          <p:nvPr/>
        </p:nvSpPr>
        <p:spPr>
          <a:xfrm>
            <a:off x="7977188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13F020E6-C3CF-4264-B06A-9AEE03FA457C}"/>
              </a:ext>
            </a:extLst>
          </p:cNvPr>
          <p:cNvSpPr>
            <a:spLocks noGrp="1"/>
          </p:cNvSpPr>
          <p:nvPr/>
        </p:nvSpPr>
        <p:spPr>
          <a:xfrm>
            <a:off x="8969375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CCC2BAA3-9F3C-420E-855F-EC5CA12FAC00}"/>
              </a:ext>
            </a:extLst>
          </p:cNvPr>
          <p:cNvSpPr>
            <a:spLocks noGrp="1"/>
          </p:cNvSpPr>
          <p:nvPr/>
        </p:nvSpPr>
        <p:spPr>
          <a:xfrm>
            <a:off x="9961563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06A107B0-787E-48E7-A578-41746867C4FF}"/>
              </a:ext>
            </a:extLst>
          </p:cNvPr>
          <p:cNvSpPr>
            <a:spLocks noGrp="1"/>
          </p:cNvSpPr>
          <p:nvPr/>
        </p:nvSpPr>
        <p:spPr>
          <a:xfrm>
            <a:off x="10953750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18F321D4-F6F9-4C7D-94AC-F7B21A6B9935}"/>
              </a:ext>
            </a:extLst>
          </p:cNvPr>
          <p:cNvSpPr>
            <a:spLocks noGrp="1"/>
          </p:cNvSpPr>
          <p:nvPr/>
        </p:nvSpPr>
        <p:spPr>
          <a:xfrm>
            <a:off x="11945937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5C638605-AED8-491A-BADF-393E07101D4F}"/>
              </a:ext>
            </a:extLst>
          </p:cNvPr>
          <p:cNvSpPr>
            <a:spLocks noGrp="1"/>
          </p:cNvSpPr>
          <p:nvPr/>
        </p:nvSpPr>
        <p:spPr>
          <a:xfrm>
            <a:off x="12938125" y="4381500"/>
            <a:ext cx="992187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504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8CFC3D54-C5DC-4A0C-AE6B-70F1A8E004AA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HCF = 168</a:t>
            </a:r>
          </a:p>
        </p:txBody>
      </p:sp>
    </p:spTree>
    <p:extLst>
      <p:ext uri="{BB962C8B-B14F-4D97-AF65-F5344CB8AC3E}">
        <p14:creationId xmlns:p14="http://schemas.microsoft.com/office/powerpoint/2010/main" val="28680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91B59B73-87F5-4FA7-9AA2-487869CF7AD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F010B8E-2C2E-42B8-A609-4F146106B3D3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B21D842-50D3-42B2-B660-A81AB1724AB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EFD867D-E12B-4B16-B5BF-64FB563C521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E2A7A1F-FB8A-462A-8968-907D3BBAD13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Identify common factors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0B2667C-F46B-4D09-9192-075961CDECA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5608721-1CBE-4AC2-9ABF-D5FB97F8F4F9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C8CDD54-DE9F-44FA-B5F0-E915E03DB81B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highest common factor of 84 and 126.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8EDD287-3F75-4EDB-AECA-87FCCFD0B4D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B4791CA-61AD-4F3A-B1DC-82949E5DCA45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List the common factors of 36 and 60.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F0362AC-6F46-46EF-9EC0-4CBFCEC5F71F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BFED186-A788-4707-B364-2B2631BAA398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HCF of 96 and 144.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00D1233-5CB1-43A3-AB21-193C2217C17A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663F2CB-1DA4-444E-BB80-778A43884DD5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Find the highest common factor of 84 and 126.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AEB3F51-7261-4471-97C7-57D1E9090E5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852CD56-91A4-4F04-9654-59FBC483462B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List the common factors of 36 and 60.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4CD0761-0B76-4FC5-810E-309B2D1EDCFA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166C857-F7DA-47B1-8661-9137A1DA226E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Find the HCF of 96 and 144.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E03BF554-1446-4BF6-B88E-DC2791A93CAF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64E8C0B-1CCF-486C-B607-4E02CC2F6F6F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Two numbers have HCF 18. Give a possible pair greater than 50.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55AC907-BC6B-4A36-9B0B-8A2DCE1BA951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A858A60C-4490-4372-BC06-898889E6E36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chooses the largest factor from either list rather than the largest shared factor.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FF73551-9A93-4E83-B43A-A42DBA57DD23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28A8BCB-0AE2-4739-8B49-CD128A0B47B6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1BB2BC4-2E29-4229-8760-EE0413CDE8EF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ADA0E32-66DB-46A1-90CD-D51D4E48CBAA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Find the HCF of 96 and 144.</a:t>
            </a:r>
          </a:p>
        </p:txBody>
      </p:sp>
    </p:spTree>
    <p:extLst>
      <p:ext uri="{BB962C8B-B14F-4D97-AF65-F5344CB8AC3E}">
        <p14:creationId xmlns:p14="http://schemas.microsoft.com/office/powerpoint/2010/main" val="1576954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BF091CD1-5D59-4EE0-81E0-FFDB5F0F842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DDB65AC-8AA3-4C01-A577-4003A5C4753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BC0E7B7-7597-445B-A58D-40331DFB068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7AD11CC-4C01-4156-8F18-B032678B949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Identify common factors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706E747-C5C1-4432-B79B-E233F272215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C6AB6F8-662B-483C-A8F3-77CE48A25F28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02E03BE-0F40-47D4-A447-14A62C4777E6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42.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0337202-7E1C-4E20-A095-9579FBE9943D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31D6388-0B4D-4784-B179-A94B47AC8CF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1, 2, 3, 4, 6 and 12.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D87BB9E-2866-4EDD-81AB-C4DE53D2AE06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4727D47-E095-46A5-97C0-03EAC7134F38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48.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2EE9E49-A3CE-41D2-ACD0-FA0F0E2F0AF3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718F043-7A6E-4954-883C-6E0709C7948F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42.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F0DEACC-E815-41B4-AA04-156732F616D8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576BDC5-2164-4CC1-B951-1D4550DD6ADA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1, 2, 3, 4, 6 and 12.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90CD85B-5346-43DB-91EF-D742F0666669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A71187B9-C287-456C-9E41-4F06C5D1DDFC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48.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AC1FFBC-89B7-49D2-BAD2-D1C6171A2BA1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C8CE34D-8010-4C4C-8789-90D79210E50F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54 and 72 is one example.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737CE5B-6FE3-44C6-B752-778026F19201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449E0C8-8F02-4F96-9D6C-4CA7AEE0B370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 common factor must divide both numbers exactly.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7F5360F-B818-4232-BD0B-D552A41FF651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1BDB237F-D583-4283-AA31-54AD397F9C29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E3E5808-3411-4A6F-A233-101A810D1BB3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460B273-099F-409F-AC82-7ABFECD851D1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4148887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940</Words>
  <Application>Microsoft Office PowerPoint</Application>
  <DocSecurity>0</DocSecurity>
  <PresentationFormat>Custom</PresentationFormat>
  <Paragraphs>188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2026-09-14T13:14:16Z</dcterms:created>
  <dcterms:modified xsi:type="dcterms:W3CDTF">2026-09-14T13:18:27Z</dcterms:modified>
</cp:coreProperties>
</file>