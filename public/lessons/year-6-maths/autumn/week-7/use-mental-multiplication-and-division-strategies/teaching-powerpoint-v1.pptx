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3c6762252404952" /><Relationship Type="http://schemas.openxmlformats.org/officeDocument/2006/relationships/extended-properties" Target="/docProps/app.xml" Id="R4220cdae9ee64f71" /><Relationship Type="http://schemas.openxmlformats.org/officeDocument/2006/relationships/officeDocument" Target="/ppt/presentation.xml" Id="R2c895a58baf9432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3b1e5b7710d423a"/>
  </p:sldMasterIdLst>
  <p:notesMasterIdLst>
    <p:notesMasterId xmlns:r="http://schemas.openxmlformats.org/officeDocument/2006/relationships" r:id="R1f4e0f196f3a425f"/>
  </p:notesMasterIdLst>
  <p:sldIdLst>
    <p:sldId xmlns:r="http://schemas.openxmlformats.org/officeDocument/2006/relationships" id="256" r:id="Raa8373d316224ab1"/>
    <p:sldId xmlns:r="http://schemas.openxmlformats.org/officeDocument/2006/relationships" id="257" r:id="R7b949f70fe334cb7"/>
    <p:sldId xmlns:r="http://schemas.openxmlformats.org/officeDocument/2006/relationships" id="258" r:id="R0a53c3cd2d5f4c93"/>
    <p:sldId xmlns:r="http://schemas.openxmlformats.org/officeDocument/2006/relationships" id="259" r:id="R2b0c888624d04149"/>
    <p:sldId xmlns:r="http://schemas.openxmlformats.org/officeDocument/2006/relationships" id="260" r:id="Rd91dcbf29aea45ee"/>
    <p:sldId xmlns:r="http://schemas.openxmlformats.org/officeDocument/2006/relationships" id="261" r:id="R32122c21e4484bbe"/>
    <p:sldId xmlns:r="http://schemas.openxmlformats.org/officeDocument/2006/relationships" id="262" r:id="R94e855ce95524a53"/>
    <p:sldId xmlns:r="http://schemas.openxmlformats.org/officeDocument/2006/relationships" id="263" r:id="R382c37ac8d804415"/>
    <p:sldId xmlns:r="http://schemas.openxmlformats.org/officeDocument/2006/relationships" id="264" r:id="R537774df24284394"/>
    <p:sldId xmlns:r="http://schemas.openxmlformats.org/officeDocument/2006/relationships" id="265" r:id="Rd75cf7ee1eb14e98"/>
    <p:sldId xmlns:r="http://schemas.openxmlformats.org/officeDocument/2006/relationships" id="266" r:id="Re78e0abd4fb24a6a"/>
    <p:sldId xmlns:r="http://schemas.openxmlformats.org/officeDocument/2006/relationships" id="267" r:id="R3398f33187b146e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583fedb611a40b3" /><Relationship Type="http://schemas.openxmlformats.org/officeDocument/2006/relationships/slideMaster" Target="/ppt/slideMasters/slideMaster1.xml" Id="Rf3b1e5b7710d423a" /><Relationship Type="http://schemas.openxmlformats.org/officeDocument/2006/relationships/notesMaster" Target="/ppt/notesMasters/notesMaster1.xml" Id="R1f4e0f196f3a425f" /><Relationship Type="http://schemas.openxmlformats.org/officeDocument/2006/relationships/presProps" Target="/ppt/presProps.xml" Id="R9bcfddd909d44bee" /><Relationship Type="http://schemas.openxmlformats.org/officeDocument/2006/relationships/tableStyles" Target="/ppt/tableStyles.xml" Id="Rc1f6773a9b71453f" /><Relationship Type="http://schemas.openxmlformats.org/officeDocument/2006/relationships/slide" Target="/ppt/slides/slide1.xml" Id="Raa8373d316224ab1" /><Relationship Type="http://schemas.openxmlformats.org/officeDocument/2006/relationships/slide" Target="/ppt/slides/slide2.xml" Id="R7b949f70fe334cb7" /><Relationship Type="http://schemas.openxmlformats.org/officeDocument/2006/relationships/slide" Target="/ppt/slides/slide3.xml" Id="R0a53c3cd2d5f4c93" /><Relationship Type="http://schemas.openxmlformats.org/officeDocument/2006/relationships/slide" Target="/ppt/slides/slide4.xml" Id="R2b0c888624d04149" /><Relationship Type="http://schemas.openxmlformats.org/officeDocument/2006/relationships/slide" Target="/ppt/slides/slide5.xml" Id="Rd91dcbf29aea45ee" /><Relationship Type="http://schemas.openxmlformats.org/officeDocument/2006/relationships/slide" Target="/ppt/slides/slide6.xml" Id="R32122c21e4484bbe" /><Relationship Type="http://schemas.openxmlformats.org/officeDocument/2006/relationships/slide" Target="/ppt/slides/slide7.xml" Id="R94e855ce95524a53" /><Relationship Type="http://schemas.openxmlformats.org/officeDocument/2006/relationships/slide" Target="/ppt/slides/slide8.xml" Id="R382c37ac8d804415" /><Relationship Type="http://schemas.openxmlformats.org/officeDocument/2006/relationships/slide" Target="/ppt/slides/slide9.xml" Id="R537774df24284394" /><Relationship Type="http://schemas.openxmlformats.org/officeDocument/2006/relationships/slide" Target="/ppt/slides/slide10.xml" Id="Rd75cf7ee1eb14e98" /><Relationship Type="http://schemas.openxmlformats.org/officeDocument/2006/relationships/slide" Target="/ppt/slides/slide11.xml" Id="Re78e0abd4fb24a6a" /><Relationship Type="http://schemas.openxmlformats.org/officeDocument/2006/relationships/slide" Target="/ppt/slides/slide12.xml" Id="R3398f33187b146e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a0dea1a35a04da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94a60eea30949d8" /><Relationship Type="http://schemas.openxmlformats.org/officeDocument/2006/relationships/notesMaster" Target="/ppt/notesMasters/notesMaster1.xml" Id="Rfdc4b1669bb44bf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320056577f44f38" /><Relationship Type="http://schemas.openxmlformats.org/officeDocument/2006/relationships/notesMaster" Target="/ppt/notesMasters/notesMaster1.xml" Id="Redf0660286c84da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c6be361c9e54666" /><Relationship Type="http://schemas.openxmlformats.org/officeDocument/2006/relationships/notesMaster" Target="/ppt/notesMasters/notesMaster1.xml" Id="R9620b0e13e4d466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2c37a3112b24ea0" /><Relationship Type="http://schemas.openxmlformats.org/officeDocument/2006/relationships/notesMaster" Target="/ppt/notesMasters/notesMaster1.xml" Id="Rc92c92d0a557444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12794768c104619" /><Relationship Type="http://schemas.openxmlformats.org/officeDocument/2006/relationships/notesMaster" Target="/ppt/notesMasters/notesMaster1.xml" Id="R5af2042c56d94cb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c6596ef08644f37" /><Relationship Type="http://schemas.openxmlformats.org/officeDocument/2006/relationships/notesMaster" Target="/ppt/notesMasters/notesMaster1.xml" Id="Rc60df45e8b1f46d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758d889f3584de6" /><Relationship Type="http://schemas.openxmlformats.org/officeDocument/2006/relationships/notesMaster" Target="/ppt/notesMasters/notesMaster1.xml" Id="R35a62e136f3345f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7a895ec86bd4bcf" /><Relationship Type="http://schemas.openxmlformats.org/officeDocument/2006/relationships/notesMaster" Target="/ppt/notesMasters/notesMaster1.xml" Id="R061763c0b04a44d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fdeff13aacf49da" /><Relationship Type="http://schemas.openxmlformats.org/officeDocument/2006/relationships/notesMaster" Target="/ppt/notesMasters/notesMaster1.xml" Id="R170c55e2bc1c46d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9d93650c84c473f" /><Relationship Type="http://schemas.openxmlformats.org/officeDocument/2006/relationships/notesMaster" Target="/ppt/notesMasters/notesMaster1.xml" Id="Rf8608721d17c4a3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ebcedb27e844fc2" /><Relationship Type="http://schemas.openxmlformats.org/officeDocument/2006/relationships/notesMaster" Target="/ppt/notesMasters/notesMaster1.xml" Id="Rc0d0689a66934f8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50958fd42c54733" /><Relationship Type="http://schemas.openxmlformats.org/officeDocument/2006/relationships/notesMaster" Target="/ppt/notesMasters/notesMaster1.xml" Id="Rb33cebf2bf2b4fc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place-value chart, empty number lines, strategy cards.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300. | Notice the number structure before choosing a method. | Since 25 = 100 / 4, divide by 4 and then multiply by 100.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mental, compensation, partition, estimate, inverse, reasonable.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90,000.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Since 25 = 100 / 4, divide by 4 and then multiply by 100.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300..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8,000..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12,000. Methods may use 250 = 1,000 / 4 or 48 / 4 x 1,000.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8,000.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8,000. | Since 25 = 100 / 4, divide by 4 and then multiply by 100.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5963a5f9514d0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75fabf182294204" /><Relationship Type="http://schemas.openxmlformats.org/officeDocument/2006/relationships/slideLayout" Target="/ppt/slideLayouts/slideLayout1.xml" Id="R3267d761e5b9466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267d761e5b9466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1da78d8c8442b9" /><Relationship Type="http://schemas.openxmlformats.org/officeDocument/2006/relationships/notesSlide" Target="/ppt/notesSlides/notesSlide1.xml" Id="Ra4aeb8b289e449d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5104d32a3f4867" /><Relationship Type="http://schemas.openxmlformats.org/officeDocument/2006/relationships/notesSlide" Target="/ppt/notesSlides/notesSlide2.xml" Id="Rf08ae251436847a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7c390dd6aa4b2c" /><Relationship Type="http://schemas.openxmlformats.org/officeDocument/2006/relationships/notesSlide" Target="/ppt/notesSlides/notesSlide3.xml" Id="R225226f98fb740f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fe036dcd0a4f7a" /><Relationship Type="http://schemas.openxmlformats.org/officeDocument/2006/relationships/notesSlide" Target="/ppt/notesSlides/notesSlide4.xml" Id="R528590e8818c4a5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a19b402c1d462c" /><Relationship Type="http://schemas.openxmlformats.org/officeDocument/2006/relationships/notesSlide" Target="/ppt/notesSlides/notesSlide5.xml" Id="Rd9e8a574f8284b5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57af1030d14800" /><Relationship Type="http://schemas.openxmlformats.org/officeDocument/2006/relationships/notesSlide" Target="/ppt/notesSlides/notesSlide6.xml" Id="R59a0dfb349f1488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5242160774478a" /><Relationship Type="http://schemas.openxmlformats.org/officeDocument/2006/relationships/image" Target="/ppt/media/image.png" Id="Rd519dd574ebc4bfb" /><Relationship Type="http://schemas.openxmlformats.org/officeDocument/2006/relationships/notesSlide" Target="/ppt/notesSlides/notesSlide7.xml" Id="R9c5880eaaa5a40c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230b164aea41ea" /><Relationship Type="http://schemas.openxmlformats.org/officeDocument/2006/relationships/notesSlide" Target="/ppt/notesSlides/notesSlide8.xml" Id="R2c8ec4f647c44ba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6e7a7fd4374156" /><Relationship Type="http://schemas.openxmlformats.org/officeDocument/2006/relationships/notesSlide" Target="/ppt/notesSlides/notesSlide9.xml" Id="R71bb6db6514d4b4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71565530974f53" /><Relationship Type="http://schemas.openxmlformats.org/officeDocument/2006/relationships/notesSlide" Target="/ppt/notesSlides/notesSlide10.xml" Id="Rd995662c846a494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2ce44ff485405a" /><Relationship Type="http://schemas.openxmlformats.org/officeDocument/2006/relationships/notesSlide" Target="/ppt/notesSlides/notesSlide11.xml" Id="R74c898e53eec46d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741ea8d9b2441a" /><Relationship Type="http://schemas.openxmlformats.org/officeDocument/2006/relationships/notesSlide" Target="/ppt/notesSlides/notesSlide12.xml" Id="R3fe3b98d0d814dd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0755CD-CA7A-45B1-9803-7C4872A9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CEECC2-557F-469C-8E58-B1A380B4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9F91CD-F4FF-4019-BE51-CD2179CE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80802C-010D-44AA-88FB-858993E86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B9781F-A488-4CD9-8F98-68F5C566D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942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E7898C-AE24-495F-9341-B0D5EC83F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6F246D-52F8-4564-84E2-A31DD29A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1061D0-C9D0-4EDB-B225-9E9FF0CD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85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factors and place value for mental multiplication and division.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9401B5-69F3-4C07-B6C0-1F3C5F757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6C5180-D4B5-4EC8-9715-DAA1C457A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D2E316-21A9-4104-B640-636EBB954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1668330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67E23C-A770-42C1-B6FF-63DF539D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30A376-6688-435A-9F65-9E5B0936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83B347-362B-4BB9-9A0F-3F2145293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7FB0EF-2939-4A4B-9579-A49EB76E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FEBF79-2046-4CEB-AA25-98C03FEF6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1ED2F0-6F8A-4CDC-B44A-99E96E1D0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0A1FC9-4F99-43BE-B11F-40E50092E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457E85-F03E-4070-AF87-92498BB19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9F9E72-7FC2-412E-BCBE-7BA0B7B84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A77D88-89B6-4C38-979F-A017F12E8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43E408-5CDF-4150-A647-AC0704B0D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C4C5B7-CE59-459E-B462-AC0F4EB0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4C1025-5599-46D7-BBD7-771B8E469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number facts and use place value, partitioning, compensation and inverse operations.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2AC121-C3E7-4778-8800-C7A2C3B1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00F3EE-854C-4AA3-B4CF-1FA9FB801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608584-EE52-467E-935F-45D45FE77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FA7B48-D659-4307-9760-BEA5A6CFF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4,800 / 16 mentally.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BE6788-390B-4B95-895F-C12AC1209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A87DE4-495B-447C-B0B0-FEDCB93CA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E663F9-12D6-4F38-8F49-E54A3744D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CB7DC6-9396-4B57-9FD3-8DE8215E5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25 x 3,600 mentally.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66758B-3208-487D-81D2-0C689E67F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60006078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146F20-F578-4C3E-BDDD-063A84D3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8F5460-220F-49BC-9DEA-F8350653D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9819AC-0501-445B-89EE-6532E7972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E592BB-E26A-4544-8017-6C90A767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847D36-AA3B-4F53-AA24-549CD113D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640EEB-333E-4F7F-9048-4E53D8655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DFB05E-9290-4B14-96CE-8B3DDF3B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FBA81E-9917-4C5A-A494-98C91090C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A9F80B-7434-4D54-8D56-336FFB4A9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8A0F4D-28C8-4E7B-9E02-9B7A016EB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factors and place value for mental multiplication and division.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69A1BF-7D08-42B8-A7B1-531A37E1F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237307-6CB1-468C-9AD8-2E3EFAB58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Notice the number structure before choosing a method.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49674B-50FD-47A2-BFEB-8B0D6BD5E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a known fact, partition or compensation to calculate efficiently.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A3336F-F8DD-4FD0-84D4-1A48CC87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size of the result using estimation or an inverse operation.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31436B-1AA8-43BD-AD33-4EF778A51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mental  |  compensation  |  partition  |  estimate  |  inverse  |  reasonable</a:t>
            </a:r>
          </a:p>
        </p:txBody>
      </p:sp>
    </p:spTree>
    <p:extLst>
      <p:ext uri="{BB962C8B-B14F-4D97-AF65-F5344CB8AC3E}">
        <p14:creationId xmlns:p14="http://schemas.microsoft.com/office/powerpoint/2010/main" val="18764786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C214DF-20E3-4C89-9724-2E70A0B85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64673B-BA00-4D40-AECA-A91D12C91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F1C184-32C5-4B0D-9627-B78506639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FD40B6-07DF-4951-99DD-6746F55C9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94B627-8E15-469C-B17D-0BC2481A8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5C99AE-4B45-417B-8B28-1B443CFD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4C2BD1-C3BC-497C-82E1-CB74A28E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98DE3E-A426-4AD8-A76D-94C492689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E98BB8-4B58-4B0D-B457-A49AFBD5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F86A16-BF43-42D4-8E76-21811A35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25 x 3,600 mentally.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B1B56A-E7CF-487A-B8AB-78701AF2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B4D390-D255-4202-AF15-47AEBECC0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B29020-0F72-4F0B-AB57-2C0710374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Notice the number structure before choosing a method.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B6ADF6-6132-4BF8-BEA9-9E6334BFE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027F44-F034-43AE-B708-E2B63359F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F0DA2B-16A0-423A-B91D-AEE1E81B2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Use a known fact, partition or compensation to calculate efficiently.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203781-6B68-4403-8B90-9C75C4B06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412B43-F324-4938-9F58-681B254E7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677293-6E0A-4ECE-BEAE-F1B3762F3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90,000.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61D2E0-2A08-4B27-B378-389B038D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4713AB-18F0-4E30-8A9E-17B74B218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28D211-D526-4FAA-A69A-087395306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size of the result using estimation or an inverse operation.</a:t>
            </a:r>
          </a:p>
        </p:txBody>
      </p:sp>
    </p:spTree>
    <p:extLst>
      <p:ext uri="{BB962C8B-B14F-4D97-AF65-F5344CB8AC3E}">
        <p14:creationId xmlns:p14="http://schemas.microsoft.com/office/powerpoint/2010/main" val="3554937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B9CCC2-0C44-4D62-9395-80FF2928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6540D8-BA14-468E-B32E-5704FC656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F7EF44-033A-4EA0-8940-759221BA4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09CEEA-87DE-4221-8F86-0837A99BA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6706A6-9BC3-4D85-9828-6472D950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4AB2FB-7C39-4746-9814-6B33E3D3A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5CE501-4194-4B7A-B76A-D98CB8D3E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10C61D-6DEB-4BCE-B4CC-C6C22609E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5F61E3-467A-4725-B1D6-E1A663681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33DD37-1DA4-4DEF-8A24-210AF2FD3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8BB28A-0CAC-4A4F-9971-5E9ED1606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90,000.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A989AD-7727-4258-AFCE-E41F1462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F55687-378A-4DDB-A783-9CEDFD238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size of the result using estimation or an inverse operation.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D2D90F-9B65-4BDA-8ACD-685C0DDF6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690866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7F12AD-E434-4586-BCC3-B839FF7B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835C87-DF58-44A8-9B2E-AB62C502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F60D65-DF1E-4EA6-8CEA-F1729A48F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FA5C1E-73AC-4B75-9AC6-56C9C79D1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C2BAD9-A6DA-4106-B5BE-E3E0466E6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D26839-E7C7-43F7-BCB4-DF29A48E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66D3DA-E5F5-4975-93B2-F865B451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1956A7-E680-4F16-8C28-E5B7B55C0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A412E6-81E4-49E2-9F34-F60E600EE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017DCC-C809-4AE6-A8D8-EAE6718A9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4,800 / 16 mentally.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E36379-997A-4CB5-81BF-2F01F836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690044-ACCA-4AAD-ADD2-EFE443289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BAB122-656E-42F3-8274-4639D26D7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B9BCE6-AC06-47E9-B7E6-F69F21E4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46C5F0-8222-4B4D-9D6E-95235975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300.</a:t>
            </a:r>
          </a:p>
        </p:txBody>
      </p:sp>
    </p:spTree>
    <p:extLst>
      <p:ext uri="{BB962C8B-B14F-4D97-AF65-F5344CB8AC3E}">
        <p14:creationId xmlns:p14="http://schemas.microsoft.com/office/powerpoint/2010/main" val="191870615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4C6190-DFBC-4ED7-86BC-959BFCBB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64F15D-E15A-474A-8301-5FF053F1C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292035-E7D8-4BE1-8236-92C68C6B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508625-6D99-45C2-9607-088F4DA51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DA00E3-431B-40BE-81BA-1C377E8CD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F309E8-EC6A-4D57-9632-1990D506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2F74F9-48AD-465F-A5FC-0A285BC71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3B347C-2958-4633-BAF9-B81C5ABCB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C6182C-98F3-4B5B-B6D8-AFAF35553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19dd574ebc4bfb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852341-C2CC-4412-8842-97527377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1809D7-000E-4224-A0E4-D73BF2B31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divides by 4 when multiplying by 25 but forgets to multiply by 100.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C48651-ACF8-420D-952B-5808660B8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A90967-5E45-49A4-9312-0D66DA8A2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E05B94-DDAC-40E2-B62B-33084E16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Since 25 = 100 / 4, divide by 4 and then multiply by 100.</a:t>
            </a:r>
          </a:p>
        </p:txBody>
      </p:sp>
    </p:spTree>
    <p:extLst>
      <p:ext uri="{BB962C8B-B14F-4D97-AF65-F5344CB8AC3E}">
        <p14:creationId xmlns:p14="http://schemas.microsoft.com/office/powerpoint/2010/main" val="8164671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EAB40E-C358-4C4D-BFC7-BDF03DA4D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279310-A3BB-45E7-8B3F-056D276C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E95D63-5911-40AA-91BD-BA83EF97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640591-04AF-4AE9-84FB-F348F8FDE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44F8BF-66C4-4CC7-9231-E8B4E9D67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FA9CF0-9B06-4C10-9019-8463463C4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8C6A32-C474-406A-8002-0EA69D2E7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1A39F9-7950-4D13-A249-5F2FCF79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D44506-C941-421E-B0C2-A8C78BF11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B05147-BA89-4BD4-9F18-0C23D2F3E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69548D-6426-4A74-9A67-7A1B8FD1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AC02F3-ACB2-4C5A-967A-4CA51545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D5832B-A387-48A7-8000-CB5F8EA3F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4,800 / 16 mentally.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CF21F8-D796-4FA1-B8D0-84F2D104A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35812D-9AC5-46B3-A43E-11E095F09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D40394-D6A7-4E33-9431-5E535682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2ABE4D-8577-4A3F-B08B-9615940F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58639A-839E-4ADB-9000-455B18EA2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0FBFE0-D63B-4E3A-8EA5-2AD82E05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740CB6-EC23-4EC4-82BF-535AD3A5A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C04289-ED80-42F7-8739-D15B9C64D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300.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7FB5AC-F60E-47D1-86BA-513400E76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56599008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791CC2-CFCC-4A83-8644-42E15B06A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AD06DD-97B3-4C47-89A9-86DD86CAB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8C44BE-9E77-4149-A69E-3BDD4C11D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A39C96-8B75-43FF-B72A-8BBAE60C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5F086B-F5BD-488C-B2F7-B53767F53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9AD723-7622-4BFE-B797-5F576E360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6AE066-2CA8-4D93-B0E4-51E9C737F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80FFDE-ED8A-4D1F-A673-C2141AF55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F5EEF0-815A-456E-875E-D417C4172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D1E6C3-2B4D-467B-86F8-81CE868D9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7729DC-0AD3-4489-AA8E-DF587623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1E7A5A-07EA-436D-BB96-37F12EE88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F168E0-1557-497D-9AE3-DDB98D04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125 x 64 using factors.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C24F5F-20A1-457C-B8CD-7722011F6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58E7A7-DDA4-4071-97CD-89EF21D4B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D27EFD-5E9B-4ED0-B13B-00D7B971A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BF83C2-F31C-48D6-AB54-D645E726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2C443A-2A0D-4CA6-8A32-9B1832979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C4B0C9-B451-4CA5-AD90-D39CC4F28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ADDF29-2A13-4F7F-8E05-AE395D1B1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43073D-3104-4C48-9BAF-75153BFB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70337328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1EA603-6AD4-4AAF-B5C8-0D509B192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96961A-899E-47FF-B885-1ACCEEFB7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D0BD39-2797-4C45-8309-82C00510D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336133-A906-45B9-8420-0517BA01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C05DE3-CDF7-4C3C-BB21-C660C9E1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E5EC3E-8A52-4511-9423-BA3B98208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B63959-1F72-42AC-9B97-95DE080DA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AFEB42-9F1E-497D-A4CE-2EA08F7C5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3AE3AF-1395-4C44-8527-72EE34331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C27DA7-D4F3-4EDF-BA22-91CB229E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three efficient mental methods for 48 x 250.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BDB4F9-58A6-4806-9EB4-F3AC05EC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D2C1E5-7F3D-48EF-9953-1CC2437E1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DD95FD-44E7-4DC4-AD1C-F93FEBF3C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12,000. Methods may use 250 = 1,000 / 4 or 48 / 4 x 1,000.</a:t>
            </a:r>
          </a:p>
        </p:txBody>
      </p:sp>
    </p:spTree>
    <p:extLst>
      <p:ext uri="{BB962C8B-B14F-4D97-AF65-F5344CB8AC3E}">
        <p14:creationId xmlns:p14="http://schemas.microsoft.com/office/powerpoint/2010/main" val="15722002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3E259E-0931-4C39-9B75-4E9F26182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D16369-43F4-4E6A-B19A-8E4394DB7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F47FC0-75FE-4058-A8FC-9340BECB4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83C615-48B7-43AE-A0BE-793AA2146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D60DF1-898E-41FF-A167-384AD63EE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BAD28B-B633-421D-84A7-BA7BFC1FA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C165E8-BAB6-4BA1-9313-4024645A2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794C1B-88AA-4E26-9348-3204FC84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5D4B23-25D7-4814-AB7E-89073D3A3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1E4954-08AC-4A4A-8F88-FB835BF6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922370-0F7B-4CAD-B8BB-8F79463A1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8D13BE-FAD0-4F49-B90A-CFB3FA8FC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125 x 64 using factors.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01EB8F-D5DC-4B79-8D79-680ACDB13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05C1ED-42E7-4799-A3DE-52BD2D24B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511618-39F3-4EE8-9250-EB66F2B4C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2283C9-077A-413B-8A73-C8931BE06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8,000.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FFF182-D81A-4C5B-A7B4-FD1347D7B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9C18B1-4253-411B-817D-F4367C281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69375517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67ECF0-5DED-40DB-913C-4483DD77C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C1AC0B-81D0-47EA-A322-B96F891C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0DA5E1-A506-4984-967B-00A65CE3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53F432-C06D-4164-A225-342D05B2C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E3A5D1-309E-498D-99E5-D96557CF9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68CB10-DE3D-4522-8248-28FD6EF1F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A509F6-E595-4073-88AF-C260A82B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82C402-04AE-445D-846B-AEFB52A9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197F74-63DF-4766-B98C-DC769F9D1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C232F0-8E08-4833-840D-09172777C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51E4A2-A633-4BA3-9E67-B6AA9AFD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6A787F-5C91-44DA-A88A-37652DF0F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65F270-016D-4EF6-982F-90EBE432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125 x 64 using factors.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F4D0ED-F864-41BE-BF32-7413A8A2D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542BA2-D57F-4956-84ED-D14B8EED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F2633E-2907-4386-9B89-1CBBB8F04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8ECCB3-6A50-4451-97EF-59CAABF8E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divides by 4 when multiplying by 25 but forgets to multiply by 100.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C9A56B-2745-4EFC-80C4-810D0F218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E2C0D0-B57F-40ED-922A-1117A8272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11BF90-6256-456C-A398-5CCB42A3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346630-BE42-4000-B182-1C81F5E90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297862-C72D-487B-8887-C023668B6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4669110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2026-09-09T20:45:33.8240000Z</dcterms:created>
  <dcterms:modified xsi:type="dcterms:W3CDTF">2026-09-09T20:45:33.8240000Z</dcterms:modified>
</coreProperties>
</file>