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98503f165954022" /><Relationship Type="http://schemas.openxmlformats.org/officeDocument/2006/relationships/extended-properties" Target="/docProps/app.xml" Id="Rd5b65dde05f64c99" /><Relationship Type="http://schemas.openxmlformats.org/officeDocument/2006/relationships/officeDocument" Target="/ppt/presentation.xml" Id="R4bf32496359245d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aab808d2d904513"/>
  </p:sldMasterIdLst>
  <p:notesMasterIdLst>
    <p:notesMasterId xmlns:r="http://schemas.openxmlformats.org/officeDocument/2006/relationships" r:id="R94682476d0a747d2"/>
  </p:notesMasterIdLst>
  <p:sldIdLst>
    <p:sldId xmlns:r="http://schemas.openxmlformats.org/officeDocument/2006/relationships" id="256" r:id="Ra01f77c850044c1f"/>
    <p:sldId xmlns:r="http://schemas.openxmlformats.org/officeDocument/2006/relationships" id="257" r:id="Ra3d11d663b884815"/>
    <p:sldId xmlns:r="http://schemas.openxmlformats.org/officeDocument/2006/relationships" id="258" r:id="R8a53b396777d46aa"/>
    <p:sldId xmlns:r="http://schemas.openxmlformats.org/officeDocument/2006/relationships" id="259" r:id="Rc1402eb6ae9b47da"/>
    <p:sldId xmlns:r="http://schemas.openxmlformats.org/officeDocument/2006/relationships" id="260" r:id="R4685275a63d34ffc"/>
    <p:sldId xmlns:r="http://schemas.openxmlformats.org/officeDocument/2006/relationships" id="261" r:id="Rb5a22fdd02e1450c"/>
    <p:sldId xmlns:r="http://schemas.openxmlformats.org/officeDocument/2006/relationships" id="262" r:id="R5b28fef323094184"/>
    <p:sldId xmlns:r="http://schemas.openxmlformats.org/officeDocument/2006/relationships" id="263" r:id="R7576b10623e840e2"/>
    <p:sldId xmlns:r="http://schemas.openxmlformats.org/officeDocument/2006/relationships" id="264" r:id="R216a47fa44064b59"/>
    <p:sldId xmlns:r="http://schemas.openxmlformats.org/officeDocument/2006/relationships" id="265" r:id="R21a5f9d1ab01489f"/>
    <p:sldId xmlns:r="http://schemas.openxmlformats.org/officeDocument/2006/relationships" id="266" r:id="R9608e7ea303b4af7"/>
    <p:sldId xmlns:r="http://schemas.openxmlformats.org/officeDocument/2006/relationships" id="267" r:id="R151426d7ebb74327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118371259eb4274" /><Relationship Type="http://schemas.openxmlformats.org/officeDocument/2006/relationships/slideMaster" Target="/ppt/slideMasters/slideMaster1.xml" Id="R7aab808d2d904513" /><Relationship Type="http://schemas.openxmlformats.org/officeDocument/2006/relationships/notesMaster" Target="/ppt/notesMasters/notesMaster1.xml" Id="R94682476d0a747d2" /><Relationship Type="http://schemas.openxmlformats.org/officeDocument/2006/relationships/presProps" Target="/ppt/presProps.xml" Id="R257fc7e7e5974100" /><Relationship Type="http://schemas.openxmlformats.org/officeDocument/2006/relationships/tableStyles" Target="/ppt/tableStyles.xml" Id="R2d5c7ea8e7bd4c14" /><Relationship Type="http://schemas.openxmlformats.org/officeDocument/2006/relationships/slide" Target="/ppt/slides/slide1.xml" Id="Ra01f77c850044c1f" /><Relationship Type="http://schemas.openxmlformats.org/officeDocument/2006/relationships/slide" Target="/ppt/slides/slide2.xml" Id="Ra3d11d663b884815" /><Relationship Type="http://schemas.openxmlformats.org/officeDocument/2006/relationships/slide" Target="/ppt/slides/slide3.xml" Id="R8a53b396777d46aa" /><Relationship Type="http://schemas.openxmlformats.org/officeDocument/2006/relationships/slide" Target="/ppt/slides/slide4.xml" Id="Rc1402eb6ae9b47da" /><Relationship Type="http://schemas.openxmlformats.org/officeDocument/2006/relationships/slide" Target="/ppt/slides/slide5.xml" Id="R4685275a63d34ffc" /><Relationship Type="http://schemas.openxmlformats.org/officeDocument/2006/relationships/slide" Target="/ppt/slides/slide6.xml" Id="Rb5a22fdd02e1450c" /><Relationship Type="http://schemas.openxmlformats.org/officeDocument/2006/relationships/slide" Target="/ppt/slides/slide7.xml" Id="R5b28fef323094184" /><Relationship Type="http://schemas.openxmlformats.org/officeDocument/2006/relationships/slide" Target="/ppt/slides/slide8.xml" Id="R7576b10623e840e2" /><Relationship Type="http://schemas.openxmlformats.org/officeDocument/2006/relationships/slide" Target="/ppt/slides/slide9.xml" Id="R216a47fa44064b59" /><Relationship Type="http://schemas.openxmlformats.org/officeDocument/2006/relationships/slide" Target="/ppt/slides/slide10.xml" Id="R21a5f9d1ab01489f" /><Relationship Type="http://schemas.openxmlformats.org/officeDocument/2006/relationships/slide" Target="/ppt/slides/slide11.xml" Id="R9608e7ea303b4af7" /><Relationship Type="http://schemas.openxmlformats.org/officeDocument/2006/relationships/slide" Target="/ppt/slides/slide12.xml" Id="R151426d7ebb7432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abb6529e76e434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394e3dd4a9747dd" /><Relationship Type="http://schemas.openxmlformats.org/officeDocument/2006/relationships/notesMaster" Target="/ppt/notesMasters/notesMaster1.xml" Id="Rdd7e7314f1084fb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cc479ccd1454412" /><Relationship Type="http://schemas.openxmlformats.org/officeDocument/2006/relationships/notesMaster" Target="/ppt/notesMasters/notesMaster1.xml" Id="Rac7f92e37d544b3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9fe77fc373145fe" /><Relationship Type="http://schemas.openxmlformats.org/officeDocument/2006/relationships/notesMaster" Target="/ppt/notesMasters/notesMaster1.xml" Id="R66e542a9bb664c1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d273a30e6674b88" /><Relationship Type="http://schemas.openxmlformats.org/officeDocument/2006/relationships/notesMaster" Target="/ppt/notesMasters/notesMaster1.xml" Id="R517bddfd565547d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b4b79f4cec24437" /><Relationship Type="http://schemas.openxmlformats.org/officeDocument/2006/relationships/notesMaster" Target="/ppt/notesMasters/notesMaster1.xml" Id="R92875a9e91a047b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e8d26364bdb4e2f" /><Relationship Type="http://schemas.openxmlformats.org/officeDocument/2006/relationships/notesMaster" Target="/ppt/notesMasters/notesMaster1.xml" Id="R983c3b9dd8834ae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896f9d3274f4aea" /><Relationship Type="http://schemas.openxmlformats.org/officeDocument/2006/relationships/notesMaster" Target="/ppt/notesMasters/notesMaster1.xml" Id="R38f2fe0cc465440f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93003c6ede34339" /><Relationship Type="http://schemas.openxmlformats.org/officeDocument/2006/relationships/notesMaster" Target="/ppt/notesMasters/notesMaster1.xml" Id="R15c22b67854c47f6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73025c8e6ed0473a" /><Relationship Type="http://schemas.openxmlformats.org/officeDocument/2006/relationships/notesMaster" Target="/ppt/notesMasters/notesMaster1.xml" Id="R29c577d3b5754ad5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6bdaad0ca9a64e91" /><Relationship Type="http://schemas.openxmlformats.org/officeDocument/2006/relationships/notesMaster" Target="/ppt/notesMasters/notesMaster1.xml" Id="R09d91bc1ff9042d2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099f6663af814ba9" /><Relationship Type="http://schemas.openxmlformats.org/officeDocument/2006/relationships/notesMaster" Target="/ppt/notesMasters/notesMaster1.xml" Id="R296054d8fd6b420f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f76f9a61580f494c" /><Relationship Type="http://schemas.openxmlformats.org/officeDocument/2006/relationships/notesMaster" Target="/ppt/notesMasters/notesMaster1.xml" Id="R52716d76bda743c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Change the date before teaching. Check resources. Read the learning intention aloud and clarify success. Resources: Mini whiteboards, place-value chart, empty number lines, strategy cards.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each prompt on click. Use responses to identify pupils who need immediate rehearsal. Suggested responses: Pupil identifies a relevant fact, representation or method. | 300. | Notice the number structure before choosing a method. | Since 25 = 100 / 4, divide by 4 and then multiply by 100.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the mathematical idea before asking pupils to solve. Define the vocabulary in context: mental, compensation, partition, estimate, inverse, reasonable. Reveal the three statements one at a 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do. Reveal the question, then reveal each mathematical change one click at a time. Point to the numbers and operation that changed before moving to the next line. Final answer: 90,000.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do. Give silent thinking time before paired talk. Take one step at a time. Do not reveal the answer until every pupil has committed. Answer: 300.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Miro is a deliberate misconception prompt. Reveal his claim, let pupils identify the error, then reveal the correction. Do not present Miro as lacking ability. Correction: Since 25 = 100 / 4, divide by 4 and then multiply by 100.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whole-class response routines. Reveal each prompt separately. Expected answer: 300.. Insist on a reason, not only a numerical response.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do. Pupils complete the core question independently before discussion. Answer: 8,000.. Circulate and note methods as well as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after secure fluency or as the higher worksheet route. Accept different correct approaches when fully justified. Expected response: 12,000. Methods may use 250 = 1,000 / 4 or 48 / 4 x 1,000.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the core independent-practice example. Give pupils time to solve and check before revealing the answer at the side. Answer: 8,000.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one exit question at a time. Answers: 8,000. | Since 25 = 100 / 4, divide by 4 and then multiply by 100.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38e0e7464614b3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2d6109f47ee4bef" /><Relationship Type="http://schemas.openxmlformats.org/officeDocument/2006/relationships/slideLayout" Target="/ppt/slideLayouts/slideLayout1.xml" Id="R3052b0862d20439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052b0862d20439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d62aabe8c9a4a2c" /><Relationship Type="http://schemas.openxmlformats.org/officeDocument/2006/relationships/notesSlide" Target="/ppt/notesSlides/notesSlide1.xml" Id="R7bf72887219e44b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b52b3ab0b2142f3" /><Relationship Type="http://schemas.openxmlformats.org/officeDocument/2006/relationships/notesSlide" Target="/ppt/notesSlides/notesSlide2.xml" Id="Rf760c9b5b56349f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0bd3c7a382d49cd" /><Relationship Type="http://schemas.openxmlformats.org/officeDocument/2006/relationships/notesSlide" Target="/ppt/notesSlides/notesSlide3.xml" Id="R1bfefc821e844d3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9f1fa0984e84114" /><Relationship Type="http://schemas.openxmlformats.org/officeDocument/2006/relationships/notesSlide" Target="/ppt/notesSlides/notesSlide4.xml" Id="R7706d498046b47c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873e87bae854e6a" /><Relationship Type="http://schemas.openxmlformats.org/officeDocument/2006/relationships/notesSlide" Target="/ppt/notesSlides/notesSlide5.xml" Id="R6b582b72505544e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d0adb015af84603" /><Relationship Type="http://schemas.openxmlformats.org/officeDocument/2006/relationships/notesSlide" Target="/ppt/notesSlides/notesSlide6.xml" Id="R0fb62d685ede4b9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5b46619f0474dbd" /><Relationship Type="http://schemas.openxmlformats.org/officeDocument/2006/relationships/image" Target="/ppt/media/image.png" Id="R85e25353ec8e4241" /><Relationship Type="http://schemas.openxmlformats.org/officeDocument/2006/relationships/notesSlide" Target="/ppt/notesSlides/notesSlide7.xml" Id="Re41b866e5c1c4da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40a0057da414e68" /><Relationship Type="http://schemas.openxmlformats.org/officeDocument/2006/relationships/notesSlide" Target="/ppt/notesSlides/notesSlide8.xml" Id="Re7985b2c982045a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66c39afd3642d5" /><Relationship Type="http://schemas.openxmlformats.org/officeDocument/2006/relationships/notesSlide" Target="/ppt/notesSlides/notesSlide9.xml" Id="R9a6baa6cfd534189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427701a7f8f490a" /><Relationship Type="http://schemas.openxmlformats.org/officeDocument/2006/relationships/notesSlide" Target="/ppt/notesSlides/notesSlide10.xml" Id="R9da55ccb9a954f16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056898604fc47d0" /><Relationship Type="http://schemas.openxmlformats.org/officeDocument/2006/relationships/notesSlide" Target="/ppt/notesSlides/notesSlide11.xml" Id="Rb516a0fea7da4211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36e978a8e74548" /><Relationship Type="http://schemas.openxmlformats.org/officeDocument/2006/relationships/notesSlide" Target="/ppt/notesSlides/notesSlide12.xml" Id="R4660c8f13593438d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4B40568-2A9A-46DD-BAAC-796740C7B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3E1B9A6-8DF1-4835-8D27-C7BF73413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1C840E9-C7A4-4ABE-B774-D08262A54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000"/>
            <a:ext cx="2952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8324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A9DC3CA-C50A-43F9-98A7-02C45C135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2387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452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44046A0-8DF2-4B7C-B315-28081B1BE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0942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mental multiplication and division strategies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6D447D3-7F62-49DB-9BD4-C4C10427E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8096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324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84FC897-84E1-401E-91D1-6A3F4C60E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DD0D4A1-646B-483B-9ECD-57E2A3523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71875"/>
            <a:ext cx="752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850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use factors and place value for mental multiplication and division.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1E39EC1-D3E9-4A89-98FC-72EC78F84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12D1FFE-B789-488E-946D-C16ADF195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28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Mini whiteboards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33FDD0A-C428-436C-A021-4801F9B31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61289140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6995584-4C8C-4F6A-BC34-6DD55B6C8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4DA2890-707D-4D23-BE15-25CE70706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CFF6EF6-2025-425B-940E-60B209DE8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7C83F66-32B9-419D-B4B6-C906E22B3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FA2F0F0-8ECA-468C-AFCB-667F91DE6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7D3C905-E2CF-45FD-911A-B21DC7C8F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309ECDE-68B3-4C46-A811-163F2BB09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566EF8A-C9B4-4F7F-AF0A-172345E79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1943A57-CD5E-4E58-99F0-0CA3C0DBC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mental multiplication and division strategies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1705C23-64BE-4617-B4CE-6AC68DA66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63D54B7-E85E-410C-B362-6395F14E0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74A6B83-877B-40BA-996A-AAFB652A2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8B64621-B4F8-426B-856C-C239C8404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Recall number facts and use place value, partitioning, compensation and inverse operations.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1A0F720-1084-42ED-A803-DA5842743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258C7A8-3D43-4A24-A1BF-D034C92E1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4B0EF36-D183-45A1-8AAD-1C88A0ED5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62336E6-E620-477A-AB61-72151CB69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4,800 / 16 mentally.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D0F0229-AD46-4850-B2F8-786F55CF0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D61C179-6A26-4721-9C86-1AE14F94C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98700EC-1B52-414C-9C6D-EDD2C1011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90358D0-677C-4C60-BEB4-2C3A49FB9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Calculate 25 x 3,600 mentally.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48FA868-9959-4881-973E-70E0A8CE2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185426312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90827A1-6358-4E95-8A62-48A29776B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17B3055-76CE-4BC6-9BF2-3817C3AF7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CFB7436-0EA8-4346-B33D-D8EE6E502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7612D41-0B2F-437C-B3B8-6CDDE579B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527A7BA-F4F1-41CD-93E9-E272320A2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E1EC2EB-8774-4C8A-883D-420F14C96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49154F6-BAD9-461B-9AF6-20C4636C0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9466AF5-AE99-428A-A8CA-59A5D4C1E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36B835A-788D-4A16-8F70-AE6880E4F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mental multiplication and division strategies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0C798EE-C16C-4BF3-9D55-AC22B086A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use factors and place value for mental multiplication and division.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DC52CAC-3D3D-4D20-88CE-60FC18BE9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1009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3A2FDCB-A357-4434-B122-F8EB10441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6670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Notice the number structure before choosing a method.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1A44016-8B1F-46AB-8C9D-4F73303EF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571875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Use a known fact, partition or compensation to calculate efficiently.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4C879FE-9FF6-4275-884A-00F6B6375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7675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Check the size of the result using estimation or an inverse operation.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BFCD750-BF84-4C74-A643-B9E92074D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mental  |  compensation  |  partition  |  estimate  |  inverse  |  reasonable</a:t>
            </a:r>
          </a:p>
        </p:txBody>
      </p:sp>
    </p:spTree>
    <p:extLst>
      <p:ext uri="{BB962C8B-B14F-4D97-AF65-F5344CB8AC3E}">
        <p14:creationId xmlns:p14="http://schemas.microsoft.com/office/powerpoint/2010/main" val="122753920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041BBEC-87DC-44DB-A474-0D203AED4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C0324B8-0F7C-48FA-8652-52B14B8DB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F69D618-6ACB-42D5-BE23-F089406D9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E2D6B5F-5244-4208-98F3-66169CD10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F253243-06EF-4FC3-A0AD-897CB09F9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A34A9BE-E42A-4E22-953A-E786FCC52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B894060-414E-4429-9744-7534F3D7F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EE8B1CB-61B4-492A-9FC4-821167E65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4F6646B-DF17-480E-9DE8-D6A168DF5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mental multiplication and division strategies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87FE9EE-5948-45DD-AE06-A9B1ED06E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219200"/>
            <a:ext cx="10477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25 x 3,600 mentally.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28302CE-5881-4270-BE4A-7C67A4F24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24075"/>
            <a:ext cx="38100" cy="3524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AA74B97-AB32-4884-B6A3-B5FB05A53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2002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A47E951-49B5-4A68-8AE6-AE9AA4C1C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14550"/>
            <a:ext cx="95250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25 × 3,600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07F9801-E40B-474D-BF49-CEA422204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771775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50C2642-AC4C-4B2A-A899-BF24A104C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90512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CF0A9A7-6D11-4B0F-8DD2-66F65BCEB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819400"/>
            <a:ext cx="95250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25 × 36 × 100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5338340-4190-4A6C-9862-D80F045D7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476625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0871BCD-5C64-4F62-9BFB-32227BD26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6099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3191081-815A-459A-AC1E-402E911A9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524250"/>
            <a:ext cx="95250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25 × 36 = 900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9703528-81E2-48C5-B9B0-2AD62E9F8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181475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52EBE74-2444-4C58-8031-4C3204737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31482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A89FF90-D228-457A-B6FD-1E44C7E3D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229100"/>
            <a:ext cx="95250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900 × 100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26ECAAB-B738-4FEE-83F0-7C4044743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86325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A4876A4-8713-4829-A065-FE5D8FA2D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50196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F9B20EF-6AA0-4855-9B81-E10E40E53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933950"/>
            <a:ext cx="95250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90,000</a:t>
            </a:r>
          </a:p>
        </p:txBody>
      </p:sp>
    </p:spTree>
    <p:extLst>
      <p:ext uri="{BB962C8B-B14F-4D97-AF65-F5344CB8AC3E}">
        <p14:creationId xmlns:p14="http://schemas.microsoft.com/office/powerpoint/2010/main" val="15281878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6" grpId="0"/>
      <p:bldP spid="19" grpId="0"/>
      <p:bldP spid="22" grpId="0"/>
      <p:bldP spid="25" grpId="0"/>
    </p:bld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3B43FAB-08F4-413C-89A3-E3099765D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0C9BCD1-CCF0-43C3-A1A9-C9B790684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DE3A825-035D-427F-A24B-F450AAB30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7B23EC7-C899-4E25-9722-071A9EA84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18F4975-B3E4-40A7-9F55-F11663B9C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FF7432-9951-43B3-B1BE-DF657B69F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94EA119-C03C-4048-A1D7-C844F6FAF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5E51197-2F31-4989-B4CD-8BEC9D6EE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807503A-52AD-49ED-B875-6BE218F79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mental multiplication and division strategies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8D0F1ED-FA52-4DCD-B720-D8FEB9962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7D132FB-F1D1-43B0-84DB-7915AFDCD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47875"/>
            <a:ext cx="10191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90,000.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545C054-AACC-42B6-8F4E-67C0D4D93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38550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7EDFD31-7ACB-4E7C-A71A-CE936813E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000500"/>
            <a:ext cx="942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Check the size of the result using estimation or an inverse operation.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F80EA1C-AE21-4711-BF94-CDB1A0F8B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000625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</a:p>
        </p:txBody>
      </p:sp>
    </p:spTree>
    <p:extLst>
      <p:ext uri="{BB962C8B-B14F-4D97-AF65-F5344CB8AC3E}">
        <p14:creationId xmlns:p14="http://schemas.microsoft.com/office/powerpoint/2010/main" val="158371129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4D19D8C-6723-4A26-9040-06AE64701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FB9A721-C800-45B5-A3F9-B8A1CEFD5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2AABDAD-9732-4BB0-97A0-53C2D38BE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9DF2FE6-9839-4E38-8D6C-96FE1433E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FD8CDDA-5B53-4E7D-ADE7-645251D18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872F7DA-208A-43F9-810D-C09D212FF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5E64AA8-6526-4E6C-931F-AFE80E568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3B46B03-600A-4F1F-881F-2AF3840D5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6677FAB-E336-489B-9C4E-B1EADA3BD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mental multiplication and division strategies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B634D8A-9670-4A98-A4B6-D4ADA0B89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1028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4,800 / 16 mentally.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62C6052-C220-4B34-889C-F2DD1D2FA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D16F638-9CA8-41C5-8383-67B35276F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FFB293B-E6E1-4B0A-A1D1-279B75B44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461C56E-B06F-4C8D-96A2-5CA78D2D9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57625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22CD355-62CC-44F9-B273-AAFA48C15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10125"/>
            <a:ext cx="8763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300.</a:t>
            </a:r>
          </a:p>
        </p:txBody>
      </p:sp>
    </p:spTree>
    <p:extLst>
      <p:ext uri="{BB962C8B-B14F-4D97-AF65-F5344CB8AC3E}">
        <p14:creationId xmlns:p14="http://schemas.microsoft.com/office/powerpoint/2010/main" val="2611652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C21EB38-C0CF-48B8-9E06-F52FE884A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8C58432-31BD-46F3-999D-A37D05FDE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F69450A-FEFB-48C7-A95E-E09A35334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C0E7FF9-B671-4E2F-A13D-A08D034B9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DA52F76-A075-4C50-9359-95DE73E31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0C0238A-ECA9-4C79-A793-7E79F38A1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D6C3F8E-E057-40D9-BB81-4ED75536C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4C7A74F-F15C-48AA-8FF1-BD27B2520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8CB514E-D8E1-4E9F-BC9E-EA92B4C5B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mental multiplication and division strategies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5e25353ec8e4241"/>
          <a:stretch xmlns:a="http://schemas.openxmlformats.org/drawingml/2006/main"/>
        </p:blipFill>
        <p:spPr>
          <a:xfrm xmlns:a="http://schemas.openxmlformats.org/drawingml/2006/main">
            <a:off x="8056563" y="1381125"/>
            <a:ext cx="2984500" cy="44767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EAD39E4-96F2-481E-880A-7518995F4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5240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09E0414-B8F2-47CC-8524-91BA2C5AD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95500"/>
            <a:ext cx="6477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divides by 4 when multiplying by 25 but forgets to multiply by 100.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32BDC72-A00D-4614-ADE5-9D66865B9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57625"/>
            <a:ext cx="647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265CE6C-2F19-419B-AA2D-94266FB9B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7195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D43E432-D279-4397-ACFE-A38BEA619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714875"/>
            <a:ext cx="647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Since 25 = 100 / 4, divide by 4 and then multiply by 100.</a:t>
            </a:r>
          </a:p>
        </p:txBody>
      </p:sp>
    </p:spTree>
    <p:extLst>
      <p:ext uri="{BB962C8B-B14F-4D97-AF65-F5344CB8AC3E}">
        <p14:creationId xmlns:p14="http://schemas.microsoft.com/office/powerpoint/2010/main" val="181711114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C7F63B1-EA7E-46AC-90C7-FE2F27AA1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AFAE574-161B-4FD2-AF40-E9506D750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514F3F1-5746-44A8-8FA0-0C65420A9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EB6F6A6-9390-4092-A065-BDE5F7F20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340B108-186B-45CB-820B-9672C93C3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C776024-FEA8-4A30-B35A-5367E428B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950AB10-9AA6-4C20-A385-CFABDD3B3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68FADA7-FDB2-40F8-98A9-F97735C7C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0E265E0-8E20-493B-82FA-C089F399F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mental multiplication and division strategies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244F470-7DBA-4519-9AEC-1A485B41C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E1BC80E-6A8D-4FE6-AD42-88A2A76DC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BDEE5B0-C3F1-4C37-90C3-076D22DEF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1D3DEA1-5A18-4C77-9845-2492DA77C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4,800 / 16 mentally.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1235584-7795-4249-A466-55C83638C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B9A5D44-7844-4F4C-9986-2994AC2A7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7476353-45CA-4198-8B93-894F8DB37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B99B3A4-045D-4ED6-B6C3-00CFA350F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47FFEF0-974B-4906-B020-621F1AAEB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3913EF3-A3E1-464B-BBDC-C2B5F9DD8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A16C9C3-DC6A-417E-9203-2A61517D3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6910B1B-A33E-4C97-BC8A-AE9A7022B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300.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4DCABE5-FE8B-48D7-B415-8BFC3E3ED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137871935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3C73220-703F-41E2-8806-D9F530C14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FC04165-66C8-4D96-9412-BFB79A292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9321696-45BC-4CF4-A68E-1D0DACA6D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AFD7D7E-0BD0-4C3F-A70C-DEF97737F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DE6F0FF-0BD1-4E79-9113-74E8CF64C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53915EE-BE46-46AD-9ACF-DA02F5EEA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8257E4E-367A-4FCB-9C2A-5861B1550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8A204EF-8A43-4145-92F3-6667DDF91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4621790-7AB4-4BF0-8307-2C624DE59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mental multiplication and division strategies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0CB6334-C74A-4120-BA71-7DC75DAF4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4E9D31C-71EC-461E-93DF-739062418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B3360B5-5D54-4839-A378-322945298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D6F7A43-5A4B-440D-B707-706F580F4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125 x 64 using factors.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F3384BF-56EF-4444-AED4-110D3863C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1C093F8-9C4F-4378-B493-136964B13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08FF229-2BD0-4ADC-985C-25AE101ED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D3C05B7-3A83-490F-9899-C7872A05E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E9233AF-DB98-4D8B-B571-E26F9012C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6987CF1-00B7-477A-9114-D2745D61B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91D0D84-4D54-40C0-BA14-14EDF046D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D2B9C9B-C751-4CF7-93E2-315372AFF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</a:p>
        </p:txBody>
      </p:sp>
    </p:spTree>
    <p:extLst>
      <p:ext uri="{BB962C8B-B14F-4D97-AF65-F5344CB8AC3E}">
        <p14:creationId xmlns:p14="http://schemas.microsoft.com/office/powerpoint/2010/main" val="142257096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20307F1-09B7-4804-BF8F-09B943D36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BFEFB48-B01C-471E-B099-6652BE772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1C674CB-7359-423F-BE2D-1E46503E3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D2E4054-E9CF-46A8-B8DD-D61741501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CE24F33-DF7F-4519-B1AE-B6AF317C2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B0092E0-0323-45B6-879D-D653864B4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1EA0114-B23F-4C3B-85B5-4EC1D8DF4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D878C11-770C-4ADB-958A-86A931F23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ED8275A-CEED-4F31-AB0E-6BEDC7C16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mental multiplication and division strategies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AB9E037-0A23-425D-9C0E-817D8CA4D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1019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three efficient mental methods for 48 x 250.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71D961E-5991-474A-90EB-FBAB95A66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EA35D75-D52C-44D2-BFAE-EF9D43BD0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43375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EC236DE-BA24-4BA6-8E3A-9386DAB3B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435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12,000. Methods may use 250 = 1,000 / 4 or 48 / 4 x 1,000.</a:t>
            </a:r>
          </a:p>
        </p:txBody>
      </p:sp>
    </p:spTree>
    <p:extLst>
      <p:ext uri="{BB962C8B-B14F-4D97-AF65-F5344CB8AC3E}">
        <p14:creationId xmlns:p14="http://schemas.microsoft.com/office/powerpoint/2010/main" val="180589180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347414E-5575-4FCB-A1B0-39C489747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9EE2665-4FA6-4446-BF85-DECA71D71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6348E72-08B3-45B5-A7CD-00A719DC1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C56E4FA-34FA-4BFE-A64C-94D8BD2C1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20629B2-A8E1-4557-AC8E-FC7D85CF9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47E264C-9FC3-48DA-9721-5DB466B13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7401462-5A1C-407F-95D1-41A59FFEE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05FF7A8-07A4-45D3-8FE7-EFFB6A7A6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C5A528B-6B4C-4BAD-ADE1-1AFB64EF0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mental multiplication and division strategies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58CB5E1-413C-4A72-B66E-2265F53CB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3A03C36-9501-4984-9BBC-0B97892AB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47875"/>
            <a:ext cx="68580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90B8B04-AAF6-4CE5-9A25-4A3D65FB3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0300"/>
            <a:ext cx="61150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125 x 64 using factors.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2B31612-82E9-4F08-8B55-81EC75A49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957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944E6AE-2BAF-41B7-A823-4503C9101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66875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29DDC3B-DBBF-4D7C-B274-DE0061AE7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304800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4288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73E89C1-85C4-450B-95ED-3EFCA0269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619375"/>
            <a:ext cx="2381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8,000.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BF7454E-F12A-4914-8AFE-F7498A0C5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005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825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A22E705-04B2-4AAE-9985-6DFA4F927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33400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71022263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DBB98B6-C7D7-4A88-A697-E65D88A26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08D4576-D4F0-4F83-9FC0-235294AFB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43D07D8-DE52-4CBE-9778-309D34031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D3EA609-E333-4B76-8417-37ACB3B8A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38976DA-7B9C-46D7-94B0-CF39936B4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74798F5-3D57-4A2B-878F-A904D2F6E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9E670A5-DF3B-40FE-A18C-C092FC450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93C3467-5B6A-43A2-A4E3-ED36A3F6E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0BF505C-A6DA-4839-9BF5-E01431AFE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mental multiplication and division strategies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1831DCB-1A6C-4E6B-B809-B0F1212C8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61E0812-E7F5-445F-A01F-C3C6AB517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370265E-3C6D-4A7D-A3FE-2DE3B5A45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312A4AD-4468-4075-A112-57C492EF6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125 x 64 using factors.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F3C8CAF-8C20-4A68-B5B1-E8554EED2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96A3E6B-1E32-4F2B-BE19-B565F9E04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71D79FD-64B1-48D1-8D91-33DCA7C3D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B3D0513-7A6B-4128-A476-92C84FE99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divides by 4 when multiplying by 25 but forgets to multiply by 100.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9E43952-1CA0-4B0C-A8DB-6A57B3572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4BBDE73-7B56-4092-ABF7-A2D372ED3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D1B5A60-DFEC-4251-9368-4B7184544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40227FB-D757-461A-AA0D-283A99AD7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1F826E8-EF7E-46AF-823F-E4B4B49C4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44137439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2026-09-09T22:14:16.5390000Z</dcterms:created>
  <dcterms:modified xsi:type="dcterms:W3CDTF">2026-09-09T22:14:16.5390000Z</dcterms:modified>
</coreProperties>
</file>