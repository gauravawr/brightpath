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300. | Notice the number structure before choosing a method. | Since 25 = 100 / 4, divide by 4 and then multiply by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25 x 3,600 mentally. Answer: 90,000.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Since 25 = 100 / 4, divide by 4 and then multiply by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8,000..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12,000. Methods may use 250 = 1,000 / 4 or 48 / 4 x 1,000.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4,800 / 16 mentally. Expected: Calculate 125 x 64 using factors. Higher: Find three efficient mental methods for 48 x 250.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8,000. | Since 25 = 100 / 4, divide by 4 and then multiply by 100.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22C589D-CE78-4D28-988F-1141D2EB54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1CD522-4721-45BF-8033-E20DA330D302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AE9DD3-BF32-46F8-B627-C35E0D0F98A7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A6C81A-8F3F-4FB6-A8CF-6BB2071D41E6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C88A29-C5CA-4787-9BAA-DEF0AF9F2E3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14CDA2-8789-471B-BFAB-F9D28DFE1154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B5A533-EA31-4DF8-8D5F-47586E80933F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FA2BAE-2E68-4AA2-84D8-A53B766ECDF0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440FFE-96A7-4E3F-8015-38355183452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85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7174C-1FF5-495A-B14E-173C975039A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B568F3-FAA9-4CD1-86DE-C3184FFD0016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2601FC-1136-4209-AC19-10A984D52F5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77889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C538C6E-D854-4646-99FB-678F500780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FC8EF4-78B4-4971-AA1B-3D519431A64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242B26-82CD-412F-87F2-7FD5A89509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1E671DA-E26B-4993-8CC4-F89B968FB4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2223C1-EED5-4922-921B-67001FB0436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E7C81A-DEFF-4C0A-A688-C1B30DA6E2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3154AD-46AC-4A61-A7CB-B45743090CA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BC4A20-ACD4-48DC-BF4A-BBD58C74511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D9B42-AB53-46A5-AFAF-CC638E25F2D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668E50-650B-4670-A4E2-3985F71A0E4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68D58CD-E71F-497B-B139-AE2C82FD260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87210CE-7724-42E5-905F-53CB9D0E627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8AB2E-5C81-4F69-A926-D3621F09392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724F2FF-A91E-42B0-A7D7-E0750C9DA71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4F0241-1E4C-4AB1-9D25-0B7F16A7FC3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1F544EB-94B8-480F-99FA-D5213695842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01A5E5-3CA0-40B9-9BF2-2C8959337A0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D5AA741-B370-4619-A7AD-56C02BD4125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C2638C7-CA38-4A8C-A610-91CFC3C872A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31ACF9-C7E7-41FD-B2BE-33A8DAFAF9F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071BE2-7C51-4AE1-BA6F-D5F047A8B9D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215191-B822-4F5C-89A2-0E14661B876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25 x 3,600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DA68D6-F260-4978-AE77-5F3D3FB1131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0561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548301D-160E-473B-8263-66F90B579C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7AEAB5-63F8-46BE-9048-5584598A07B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D3356B-2D0E-4C70-8E70-8E60E456CF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38A033-63C5-4FD7-8447-3EEE0240C4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D9206C-885D-4767-AB7F-08194CD93C6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C47425-71DA-4674-8B03-947B52E8713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E9108-76EC-4259-BD9F-7E3C49EB30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C8D00-1674-4EE9-904C-03489EE081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6E2B57-2DE7-4185-A9C3-87C75F45DDE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60F4D3-1956-4F04-8CC3-179CE37896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E3EDDE-276C-4F1D-BDC0-F349BA947D0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B9D9B6-AD5E-4D10-91F7-542D0F1AB0E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9A701C-4A28-473F-B2D5-8373D11FAC6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9C4253-7254-4AAE-A00B-608C9BB6BAAD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C2C76F-CE6B-4B4E-ACB9-6AC0AEDAC66A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17177F-9CEA-4DDF-A73B-5F5F0669A5B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97227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B91A10D-661A-4BFF-B3B9-F020F325B5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352167-0B71-4A00-A5AF-C0AAF7B7B52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B844AE-A31C-4C1D-BB5A-B73A62D21DE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6EC30B7-8BCD-490C-92ED-94FE4E36C6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D335EF-910C-4DF0-BA65-1405734BA6B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37E044-5B4C-459A-A63D-185299C1DC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DA02A7-0BC2-410E-8E26-64F52ED1F1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1A4890-9C2E-4F14-A579-D2A02C925A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BB4B25-078B-45DC-8147-5C7A17D616D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420AF9-A52F-48D6-AAD8-C4AD409DB0F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1018EC-5424-4783-B6DE-1F21C931283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25 x 3,600 mentally.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CB61D2-001B-4ABC-8F83-F235EA5D371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C338CFF-9C05-49CE-9B36-8C3C20B5663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59F5A1-3004-420E-B5B8-74517D894918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800060-B4B8-431A-8232-9D31706A2AB0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DFD27A-5E9B-4A0B-BEF3-FF24C285415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1618980-4C72-4936-914C-16CD8043DB7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54C33E-8D2B-4D34-BF16-8C6BCFF5B0F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57C7F2-97A1-40D8-8A2D-7BB8A13C795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90D7ED-2E9F-40A4-ACD2-75DA51510CB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6B34B99-AB6E-437C-9979-167F82620A2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687918-A853-445E-936F-0380D27CCD6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205C1-A410-44B0-9077-9823422094F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5121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C76AF35-F4C4-4136-A904-AE8DE30597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FD6E12-8126-491A-B53C-5C304EB7416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8EB8EA-B06D-4B9D-ABFB-6B71DF76859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B255FB-9E29-4222-9A43-29318ACA93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E4A153-D1DB-47CA-9C02-D65C935A7C4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7BF1B6-7155-43E9-A4DA-EDA68706FC0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0BD434-1F39-49B6-87D3-350AE6D6CDC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C097B1-10B5-4533-85C3-2D8CA3CEB4E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15457-9049-4B4D-9716-B0F26C33806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D2E2E3-C8B1-4F6B-BD7D-626CF3289EF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FEC3EC-3EEC-42A4-84D2-E73B372D581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25DBA5-DB03-4A35-B979-3505591504F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D7AE8A-A57A-4D27-8B93-CFCDDD731E3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8F5D12-8F72-4BA0-BBAC-852557AB5A55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0D0482-776A-46B7-88BD-8BB58B4946E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2585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86D4273-ADE5-493E-B55E-DBB5539FF8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F10D80-1C48-4D55-94C2-E064A205648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DDAA41-25D4-4AE1-AD45-F45E5B07DD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B7F6D3-6D99-49CF-8E35-AB4EA81158C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519131-6891-4663-8BE4-76671500450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71A868-C045-4D01-864F-1C40CD6C687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E093DE-C9BE-40A2-BBE2-71C7E9AD978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E45C10-2247-4C0B-AF33-BD72D0C13A5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0BF2F3-1F5C-4F6A-9980-71775BF1847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03DC1E-714F-41C5-9349-C0CF1FC3270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5D382C-080D-4F90-B8DC-B25BDC45F30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3C18ED-D695-470E-BE1B-684F8527553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8762A3-A94C-4657-A1CE-00E2E3053D4D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EA62CF-5019-4C55-8154-E4C3EB46DCF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11831E-E936-4DFD-B5C2-C63999E7809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9B4C35-C84E-4625-9F61-66735910116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609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E97752-2FF1-412A-8749-FE0B6E5B2D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C1BCBE-1208-4ADE-80DB-19C72914B76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5A387-7C4C-4C53-9C49-26DC008690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AE9470-5B82-455C-952E-DE5115FEC4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91EAF5-E334-473E-BDD8-BD2A96C60FA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0966B5-2A5E-40C5-B677-CA0928E0E3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8E5937-D511-424F-923F-5F39F7FE4C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4D2AB2-E76C-4EE1-BEFB-4D72972FF1E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A5503D-C98C-4C09-AEB1-A048C7A7F75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5BE60-61E6-4005-AD30-11ABB9D01B8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9C6A2B-B408-40A2-9562-2461D01426DF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7F56F8-EAEA-4435-B06D-CD1B294834B9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4 when multiplying by 25 but forgets to multiply by 100.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FFD0F-8CF0-4FE8-A7A1-D7C00D98C218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89449A-97CF-4A2E-92FE-E40D613DFD89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679F636-0032-417C-AD46-C70B367B684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Since 25 = 100 / 4, divide by 4 and then multiply by 100.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14920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C35F5B1-EEFC-4945-9DF4-CF8EA4A7AA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9B6650-27F0-401F-9061-CA114F5C0CA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C371A9-8A7B-46C5-A378-B093510D01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4ECFEE-BF40-47F9-B659-7DEC8261CC8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E04F0C-BDC7-4EC4-813B-164EFFFEE7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97298-FB42-45FE-9139-B52ADC69176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373B90-EF23-4CE6-9B4F-79BFB15FA01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EF0A6A-E510-46B6-BAA0-89CECBDF730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DAEFFF-2B8A-421B-AA74-687FD5962D2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B1F6EC-7CDA-45AA-8B65-479CBD7FB96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6CC319E-AB17-4145-B33F-A70113C52C1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290BADB-ED7F-45B4-B48C-ED39DEFFC04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D94E57-AB94-4390-809B-4490A13748D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3006FA-4B4F-455C-904C-8B6FC7F1876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5FEBE5-A279-45EE-AC3A-BBD242C91FE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1AC2AD7-3BA6-41F8-A8DB-8CE7A814909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5F83CC-1BAF-4709-92CF-CB69465E1AF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925E38-A49F-42CB-A26D-37DA98C6C8F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109AB0B-C2C4-4A0A-A1F5-FB5B276AF5A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EC2702-8CB4-430C-80FD-700372859D6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F8CC4BC-215B-442E-AB3E-22F973A6F7F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9ECE28-B49A-4A60-83A5-D99162B735E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6FBC0D-254C-4C5A-AE56-C173B191EA9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31223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07927AD-FF1E-4FCF-8B7E-35109CDF0A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304E3-A491-43EE-BC82-B36A23C7E6D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3B5AFC-D396-4199-B0D4-D8A59F96EB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4DD673C-8F32-42EF-96E8-8D4491F6C6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4CE3AC-3A5D-4633-9253-E0FE8DFF81F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FAF9B-29E5-456E-A893-1A783B1677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5E1449-A059-4B5F-8E4C-0368CDF036E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C422F8-8F59-4E9E-A52C-7C63BE73B43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F1DA59-C6D7-4027-98EE-3D9D5A9AABF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D03641-2F0E-4594-9020-FB9F5A97754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FCB7F8B-E179-4DA3-9D1B-1AF714CCE2E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19DFC8-461A-47F0-AC15-C98531C233C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9CE63D-22D1-42B2-97AE-2FD356D9D62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395260-2A0B-4F03-AE50-22090FEC651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CBBEFFE-B669-4A38-A5D3-A9D40BC2A1C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D03ED2-27FF-43CA-AE56-07BD2A71F9C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D46503-DED2-4729-AAF3-795E792021E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AEC450-3725-411C-9746-FA896E5EBC1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919384F-0067-4E3C-B636-7EDB7202CB11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9AEACFD-F7F4-4CFE-A13E-C0BD98075DE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8E054D-8A98-4F22-89F0-29D4B7DC9D8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A1B74-9091-48EE-8AB6-E744CB5A200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3848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B286ACB-8DD0-4C10-8F34-236F468BC2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C36814-D044-429F-AAA5-A5E1E417902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D8EBA1-5495-427F-9865-01AA491AB5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86583C-E661-4348-BB6D-84CDEAB962C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45C7D-E7B2-4DF8-8B70-11466D72BE2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62D84C-EA3C-469A-8C19-1B5B4D6722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6D6A53-D0B4-42C9-B655-B1B38D92B21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81417D-40E8-49FB-80BA-A00881DD0FD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A7DB5C-7511-4412-BA32-CE751B0736E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39EAEB-0B95-4A8E-8DE3-D7A2682EE19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AE95E0-434A-4EDD-AF02-A5E6E46F9D2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efficient mental methods for 48 x 250.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9BF0C7-58FE-470D-88C6-848F0DEDCA3E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453F18-CD44-4357-9EDD-10650E69D49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8567FB-A8D4-4702-A913-6E6F1225743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12,000. Methods may use 250 = 1,000 / 4 or 48 / 4 x 1,000.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03877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488A6E3-83F4-4B14-B441-FA8A744714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3AB314-324E-42DB-9A65-3081D5C1D62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526C21-A151-47F8-BC27-CD115D5396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2A11CB-BAAE-49C3-B41E-BA35C47AF9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63BAEA-FD6F-4016-BDA4-6CF31AAA66E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814217-AFFD-4953-AA3B-3F9C57FDF3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574421-3EDF-43F2-96BC-3EABE6C21AE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0A91BB-BB6C-487C-934A-403A5C8E579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49DB74-C8C1-4736-87B6-57914FD9B84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05A6A2-BE9E-4847-B515-7CA50D40B74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E68481-69CA-4857-9338-A64BB539011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B9CD5E3-C05B-4DE5-858A-41F8A301320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870829-7492-4DFC-8267-BCE601FC8939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4FD65E9-D039-4880-A6D7-E800123C5653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EF2B1FE-330B-4C62-AF34-FC911FAC5F2B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52F788-DB22-43DB-9A3E-4008E072D3A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9554689-E454-4422-BF81-0DF358A69CDE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31EEAA-0EA8-4363-B00D-B6DD54B70A05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86CF8ED-ECC7-46E2-B286-AE162883D933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FDAFAF-EDA4-4A66-9583-A8051DCB6A6A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96A505-2B16-4279-A9DC-D22CD9F0392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4676293-363D-43A4-AA89-8A1484141CD8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CF652D-0183-4DD4-BA1D-A4F0E0E6E4AF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B9BF05E-365D-4B9F-846E-0CF63264F08B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BE08EB8-F837-4801-8BE6-58D831333F62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69F194-5B63-4725-88CC-253BD38A01D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358030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4E3BC8D-7F29-411A-A227-F954EAC1A3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D259D5-DD5B-4B4F-B537-75F443DF04C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7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F12195-5334-4143-BFE2-F69EE2B9FD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1840EDE-9E2D-424E-A83F-D17D2E65462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CE763C-0DD7-4CA5-B9CD-3645A9F414A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8B7DD7-D237-48B0-8244-DCAF84F059F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C145B2-F62D-4C9E-8498-AECB2D4F5BB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6408E2-3E77-4CA8-AA6B-9188F6352DB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D4C9FB-A55D-465D-9D81-C8DD69FD268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B7BC89-C022-442A-8047-3CE8A344232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579B3B1-31CB-4B9B-B966-614AE1A074C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3784DE-89DD-4C66-A205-7D852FA5B4A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5E22D-A8CA-4C62-97E5-B9D935F2F78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B1B47A-7D76-4556-9557-535DDEDCCF8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0C95697-7E23-4F8B-804B-9348D171A6D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9677099-585D-411A-A5CF-4D1023A349D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5D80BD-2817-4996-8078-229D6AA5015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4741D-A749-4718-B8B3-01925A475C3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4 when multiplying by 25 but forgets to multiply by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B24C3D9-B533-4713-A515-55F3F4C48FC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7D84B5B-6779-42C7-8C02-472C79E9481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462963-9131-4982-9121-E15154484C2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DAF4097-A4DE-4EBC-AE6C-E95A108FAA1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63EA736-D97C-430F-8253-FB1455031D7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5413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2026-09-08T22:37:25Z</dcterms:created>
  <dcterms:modified xsi:type="dcterms:W3CDTF">2026-09-08T22:49:07Z</dcterms:modified>
</cp:coreProperties>
</file>