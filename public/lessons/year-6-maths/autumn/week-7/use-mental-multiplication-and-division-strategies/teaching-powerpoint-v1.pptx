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arima Sharma" userId="c5ca40beb9a8554c" providerId="LiveId" clId="{2265D429-760C-4FF0-9653-4AF4BA9B0970}"/>
    <pc:docChg chg="custSel modSld">
      <pc:chgData name="Garima Sharma" userId="c5ca40beb9a8554c" providerId="LiveId" clId="{2265D429-760C-4FF0-9653-4AF4BA9B0970}" dt="2026-09-09T11:06:45.156" v="59"/>
      <pc:docMkLst>
        <pc:docMk/>
      </pc:docMkLst>
      <pc:sldChg chg="modSp mod modAnim">
        <pc:chgData name="Garima Sharma" userId="c5ca40beb9a8554c" providerId="LiveId" clId="{2265D429-760C-4FF0-9653-4AF4BA9B0970}" dt="2026-09-09T11:06:42.429" v="5"/>
        <pc:sldMkLst>
          <pc:docMk/>
          <pc:sldMk cId="1604682723" sldId="257"/>
        </pc:sldMkLst>
        <pc:spChg chg="mod">
          <ac:chgData name="Garima Sharma" userId="c5ca40beb9a8554c" providerId="LiveId" clId="{2265D429-760C-4FF0-9653-4AF4BA9B0970}" dt="2026-09-09T11:06:41.990" v="0" actId="20577"/>
          <ac:spMkLst>
            <pc:docMk/>
            <pc:sldMk cId="1604682723" sldId="257"/>
            <ac:spMk id="13" creationId="{09B7A776-EC2A-4BBC-9468-C486D7613154}"/>
          </ac:spMkLst>
        </pc:spChg>
        <pc:spChg chg="mod">
          <ac:chgData name="Garima Sharma" userId="c5ca40beb9a8554c" providerId="LiveId" clId="{2265D429-760C-4FF0-9653-4AF4BA9B0970}" dt="2026-09-09T11:06:42.343" v="2" actId="20577"/>
          <ac:spMkLst>
            <pc:docMk/>
            <pc:sldMk cId="1604682723" sldId="257"/>
            <ac:spMk id="17" creationId="{28B0C901-EEE4-4CD3-99E8-7F2C42531F47}"/>
          </ac:spMkLst>
        </pc:spChg>
        <pc:spChg chg="mod">
          <ac:chgData name="Garima Sharma" userId="c5ca40beb9a8554c" providerId="LiveId" clId="{2265D429-760C-4FF0-9653-4AF4BA9B0970}" dt="2026-09-09T11:06:42.422" v="4" actId="20577"/>
          <ac:spMkLst>
            <pc:docMk/>
            <pc:sldMk cId="1604682723" sldId="257"/>
            <ac:spMk id="21" creationId="{19DDC6C7-07DC-4355-B24B-AEE927B66231}"/>
          </ac:spMkLst>
        </pc:spChg>
      </pc:sldChg>
      <pc:sldChg chg="modSp mod modAnim">
        <pc:chgData name="Garima Sharma" userId="c5ca40beb9a8554c" providerId="LiveId" clId="{2265D429-760C-4FF0-9653-4AF4BA9B0970}" dt="2026-09-09T11:06:42.715" v="11"/>
        <pc:sldMkLst>
          <pc:docMk/>
          <pc:sldMk cId="433629950" sldId="258"/>
        </pc:sldMkLst>
        <pc:spChg chg="mod">
          <ac:chgData name="Garima Sharma" userId="c5ca40beb9a8554c" providerId="LiveId" clId="{2265D429-760C-4FF0-9653-4AF4BA9B0970}" dt="2026-09-09T11:06:42.656" v="6" actId="20577"/>
          <ac:spMkLst>
            <pc:docMk/>
            <pc:sldMk cId="433629950" sldId="258"/>
            <ac:spMk id="12" creationId="{3492CB98-E328-4ED3-B1C1-8D774DF94E7E}"/>
          </ac:spMkLst>
        </pc:spChg>
        <pc:spChg chg="mod">
          <ac:chgData name="Garima Sharma" userId="c5ca40beb9a8554c" providerId="LiveId" clId="{2265D429-760C-4FF0-9653-4AF4BA9B0970}" dt="2026-09-09T11:06:42.686" v="8" actId="20577"/>
          <ac:spMkLst>
            <pc:docMk/>
            <pc:sldMk cId="433629950" sldId="258"/>
            <ac:spMk id="13" creationId="{B4D024B1-75D2-4807-8988-4D6A5DBEA9A4}"/>
          </ac:spMkLst>
        </pc:spChg>
        <pc:spChg chg="mod">
          <ac:chgData name="Garima Sharma" userId="c5ca40beb9a8554c" providerId="LiveId" clId="{2265D429-760C-4FF0-9653-4AF4BA9B0970}" dt="2026-09-09T11:06:42.713" v="10" actId="20577"/>
          <ac:spMkLst>
            <pc:docMk/>
            <pc:sldMk cId="433629950" sldId="258"/>
            <ac:spMk id="14" creationId="{5FEF808A-524D-4E0E-B76E-90DD30B187A8}"/>
          </ac:spMkLst>
        </pc:spChg>
      </pc:sldChg>
      <pc:sldChg chg="modSp mod modAnim">
        <pc:chgData name="Garima Sharma" userId="c5ca40beb9a8554c" providerId="LiveId" clId="{2265D429-760C-4FF0-9653-4AF4BA9B0970}" dt="2026-09-09T11:06:43.080" v="17"/>
        <pc:sldMkLst>
          <pc:docMk/>
          <pc:sldMk cId="1573868598" sldId="259"/>
        </pc:sldMkLst>
        <pc:spChg chg="mod">
          <ac:chgData name="Garima Sharma" userId="c5ca40beb9a8554c" providerId="LiveId" clId="{2265D429-760C-4FF0-9653-4AF4BA9B0970}" dt="2026-09-09T11:06:42.944" v="12" actId="20577"/>
          <ac:spMkLst>
            <pc:docMk/>
            <pc:sldMk cId="1573868598" sldId="259"/>
            <ac:spMk id="14" creationId="{682DABD3-A87F-48A3-9648-D6EEF966DFCE}"/>
          </ac:spMkLst>
        </pc:spChg>
        <pc:spChg chg="mod">
          <ac:chgData name="Garima Sharma" userId="c5ca40beb9a8554c" providerId="LiveId" clId="{2265D429-760C-4FF0-9653-4AF4BA9B0970}" dt="2026-09-09T11:06:43.015" v="14" actId="20577"/>
          <ac:spMkLst>
            <pc:docMk/>
            <pc:sldMk cId="1573868598" sldId="259"/>
            <ac:spMk id="18" creationId="{34C4CF19-66C3-4EBE-B8A2-B5D0CBFF2EDC}"/>
          </ac:spMkLst>
        </pc:spChg>
        <pc:spChg chg="mod">
          <ac:chgData name="Garima Sharma" userId="c5ca40beb9a8554c" providerId="LiveId" clId="{2265D429-760C-4FF0-9653-4AF4BA9B0970}" dt="2026-09-09T11:06:43.078" v="16" actId="20577"/>
          <ac:spMkLst>
            <pc:docMk/>
            <pc:sldMk cId="1573868598" sldId="259"/>
            <ac:spMk id="22" creationId="{A1F2F55D-3825-498B-8513-814207AE9B62}"/>
          </ac:spMkLst>
        </pc:spChg>
      </pc:sldChg>
      <pc:sldChg chg="modSp mod modAnim">
        <pc:chgData name="Garima Sharma" userId="c5ca40beb9a8554c" providerId="LiveId" clId="{2265D429-760C-4FF0-9653-4AF4BA9B0970}" dt="2026-09-09T11:06:43.529" v="23"/>
        <pc:sldMkLst>
          <pc:docMk/>
          <pc:sldMk cId="540320200" sldId="260"/>
        </pc:sldMkLst>
        <pc:spChg chg="mod">
          <ac:chgData name="Garima Sharma" userId="c5ca40beb9a8554c" providerId="LiveId" clId="{2265D429-760C-4FF0-9653-4AF4BA9B0970}" dt="2026-09-09T11:06:43.234" v="18" actId="20577"/>
          <ac:spMkLst>
            <pc:docMk/>
            <pc:sldMk cId="540320200" sldId="260"/>
            <ac:spMk id="11" creationId="{ACF7001B-AF57-44D3-B72E-DED44A64565E}"/>
          </ac:spMkLst>
        </pc:spChg>
        <pc:spChg chg="mod">
          <ac:chgData name="Garima Sharma" userId="c5ca40beb9a8554c" providerId="LiveId" clId="{2265D429-760C-4FF0-9653-4AF4BA9B0970}" dt="2026-09-09T11:06:43.272" v="20" actId="20577"/>
          <ac:spMkLst>
            <pc:docMk/>
            <pc:sldMk cId="540320200" sldId="260"/>
            <ac:spMk id="13" creationId="{8AA02F72-2324-41F3-B235-685FA2363F45}"/>
          </ac:spMkLst>
        </pc:spChg>
        <pc:spChg chg="mod">
          <ac:chgData name="Garima Sharma" userId="c5ca40beb9a8554c" providerId="LiveId" clId="{2265D429-760C-4FF0-9653-4AF4BA9B0970}" dt="2026-09-09T11:06:43.520" v="22" actId="20577"/>
          <ac:spMkLst>
            <pc:docMk/>
            <pc:sldMk cId="540320200" sldId="260"/>
            <ac:spMk id="14" creationId="{71716B75-03FB-4B1E-9351-9265392731B9}"/>
          </ac:spMkLst>
        </pc:spChg>
      </pc:sldChg>
      <pc:sldChg chg="modSp mod modAnim">
        <pc:chgData name="Garima Sharma" userId="c5ca40beb9a8554c" providerId="LiveId" clId="{2265D429-760C-4FF0-9653-4AF4BA9B0970}" dt="2026-09-09T11:06:43.745" v="27"/>
        <pc:sldMkLst>
          <pc:docMk/>
          <pc:sldMk cId="984104590" sldId="261"/>
        </pc:sldMkLst>
        <pc:spChg chg="mod">
          <ac:chgData name="Garima Sharma" userId="c5ca40beb9a8554c" providerId="LiveId" clId="{2265D429-760C-4FF0-9653-4AF4BA9B0970}" dt="2026-09-09T11:06:43.718" v="24" actId="20577"/>
          <ac:spMkLst>
            <pc:docMk/>
            <pc:sldMk cId="984104590" sldId="261"/>
            <ac:spMk id="14" creationId="{3874087E-867E-4AB7-9EE0-0BB3C6C3D90E}"/>
          </ac:spMkLst>
        </pc:spChg>
        <pc:spChg chg="mod">
          <ac:chgData name="Garima Sharma" userId="c5ca40beb9a8554c" providerId="LiveId" clId="{2265D429-760C-4FF0-9653-4AF4BA9B0970}" dt="2026-09-09T11:06:43.742" v="26" actId="20577"/>
          <ac:spMkLst>
            <pc:docMk/>
            <pc:sldMk cId="984104590" sldId="261"/>
            <ac:spMk id="15" creationId="{A6F040FC-4D79-480E-9CF4-CB42C40DA32A}"/>
          </ac:spMkLst>
        </pc:spChg>
      </pc:sldChg>
      <pc:sldChg chg="modSp mod modAnim">
        <pc:chgData name="Garima Sharma" userId="c5ca40beb9a8554c" providerId="LiveId" clId="{2265D429-760C-4FF0-9653-4AF4BA9B0970}" dt="2026-09-09T11:06:43.955" v="31"/>
        <pc:sldMkLst>
          <pc:docMk/>
          <pc:sldMk cId="2108701901" sldId="262"/>
        </pc:sldMkLst>
        <pc:spChg chg="mod">
          <ac:chgData name="Garima Sharma" userId="c5ca40beb9a8554c" providerId="LiveId" clId="{2265D429-760C-4FF0-9653-4AF4BA9B0970}" dt="2026-09-09T11:06:43.892" v="28" actId="20577"/>
          <ac:spMkLst>
            <pc:docMk/>
            <pc:sldMk cId="2108701901" sldId="262"/>
            <ac:spMk id="12" creationId="{416B1636-1AEE-4D49-A267-C32519A6CD20}"/>
          </ac:spMkLst>
        </pc:spChg>
        <pc:spChg chg="mod">
          <ac:chgData name="Garima Sharma" userId="c5ca40beb9a8554c" providerId="LiveId" clId="{2265D429-760C-4FF0-9653-4AF4BA9B0970}" dt="2026-09-09T11:06:43.950" v="30" actId="20577"/>
          <ac:spMkLst>
            <pc:docMk/>
            <pc:sldMk cId="2108701901" sldId="262"/>
            <ac:spMk id="15" creationId="{4620C58E-D951-476E-970E-4B32C90310D6}"/>
          </ac:spMkLst>
        </pc:spChg>
      </pc:sldChg>
      <pc:sldChg chg="modSp mod modAnim">
        <pc:chgData name="Garima Sharma" userId="c5ca40beb9a8554c" providerId="LiveId" clId="{2265D429-760C-4FF0-9653-4AF4BA9B0970}" dt="2026-09-09T11:06:44.206" v="37"/>
        <pc:sldMkLst>
          <pc:docMk/>
          <pc:sldMk cId="879602150" sldId="263"/>
        </pc:sldMkLst>
        <pc:spChg chg="mod">
          <ac:chgData name="Garima Sharma" userId="c5ca40beb9a8554c" providerId="LiveId" clId="{2265D429-760C-4FF0-9653-4AF4BA9B0970}" dt="2026-09-09T11:06:44.089" v="32" actId="20577"/>
          <ac:spMkLst>
            <pc:docMk/>
            <pc:sldMk cId="879602150" sldId="263"/>
            <ac:spMk id="13" creationId="{30C897B6-A3DF-40A2-A609-5B47240010B8}"/>
          </ac:spMkLst>
        </pc:spChg>
        <pc:spChg chg="mod">
          <ac:chgData name="Garima Sharma" userId="c5ca40beb9a8554c" providerId="LiveId" clId="{2265D429-760C-4FF0-9653-4AF4BA9B0970}" dt="2026-09-09T11:06:44.149" v="34" actId="20577"/>
          <ac:spMkLst>
            <pc:docMk/>
            <pc:sldMk cId="879602150" sldId="263"/>
            <ac:spMk id="17" creationId="{EADF1BC8-4E15-4ED8-8C79-C90F2E53F4AC}"/>
          </ac:spMkLst>
        </pc:spChg>
        <pc:spChg chg="mod">
          <ac:chgData name="Garima Sharma" userId="c5ca40beb9a8554c" providerId="LiveId" clId="{2265D429-760C-4FF0-9653-4AF4BA9B0970}" dt="2026-09-09T11:06:44.201" v="36" actId="20577"/>
          <ac:spMkLst>
            <pc:docMk/>
            <pc:sldMk cId="879602150" sldId="263"/>
            <ac:spMk id="21" creationId="{741D6674-08EA-4066-8173-F4E30A3ABE97}"/>
          </ac:spMkLst>
        </pc:spChg>
      </pc:sldChg>
      <pc:sldChg chg="modSp mod modAnim">
        <pc:chgData name="Garima Sharma" userId="c5ca40beb9a8554c" providerId="LiveId" clId="{2265D429-760C-4FF0-9653-4AF4BA9B0970}" dt="2026-09-09T11:06:44.460" v="43"/>
        <pc:sldMkLst>
          <pc:docMk/>
          <pc:sldMk cId="581611734" sldId="264"/>
        </pc:sldMkLst>
        <pc:spChg chg="mod">
          <ac:chgData name="Garima Sharma" userId="c5ca40beb9a8554c" providerId="LiveId" clId="{2265D429-760C-4FF0-9653-4AF4BA9B0970}" dt="2026-09-09T11:06:44.354" v="38" actId="20577"/>
          <ac:spMkLst>
            <pc:docMk/>
            <pc:sldMk cId="581611734" sldId="264"/>
            <ac:spMk id="13" creationId="{80A0A2E1-B700-4188-8349-B385DD7E1074}"/>
          </ac:spMkLst>
        </pc:spChg>
        <pc:spChg chg="mod">
          <ac:chgData name="Garima Sharma" userId="c5ca40beb9a8554c" providerId="LiveId" clId="{2265D429-760C-4FF0-9653-4AF4BA9B0970}" dt="2026-09-09T11:06:44.409" v="40" actId="20577"/>
          <ac:spMkLst>
            <pc:docMk/>
            <pc:sldMk cId="581611734" sldId="264"/>
            <ac:spMk id="17" creationId="{299C8554-C2D5-43A6-9886-D71B758D8053}"/>
          </ac:spMkLst>
        </pc:spChg>
        <pc:spChg chg="mod">
          <ac:chgData name="Garima Sharma" userId="c5ca40beb9a8554c" providerId="LiveId" clId="{2265D429-760C-4FF0-9653-4AF4BA9B0970}" dt="2026-09-09T11:06:44.457" v="42" actId="20577"/>
          <ac:spMkLst>
            <pc:docMk/>
            <pc:sldMk cId="581611734" sldId="264"/>
            <ac:spMk id="21" creationId="{5E691FB0-DF7D-4717-B0AD-E9278762FDB2}"/>
          </ac:spMkLst>
        </pc:spChg>
      </pc:sldChg>
      <pc:sldChg chg="modSp mod modAnim">
        <pc:chgData name="Garima Sharma" userId="c5ca40beb9a8554c" providerId="LiveId" clId="{2265D429-760C-4FF0-9653-4AF4BA9B0970}" dt="2026-09-09T11:06:44.672" v="49"/>
        <pc:sldMkLst>
          <pc:docMk/>
          <pc:sldMk cId="1184078752" sldId="265"/>
        </pc:sldMkLst>
        <pc:spChg chg="mod">
          <ac:chgData name="Garima Sharma" userId="c5ca40beb9a8554c" providerId="LiveId" clId="{2265D429-760C-4FF0-9653-4AF4BA9B0970}" dt="2026-09-09T11:06:44.610" v="44" actId="20577"/>
          <ac:spMkLst>
            <pc:docMk/>
            <pc:sldMk cId="1184078752" sldId="265"/>
            <ac:spMk id="11" creationId="{A28A7A8B-EB3D-453A-8FA9-09457587B5BD}"/>
          </ac:spMkLst>
        </pc:spChg>
        <pc:spChg chg="mod">
          <ac:chgData name="Garima Sharma" userId="c5ca40beb9a8554c" providerId="LiveId" clId="{2265D429-760C-4FF0-9653-4AF4BA9B0970}" dt="2026-09-09T11:06:44.644" v="46" actId="20577"/>
          <ac:spMkLst>
            <pc:docMk/>
            <pc:sldMk cId="1184078752" sldId="265"/>
            <ac:spMk id="12" creationId="{727961B6-666C-4111-B2AE-CA1FA6821CF1}"/>
          </ac:spMkLst>
        </pc:spChg>
        <pc:spChg chg="mod">
          <ac:chgData name="Garima Sharma" userId="c5ca40beb9a8554c" providerId="LiveId" clId="{2265D429-760C-4FF0-9653-4AF4BA9B0970}" dt="2026-09-09T11:06:44.668" v="48" actId="20577"/>
          <ac:spMkLst>
            <pc:docMk/>
            <pc:sldMk cId="1184078752" sldId="265"/>
            <ac:spMk id="13" creationId="{18C92AA1-078D-43A3-96F3-7FDE68D553CA}"/>
          </ac:spMkLst>
        </pc:spChg>
      </pc:sldChg>
      <pc:sldChg chg="modSp mod modAnim">
        <pc:chgData name="Garima Sharma" userId="c5ca40beb9a8554c" providerId="LiveId" clId="{2265D429-760C-4FF0-9653-4AF4BA9B0970}" dt="2026-09-09T11:06:44.896" v="53"/>
        <pc:sldMkLst>
          <pc:docMk/>
          <pc:sldMk cId="2103794737" sldId="266"/>
        </pc:sldMkLst>
        <pc:spChg chg="mod">
          <ac:chgData name="Garima Sharma" userId="c5ca40beb9a8554c" providerId="LiveId" clId="{2265D429-760C-4FF0-9653-4AF4BA9B0970}" dt="2026-09-09T11:06:44.867" v="50" actId="20577"/>
          <ac:spMkLst>
            <pc:docMk/>
            <pc:sldMk cId="2103794737" sldId="266"/>
            <ac:spMk id="16" creationId="{D684A9C6-F3D9-4AFA-A9FE-5A9CB364BA0B}"/>
          </ac:spMkLst>
        </pc:spChg>
        <pc:spChg chg="mod">
          <ac:chgData name="Garima Sharma" userId="c5ca40beb9a8554c" providerId="LiveId" clId="{2265D429-760C-4FF0-9653-4AF4BA9B0970}" dt="2026-09-09T11:06:44.892" v="52" actId="20577"/>
          <ac:spMkLst>
            <pc:docMk/>
            <pc:sldMk cId="2103794737" sldId="266"/>
            <ac:spMk id="17" creationId="{78C5C436-2B92-4BA4-A9B8-50E7CF0BDA50}"/>
          </ac:spMkLst>
        </pc:spChg>
      </pc:sldChg>
      <pc:sldChg chg="modSp mod modAnim">
        <pc:chgData name="Garima Sharma" userId="c5ca40beb9a8554c" providerId="LiveId" clId="{2265D429-760C-4FF0-9653-4AF4BA9B0970}" dt="2026-09-09T11:06:45.156" v="59"/>
        <pc:sldMkLst>
          <pc:docMk/>
          <pc:sldMk cId="1583161546" sldId="267"/>
        </pc:sldMkLst>
        <pc:spChg chg="mod">
          <ac:chgData name="Garima Sharma" userId="c5ca40beb9a8554c" providerId="LiveId" clId="{2265D429-760C-4FF0-9653-4AF4BA9B0970}" dt="2026-09-09T11:06:45.045" v="54" actId="20577"/>
          <ac:spMkLst>
            <pc:docMk/>
            <pc:sldMk cId="1583161546" sldId="267"/>
            <ac:spMk id="13" creationId="{BD942B09-D6CA-486B-8306-A2B2A238278E}"/>
          </ac:spMkLst>
        </pc:spChg>
        <pc:spChg chg="mod">
          <ac:chgData name="Garima Sharma" userId="c5ca40beb9a8554c" providerId="LiveId" clId="{2265D429-760C-4FF0-9653-4AF4BA9B0970}" dt="2026-09-09T11:06:45.115" v="56" actId="20577"/>
          <ac:spMkLst>
            <pc:docMk/>
            <pc:sldMk cId="1583161546" sldId="267"/>
            <ac:spMk id="17" creationId="{F6B1FB2D-3452-4E27-9711-8A7C14B36452}"/>
          </ac:spMkLst>
        </pc:spChg>
        <pc:spChg chg="mod">
          <ac:chgData name="Garima Sharma" userId="c5ca40beb9a8554c" providerId="LiveId" clId="{2265D429-760C-4FF0-9653-4AF4BA9B0970}" dt="2026-09-09T11:06:45.154" v="58" actId="20577"/>
          <ac:spMkLst>
            <pc:docMk/>
            <pc:sldMk cId="1583161546" sldId="267"/>
            <ac:spMk id="21" creationId="{46F49AB6-AA56-45DA-8AE4-93789CC79AA8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Change the date before teaching. Check resources. Read the learning intention aloud and clarify success. Resources: Mini whiteboards, place-value chart, empty number lines, strategy cards.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each prompt on click. Use responses to identify pupils who need immediate rehearsal. Suggested responses: Pupil identifies a relevant fact, representation or method. | 300. | Notice the number structure before choosing a method. | Since 25 = 100 / 4, divide by 4 and then multiply by 100.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Teach the mathematical idea before asking pupils to solve. Define the vocabulary in context: mental, compensation, partition, estimate, inverse, reasonable. Reveal the three statements one at a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 do. Pupils watch and listen before copying. Think aloud without skipping place value or checking. Model question: Calculate 25 x 3,600 mentally. Answer: 90,000.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We do. Give silent thinking time before paired talk. Take one step at a time. Do not reveal the answer until every pupil has committed. Answer: 300.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Miro is a deliberate misconception prompt. Reveal his claim, let pupils identify the error, then reveal the correction. Do not present Miro as lacking ability. Correction: Since 25 = 100 / 4, divide by 4 and then multiply by 100.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whole-class response routines. Reveal each prompt separately. Expected answer: 300.. Insist on a reason, not only a numerical response.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You do. Pupils complete the core question independently before discussion. Answer: 8,000.. Circulate and note methods as well as accuracy.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Use after secure fluency or as the higher worksheet route. Accept different correct approaches when fully justified. Expected response: 12,000. Methods may use 250 = 1,000 / 4 or 48 / 4 x 1,000.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only the core independent-practice example. Give pupils time to solve and check before revealing the answer at the side. Answer: 8,000.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Reveal one exit question at a time. Answers: 8,000. | Since 25 = 100 / 4, divide by 4 and then multiply by 100.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5662B5E5-5C92-4C07-A4C8-DA0515837F1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714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50E74E2-9D36-455C-8953-FFD58D77F424}"/>
              </a:ext>
            </a:extLst>
          </p:cNvPr>
          <p:cNvSpPr>
            <a:spLocks noGrp="1"/>
          </p:cNvSpPr>
          <p:nvPr/>
        </p:nvSpPr>
        <p:spPr>
          <a:xfrm>
            <a:off x="609600" y="419100"/>
            <a:ext cx="5429250" cy="285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250DE25-CD4E-48AC-AB97-0D7406DE5A77}"/>
              </a:ext>
            </a:extLst>
          </p:cNvPr>
          <p:cNvSpPr>
            <a:spLocks noGrp="1"/>
          </p:cNvSpPr>
          <p:nvPr/>
        </p:nvSpPr>
        <p:spPr>
          <a:xfrm>
            <a:off x="8572500" y="381000"/>
            <a:ext cx="2952750" cy="68580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4288">
            <a:solidFill>
              <a:srgbClr val="18324A"/>
            </a:solidFill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D7B72B0-3086-4B12-85DC-B0104B5EFA7D}"/>
              </a:ext>
            </a:extLst>
          </p:cNvPr>
          <p:cNvSpPr>
            <a:spLocks noGrp="1"/>
          </p:cNvSpPr>
          <p:nvPr/>
        </p:nvSpPr>
        <p:spPr>
          <a:xfrm>
            <a:off x="8858250" y="523875"/>
            <a:ext cx="2381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86452"/>
          </a:bodyPr>
          <a:lstStyle/>
          <a:p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A7BF146-E140-4371-A574-C1E327972C76}"/>
              </a:ext>
            </a:extLst>
          </p:cNvPr>
          <p:cNvSpPr>
            <a:spLocks noGrp="1"/>
          </p:cNvSpPr>
          <p:nvPr/>
        </p:nvSpPr>
        <p:spPr>
          <a:xfrm>
            <a:off x="609600" y="1600200"/>
            <a:ext cx="85725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0942"/>
          </a:bodyPr>
          <a:lstStyle/>
          <a:p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mental multiplication and division strategies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30CCDCC-CF45-4C5F-B1F6-16739347C86C}"/>
              </a:ext>
            </a:extLst>
          </p:cNvPr>
          <p:cNvSpPr>
            <a:spLocks noGrp="1"/>
          </p:cNvSpPr>
          <p:nvPr/>
        </p:nvSpPr>
        <p:spPr>
          <a:xfrm>
            <a:off x="609600" y="2971800"/>
            <a:ext cx="8096250" cy="142875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8324A"/>
            </a:solidFill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22A7290-0BAC-4DF0-9FF1-09402563F963}"/>
              </a:ext>
            </a:extLst>
          </p:cNvPr>
          <p:cNvSpPr>
            <a:spLocks noGrp="1"/>
          </p:cNvSpPr>
          <p:nvPr/>
        </p:nvSpPr>
        <p:spPr>
          <a:xfrm>
            <a:off x="876300" y="3162300"/>
            <a:ext cx="95250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667"/>
          </a:bodyPr>
          <a:lstStyle/>
          <a:p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0A1485C-743D-4647-97B1-9946CA1BFE1D}"/>
              </a:ext>
            </a:extLst>
          </p:cNvPr>
          <p:cNvSpPr>
            <a:spLocks noGrp="1"/>
          </p:cNvSpPr>
          <p:nvPr/>
        </p:nvSpPr>
        <p:spPr>
          <a:xfrm>
            <a:off x="876300" y="3571875"/>
            <a:ext cx="7524750" cy="6096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94850"/>
          </a:bodyPr>
          <a:lstStyle/>
          <a:p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factors and place value for mental multiplication and division.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8A986D3-DF77-42D1-AA09-8B90DC033EF1}"/>
              </a:ext>
            </a:extLst>
          </p:cNvPr>
          <p:cNvSpPr>
            <a:spLocks noGrp="1"/>
          </p:cNvSpPr>
          <p:nvPr/>
        </p:nvSpPr>
        <p:spPr>
          <a:xfrm>
            <a:off x="609600" y="4781550"/>
            <a:ext cx="2476500" cy="323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26EDFD96-E61E-479F-A6C7-41699DC5FAF8}"/>
              </a:ext>
            </a:extLst>
          </p:cNvPr>
          <p:cNvSpPr>
            <a:spLocks noGrp="1"/>
          </p:cNvSpPr>
          <p:nvPr/>
        </p:nvSpPr>
        <p:spPr>
          <a:xfrm>
            <a:off x="609600" y="5143500"/>
            <a:ext cx="102870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Mini whiteboards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F219B03-EE84-4599-AEA0-72BAC26770D6}"/>
              </a:ext>
            </a:extLst>
          </p:cNvPr>
          <p:cNvSpPr>
            <a:spLocks noGrp="1"/>
          </p:cNvSpPr>
          <p:nvPr/>
        </p:nvSpPr>
        <p:spPr>
          <a:xfrm>
            <a:off x="609600" y="5953125"/>
            <a:ext cx="5715000" cy="304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9573515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33B72BE1-71BF-4FC0-BB93-5EE63CAF727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349B902-C979-4567-A597-1A6519667F7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AD353A4-0FD8-4D56-8166-23E9D35C096C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7572668-395A-47BB-9922-2600BFB83C5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F1CFF48-EE2A-4618-88A7-A4FFC36C03CF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BA9BBF4-608A-4334-853A-E3397E67B5CB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B0F62C8-D589-4FE5-A169-A90355ADB258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CD8920F-7A40-4646-88EB-C0A1FB51C2D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113AA15-CC51-4C93-84E4-DF254D66754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multiplication and division strategies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D950C81-F052-40C5-A1AA-8FA6FE747DA3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B24056BB-888A-4170-900A-1D5C49AD8637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6BBEE66-6B06-40CC-8846-4FB4BFE18D4D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9B7A776-EC2A-4BBC-9468-C486D7613154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Recall number facts and use place value, partitioning, compensation and inverse operations.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41C8F2E-A7E2-4316-A6DF-965A6D94807B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73EF028-F178-4C4D-88E2-4EBB001F86B3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234D636-70E3-48AC-8747-641080BDBE62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8B0C901-EEE4-4CD3-99E8-7F2C42531F47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4,800 / 16 mentally.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5B79C2DD-4462-4820-95C6-5027604A3A67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822CFBB-58AE-4E31-9650-D71B6E15F5B0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6CCB350C-247E-4FBB-B5E3-87B22B56F073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9DDC6C7-07DC-4355-B24B-AEE927B66231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Calculate 25 x 3,600 mentally.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053347A-97CA-4626-8DA4-C9F12C524BA4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6046827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22560A85-8063-4601-8967-8FF86BFB9C1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5FEAFD8-7FD0-4912-AE51-6E3BB6763C8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80C721F2-2332-4FC5-9230-8C67E0621C65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2D1CBF0-3AEA-4C34-B948-AD521DEA5BA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7BADDA7-1F7A-47E6-BD92-DB3B1708586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8654F29-C3E3-4F73-BBBC-1A3AD8A7A131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A792E5F-ED5A-47DC-ACDA-9F3085AE0EB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394259E-646F-4AD3-A856-00C9153FFC6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04EA383-7399-4DDC-AD44-2047EC9066C7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multiplication and division strategies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76C3AF8-906E-4748-AF26-9017F757EAB8}"/>
              </a:ext>
            </a:extLst>
          </p:cNvPr>
          <p:cNvSpPr>
            <a:spLocks noGrp="1"/>
          </p:cNvSpPr>
          <p:nvPr/>
        </p:nvSpPr>
        <p:spPr>
          <a:xfrm>
            <a:off x="857250" y="1428750"/>
            <a:ext cx="1047750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use factors and place value for mental multiplication and division.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8617789-617A-4E03-8757-1E917C967AB9}"/>
              </a:ext>
            </a:extLst>
          </p:cNvPr>
          <p:cNvSpPr>
            <a:spLocks noGrp="1"/>
          </p:cNvSpPr>
          <p:nvPr/>
        </p:nvSpPr>
        <p:spPr>
          <a:xfrm>
            <a:off x="1047750" y="2400300"/>
            <a:ext cx="100965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492CB98-E328-4ED3-B1C1-8D774DF94E7E}"/>
              </a:ext>
            </a:extLst>
          </p:cNvPr>
          <p:cNvSpPr>
            <a:spLocks noGrp="1"/>
          </p:cNvSpPr>
          <p:nvPr/>
        </p:nvSpPr>
        <p:spPr>
          <a:xfrm>
            <a:off x="1190625" y="266700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Notice the number structure before choosing a method.</a:t>
            </a:r>
            <a:endParaRPr sz="187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4D024B1-75D2-4807-8988-4D6A5DBEA9A4}"/>
              </a:ext>
            </a:extLst>
          </p:cNvPr>
          <p:cNvSpPr>
            <a:spLocks noGrp="1"/>
          </p:cNvSpPr>
          <p:nvPr/>
        </p:nvSpPr>
        <p:spPr>
          <a:xfrm>
            <a:off x="1190625" y="3571875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Use a known fact, partition or compensation to calculate efficiently.</a:t>
            </a:r>
            <a:endParaRPr sz="1875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FEF808A-524D-4E0E-B76E-90DD30B187A8}"/>
              </a:ext>
            </a:extLst>
          </p:cNvPr>
          <p:cNvSpPr>
            <a:spLocks noGrp="1"/>
          </p:cNvSpPr>
          <p:nvPr/>
        </p:nvSpPr>
        <p:spPr>
          <a:xfrm>
            <a:off x="1190625" y="4476750"/>
            <a:ext cx="9810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size of the result using estimation or an inverse operation.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210DEC0-986F-4D2C-9B07-6BBBBF604B93}"/>
              </a:ext>
            </a:extLst>
          </p:cNvPr>
          <p:cNvSpPr>
            <a:spLocks noGrp="1"/>
          </p:cNvSpPr>
          <p:nvPr/>
        </p:nvSpPr>
        <p:spPr>
          <a:xfrm>
            <a:off x="1143000" y="5572125"/>
            <a:ext cx="99060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mental  |  compensation  |  partition  |  estimate  |  inverse  |  reasonable</a:t>
            </a:r>
          </a:p>
        </p:txBody>
      </p:sp>
    </p:spTree>
    <p:extLst>
      <p:ext uri="{BB962C8B-B14F-4D97-AF65-F5344CB8AC3E}">
        <p14:creationId xmlns:p14="http://schemas.microsoft.com/office/powerpoint/2010/main" val="4336299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0DD12201-528C-47DF-BBBB-444337A673D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7BE237C-D219-4083-A501-D15D19CAB24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E88D7CCF-9F1B-49E9-A7B1-374D74D9834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6F5E69D-900E-4BD0-9169-879359CB627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672ABD8-3223-4D5C-9652-C99053EB52B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563F6AE-48FC-432F-8A7C-AEC1A466EBC3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04C4C83-57E4-4AB0-AC63-29C200C4924F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7816734-5083-4990-8852-DEC342C6EF93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E3517CC-3107-4046-AE03-7F2FD05FA07C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multiplication and division strategies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21AB2A-8A03-452C-B460-BD6322DBC17B}"/>
              </a:ext>
            </a:extLst>
          </p:cNvPr>
          <p:cNvSpPr>
            <a:spLocks noGrp="1"/>
          </p:cNvSpPr>
          <p:nvPr/>
        </p:nvSpPr>
        <p:spPr>
          <a:xfrm>
            <a:off x="914400" y="1428750"/>
            <a:ext cx="10363200" cy="8763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25 x 3,600 mentally.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9516205-34E5-463F-BFDB-B683A4DE793C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5D4E44A4-FACA-4524-8450-87CDE1664DC5}"/>
              </a:ext>
            </a:extLst>
          </p:cNvPr>
          <p:cNvSpPr>
            <a:spLocks noGrp="1"/>
          </p:cNvSpPr>
          <p:nvPr/>
        </p:nvSpPr>
        <p:spPr>
          <a:xfrm>
            <a:off x="1095375" y="2714625"/>
            <a:ext cx="457200" cy="457200"/>
          </a:xfrm>
          <a:prstGeom prst="ellipse">
            <a:avLst/>
          </a:prstGeom>
          <a:solidFill>
            <a:srgbClr val="18324A"/>
          </a:solidFill>
          <a:ln w="0">
            <a:noFill/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8A6381E-64B7-415F-B9A9-1143B95FE3DF}"/>
              </a:ext>
            </a:extLst>
          </p:cNvPr>
          <p:cNvSpPr>
            <a:spLocks noGrp="1"/>
          </p:cNvSpPr>
          <p:nvPr/>
        </p:nvSpPr>
        <p:spPr>
          <a:xfrm>
            <a:off x="1095375" y="27432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82DABD3-A87F-48A3-9648-D6EEF966DFCE}"/>
              </a:ext>
            </a:extLst>
          </p:cNvPr>
          <p:cNvSpPr>
            <a:spLocks noGrp="1"/>
          </p:cNvSpPr>
          <p:nvPr/>
        </p:nvSpPr>
        <p:spPr>
          <a:xfrm>
            <a:off x="1809750" y="26003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Notice the number structure before choosing a method.</a:t>
            </a:r>
            <a:endParaRPr sz="180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1CD38AF-A9A8-498E-9D34-F43C1E7D4D21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EEBF6F3-112F-4260-BF71-8AEA778A3095}"/>
              </a:ext>
            </a:extLst>
          </p:cNvPr>
          <p:cNvSpPr>
            <a:spLocks noGrp="1"/>
          </p:cNvSpPr>
          <p:nvPr/>
        </p:nvSpPr>
        <p:spPr>
          <a:xfrm>
            <a:off x="1095375" y="35909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18FC1F3-984C-4BFC-A6A5-2AE2D3EB6DA3}"/>
              </a:ext>
            </a:extLst>
          </p:cNvPr>
          <p:cNvSpPr>
            <a:spLocks noGrp="1"/>
          </p:cNvSpPr>
          <p:nvPr/>
        </p:nvSpPr>
        <p:spPr>
          <a:xfrm>
            <a:off x="1095375" y="36195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4C4CF19-66C3-4EBE-B8A2-B5D0CBFF2EDC}"/>
              </a:ext>
            </a:extLst>
          </p:cNvPr>
          <p:cNvSpPr>
            <a:spLocks noGrp="1"/>
          </p:cNvSpPr>
          <p:nvPr/>
        </p:nvSpPr>
        <p:spPr>
          <a:xfrm>
            <a:off x="1809750" y="34766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 known fact, partition or compensation to calculate efficiently.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1727DC7-F724-49D9-990A-56A367214D7B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4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698D2E03-0993-4C67-B92F-53757A287A75}"/>
              </a:ext>
            </a:extLst>
          </p:cNvPr>
          <p:cNvSpPr>
            <a:spLocks noGrp="1"/>
          </p:cNvSpPr>
          <p:nvPr/>
        </p:nvSpPr>
        <p:spPr>
          <a:xfrm>
            <a:off x="1095375" y="4467225"/>
            <a:ext cx="457200" cy="457200"/>
          </a:xfrm>
          <a:prstGeom prst="ellipse">
            <a:avLst/>
          </a:prstGeom>
          <a:solidFill>
            <a:srgbClr val="2C6E73"/>
          </a:solidFill>
          <a:ln w="0">
            <a:noFill/>
          </a:ln>
        </p:spPr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64E9F62-7FAE-49BC-9FB9-A27DF90D56DE}"/>
              </a:ext>
            </a:extLst>
          </p:cNvPr>
          <p:cNvSpPr>
            <a:spLocks noGrp="1"/>
          </p:cNvSpPr>
          <p:nvPr/>
        </p:nvSpPr>
        <p:spPr>
          <a:xfrm>
            <a:off x="1095375" y="4495800"/>
            <a:ext cx="4572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1F2F55D-3825-498B-8513-814207AE9B62}"/>
              </a:ext>
            </a:extLst>
          </p:cNvPr>
          <p:cNvSpPr>
            <a:spLocks noGrp="1"/>
          </p:cNvSpPr>
          <p:nvPr/>
        </p:nvSpPr>
        <p:spPr>
          <a:xfrm>
            <a:off x="1809750" y="4352925"/>
            <a:ext cx="9048750" cy="6858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8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Check the size of the result using estimation or an inverse operation.</a:t>
            </a:r>
            <a:endParaRPr sz="1800" b="0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5738685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8" grpId="0"/>
      <p:bldP spid="2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FDF870D0-47A1-4980-A682-69D9692E38B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4C224C6-73E3-444D-A296-2ABE2214DA10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980DC614-25A7-4B1B-BFE9-82215EC1C09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18324A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ACB000E-DFE6-4609-8524-A4AF54D0083E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1D40D30-18AE-46F6-ABFD-43B6B9FBE0E8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45F9C86-F389-4C1E-9B90-C991C397073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32AB79F-FBB6-4267-8ADC-A40616FE802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7163003-F2A9-4F8D-8669-76C0EB81D9D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77A94C7-2112-425D-AF44-CE9C297AFAA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multiplication and division strategies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0F80208-1E7A-43AD-B037-BECCE532D5F8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CF7001B-AF57-44D3-B72E-DED44A64565E}"/>
              </a:ext>
            </a:extLst>
          </p:cNvPr>
          <p:cNvSpPr>
            <a:spLocks noGrp="1"/>
          </p:cNvSpPr>
          <p:nvPr/>
        </p:nvSpPr>
        <p:spPr>
          <a:xfrm>
            <a:off x="1000125" y="2047875"/>
            <a:ext cx="101917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90,000.</a:t>
            </a:r>
            <a:endParaRPr sz="2850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EB1A59C-5DED-42B8-97BD-9552A9190148}"/>
              </a:ext>
            </a:extLst>
          </p:cNvPr>
          <p:cNvSpPr>
            <a:spLocks noGrp="1"/>
          </p:cNvSpPr>
          <p:nvPr/>
        </p:nvSpPr>
        <p:spPr>
          <a:xfrm>
            <a:off x="1000125" y="3638550"/>
            <a:ext cx="1019175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AA02F72-2324-41F3-B235-685FA2363F45}"/>
              </a:ext>
            </a:extLst>
          </p:cNvPr>
          <p:cNvSpPr>
            <a:spLocks noGrp="1"/>
          </p:cNvSpPr>
          <p:nvPr/>
        </p:nvSpPr>
        <p:spPr>
          <a:xfrm>
            <a:off x="1381125" y="4000500"/>
            <a:ext cx="9429750" cy="7048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size of the result using estimation or an inverse operation.</a:t>
            </a:r>
            <a:endParaRPr sz="1875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1716B75-03FB-4B1E-9351-9265392731B9}"/>
              </a:ext>
            </a:extLst>
          </p:cNvPr>
          <p:cNvSpPr>
            <a:spLocks noGrp="1"/>
          </p:cNvSpPr>
          <p:nvPr/>
        </p:nvSpPr>
        <p:spPr>
          <a:xfrm>
            <a:off x="1381125" y="5000625"/>
            <a:ext cx="9429750" cy="666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403202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896500-0E02-4AE3-BC43-157428EBCA5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8ECD795-D4B2-43E3-81FF-5AC2A33D851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F8A0602-3708-40AA-8152-B77D27C55B73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190FBE5-733F-4899-9F4E-A14858631C0D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A026433-3B50-4B7C-B061-86BE00AB200D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FB4E7F5-2C48-4074-B007-388789033DD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3C705DB-DBC3-49F5-913D-311A6D60CF14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4AC3156-32E3-4525-918D-5CCCF2FC204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0841DBB-4BD3-49F5-AA08-296B52F44EC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multiplication and division strategies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37A0ABC-FBFE-48F5-A208-68423AE49D4C}"/>
              </a:ext>
            </a:extLst>
          </p:cNvPr>
          <p:cNvSpPr>
            <a:spLocks noGrp="1"/>
          </p:cNvSpPr>
          <p:nvPr/>
        </p:nvSpPr>
        <p:spPr>
          <a:xfrm>
            <a:off x="952500" y="1524000"/>
            <a:ext cx="10287000" cy="1000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4,800 / 16 mentally.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90771DD-47E9-49A0-B132-C147E7F319E7}"/>
              </a:ext>
            </a:extLst>
          </p:cNvPr>
          <p:cNvSpPr>
            <a:spLocks noGrp="1"/>
          </p:cNvSpPr>
          <p:nvPr/>
        </p:nvSpPr>
        <p:spPr>
          <a:xfrm>
            <a:off x="1238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A111041-EF09-43A6-AD67-6BF9A17FBEC9}"/>
              </a:ext>
            </a:extLst>
          </p:cNvPr>
          <p:cNvSpPr>
            <a:spLocks noGrp="1"/>
          </p:cNvSpPr>
          <p:nvPr/>
        </p:nvSpPr>
        <p:spPr>
          <a:xfrm>
            <a:off x="48577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F61AF09-5480-4032-9B70-D75EE4C6DB76}"/>
              </a:ext>
            </a:extLst>
          </p:cNvPr>
          <p:cNvSpPr>
            <a:spLocks noGrp="1"/>
          </p:cNvSpPr>
          <p:nvPr/>
        </p:nvSpPr>
        <p:spPr>
          <a:xfrm>
            <a:off x="8477250" y="3048000"/>
            <a:ext cx="247650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874087E-867E-4AB7-9EE0-0BB3C6C3D90E}"/>
              </a:ext>
            </a:extLst>
          </p:cNvPr>
          <p:cNvSpPr>
            <a:spLocks noGrp="1"/>
          </p:cNvSpPr>
          <p:nvPr/>
        </p:nvSpPr>
        <p:spPr>
          <a:xfrm>
            <a:off x="1714500" y="3857625"/>
            <a:ext cx="8763000" cy="5143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6F040FC-4D79-480E-9CF4-CB42C40DA32A}"/>
              </a:ext>
            </a:extLst>
          </p:cNvPr>
          <p:cNvSpPr>
            <a:spLocks noGrp="1"/>
          </p:cNvSpPr>
          <p:nvPr/>
        </p:nvSpPr>
        <p:spPr>
          <a:xfrm>
            <a:off x="1714500" y="4810125"/>
            <a:ext cx="8763000" cy="71437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GB"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300.</a:t>
            </a:r>
            <a:endParaRPr sz="225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841045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10E7D9DC-0A86-4C66-81AF-5977FC86777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072B1EC-1777-4487-89AC-509C0A4D3A8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70042E8-6895-49FE-863A-B212E93A3467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DA5D61A-37CE-4EDD-A099-5A5BBEA3F52C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DD4F4AD-9C8F-405E-8E3B-F4533374C13C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F406355-6474-4ECE-97DB-D5A248D7439E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D41B849-7B37-4FCA-8A35-E90D9BF8CB33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6342356-57A5-440B-A75C-8BD27D87D335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874F9E7-117A-4EFC-AE63-40D8F532D9F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multiplication and division strategies</a:t>
            </a:r>
          </a:p>
        </p:txBody>
      </p:sp>
      <p:pic>
        <p:nvPicPr>
          <p:cNvPr id="25" name="Picture 2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6563" y="1381125"/>
            <a:ext cx="2984500" cy="4476750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925536C5-997E-485A-BB06-C5716FD82FC4}"/>
              </a:ext>
            </a:extLst>
          </p:cNvPr>
          <p:cNvSpPr>
            <a:spLocks noGrp="1"/>
          </p:cNvSpPr>
          <p:nvPr/>
        </p:nvSpPr>
        <p:spPr>
          <a:xfrm>
            <a:off x="904875" y="1524000"/>
            <a:ext cx="2857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16B1636-1AEE-4D49-A267-C32519A6CD20}"/>
              </a:ext>
            </a:extLst>
          </p:cNvPr>
          <p:cNvSpPr>
            <a:spLocks noGrp="1"/>
          </p:cNvSpPr>
          <p:nvPr/>
        </p:nvSpPr>
        <p:spPr>
          <a:xfrm>
            <a:off x="904875" y="2095500"/>
            <a:ext cx="6477000" cy="1381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divides by 4 when multiplying by 25 but forgets to multiply by 100.</a:t>
            </a:r>
            <a:endParaRPr sz="217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C4869F0-E948-4A0E-97A8-2906DCD24E19}"/>
              </a:ext>
            </a:extLst>
          </p:cNvPr>
          <p:cNvSpPr>
            <a:spLocks noGrp="1"/>
          </p:cNvSpPr>
          <p:nvPr/>
        </p:nvSpPr>
        <p:spPr>
          <a:xfrm>
            <a:off x="904875" y="3857625"/>
            <a:ext cx="64770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4C1F402-446C-4496-BEDB-6010C8484081}"/>
              </a:ext>
            </a:extLst>
          </p:cNvPr>
          <p:cNvSpPr>
            <a:spLocks noGrp="1"/>
          </p:cNvSpPr>
          <p:nvPr/>
        </p:nvSpPr>
        <p:spPr>
          <a:xfrm>
            <a:off x="904875" y="4171950"/>
            <a:ext cx="5905500" cy="4286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620C58E-D951-476E-970E-4B32C90310D6}"/>
              </a:ext>
            </a:extLst>
          </p:cNvPr>
          <p:cNvSpPr>
            <a:spLocks noGrp="1"/>
          </p:cNvSpPr>
          <p:nvPr/>
        </p:nvSpPr>
        <p:spPr>
          <a:xfrm>
            <a:off x="904875" y="4714875"/>
            <a:ext cx="6477000" cy="1047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Since 25 = 100 / 4, divide by 4 and then multiply by 100.</a:t>
            </a:r>
            <a:endParaRPr sz="180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1087019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30C5159F-C840-4863-A395-BB6CEEADDBB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8F9F75F-2514-40C4-8FF1-3143952D1C2E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B56B119D-A1EE-4886-B4FF-499ADFBD138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C6E73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BCF0370-555F-435B-B7F3-2C5CB7EE7B10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BD2B82E-5492-49A3-908D-F59B5BD5761E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84F5170-B340-4B70-943E-EAE3C15C10BC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D6AF28-5783-4C48-9012-28BDB62D2F1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9095961-B75A-4D84-B41A-3610BB1597C7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242EF8D-5BC8-4BD1-8640-59EB84230FAA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multiplication and division strategies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EC14AA2-23A6-484C-B5B3-3707B13A7D15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2C1F99C-994C-4ED0-97C6-02FF7798CBD9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6BFB6CB-A3FC-4563-9CC8-B87FB94F94F4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0C897B6-A3DF-40A2-A609-5B47240010B8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GB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4,800 / 16 mentally.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779EEF66-E42D-4FD7-9564-1D92D38E3B60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9F6E131-969B-4B22-97C2-7A4AD59AE289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C6B9FEF-E6C3-4ABC-94F6-FC98830DB1C9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ADF1BC8-4E15-4ED8-8C79-C90F2E53F4AC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D7D91A74-E78F-44A7-B925-45785164CB18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D1DF1FA4-62C8-4AB6-983E-57BDD60D39ED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FE308F2-CA01-463C-A408-BAA29870946A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41D6674-08EA-4066-8173-F4E30A3ABE97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300.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9FCF83F-5264-4EB8-8326-7E25017A2801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879602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6A8993E1-0ACD-4E38-BE27-4F4DD217E2A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A1BF274-FF82-4F90-BC9E-4CA70448C35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B6CFCEB-419A-4074-ADC9-AE0ABDA5B25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BC32B53-CBA7-4AD5-B28A-915C6EEFD7A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2575175-EDB2-42D3-A7A8-2834CEB4864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0E7D94D-4CA3-4F08-B00B-E587706A4A2F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EED4749-9DC7-4F28-B2BA-193BA90173F2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08D65F7-F478-4104-B399-4E5D6005047B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F751F46-729B-4150-8639-F8E58397E414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multiplication and division strategies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D4E4C42-D81B-4F78-9CFA-7B1F480DEDFC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2403017-9439-402D-9928-FA30DE78E2CC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3690C80-CB5E-4A80-8F9F-317649ED5320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0A0A2E1-B700-4188-8349-B385DD7E1074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125 x 64 using factors.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189E275-34D1-45EB-BF54-5CDA2F202C86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0EC82421-75C9-47C7-8572-58C016FEF464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0938FA9-FB27-4836-9D49-813338366DA7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99C8554-C2D5-43A6-9886-D71B758D8053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BFBA1203-E1B0-4960-9F73-59719D0E920D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F151773E-946F-4396-A2EE-3E1A2A77E801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E08E3455-AA37-43B0-8866-A8D9A1001F15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E691FB0-DF7D-4717-B0AD-E9278762FDB2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81611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CD5926A3-699B-4564-80E3-F8C6B9BD377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64AE4F5-2ACA-4DAE-B214-A34A76CEEC6F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C32675B-2E00-4406-8D2D-36BCE160960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2F785D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3CAF35C-69E6-4FEB-8C4E-BA0E303F1B76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96D37B-E52B-451C-B435-F7C6A20D17F2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E6E68A9-6C19-4655-BF41-931E9665E2E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CDCCA5A-E720-4366-975F-85020CA3D75B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8FDC520-6850-4956-8715-8D16D225B5AC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778D191-1F33-4528-BF08-F7F55DB001F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multiplication and division strategies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E1DB4A8-FA33-49CF-8B19-12EBD5B2EF57}"/>
              </a:ext>
            </a:extLst>
          </p:cNvPr>
          <p:cNvSpPr>
            <a:spLocks noGrp="1"/>
          </p:cNvSpPr>
          <p:nvPr/>
        </p:nvSpPr>
        <p:spPr>
          <a:xfrm>
            <a:off x="1000125" y="1524000"/>
            <a:ext cx="10191750" cy="1143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Find three efficient mental methods for 48 x 250.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28A7A8B-EB3D-453A-8FA9-09457587B5BD}"/>
              </a:ext>
            </a:extLst>
          </p:cNvPr>
          <p:cNvSpPr>
            <a:spLocks noGrp="1"/>
          </p:cNvSpPr>
          <p:nvPr/>
        </p:nvSpPr>
        <p:spPr>
          <a:xfrm>
            <a:off x="1428750" y="3143250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  <a:endParaRPr sz="1800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27961B6-666C-4111-B2AE-CA1FA6821CF1}"/>
              </a:ext>
            </a:extLst>
          </p:cNvPr>
          <p:cNvSpPr>
            <a:spLocks noGrp="1"/>
          </p:cNvSpPr>
          <p:nvPr/>
        </p:nvSpPr>
        <p:spPr>
          <a:xfrm>
            <a:off x="1428750" y="4143375"/>
            <a:ext cx="9334500" cy="619125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lang="en-US"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  <a:endParaRPr sz="1800" b="1">
              <a:solidFill>
                <a:srgbClr val="2C6E7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8C92AA1-078D-43A3-96F3-7FDE68D553CA}"/>
              </a:ext>
            </a:extLst>
          </p:cNvPr>
          <p:cNvSpPr>
            <a:spLocks noGrp="1"/>
          </p:cNvSpPr>
          <p:nvPr/>
        </p:nvSpPr>
        <p:spPr>
          <a:xfrm>
            <a:off x="1428750" y="5143500"/>
            <a:ext cx="9334500" cy="5905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US"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12,000. Methods may use 250 = 1,000 / 4 or 48 / 4 x 1,000.</a:t>
            </a:r>
            <a:endParaRPr sz="16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1840787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653A689F-A437-46A9-8C98-A6AB9BA4D8A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BC7C4AA-830B-49FB-B7EE-F72B32E89134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05575721-E559-48FA-90F0-3B4FBD75935A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BA996E6-0F4E-4E9E-B0FA-7AA8F34D7718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F2AA4AA-1009-4069-8838-83C517F11DF6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46732F0-2244-46A5-BC03-E71663E27965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94F5FFD-72C2-4366-986A-01814A805FF7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7A01B82-C79C-4D1B-A3CC-D3FC9F370CB7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C32E869-F522-44EE-95A3-A682FF59F68B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multiplication and division strategies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9D3D76D-E98B-4933-9B28-90537534727F}"/>
              </a:ext>
            </a:extLst>
          </p:cNvPr>
          <p:cNvSpPr>
            <a:spLocks noGrp="1"/>
          </p:cNvSpPr>
          <p:nvPr/>
        </p:nvSpPr>
        <p:spPr>
          <a:xfrm>
            <a:off x="781050" y="1476375"/>
            <a:ext cx="666750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822C3944-A060-4BBD-A083-A5C04AF9B959}"/>
              </a:ext>
            </a:extLst>
          </p:cNvPr>
          <p:cNvSpPr>
            <a:spLocks noGrp="1"/>
          </p:cNvSpPr>
          <p:nvPr/>
        </p:nvSpPr>
        <p:spPr>
          <a:xfrm>
            <a:off x="781050" y="2047875"/>
            <a:ext cx="6858000" cy="28575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4288">
            <a:solidFill>
              <a:srgbClr val="D9E0E6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A8011C1-83FE-47F5-9FD6-59EE67AC4551}"/>
              </a:ext>
            </a:extLst>
          </p:cNvPr>
          <p:cNvSpPr>
            <a:spLocks noGrp="1"/>
          </p:cNvSpPr>
          <p:nvPr/>
        </p:nvSpPr>
        <p:spPr>
          <a:xfrm>
            <a:off x="1143000" y="2400300"/>
            <a:ext cx="6115050" cy="14287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125 x 64 using factors.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27EB972-1BD2-4C5C-B967-2F2E955384E9}"/>
              </a:ext>
            </a:extLst>
          </p:cNvPr>
          <p:cNvSpPr>
            <a:spLocks noGrp="1"/>
          </p:cNvSpPr>
          <p:nvPr/>
        </p:nvSpPr>
        <p:spPr>
          <a:xfrm>
            <a:off x="1285875" y="4095750"/>
            <a:ext cx="5810250" cy="4000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0F17367-C699-42AC-B65C-9A02506D85B5}"/>
              </a:ext>
            </a:extLst>
          </p:cNvPr>
          <p:cNvSpPr>
            <a:spLocks noGrp="1"/>
          </p:cNvSpPr>
          <p:nvPr/>
        </p:nvSpPr>
        <p:spPr>
          <a:xfrm>
            <a:off x="8210550" y="166687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ED86A84-C8CA-4758-9895-9CBB754AB7C3}"/>
              </a:ext>
            </a:extLst>
          </p:cNvPr>
          <p:cNvSpPr>
            <a:spLocks noGrp="1"/>
          </p:cNvSpPr>
          <p:nvPr/>
        </p:nvSpPr>
        <p:spPr>
          <a:xfrm>
            <a:off x="8001000" y="2190750"/>
            <a:ext cx="3048000" cy="2714625"/>
          </a:xfrm>
          <a:prstGeom prst="roundRect">
            <a:avLst>
              <a:gd name="adj" fmla="val 2807"/>
            </a:avLst>
          </a:prstGeom>
          <a:solidFill>
            <a:srgbClr val="E7F1F1"/>
          </a:solidFill>
          <a:ln w="14288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684A9C6-F3D9-4AFA-A9FE-5A9CB364BA0B}"/>
              </a:ext>
            </a:extLst>
          </p:cNvPr>
          <p:cNvSpPr>
            <a:spLocks noGrp="1"/>
          </p:cNvSpPr>
          <p:nvPr/>
        </p:nvSpPr>
        <p:spPr>
          <a:xfrm>
            <a:off x="8334375" y="2619375"/>
            <a:ext cx="2381250" cy="1238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lang="en-GB"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8,000.</a:t>
            </a:r>
            <a:endParaRPr sz="2550" b="1">
              <a:solidFill>
                <a:srgbClr val="2F785D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8C5C436-2B92-4BA4-A9B8-50E7CF0BDA50}"/>
              </a:ext>
            </a:extLst>
          </p:cNvPr>
          <p:cNvSpPr>
            <a:spLocks noGrp="1"/>
          </p:cNvSpPr>
          <p:nvPr/>
        </p:nvSpPr>
        <p:spPr>
          <a:xfrm>
            <a:off x="8334375" y="4000500"/>
            <a:ext cx="2381250" cy="4381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9825"/>
          </a:bodyPr>
          <a:lstStyle/>
          <a:p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lang="en-GB"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  <a:endParaRPr sz="1425" b="1">
              <a:solidFill>
                <a:srgbClr val="18324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A3D4814-FB68-45DD-AE8F-2A21EDB983D6}"/>
              </a:ext>
            </a:extLst>
          </p:cNvPr>
          <p:cNvSpPr>
            <a:spLocks noGrp="1"/>
          </p:cNvSpPr>
          <p:nvPr/>
        </p:nvSpPr>
        <p:spPr>
          <a:xfrm>
            <a:off x="2190750" y="5334000"/>
            <a:ext cx="78105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21037947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BF7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14B502FF-CCEF-4965-835D-82FCE4F0A87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33350"/>
          </a:xfrm>
          <a:prstGeom prst="rect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3D16E9E-AA2C-44B2-A4B8-A8FC25B0244B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8461D1D-8D9D-457D-8527-998FE7F188BD}"/>
              </a:ext>
            </a:extLst>
          </p:cNvPr>
          <p:cNvSpPr>
            <a:spLocks noGrp="1"/>
          </p:cNvSpPr>
          <p:nvPr/>
        </p:nvSpPr>
        <p:spPr>
          <a:xfrm>
            <a:off x="552450" y="619125"/>
            <a:ext cx="1428750" cy="381000"/>
          </a:xfrm>
          <a:prstGeom prst="roundRect">
            <a:avLst>
              <a:gd name="adj" fmla="val 20000"/>
            </a:avLst>
          </a:prstGeom>
          <a:solidFill>
            <a:srgbClr val="B4232B"/>
          </a:solidFill>
          <a:ln w="0">
            <a:noFill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2930574-C659-4C02-8DF5-A6E3EBB86D9B}"/>
              </a:ext>
            </a:extLst>
          </p:cNvPr>
          <p:cNvSpPr>
            <a:spLocks noGrp="1"/>
          </p:cNvSpPr>
          <p:nvPr/>
        </p:nvSpPr>
        <p:spPr>
          <a:xfrm>
            <a:off x="552450" y="628650"/>
            <a:ext cx="1428750" cy="3619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0C7E4741-9DFE-424E-B8EF-12911A867239}"/>
              </a:ext>
            </a:extLst>
          </p:cNvPr>
          <p:cNvSpPr>
            <a:spLocks noGrp="1"/>
          </p:cNvSpPr>
          <p:nvPr/>
        </p:nvSpPr>
        <p:spPr>
          <a:xfrm>
            <a:off x="2209800" y="552450"/>
            <a:ext cx="8096250" cy="5524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F6FBBAB-D5B9-4B6E-84C1-6C6EA1107417}"/>
              </a:ext>
            </a:extLst>
          </p:cNvPr>
          <p:cNvSpPr>
            <a:spLocks noGrp="1"/>
          </p:cNvSpPr>
          <p:nvPr/>
        </p:nvSpPr>
        <p:spPr>
          <a:xfrm>
            <a:off x="10572750" y="381000"/>
            <a:ext cx="1000125" cy="2476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1AFFAF6-B3FD-4B8B-B545-BF275688DD90}"/>
              </a:ext>
            </a:extLst>
          </p:cNvPr>
          <p:cNvSpPr>
            <a:spLocks noGrp="1"/>
          </p:cNvSpPr>
          <p:nvPr/>
        </p:nvSpPr>
        <p:spPr>
          <a:xfrm>
            <a:off x="552450" y="6448425"/>
            <a:ext cx="11087100" cy="19050"/>
          </a:xfrm>
          <a:prstGeom prst="rect">
            <a:avLst/>
          </a:prstGeom>
          <a:solidFill>
            <a:srgbClr val="D9E0E6"/>
          </a:solidFill>
          <a:ln w="0">
            <a:solidFill>
              <a:srgbClr val="D9E0E6"/>
            </a:solidFill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77F1A61-FA3D-4711-B501-48B5E35F9A28}"/>
              </a:ext>
            </a:extLst>
          </p:cNvPr>
          <p:cNvSpPr>
            <a:spLocks noGrp="1"/>
          </p:cNvSpPr>
          <p:nvPr/>
        </p:nvSpPr>
        <p:spPr>
          <a:xfrm>
            <a:off x="552450" y="6543675"/>
            <a:ext cx="31432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F63C74C-E286-4B7C-9A60-F025C2F7E165}"/>
              </a:ext>
            </a:extLst>
          </p:cNvPr>
          <p:cNvSpPr>
            <a:spLocks noGrp="1"/>
          </p:cNvSpPr>
          <p:nvPr/>
        </p:nvSpPr>
        <p:spPr>
          <a:xfrm>
            <a:off x="6667500" y="6543675"/>
            <a:ext cx="4972050" cy="1905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 fontScale="78788"/>
          </a:bodyPr>
          <a:lstStyle/>
          <a:p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Use mental multiplication and division strategies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B333F646-F6C7-4E12-9A86-2D62AB5D720E}"/>
              </a:ext>
            </a:extLst>
          </p:cNvPr>
          <p:cNvSpPr>
            <a:spLocks noGrp="1"/>
          </p:cNvSpPr>
          <p:nvPr/>
        </p:nvSpPr>
        <p:spPr>
          <a:xfrm>
            <a:off x="781050" y="142875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E61D28D-3117-4F64-8A69-26437E7F4785}"/>
              </a:ext>
            </a:extLst>
          </p:cNvPr>
          <p:cNvSpPr>
            <a:spLocks noGrp="1"/>
          </p:cNvSpPr>
          <p:nvPr/>
        </p:nvSpPr>
        <p:spPr>
          <a:xfrm>
            <a:off x="971550" y="169545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DC18A38-975A-422B-AAB8-888A25559C9C}"/>
              </a:ext>
            </a:extLst>
          </p:cNvPr>
          <p:cNvSpPr>
            <a:spLocks noGrp="1"/>
          </p:cNvSpPr>
          <p:nvPr/>
        </p:nvSpPr>
        <p:spPr>
          <a:xfrm>
            <a:off x="971550" y="173355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D942B09-D6CA-486B-8306-A2B2A238278E}"/>
              </a:ext>
            </a:extLst>
          </p:cNvPr>
          <p:cNvSpPr>
            <a:spLocks noGrp="1"/>
          </p:cNvSpPr>
          <p:nvPr/>
        </p:nvSpPr>
        <p:spPr>
          <a:xfrm>
            <a:off x="1771650" y="161925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Calculate 125 x 64 using factors.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49C0372E-7215-4B1C-849F-EAA64E05A563}"/>
              </a:ext>
            </a:extLst>
          </p:cNvPr>
          <p:cNvSpPr>
            <a:spLocks noGrp="1"/>
          </p:cNvSpPr>
          <p:nvPr/>
        </p:nvSpPr>
        <p:spPr>
          <a:xfrm>
            <a:off x="781050" y="2714625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E7F1F1"/>
          </a:solidFill>
          <a:ln w="11430">
            <a:solidFill>
              <a:srgbClr val="D9E0E6"/>
            </a:solidFill>
          </a:ln>
        </p:spPr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DDD91844-D0FF-4CDC-84C6-57F954126C9F}"/>
              </a:ext>
            </a:extLst>
          </p:cNvPr>
          <p:cNvSpPr>
            <a:spLocks noGrp="1"/>
          </p:cNvSpPr>
          <p:nvPr/>
        </p:nvSpPr>
        <p:spPr>
          <a:xfrm>
            <a:off x="971550" y="2981325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CB24DA2-5E92-4D0E-9108-BCE1044DB853}"/>
              </a:ext>
            </a:extLst>
          </p:cNvPr>
          <p:cNvSpPr>
            <a:spLocks noGrp="1"/>
          </p:cNvSpPr>
          <p:nvPr/>
        </p:nvSpPr>
        <p:spPr>
          <a:xfrm>
            <a:off x="971550" y="3019425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6B1FB2D-3452-4E27-9711-8A7C14B36452}"/>
              </a:ext>
            </a:extLst>
          </p:cNvPr>
          <p:cNvSpPr>
            <a:spLocks noGrp="1"/>
          </p:cNvSpPr>
          <p:nvPr/>
        </p:nvSpPr>
        <p:spPr>
          <a:xfrm>
            <a:off x="1771650" y="2905125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divides by 4 when multiplying by 25 but forgets to multiply by 100.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5107746-A24E-4F5A-8CAB-6E1557A495FE}"/>
              </a:ext>
            </a:extLst>
          </p:cNvPr>
          <p:cNvSpPr>
            <a:spLocks noGrp="1"/>
          </p:cNvSpPr>
          <p:nvPr/>
        </p:nvSpPr>
        <p:spPr>
          <a:xfrm>
            <a:off x="781050" y="4000500"/>
            <a:ext cx="10629900" cy="1104900"/>
          </a:xfrm>
          <a:prstGeom prst="roundRect">
            <a:avLst>
              <a:gd name="adj" fmla="val 6897"/>
            </a:avLst>
          </a:prstGeom>
          <a:solidFill>
            <a:srgbClr val="FFFFFF"/>
          </a:solidFill>
          <a:ln w="11430">
            <a:solidFill>
              <a:srgbClr val="D9E0E6"/>
            </a:solidFill>
          </a:ln>
        </p:spPr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F218542-3762-46EB-82B6-5A585A2D784D}"/>
              </a:ext>
            </a:extLst>
          </p:cNvPr>
          <p:cNvSpPr>
            <a:spLocks noGrp="1"/>
          </p:cNvSpPr>
          <p:nvPr/>
        </p:nvSpPr>
        <p:spPr>
          <a:xfrm>
            <a:off x="971550" y="4267200"/>
            <a:ext cx="552450" cy="552450"/>
          </a:xfrm>
          <a:prstGeom prst="ellipse">
            <a:avLst/>
          </a:prstGeom>
          <a:solidFill>
            <a:srgbClr val="2C6E73"/>
          </a:solidFill>
          <a:ln w="0">
            <a:solidFill>
              <a:srgbClr val="2C6E73"/>
            </a:solidFill>
          </a:ln>
        </p:spPr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59E2ADB-F505-4117-8217-AC03DB08C79F}"/>
              </a:ext>
            </a:extLst>
          </p:cNvPr>
          <p:cNvSpPr>
            <a:spLocks noGrp="1"/>
          </p:cNvSpPr>
          <p:nvPr/>
        </p:nvSpPr>
        <p:spPr>
          <a:xfrm>
            <a:off x="971550" y="4305300"/>
            <a:ext cx="552450" cy="47625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6F49AB6-AA56-45DA-8AE4-93789CC79AA8}"/>
              </a:ext>
            </a:extLst>
          </p:cNvPr>
          <p:cNvSpPr>
            <a:spLocks noGrp="1"/>
          </p:cNvSpPr>
          <p:nvPr/>
        </p:nvSpPr>
        <p:spPr>
          <a:xfrm>
            <a:off x="1771650" y="4191000"/>
            <a:ext cx="9286875" cy="7239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lang="en-US"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  <a:endParaRPr sz="1725" b="1">
              <a:solidFill>
                <a:srgbClr val="17253A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850D665D-D8D8-4126-BE5F-8EBEA6851BB3}"/>
              </a:ext>
            </a:extLst>
          </p:cNvPr>
          <p:cNvSpPr>
            <a:spLocks noGrp="1"/>
          </p:cNvSpPr>
          <p:nvPr/>
        </p:nvSpPr>
        <p:spPr>
          <a:xfrm>
            <a:off x="2476500" y="5476875"/>
            <a:ext cx="7239000" cy="45720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rmAutofit/>
          </a:bodyPr>
          <a:lstStyle/>
          <a:p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5831615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1158</Words>
  <Application>Microsoft Office PowerPoint</Application>
  <DocSecurity>0</DocSecurity>
  <PresentationFormat>Widescreen</PresentationFormat>
  <Paragraphs>153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Segoe Print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Garima Sharma</cp:lastModifiedBy>
  <cp:revision>1</cp:revision>
  <dcterms:created xsi:type="dcterms:W3CDTF">2026-09-09T10:56:46Z</dcterms:created>
  <dcterms:modified xsi:type="dcterms:W3CDTF">2026-09-09T11:06:45Z</dcterms:modified>
</cp:coreProperties>
</file>