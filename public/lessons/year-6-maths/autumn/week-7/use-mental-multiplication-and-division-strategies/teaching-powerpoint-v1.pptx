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Use mental multiplication and division strategies.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I do. Reveal each digit multiplication and the carried amount. On a tens row, reveal the zero placeholder before calculating. For a decimal, use the same place-value scale in the answer.</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I do. Align the place values. Reveal one column at a time, including every carry or exchange.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You do. Pause before clicking. Let pupils try independently, then reveal and discuss every step. Reveal each digit multiplication and the carried amount. On a tens row, reveal the zero placeholder before calculating. For a decimal, use the same place-value scale in the answer.</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You do. Pause before clicking. Let pupils try independently, then reveal and discuss every step. Align the place values. Reveal one column at a time, including every carry or exchange.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I do. Reveal each digit multiplication and the carried amount. On a tens row, reveal the zero placeholder before calculating. For a decimal, use the same place-value scale in the answer.</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I do. Align the place values. Reveal one column at a time, including every carry or exchange.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You do. Pause before clicking. Let pupils try independently, then reveal and discuss every step. Reveal each digit multiplication and the carried amount. On a tens row, reveal the zero placeholder before calculating. For a decimal, use the same place-value scale in the answer.</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You do. Pause before clicking. Let pupils try independently, then reveal and discuss every step. Align the place values. Reveal one column at a time, including every carry or exchange.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mental multiplication and division strategies.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157DF6F4-2ED3-42FC-B5A7-3ADEDE0A3B50}"/>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3281" b="1">
                <a:solidFill>
                  <a:srgbClr val="1D4ED8"/>
                </a:solidFill>
                <a:latin typeface="Arial"/>
                <a:ea typeface="Arial"/>
                <a:cs typeface="Arial"/>
              </a:defRPr>
            </a:pPr>
            <a:r>
              <a:rPr sz="3281" b="1">
                <a:solidFill>
                  <a:srgbClr val="1D4ED8"/>
                </a:solidFill>
                <a:latin typeface="Arial"/>
                <a:ea typeface="Arial"/>
                <a:cs typeface="Arial"/>
              </a:rPr>
              <a:t>Use mental multiplication and division strategies</a:t>
            </a:r>
          </a:p>
        </p:txBody>
      </p:sp>
      <p:sp>
        <p:nvSpPr>
          <p:cNvPr id="2" name="object-2">
            <a:extLst>
              <a:ext uri="{FF2B5EF4-FFF2-40B4-BE49-F238E27FC236}">
                <a16:creationId xmlns:a16="http://schemas.microsoft.com/office/drawing/2014/main" id="{99CA702A-DDB6-462B-9928-C7649804DD6B}"/>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36ADF706-D2DA-4EF0-8388-4A800446DBC5}"/>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F99AF568-278D-4B43-AE32-4FE46F0F43F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5" name="object-5">
            <a:extLst>
              <a:ext uri="{FF2B5EF4-FFF2-40B4-BE49-F238E27FC236}">
                <a16:creationId xmlns:a16="http://schemas.microsoft.com/office/drawing/2014/main" id="{3AD66367-B2DC-43D6-9CE9-4419B52D3F9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18EFB766-C90C-43C8-8DF4-B1D9CADC2DC5}"/>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use factors and place value for mental multiplication and division.</a:t>
            </a:r>
          </a:p>
        </p:txBody>
      </p:sp>
    </p:spTree>
    <p:extLst>
      <p:ext uri="{BB962C8B-B14F-4D97-AF65-F5344CB8AC3E}">
        <p14:creationId xmlns:p14="http://schemas.microsoft.com/office/powerpoint/2010/main" val="388533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object-1">
            <a:extLst>
              <a:ext uri="{FF2B5EF4-FFF2-40B4-BE49-F238E27FC236}">
                <a16:creationId xmlns:a16="http://schemas.microsoft.com/office/drawing/2014/main" id="{4D57A0B6-24EF-440D-87A5-FC3C5827EC4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077EE48D-3C11-4934-8C12-B8F0BE45356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3,600 × 25.</a:t>
            </a:r>
          </a:p>
        </p:txBody>
      </p:sp>
      <p:sp>
        <p:nvSpPr>
          <p:cNvPr id="3" name="object-3">
            <a:extLst>
              <a:ext uri="{FF2B5EF4-FFF2-40B4-BE49-F238E27FC236}">
                <a16:creationId xmlns:a16="http://schemas.microsoft.com/office/drawing/2014/main" id="{37D2C4D1-36E5-47DA-BD6E-BD5918C63C1D}"/>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49CAF8E-57D4-4414-A6B7-F83E42DEA78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5" name="object-5">
            <a:extLst>
              <a:ext uri="{FF2B5EF4-FFF2-40B4-BE49-F238E27FC236}">
                <a16:creationId xmlns:a16="http://schemas.microsoft.com/office/drawing/2014/main" id="{3FC18B91-E01C-4360-95FD-B168C2177C4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5E255104-8D30-400A-9852-ECF150BFC759}"/>
              </a:ext>
            </a:extLst>
          </p:cNvPr>
          <p:cNvSpPr>
            <a:spLocks noGrp="1"/>
          </p:cNvSpPr>
          <p:nvPr/>
        </p:nvSpPr>
        <p:spPr>
          <a:xfrm>
            <a:off x="74056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3</a:t>
            </a:r>
          </a:p>
        </p:txBody>
      </p:sp>
      <p:sp>
        <p:nvSpPr>
          <p:cNvPr id="7" name="object-7">
            <a:extLst>
              <a:ext uri="{FF2B5EF4-FFF2-40B4-BE49-F238E27FC236}">
                <a16:creationId xmlns:a16="http://schemas.microsoft.com/office/drawing/2014/main" id="{FEFBA11C-3E8A-4C40-A008-309A4AF3EF19}"/>
              </a:ext>
            </a:extLst>
          </p:cNvPr>
          <p:cNvSpPr>
            <a:spLocks noGrp="1"/>
          </p:cNvSpPr>
          <p:nvPr/>
        </p:nvSpPr>
        <p:spPr>
          <a:xfrm>
            <a:off x="82629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6</a:t>
            </a:r>
          </a:p>
        </p:txBody>
      </p:sp>
      <p:sp>
        <p:nvSpPr>
          <p:cNvPr id="8" name="object-8">
            <a:extLst>
              <a:ext uri="{FF2B5EF4-FFF2-40B4-BE49-F238E27FC236}">
                <a16:creationId xmlns:a16="http://schemas.microsoft.com/office/drawing/2014/main" id="{773EB116-7DC0-4CAB-A6A7-49033159E744}"/>
              </a:ext>
            </a:extLst>
          </p:cNvPr>
          <p:cNvSpPr>
            <a:spLocks noGrp="1"/>
          </p:cNvSpPr>
          <p:nvPr/>
        </p:nvSpPr>
        <p:spPr>
          <a:xfrm>
            <a:off x="91201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0</a:t>
            </a:r>
          </a:p>
        </p:txBody>
      </p:sp>
      <p:sp>
        <p:nvSpPr>
          <p:cNvPr id="9" name="object-9">
            <a:extLst>
              <a:ext uri="{FF2B5EF4-FFF2-40B4-BE49-F238E27FC236}">
                <a16:creationId xmlns:a16="http://schemas.microsoft.com/office/drawing/2014/main" id="{917EE1E5-C1AD-4749-84DE-AAB37D45F682}"/>
              </a:ext>
            </a:extLst>
          </p:cNvPr>
          <p:cNvSpPr>
            <a:spLocks noGrp="1"/>
          </p:cNvSpPr>
          <p:nvPr/>
        </p:nvSpPr>
        <p:spPr>
          <a:xfrm>
            <a:off x="99774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0</a:t>
            </a:r>
          </a:p>
        </p:txBody>
      </p:sp>
      <p:sp>
        <p:nvSpPr>
          <p:cNvPr id="10" name="object-10">
            <a:extLst>
              <a:ext uri="{FF2B5EF4-FFF2-40B4-BE49-F238E27FC236}">
                <a16:creationId xmlns:a16="http://schemas.microsoft.com/office/drawing/2014/main" id="{E873B44C-5768-41E5-8310-A93F6B99FCE7}"/>
              </a:ext>
            </a:extLst>
          </p:cNvPr>
          <p:cNvSpPr>
            <a:spLocks noGrp="1"/>
          </p:cNvSpPr>
          <p:nvPr/>
        </p:nvSpPr>
        <p:spPr>
          <a:xfrm>
            <a:off x="5834063" y="3690938"/>
            <a:ext cx="714375" cy="714375"/>
          </a:xfrm>
          <a:prstGeom prst="rect">
            <a:avLst/>
          </a:prstGeom>
          <a:noFill/>
          <a:ln w="0">
            <a:noFill/>
          </a:ln>
        </p:spPr>
        <p:txBody>
          <a:bodyPr anchor="ctr">
            <a:noAutofit/>
          </a:bodyPr>
          <a:lstStyle/>
          <a:p>
            <a:pPr algn="l">
              <a:defRPr sz="3938" b="0">
                <a:solidFill>
                  <a:srgbClr val="172B4D"/>
                </a:solidFill>
                <a:latin typeface="Arial"/>
                <a:ea typeface="Arial"/>
                <a:cs typeface="Arial"/>
              </a:defRPr>
            </a:pPr>
            <a:r>
              <a:rPr sz="3938" b="0">
                <a:solidFill>
                  <a:srgbClr val="172B4D"/>
                </a:solidFill>
                <a:latin typeface="Arial"/>
                <a:ea typeface="Arial"/>
                <a:cs typeface="Arial"/>
              </a:rPr>
              <a:t>×</a:t>
            </a:r>
          </a:p>
        </p:txBody>
      </p:sp>
      <p:sp>
        <p:nvSpPr>
          <p:cNvPr id="11" name="object-11">
            <a:extLst>
              <a:ext uri="{FF2B5EF4-FFF2-40B4-BE49-F238E27FC236}">
                <a16:creationId xmlns:a16="http://schemas.microsoft.com/office/drawing/2014/main" id="{E2245D69-F4F0-4C78-8D74-8C3F06A372D9}"/>
              </a:ext>
            </a:extLst>
          </p:cNvPr>
          <p:cNvSpPr>
            <a:spLocks noGrp="1"/>
          </p:cNvSpPr>
          <p:nvPr/>
        </p:nvSpPr>
        <p:spPr>
          <a:xfrm>
            <a:off x="9120188" y="3690938"/>
            <a:ext cx="1619250" cy="714375"/>
          </a:xfrm>
          <a:prstGeom prst="rect">
            <a:avLst/>
          </a:prstGeom>
          <a:noFill/>
          <a:ln w="0">
            <a:noFill/>
          </a:ln>
        </p:spPr>
        <p:txBody>
          <a:bodyPr anchor="ctr">
            <a:noAutofit/>
          </a:bodyPr>
          <a:lstStyle/>
          <a:p>
            <a:pPr algn="r">
              <a:defRPr sz="3938" b="1">
                <a:solidFill>
                  <a:srgbClr val="1D4ED8"/>
                </a:solidFill>
                <a:latin typeface="Arial"/>
                <a:ea typeface="Arial"/>
                <a:cs typeface="Arial"/>
              </a:defRPr>
            </a:pPr>
            <a:r>
              <a:rPr sz="3938" b="1">
                <a:solidFill>
                  <a:srgbClr val="1D4ED8"/>
                </a:solidFill>
                <a:latin typeface="Arial"/>
                <a:ea typeface="Arial"/>
                <a:cs typeface="Arial"/>
              </a:rPr>
              <a:t>25</a:t>
            </a:r>
          </a:p>
        </p:txBody>
      </p:sp>
      <p:sp>
        <p:nvSpPr>
          <p:cNvPr id="12" name="object-12">
            <a:extLst>
              <a:ext uri="{FF2B5EF4-FFF2-40B4-BE49-F238E27FC236}">
                <a16:creationId xmlns:a16="http://schemas.microsoft.com/office/drawing/2014/main" id="{4776D3BC-B9DC-4EE4-8C70-D118EACC9459}"/>
              </a:ext>
            </a:extLst>
          </p:cNvPr>
          <p:cNvSpPr>
            <a:spLocks noGrp="1"/>
          </p:cNvSpPr>
          <p:nvPr/>
        </p:nvSpPr>
        <p:spPr>
          <a:xfrm>
            <a:off x="6369844" y="4464844"/>
            <a:ext cx="4583906" cy="35719"/>
          </a:xfrm>
          <a:prstGeom prst="rect">
            <a:avLst/>
          </a:prstGeom>
          <a:solidFill>
            <a:srgbClr val="172B4D"/>
          </a:solidFill>
          <a:ln w="0">
            <a:noFill/>
          </a:ln>
        </p:spPr>
      </p:sp>
      <p:sp>
        <p:nvSpPr>
          <p:cNvPr id="13" name="object-13">
            <a:extLst>
              <a:ext uri="{FF2B5EF4-FFF2-40B4-BE49-F238E27FC236}">
                <a16:creationId xmlns:a16="http://schemas.microsoft.com/office/drawing/2014/main" id="{B60734E1-AD35-4463-9E5F-EA8314951154}"/>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0 = 0</a:t>
            </a:r>
          </a:p>
        </p:txBody>
      </p:sp>
      <p:sp>
        <p:nvSpPr>
          <p:cNvPr id="14" name="object-14">
            <a:extLst>
              <a:ext uri="{FF2B5EF4-FFF2-40B4-BE49-F238E27FC236}">
                <a16:creationId xmlns:a16="http://schemas.microsoft.com/office/drawing/2014/main" id="{84C982EF-AFFF-4F7B-8A10-6B5EAFC35DD9}"/>
              </a:ext>
            </a:extLst>
          </p:cNvPr>
          <p:cNvSpPr>
            <a:spLocks noGrp="1"/>
          </p:cNvSpPr>
          <p:nvPr/>
        </p:nvSpPr>
        <p:spPr>
          <a:xfrm>
            <a:off x="9977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15" name="object-15">
            <a:extLst>
              <a:ext uri="{FF2B5EF4-FFF2-40B4-BE49-F238E27FC236}">
                <a16:creationId xmlns:a16="http://schemas.microsoft.com/office/drawing/2014/main" id="{151976E3-778D-4198-9905-5E209186A255}"/>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0 = 0</a:t>
            </a:r>
          </a:p>
        </p:txBody>
      </p:sp>
      <p:sp>
        <p:nvSpPr>
          <p:cNvPr id="16" name="object-16">
            <a:extLst>
              <a:ext uri="{FF2B5EF4-FFF2-40B4-BE49-F238E27FC236}">
                <a16:creationId xmlns:a16="http://schemas.microsoft.com/office/drawing/2014/main" id="{68ED78FE-D815-4646-AE21-45FFD235757C}"/>
              </a:ext>
            </a:extLst>
          </p:cNvPr>
          <p:cNvSpPr>
            <a:spLocks noGrp="1"/>
          </p:cNvSpPr>
          <p:nvPr/>
        </p:nvSpPr>
        <p:spPr>
          <a:xfrm>
            <a:off x="91201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17" name="object-17">
            <a:extLst>
              <a:ext uri="{FF2B5EF4-FFF2-40B4-BE49-F238E27FC236}">
                <a16:creationId xmlns:a16="http://schemas.microsoft.com/office/drawing/2014/main" id="{90199A96-9011-42B1-9AF5-4529BC2B419C}"/>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6 = 30</a:t>
            </a:r>
          </a:p>
        </p:txBody>
      </p:sp>
      <p:sp>
        <p:nvSpPr>
          <p:cNvPr id="18" name="object-18">
            <a:extLst>
              <a:ext uri="{FF2B5EF4-FFF2-40B4-BE49-F238E27FC236}">
                <a16:creationId xmlns:a16="http://schemas.microsoft.com/office/drawing/2014/main" id="{B0A0F6D2-B3BD-4B80-AEFE-A51D48CF407A}"/>
              </a:ext>
            </a:extLst>
          </p:cNvPr>
          <p:cNvSpPr>
            <a:spLocks noGrp="1"/>
          </p:cNvSpPr>
          <p:nvPr/>
        </p:nvSpPr>
        <p:spPr>
          <a:xfrm>
            <a:off x="82629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19" name="object-19">
            <a:extLst>
              <a:ext uri="{FF2B5EF4-FFF2-40B4-BE49-F238E27FC236}">
                <a16:creationId xmlns:a16="http://schemas.microsoft.com/office/drawing/2014/main" id="{D74E57D0-7503-43DC-9EFC-11428745D332}"/>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3</a:t>
            </a:r>
          </a:p>
        </p:txBody>
      </p:sp>
      <p:sp>
        <p:nvSpPr>
          <p:cNvPr id="20" name="object-20">
            <a:extLst>
              <a:ext uri="{FF2B5EF4-FFF2-40B4-BE49-F238E27FC236}">
                <a16:creationId xmlns:a16="http://schemas.microsoft.com/office/drawing/2014/main" id="{73BA51A0-05FA-4C51-AD94-A3E17B08148E}"/>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3 + 3 = 18</a:t>
            </a:r>
          </a:p>
        </p:txBody>
      </p:sp>
      <p:sp>
        <p:nvSpPr>
          <p:cNvPr id="21" name="object-21">
            <a:extLst>
              <a:ext uri="{FF2B5EF4-FFF2-40B4-BE49-F238E27FC236}">
                <a16:creationId xmlns:a16="http://schemas.microsoft.com/office/drawing/2014/main" id="{B933A487-0ACC-4839-B53C-C87F44091CDE}"/>
              </a:ext>
            </a:extLst>
          </p:cNvPr>
          <p:cNvSpPr>
            <a:spLocks noGrp="1"/>
          </p:cNvSpPr>
          <p:nvPr/>
        </p:nvSpPr>
        <p:spPr>
          <a:xfrm>
            <a:off x="6548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2" name="object-22">
            <a:extLst>
              <a:ext uri="{FF2B5EF4-FFF2-40B4-BE49-F238E27FC236}">
                <a16:creationId xmlns:a16="http://schemas.microsoft.com/office/drawing/2014/main" id="{2DE0ED7E-BF6A-4BA8-B349-625160813E0F}"/>
              </a:ext>
            </a:extLst>
          </p:cNvPr>
          <p:cNvSpPr>
            <a:spLocks noGrp="1"/>
          </p:cNvSpPr>
          <p:nvPr/>
        </p:nvSpPr>
        <p:spPr>
          <a:xfrm>
            <a:off x="74056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8</a:t>
            </a:r>
          </a:p>
        </p:txBody>
      </p:sp>
      <p:sp>
        <p:nvSpPr>
          <p:cNvPr id="23" name="object-23">
            <a:extLst>
              <a:ext uri="{FF2B5EF4-FFF2-40B4-BE49-F238E27FC236}">
                <a16:creationId xmlns:a16="http://schemas.microsoft.com/office/drawing/2014/main" id="{1A7E62B5-D478-4080-9D71-71A9612E53DD}"/>
              </a:ext>
            </a:extLst>
          </p:cNvPr>
          <p:cNvSpPr>
            <a:spLocks noGrp="1"/>
          </p:cNvSpPr>
          <p:nvPr/>
        </p:nvSpPr>
        <p:spPr>
          <a:xfrm>
            <a:off x="9977438" y="5607844"/>
            <a:ext cx="762000" cy="773906"/>
          </a:xfrm>
          <a:prstGeom prst="rect">
            <a:avLst/>
          </a:prstGeom>
          <a:noFill/>
          <a:ln w="0">
            <a:noFill/>
          </a:ln>
        </p:spPr>
        <p:txBody>
          <a:bodyPr anchor="ctr">
            <a:noAutofit/>
          </a:bodyPr>
          <a:lstStyle/>
          <a:p>
            <a:pPr algn="ctr">
              <a:defRPr sz="4219" b="1">
                <a:solidFill>
                  <a:srgbClr val="9A5800"/>
                </a:solidFill>
                <a:latin typeface="Arial"/>
                <a:ea typeface="Arial"/>
                <a:cs typeface="Arial"/>
              </a:defRPr>
            </a:pPr>
            <a:r>
              <a:rPr sz="4219" b="1">
                <a:solidFill>
                  <a:srgbClr val="9A5800"/>
                </a:solidFill>
                <a:latin typeface="Arial"/>
                <a:ea typeface="Arial"/>
                <a:cs typeface="Arial"/>
              </a:rPr>
              <a:t>0</a:t>
            </a:r>
          </a:p>
        </p:txBody>
      </p:sp>
      <p:sp>
        <p:nvSpPr>
          <p:cNvPr id="24" name="object-24">
            <a:extLst>
              <a:ext uri="{FF2B5EF4-FFF2-40B4-BE49-F238E27FC236}">
                <a16:creationId xmlns:a16="http://schemas.microsoft.com/office/drawing/2014/main" id="{57DBF4D3-6078-4172-AB72-4D864C87041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0 = 0</a:t>
            </a:r>
          </a:p>
        </p:txBody>
      </p:sp>
      <p:sp>
        <p:nvSpPr>
          <p:cNvPr id="25" name="object-25">
            <a:extLst>
              <a:ext uri="{FF2B5EF4-FFF2-40B4-BE49-F238E27FC236}">
                <a16:creationId xmlns:a16="http://schemas.microsoft.com/office/drawing/2014/main" id="{A071D598-EB11-4E60-AC48-458AD4836C27}"/>
              </a:ext>
            </a:extLst>
          </p:cNvPr>
          <p:cNvSpPr>
            <a:spLocks noGrp="1"/>
          </p:cNvSpPr>
          <p:nvPr/>
        </p:nvSpPr>
        <p:spPr>
          <a:xfrm>
            <a:off x="91201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26" name="object-26">
            <a:extLst>
              <a:ext uri="{FF2B5EF4-FFF2-40B4-BE49-F238E27FC236}">
                <a16:creationId xmlns:a16="http://schemas.microsoft.com/office/drawing/2014/main" id="{18F887F3-B51C-468C-BEE3-D1406900046D}"/>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0 = 0</a:t>
            </a:r>
          </a:p>
        </p:txBody>
      </p:sp>
      <p:sp>
        <p:nvSpPr>
          <p:cNvPr id="27" name="object-27">
            <a:extLst>
              <a:ext uri="{FF2B5EF4-FFF2-40B4-BE49-F238E27FC236}">
                <a16:creationId xmlns:a16="http://schemas.microsoft.com/office/drawing/2014/main" id="{8EAEAE8E-3358-423B-849B-D09672D81D32}"/>
              </a:ext>
            </a:extLst>
          </p:cNvPr>
          <p:cNvSpPr>
            <a:spLocks noGrp="1"/>
          </p:cNvSpPr>
          <p:nvPr/>
        </p:nvSpPr>
        <p:spPr>
          <a:xfrm>
            <a:off x="82629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28" name="object-28">
            <a:extLst>
              <a:ext uri="{FF2B5EF4-FFF2-40B4-BE49-F238E27FC236}">
                <a16:creationId xmlns:a16="http://schemas.microsoft.com/office/drawing/2014/main" id="{FEB1BE20-5F2C-42B9-BCBE-5335B58F3DB5}"/>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6 = 12</a:t>
            </a:r>
          </a:p>
        </p:txBody>
      </p:sp>
      <p:sp>
        <p:nvSpPr>
          <p:cNvPr id="29" name="object-29">
            <a:extLst>
              <a:ext uri="{FF2B5EF4-FFF2-40B4-BE49-F238E27FC236}">
                <a16:creationId xmlns:a16="http://schemas.microsoft.com/office/drawing/2014/main" id="{782B1A24-8C5B-4DAC-9F1A-5F3DA5AF0AF0}"/>
              </a:ext>
            </a:extLst>
          </p:cNvPr>
          <p:cNvSpPr>
            <a:spLocks noGrp="1"/>
          </p:cNvSpPr>
          <p:nvPr/>
        </p:nvSpPr>
        <p:spPr>
          <a:xfrm>
            <a:off x="74056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30" name="object-30">
            <a:extLst>
              <a:ext uri="{FF2B5EF4-FFF2-40B4-BE49-F238E27FC236}">
                <a16:creationId xmlns:a16="http://schemas.microsoft.com/office/drawing/2014/main" id="{1373FDA8-9345-4C54-8B3D-0A31246DB465}"/>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31" name="object-31">
            <a:extLst>
              <a:ext uri="{FF2B5EF4-FFF2-40B4-BE49-F238E27FC236}">
                <a16:creationId xmlns:a16="http://schemas.microsoft.com/office/drawing/2014/main" id="{8AEDD509-C4B0-419D-BDFD-A791F6493559}"/>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3 + 1 = 7</a:t>
            </a:r>
          </a:p>
        </p:txBody>
      </p:sp>
      <p:sp>
        <p:nvSpPr>
          <p:cNvPr id="32" name="object-32">
            <a:extLst>
              <a:ext uri="{FF2B5EF4-FFF2-40B4-BE49-F238E27FC236}">
                <a16:creationId xmlns:a16="http://schemas.microsoft.com/office/drawing/2014/main" id="{49D7CE6F-D67E-4DE2-8788-068F9BE4226F}"/>
              </a:ext>
            </a:extLst>
          </p:cNvPr>
          <p:cNvSpPr>
            <a:spLocks noGrp="1"/>
          </p:cNvSpPr>
          <p:nvPr/>
        </p:nvSpPr>
        <p:spPr>
          <a:xfrm>
            <a:off x="65484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3" name="object-33">
            <a:extLst>
              <a:ext uri="{FF2B5EF4-FFF2-40B4-BE49-F238E27FC236}">
                <a16:creationId xmlns:a16="http://schemas.microsoft.com/office/drawing/2014/main" id="{66D84537-04C0-4E7E-AACA-946A1DC8C615}"/>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Now add the partial products: 18,000 + 72,000.</a:t>
            </a:r>
          </a:p>
        </p:txBody>
      </p:sp>
    </p:spTree>
    <p:extLst>
      <p:ext uri="{BB962C8B-B14F-4D97-AF65-F5344CB8AC3E}">
        <p14:creationId xmlns:p14="http://schemas.microsoft.com/office/powerpoint/2010/main" val="78847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par>
                                <p:cTn id="14" presetID="1" presetClass="exit" presetSubtype="0" fill="hold" grpId="1" nodeType="withEffect">
                                  <p:stCondLst>
                                    <p:cond delay="0"/>
                                  </p:stCondLst>
                                  <p:childTnLst>
                                    <p:set>
                                      <p:cBhvr>
                                        <p:cTn id="15" dur="1" fill="hold">
                                          <p:stCondLst>
                                            <p:cond delay="0"/>
                                          </p:stCondLst>
                                        </p:cTn>
                                        <p:tgtEl>
                                          <p:spTgt spid="13"/>
                                        </p:tgtEl>
                                        <p:attrNameLst>
                                          <p:attrName>style.visibility</p:attrName>
                                        </p:attrNameLst>
                                      </p:cBhvr>
                                      <p:to>
                                        <p:strVal val="hidden"/>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5"/>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childTnLst>
                          </p:cTn>
                        </p:par>
                        <p:par>
                          <p:cTn id="30" fill="hold">
                            <p:stCondLst>
                              <p:cond delay="0"/>
                            </p:stCondLst>
                            <p:childTnLst>
                              <p:par>
                                <p:cTn id="31" presetID="63" presetClass="path" presetSubtype="0" accel="50000" decel="50000" fill="hold" grpId="1" nodeType="afterEffect">
                                  <p:stCondLst>
                                    <p:cond delay="0"/>
                                  </p:stCondLst>
                                  <p:childTnLst>
                                    <p:animMotion origin="layout" path="M 0 0 L -0.05625 0 E" pathEditMode="relative" ptsTypes="">
                                      <p:cBhvr>
                                        <p:cTn id="32" dur="800" fill="hold"/>
                                        <p:tgtEl>
                                          <p:spTgt spid="19"/>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17"/>
                                        </p:tgtEl>
                                        <p:attrNameLst>
                                          <p:attrName>style.visibility</p:attrName>
                                        </p:attrNameLst>
                                      </p:cBhvr>
                                      <p:to>
                                        <p:strVal val="hidden"/>
                                      </p:to>
                                    </p:set>
                                  </p:childTnLst>
                                </p:cTn>
                              </p:par>
                              <p:par>
                                <p:cTn id="39" presetID="1" presetClass="exit" presetSubtype="0" fill="hold" grpId="2" nodeType="withEffect">
                                  <p:stCondLst>
                                    <p:cond delay="0"/>
                                  </p:stCondLst>
                                  <p:childTnLst>
                                    <p:set>
                                      <p:cBhvr>
                                        <p:cTn id="40" dur="1" fill="hold">
                                          <p:stCondLst>
                                            <p:cond delay="0"/>
                                          </p:stCondLst>
                                        </p:cTn>
                                        <p:tgtEl>
                                          <p:spTgt spid="19"/>
                                        </p:tgtEl>
                                        <p:attrNameLst>
                                          <p:attrName>style.visibility</p:attrName>
                                        </p:attrNameLst>
                                      </p:cBhvr>
                                      <p:to>
                                        <p:strVal val="hidden"/>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childTnLst>
                                </p:cTn>
                              </p:par>
                              <p:par>
                                <p:cTn id="54" presetID="1" presetClass="exit" presetSubtype="0" fill="hold" grpId="1" nodeType="withEffect">
                                  <p:stCondLst>
                                    <p:cond delay="0"/>
                                  </p:stCondLst>
                                  <p:childTnLst>
                                    <p:set>
                                      <p:cBhvr>
                                        <p:cTn id="55" dur="1" fill="hold">
                                          <p:stCondLst>
                                            <p:cond delay="0"/>
                                          </p:stCondLst>
                                        </p:cTn>
                                        <p:tgtEl>
                                          <p:spTgt spid="20"/>
                                        </p:tgtEl>
                                        <p:attrNameLst>
                                          <p:attrName>style.visibility</p:attrName>
                                        </p:attrNameLst>
                                      </p:cBhvr>
                                      <p:to>
                                        <p:strVal val="hidden"/>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xit" presetSubtype="0" fill="hold" grpId="1" nodeType="withEffect">
                                  <p:stCondLst>
                                    <p:cond delay="0"/>
                                  </p:stCondLst>
                                  <p:childTnLst>
                                    <p:set>
                                      <p:cBhvr>
                                        <p:cTn id="64" dur="1" fill="hold">
                                          <p:stCondLst>
                                            <p:cond delay="0"/>
                                          </p:stCondLst>
                                        </p:cTn>
                                        <p:tgtEl>
                                          <p:spTgt spid="24"/>
                                        </p:tgtEl>
                                        <p:attrNameLst>
                                          <p:attrName>style.visibility</p:attrName>
                                        </p:attrNameLst>
                                      </p:cBhvr>
                                      <p:to>
                                        <p:strVal val="hidden"/>
                                      </p:to>
                                    </p:set>
                                  </p:childTnLst>
                                </p:cTn>
                              </p:par>
                            </p:childTnLst>
                          </p:cTn>
                        </p:par>
                        <p:par>
                          <p:cTn id="65" fill="hold">
                            <p:stCondLst>
                              <p:cond delay="0"/>
                            </p:stCondLst>
                            <p:childTnLst>
                              <p:par>
                                <p:cTn id="66" presetID="1" presetClass="entr" presetSubtype="0" fill="hold" grpId="0" nodeType="afterEffect">
                                  <p:stCondLst>
                                    <p:cond delay="0"/>
                                  </p:stCondLst>
                                  <p:childTnLst>
                                    <p:set>
                                      <p:cBhvr>
                                        <p:cTn id="67" dur="1" fill="hold">
                                          <p:stCondLst>
                                            <p:cond delay="0"/>
                                          </p:stCondLst>
                                        </p:cTn>
                                        <p:tgtEl>
                                          <p:spTgt spid="2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8"/>
                                        </p:tgtEl>
                                        <p:attrNameLst>
                                          <p:attrName>style.visibility</p:attrName>
                                        </p:attrNameLst>
                                      </p:cBhvr>
                                      <p:to>
                                        <p:strVal val="visible"/>
                                      </p:to>
                                    </p:set>
                                  </p:childTnLst>
                                </p:cTn>
                              </p:par>
                              <p:par>
                                <p:cTn id="72" presetID="1" presetClass="exit" presetSubtype="0" fill="hold" grpId="1" nodeType="withEffect">
                                  <p:stCondLst>
                                    <p:cond delay="0"/>
                                  </p:stCondLst>
                                  <p:childTnLst>
                                    <p:set>
                                      <p:cBhvr>
                                        <p:cTn id="73" dur="1" fill="hold">
                                          <p:stCondLst>
                                            <p:cond delay="0"/>
                                          </p:stCondLst>
                                        </p:cTn>
                                        <p:tgtEl>
                                          <p:spTgt spid="26"/>
                                        </p:tgtEl>
                                        <p:attrNameLst>
                                          <p:attrName>style.visibility</p:attrName>
                                        </p:attrNameLst>
                                      </p:cBhvr>
                                      <p:to>
                                        <p:strVal val="hidden"/>
                                      </p:to>
                                    </p:set>
                                  </p:childTnLst>
                                </p:cTn>
                              </p:par>
                            </p:childTnLst>
                          </p:cTn>
                        </p:par>
                        <p:par>
                          <p:cTn id="74" fill="hold">
                            <p:stCondLst>
                              <p:cond delay="0"/>
                            </p:stCondLst>
                            <p:childTnLst>
                              <p:par>
                                <p:cTn id="75" presetID="1" presetClass="entr" presetSubtype="0"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childTnLst>
                                </p:cTn>
                              </p:par>
                            </p:childTnLst>
                          </p:cTn>
                        </p:par>
                        <p:par>
                          <p:cTn id="79" fill="hold">
                            <p:stCondLst>
                              <p:cond delay="0"/>
                            </p:stCondLst>
                            <p:childTnLst>
                              <p:par>
                                <p:cTn id="80" presetID="63" presetClass="path" presetSubtype="0" accel="50000" decel="50000" fill="hold" grpId="1" nodeType="afterEffect">
                                  <p:stCondLst>
                                    <p:cond delay="0"/>
                                  </p:stCondLst>
                                  <p:childTnLst>
                                    <p:animMotion origin="layout" path="M 0 0 L -0.05625 0 E" pathEditMode="relative" ptsTypes="">
                                      <p:cBhvr>
                                        <p:cTn id="81" dur="800" fill="hold"/>
                                        <p:tgtEl>
                                          <p:spTgt spid="30"/>
                                        </p:tgtEl>
                                        <p:attrNameLst>
                                          <p:attrName>ppt_x</p:attrName>
                                          <p:attrName>ppt_y</p:attrName>
                                        </p:attrNameLst>
                                      </p:cBhvr>
                                    </p:animMotion>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1"/>
                                        </p:tgtEl>
                                        <p:attrNameLst>
                                          <p:attrName>style.visibility</p:attrName>
                                        </p:attrNameLst>
                                      </p:cBhvr>
                                      <p:to>
                                        <p:strVal val="visible"/>
                                      </p:to>
                                    </p:set>
                                  </p:childTnLst>
                                </p:cTn>
                              </p:par>
                              <p:par>
                                <p:cTn id="86" presetID="1" presetClass="exit" presetSubtype="0" fill="hold" grpId="1" nodeType="withEffect">
                                  <p:stCondLst>
                                    <p:cond delay="0"/>
                                  </p:stCondLst>
                                  <p:childTnLst>
                                    <p:set>
                                      <p:cBhvr>
                                        <p:cTn id="87" dur="1" fill="hold">
                                          <p:stCondLst>
                                            <p:cond delay="0"/>
                                          </p:stCondLst>
                                        </p:cTn>
                                        <p:tgtEl>
                                          <p:spTgt spid="28"/>
                                        </p:tgtEl>
                                        <p:attrNameLst>
                                          <p:attrName>style.visibility</p:attrName>
                                        </p:attrNameLst>
                                      </p:cBhvr>
                                      <p:to>
                                        <p:strVal val="hidden"/>
                                      </p:to>
                                    </p:set>
                                  </p:childTnLst>
                                </p:cTn>
                              </p:par>
                              <p:par>
                                <p:cTn id="88" presetID="1" presetClass="exit" presetSubtype="0" fill="hold" grpId="2" nodeType="withEffect">
                                  <p:stCondLst>
                                    <p:cond delay="0"/>
                                  </p:stCondLst>
                                  <p:childTnLst>
                                    <p:set>
                                      <p:cBhvr>
                                        <p:cTn id="89" dur="1" fill="hold">
                                          <p:stCondLst>
                                            <p:cond delay="0"/>
                                          </p:stCondLst>
                                        </p:cTn>
                                        <p:tgtEl>
                                          <p:spTgt spid="30"/>
                                        </p:tgtEl>
                                        <p:attrNameLst>
                                          <p:attrName>style.visibility</p:attrName>
                                        </p:attrNameLst>
                                      </p:cBhvr>
                                      <p:to>
                                        <p:strVal val="hidden"/>
                                      </p:to>
                                    </p:set>
                                  </p:childTnLst>
                                </p:cTn>
                              </p:par>
                            </p:childTnLst>
                          </p:cTn>
                        </p:par>
                        <p:par>
                          <p:cTn id="90" fill="hold">
                            <p:stCondLst>
                              <p:cond delay="0"/>
                            </p:stCondLst>
                            <p:childTnLst>
                              <p:par>
                                <p:cTn id="91" presetID="1" presetClass="entr" presetSubtype="0" fill="hold" grpId="0" nodeType="afterEffect">
                                  <p:stCondLst>
                                    <p:cond delay="0"/>
                                  </p:stCondLst>
                                  <p:childTnLst>
                                    <p:set>
                                      <p:cBhvr>
                                        <p:cTn id="92" dur="1" fill="hold">
                                          <p:stCondLst>
                                            <p:cond delay="0"/>
                                          </p:stCondLst>
                                        </p:cTn>
                                        <p:tgtEl>
                                          <p:spTgt spid="3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5" grpId="0"/>
      <p:bldP spid="15" grpId="1"/>
      <p:bldP spid="16" grpId="0"/>
      <p:bldP spid="17" grpId="0"/>
      <p:bldP spid="17" grpId="1"/>
      <p:bldP spid="18" grpId="0"/>
      <p:bldP spid="19" grpId="0"/>
      <p:bldP spid="19" grpId="1"/>
      <p:bldP spid="19" grpId="2"/>
      <p:bldP spid="20" grpId="0"/>
      <p:bldP spid="20" grpId="1"/>
      <p:bldP spid="21" grpId="0"/>
      <p:bldP spid="22" grpId="0"/>
      <p:bldP spid="23" grpId="0"/>
      <p:bldP spid="24" grpId="0"/>
      <p:bldP spid="24" grpId="1"/>
      <p:bldP spid="25" grpId="0"/>
      <p:bldP spid="26" grpId="0"/>
      <p:bldP spid="26" grpId="1"/>
      <p:bldP spid="27" grpId="0"/>
      <p:bldP spid="28" grpId="0"/>
      <p:bldP spid="28" grpId="1"/>
      <p:bldP spid="29" grpId="0"/>
      <p:bldP spid="30" grpId="0"/>
      <p:bldP spid="30" grpId="1"/>
      <p:bldP spid="30" grpId="2"/>
      <p:bldP spid="31" grpId="0"/>
      <p:bldP spid="32" grpId="0"/>
      <p:bldP spid="3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object-1">
            <a:extLst>
              <a:ext uri="{FF2B5EF4-FFF2-40B4-BE49-F238E27FC236}">
                <a16:creationId xmlns:a16="http://schemas.microsoft.com/office/drawing/2014/main" id="{90D33870-3D1E-4CA8-9DDA-6AD2C1B10AF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3C01F4A2-CC04-4F99-A133-1B8AC6FAD82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18,000 + 72,000.</a:t>
            </a:r>
          </a:p>
        </p:txBody>
      </p:sp>
      <p:sp>
        <p:nvSpPr>
          <p:cNvPr id="3" name="object-3">
            <a:extLst>
              <a:ext uri="{FF2B5EF4-FFF2-40B4-BE49-F238E27FC236}">
                <a16:creationId xmlns:a16="http://schemas.microsoft.com/office/drawing/2014/main" id="{7D2BCEF4-A11C-46EA-87D1-7069EBD5F79E}"/>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473424DA-3265-4918-BA33-5D4738C44CE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5" name="object-5">
            <a:extLst>
              <a:ext uri="{FF2B5EF4-FFF2-40B4-BE49-F238E27FC236}">
                <a16:creationId xmlns:a16="http://schemas.microsoft.com/office/drawing/2014/main" id="{6F5D82A1-9BAF-4B46-A145-79DE94A1746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6" name="object-6">
            <a:extLst>
              <a:ext uri="{FF2B5EF4-FFF2-40B4-BE49-F238E27FC236}">
                <a16:creationId xmlns:a16="http://schemas.microsoft.com/office/drawing/2014/main" id="{EFFFB7B6-0C71-460C-800A-8077A38657AD}"/>
              </a:ext>
            </a:extLst>
          </p:cNvPr>
          <p:cNvSpPr>
            <a:spLocks noGrp="1"/>
          </p:cNvSpPr>
          <p:nvPr/>
        </p:nvSpPr>
        <p:spPr>
          <a:xfrm>
            <a:off x="547687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BE122528-2AA8-48AB-84AF-1C46E56BA2F4}"/>
              </a:ext>
            </a:extLst>
          </p:cNvPr>
          <p:cNvSpPr>
            <a:spLocks noGrp="1"/>
          </p:cNvSpPr>
          <p:nvPr/>
        </p:nvSpPr>
        <p:spPr>
          <a:xfrm>
            <a:off x="6405563"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8</a:t>
            </a:r>
          </a:p>
        </p:txBody>
      </p:sp>
      <p:sp>
        <p:nvSpPr>
          <p:cNvPr id="8" name="object-8">
            <a:extLst>
              <a:ext uri="{FF2B5EF4-FFF2-40B4-BE49-F238E27FC236}">
                <a16:creationId xmlns:a16="http://schemas.microsoft.com/office/drawing/2014/main" id="{6BEFA7E9-2763-4E4B-B5C3-BC856D89D06F}"/>
              </a:ext>
            </a:extLst>
          </p:cNvPr>
          <p:cNvSpPr>
            <a:spLocks noGrp="1"/>
          </p:cNvSpPr>
          <p:nvPr/>
        </p:nvSpPr>
        <p:spPr>
          <a:xfrm>
            <a:off x="7334250"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9" name="object-9">
            <a:extLst>
              <a:ext uri="{FF2B5EF4-FFF2-40B4-BE49-F238E27FC236}">
                <a16:creationId xmlns:a16="http://schemas.microsoft.com/office/drawing/2014/main" id="{28821A92-4052-41AA-93E0-4B1466989391}"/>
              </a:ext>
            </a:extLst>
          </p:cNvPr>
          <p:cNvSpPr>
            <a:spLocks noGrp="1"/>
          </p:cNvSpPr>
          <p:nvPr/>
        </p:nvSpPr>
        <p:spPr>
          <a:xfrm>
            <a:off x="8262938"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0" name="object-10">
            <a:extLst>
              <a:ext uri="{FF2B5EF4-FFF2-40B4-BE49-F238E27FC236}">
                <a16:creationId xmlns:a16="http://schemas.microsoft.com/office/drawing/2014/main" id="{3644A419-813B-42E7-B43B-AC2757137E58}"/>
              </a:ext>
            </a:extLst>
          </p:cNvPr>
          <p:cNvSpPr>
            <a:spLocks noGrp="1"/>
          </p:cNvSpPr>
          <p:nvPr/>
        </p:nvSpPr>
        <p:spPr>
          <a:xfrm>
            <a:off x="919162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1" name="object-11">
            <a:extLst>
              <a:ext uri="{FF2B5EF4-FFF2-40B4-BE49-F238E27FC236}">
                <a16:creationId xmlns:a16="http://schemas.microsoft.com/office/drawing/2014/main" id="{E175EB85-F7E4-4349-A9A4-8483266ADF39}"/>
              </a:ext>
            </a:extLst>
          </p:cNvPr>
          <p:cNvSpPr>
            <a:spLocks noGrp="1"/>
          </p:cNvSpPr>
          <p:nvPr/>
        </p:nvSpPr>
        <p:spPr>
          <a:xfrm>
            <a:off x="547687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7</a:t>
            </a:r>
          </a:p>
        </p:txBody>
      </p:sp>
      <p:sp>
        <p:nvSpPr>
          <p:cNvPr id="12" name="object-12">
            <a:extLst>
              <a:ext uri="{FF2B5EF4-FFF2-40B4-BE49-F238E27FC236}">
                <a16:creationId xmlns:a16="http://schemas.microsoft.com/office/drawing/2014/main" id="{144FB7C5-A855-441F-B841-575F8787B682}"/>
              </a:ext>
            </a:extLst>
          </p:cNvPr>
          <p:cNvSpPr>
            <a:spLocks noGrp="1"/>
          </p:cNvSpPr>
          <p:nvPr/>
        </p:nvSpPr>
        <p:spPr>
          <a:xfrm>
            <a:off x="6405563"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3" name="object-13">
            <a:extLst>
              <a:ext uri="{FF2B5EF4-FFF2-40B4-BE49-F238E27FC236}">
                <a16:creationId xmlns:a16="http://schemas.microsoft.com/office/drawing/2014/main" id="{F15861FF-F022-4830-B8DA-B7F2C945E050}"/>
              </a:ext>
            </a:extLst>
          </p:cNvPr>
          <p:cNvSpPr>
            <a:spLocks noGrp="1"/>
          </p:cNvSpPr>
          <p:nvPr/>
        </p:nvSpPr>
        <p:spPr>
          <a:xfrm>
            <a:off x="7334250"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4" name="object-14">
            <a:extLst>
              <a:ext uri="{FF2B5EF4-FFF2-40B4-BE49-F238E27FC236}">
                <a16:creationId xmlns:a16="http://schemas.microsoft.com/office/drawing/2014/main" id="{6173BC23-2A36-403D-A942-3DD3C2978A90}"/>
              </a:ext>
            </a:extLst>
          </p:cNvPr>
          <p:cNvSpPr>
            <a:spLocks noGrp="1"/>
          </p:cNvSpPr>
          <p:nvPr/>
        </p:nvSpPr>
        <p:spPr>
          <a:xfrm>
            <a:off x="8262938"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5" name="object-15">
            <a:extLst>
              <a:ext uri="{FF2B5EF4-FFF2-40B4-BE49-F238E27FC236}">
                <a16:creationId xmlns:a16="http://schemas.microsoft.com/office/drawing/2014/main" id="{51615FA4-A054-464F-89C6-4E7975D8FFB9}"/>
              </a:ext>
            </a:extLst>
          </p:cNvPr>
          <p:cNvSpPr>
            <a:spLocks noGrp="1"/>
          </p:cNvSpPr>
          <p:nvPr/>
        </p:nvSpPr>
        <p:spPr>
          <a:xfrm>
            <a:off x="919162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6" name="object-16">
            <a:extLst>
              <a:ext uri="{FF2B5EF4-FFF2-40B4-BE49-F238E27FC236}">
                <a16:creationId xmlns:a16="http://schemas.microsoft.com/office/drawing/2014/main" id="{53F9795A-CFCD-4F5D-9CB3-776B24623DC0}"/>
              </a:ext>
            </a:extLst>
          </p:cNvPr>
          <p:cNvSpPr>
            <a:spLocks noGrp="1"/>
          </p:cNvSpPr>
          <p:nvPr/>
        </p:nvSpPr>
        <p:spPr>
          <a:xfrm>
            <a:off x="4643438" y="4131469"/>
            <a:ext cx="654844" cy="773906"/>
          </a:xfrm>
          <a:prstGeom prst="rect">
            <a:avLst/>
          </a:prstGeom>
          <a:noFill/>
          <a:ln w="0">
            <a:noFill/>
          </a:ln>
        </p:spPr>
        <p:txBody>
          <a:bodyPr anchor="ctr">
            <a:noAutofit/>
          </a:bodyPr>
          <a:lstStyle/>
          <a:p>
            <a:pPr algn="l">
              <a:defRPr sz="4125" b="0">
                <a:solidFill>
                  <a:srgbClr val="172B4D"/>
                </a:solidFill>
                <a:latin typeface="Arial"/>
                <a:ea typeface="Arial"/>
                <a:cs typeface="Arial"/>
              </a:defRPr>
            </a:pPr>
            <a:r>
              <a:rPr sz="4125" b="0">
                <a:solidFill>
                  <a:srgbClr val="172B4D"/>
                </a:solidFill>
                <a:latin typeface="Arial"/>
                <a:ea typeface="Arial"/>
                <a:cs typeface="Arial"/>
              </a:rPr>
              <a:t>+</a:t>
            </a:r>
          </a:p>
        </p:txBody>
      </p:sp>
      <p:sp>
        <p:nvSpPr>
          <p:cNvPr id="17" name="object-17">
            <a:extLst>
              <a:ext uri="{FF2B5EF4-FFF2-40B4-BE49-F238E27FC236}">
                <a16:creationId xmlns:a16="http://schemas.microsoft.com/office/drawing/2014/main" id="{27FD5E75-0483-4660-B7B9-615DB01BFC18}"/>
              </a:ext>
            </a:extLst>
          </p:cNvPr>
          <p:cNvSpPr>
            <a:spLocks noGrp="1"/>
          </p:cNvSpPr>
          <p:nvPr/>
        </p:nvSpPr>
        <p:spPr>
          <a:xfrm>
            <a:off x="5238750" y="5036344"/>
            <a:ext cx="5060156" cy="35719"/>
          </a:xfrm>
          <a:prstGeom prst="rect">
            <a:avLst/>
          </a:prstGeom>
          <a:solidFill>
            <a:srgbClr val="172B4D"/>
          </a:solidFill>
          <a:ln w="0">
            <a:noFill/>
          </a:ln>
        </p:spPr>
      </p:sp>
      <p:sp>
        <p:nvSpPr>
          <p:cNvPr id="18" name="object-18">
            <a:extLst>
              <a:ext uri="{FF2B5EF4-FFF2-40B4-BE49-F238E27FC236}">
                <a16:creationId xmlns:a16="http://schemas.microsoft.com/office/drawing/2014/main" id="{2156D4E4-A6E4-4056-BD6E-3EFC7C6D4EB6}"/>
              </a:ext>
            </a:extLst>
          </p:cNvPr>
          <p:cNvSpPr>
            <a:spLocks noGrp="1"/>
          </p:cNvSpPr>
          <p:nvPr/>
        </p:nvSpPr>
        <p:spPr>
          <a:xfrm>
            <a:off x="9155906" y="2988469"/>
            <a:ext cx="904875" cy="1976438"/>
          </a:xfrm>
          <a:prstGeom prst="rect">
            <a:avLst/>
          </a:prstGeom>
          <a:noFill/>
          <a:ln w="35719">
            <a:solidFill>
              <a:srgbClr val="9A5800"/>
            </a:solidFill>
          </a:ln>
        </p:spPr>
      </p:sp>
      <p:sp>
        <p:nvSpPr>
          <p:cNvPr id="19" name="object-19">
            <a:extLst>
              <a:ext uri="{FF2B5EF4-FFF2-40B4-BE49-F238E27FC236}">
                <a16:creationId xmlns:a16="http://schemas.microsoft.com/office/drawing/2014/main" id="{C100ADE1-F518-41F1-A376-29D3B6258688}"/>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20" name="object-20">
            <a:extLst>
              <a:ext uri="{FF2B5EF4-FFF2-40B4-BE49-F238E27FC236}">
                <a16:creationId xmlns:a16="http://schemas.microsoft.com/office/drawing/2014/main" id="{04D3437F-636B-4F08-9356-F5795648AAFE}"/>
              </a:ext>
            </a:extLst>
          </p:cNvPr>
          <p:cNvSpPr>
            <a:spLocks noGrp="1"/>
          </p:cNvSpPr>
          <p:nvPr/>
        </p:nvSpPr>
        <p:spPr>
          <a:xfrm>
            <a:off x="919162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21" name="object-21">
            <a:extLst>
              <a:ext uri="{FF2B5EF4-FFF2-40B4-BE49-F238E27FC236}">
                <a16:creationId xmlns:a16="http://schemas.microsoft.com/office/drawing/2014/main" id="{A9328E2D-434D-42E0-BD6D-94F8FFAC7F60}"/>
              </a:ext>
            </a:extLst>
          </p:cNvPr>
          <p:cNvSpPr>
            <a:spLocks noGrp="1"/>
          </p:cNvSpPr>
          <p:nvPr/>
        </p:nvSpPr>
        <p:spPr>
          <a:xfrm>
            <a:off x="8227219" y="2988469"/>
            <a:ext cx="904875" cy="1976438"/>
          </a:xfrm>
          <a:prstGeom prst="rect">
            <a:avLst/>
          </a:prstGeom>
          <a:noFill/>
          <a:ln w="35719">
            <a:solidFill>
              <a:srgbClr val="9A5800"/>
            </a:solidFill>
          </a:ln>
        </p:spPr>
      </p:sp>
      <p:sp>
        <p:nvSpPr>
          <p:cNvPr id="22" name="object-22">
            <a:extLst>
              <a:ext uri="{FF2B5EF4-FFF2-40B4-BE49-F238E27FC236}">
                <a16:creationId xmlns:a16="http://schemas.microsoft.com/office/drawing/2014/main" id="{874287A3-CAFB-48AA-A52D-0EDD4D2753C9}"/>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23" name="object-23">
            <a:extLst>
              <a:ext uri="{FF2B5EF4-FFF2-40B4-BE49-F238E27FC236}">
                <a16:creationId xmlns:a16="http://schemas.microsoft.com/office/drawing/2014/main" id="{5C42047F-4A75-4B8C-B309-850739677E61}"/>
              </a:ext>
            </a:extLst>
          </p:cNvPr>
          <p:cNvSpPr>
            <a:spLocks noGrp="1"/>
          </p:cNvSpPr>
          <p:nvPr/>
        </p:nvSpPr>
        <p:spPr>
          <a:xfrm>
            <a:off x="8262938"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24" name="object-24">
            <a:extLst>
              <a:ext uri="{FF2B5EF4-FFF2-40B4-BE49-F238E27FC236}">
                <a16:creationId xmlns:a16="http://schemas.microsoft.com/office/drawing/2014/main" id="{CEF801B8-A2C9-4FA6-ABAB-F5003EEB8F54}"/>
              </a:ext>
            </a:extLst>
          </p:cNvPr>
          <p:cNvSpPr>
            <a:spLocks noGrp="1"/>
          </p:cNvSpPr>
          <p:nvPr/>
        </p:nvSpPr>
        <p:spPr>
          <a:xfrm>
            <a:off x="7298531" y="2988469"/>
            <a:ext cx="904875" cy="1976438"/>
          </a:xfrm>
          <a:prstGeom prst="rect">
            <a:avLst/>
          </a:prstGeom>
          <a:noFill/>
          <a:ln w="35719">
            <a:solidFill>
              <a:srgbClr val="9A5800"/>
            </a:solidFill>
          </a:ln>
        </p:spPr>
      </p:sp>
      <p:sp>
        <p:nvSpPr>
          <p:cNvPr id="25" name="object-25">
            <a:extLst>
              <a:ext uri="{FF2B5EF4-FFF2-40B4-BE49-F238E27FC236}">
                <a16:creationId xmlns:a16="http://schemas.microsoft.com/office/drawing/2014/main" id="{CC06AE08-E29B-4A02-8D48-5ACD419081E8}"/>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26" name="object-26">
            <a:extLst>
              <a:ext uri="{FF2B5EF4-FFF2-40B4-BE49-F238E27FC236}">
                <a16:creationId xmlns:a16="http://schemas.microsoft.com/office/drawing/2014/main" id="{925F0701-05EE-45D0-BF49-20E5483090E2}"/>
              </a:ext>
            </a:extLst>
          </p:cNvPr>
          <p:cNvSpPr>
            <a:spLocks noGrp="1"/>
          </p:cNvSpPr>
          <p:nvPr/>
        </p:nvSpPr>
        <p:spPr>
          <a:xfrm>
            <a:off x="7334250"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27" name="object-27">
            <a:extLst>
              <a:ext uri="{FF2B5EF4-FFF2-40B4-BE49-F238E27FC236}">
                <a16:creationId xmlns:a16="http://schemas.microsoft.com/office/drawing/2014/main" id="{6D0B93AB-761F-4E59-9B25-2D9C8AAFB226}"/>
              </a:ext>
            </a:extLst>
          </p:cNvPr>
          <p:cNvSpPr>
            <a:spLocks noGrp="1"/>
          </p:cNvSpPr>
          <p:nvPr/>
        </p:nvSpPr>
        <p:spPr>
          <a:xfrm>
            <a:off x="6369844" y="2988469"/>
            <a:ext cx="904875" cy="1976438"/>
          </a:xfrm>
          <a:prstGeom prst="rect">
            <a:avLst/>
          </a:prstGeom>
          <a:noFill/>
          <a:ln w="35719">
            <a:solidFill>
              <a:srgbClr val="9A5800"/>
            </a:solidFill>
          </a:ln>
        </p:spPr>
      </p:sp>
      <p:sp>
        <p:nvSpPr>
          <p:cNvPr id="28" name="object-28">
            <a:extLst>
              <a:ext uri="{FF2B5EF4-FFF2-40B4-BE49-F238E27FC236}">
                <a16:creationId xmlns:a16="http://schemas.microsoft.com/office/drawing/2014/main" id="{BFE87A65-5841-4CC7-8200-9025E4924684}"/>
              </a:ext>
            </a:extLst>
          </p:cNvPr>
          <p:cNvSpPr>
            <a:spLocks noGrp="1"/>
          </p:cNvSpPr>
          <p:nvPr/>
        </p:nvSpPr>
        <p:spPr>
          <a:xfrm>
            <a:off x="6405563"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29" name="object-29">
            <a:extLst>
              <a:ext uri="{FF2B5EF4-FFF2-40B4-BE49-F238E27FC236}">
                <a16:creationId xmlns:a16="http://schemas.microsoft.com/office/drawing/2014/main" id="{6DAE2F9A-E910-4F86-BA43-C96D74BC8CF7}"/>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8 + 2 = 10</a:t>
            </a:r>
          </a:p>
        </p:txBody>
      </p:sp>
      <p:sp>
        <p:nvSpPr>
          <p:cNvPr id="30" name="object-30">
            <a:extLst>
              <a:ext uri="{FF2B5EF4-FFF2-40B4-BE49-F238E27FC236}">
                <a16:creationId xmlns:a16="http://schemas.microsoft.com/office/drawing/2014/main" id="{BF8FC59F-2E87-4994-BA10-84D42824190A}"/>
              </a:ext>
            </a:extLst>
          </p:cNvPr>
          <p:cNvSpPr>
            <a:spLocks noGrp="1"/>
          </p:cNvSpPr>
          <p:nvPr/>
        </p:nvSpPr>
        <p:spPr>
          <a:xfrm>
            <a:off x="6405563"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31" name="object-31">
            <a:extLst>
              <a:ext uri="{FF2B5EF4-FFF2-40B4-BE49-F238E27FC236}">
                <a16:creationId xmlns:a16="http://schemas.microsoft.com/office/drawing/2014/main" id="{EE755564-B978-479B-BC4A-019A2F7C3CA4}"/>
              </a:ext>
            </a:extLst>
          </p:cNvPr>
          <p:cNvSpPr>
            <a:spLocks noGrp="1"/>
          </p:cNvSpPr>
          <p:nvPr/>
        </p:nvSpPr>
        <p:spPr>
          <a:xfrm>
            <a:off x="5441156" y="2988469"/>
            <a:ext cx="904875" cy="1976438"/>
          </a:xfrm>
          <a:prstGeom prst="rect">
            <a:avLst/>
          </a:prstGeom>
          <a:noFill/>
          <a:ln w="35719">
            <a:solidFill>
              <a:srgbClr val="9A5800"/>
            </a:solidFill>
          </a:ln>
        </p:spPr>
      </p:sp>
      <p:sp>
        <p:nvSpPr>
          <p:cNvPr id="32" name="object-32">
            <a:extLst>
              <a:ext uri="{FF2B5EF4-FFF2-40B4-BE49-F238E27FC236}">
                <a16:creationId xmlns:a16="http://schemas.microsoft.com/office/drawing/2014/main" id="{5C060AE8-F0B4-4395-9BE4-B7BB826E76EA}"/>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+ 7 + 1 = 9</a:t>
            </a:r>
          </a:p>
        </p:txBody>
      </p:sp>
      <p:sp>
        <p:nvSpPr>
          <p:cNvPr id="33" name="object-33">
            <a:extLst>
              <a:ext uri="{FF2B5EF4-FFF2-40B4-BE49-F238E27FC236}">
                <a16:creationId xmlns:a16="http://schemas.microsoft.com/office/drawing/2014/main" id="{595CBF7B-BF47-4BA2-81DB-09813EDBAED8}"/>
              </a:ext>
            </a:extLst>
          </p:cNvPr>
          <p:cNvSpPr>
            <a:spLocks noGrp="1"/>
          </p:cNvSpPr>
          <p:nvPr/>
        </p:nvSpPr>
        <p:spPr>
          <a:xfrm>
            <a:off x="547687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9</a:t>
            </a:r>
          </a:p>
        </p:txBody>
      </p:sp>
      <p:sp>
        <p:nvSpPr>
          <p:cNvPr id="34" name="object-34">
            <a:extLst>
              <a:ext uri="{FF2B5EF4-FFF2-40B4-BE49-F238E27FC236}">
                <a16:creationId xmlns:a16="http://schemas.microsoft.com/office/drawing/2014/main" id="{3E412EA0-A8D8-4051-8EE7-4CC231CE203C}"/>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18,000 + 72,000 = 90,000</a:t>
            </a:r>
          </a:p>
        </p:txBody>
      </p:sp>
    </p:spTree>
    <p:extLst>
      <p:ext uri="{BB962C8B-B14F-4D97-AF65-F5344CB8AC3E}">
        <p14:creationId xmlns:p14="http://schemas.microsoft.com/office/powerpoint/2010/main" val="1876078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1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par>
                                <p:cTn id="18" presetID="1" presetClass="exit" presetSubtype="0" fill="hold" grpId="1" nodeType="withEffect">
                                  <p:stCondLst>
                                    <p:cond delay="0"/>
                                  </p:stCondLst>
                                  <p:childTnLst>
                                    <p:set>
                                      <p:cBhvr>
                                        <p:cTn id="19" dur="1" fill="hold">
                                          <p:stCondLst>
                                            <p:cond delay="0"/>
                                          </p:stCondLst>
                                        </p:cTn>
                                        <p:tgtEl>
                                          <p:spTgt spid="19"/>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22"/>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24"/>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25"/>
                                        </p:tgtEl>
                                        <p:attrNameLst>
                                          <p:attrName>style.visibility</p:attrName>
                                        </p:attrNameLst>
                                      </p:cBhvr>
                                      <p:to>
                                        <p:strVal val="hidden"/>
                                      </p:to>
                                    </p:set>
                                  </p:childTnLst>
                                </p:cTn>
                              </p:par>
                              <p:par>
                                <p:cTn id="46" presetID="1"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childTnLst>
                                </p:cTn>
                              </p:par>
                            </p:childTnLst>
                          </p:cTn>
                        </p:par>
                        <p:par>
                          <p:cTn id="48" fill="hold">
                            <p:stCondLst>
                              <p:cond delay="0"/>
                            </p:stCondLst>
                            <p:childTnLst>
                              <p:par>
                                <p:cTn id="49" presetID="63" presetClass="path" presetSubtype="0" accel="50000" decel="50000" fill="hold" grpId="1" nodeType="afterEffect">
                                  <p:stCondLst>
                                    <p:cond delay="0"/>
                                  </p:stCondLst>
                                  <p:childTnLst>
                                    <p:animMotion origin="layout" path="M 0 0 L -0.0609375 0 E" pathEditMode="relative" ptsTypes="">
                                      <p:cBhvr>
                                        <p:cTn id="50" dur="800" fill="hold"/>
                                        <p:tgtEl>
                                          <p:spTgt spid="28"/>
                                        </p:tgtEl>
                                        <p:attrNameLst>
                                          <p:attrName>ppt_x</p:attrName>
                                          <p:attrName>ppt_y</p:attrName>
                                        </p:attrNameLst>
                                      </p:cBhvr>
                                    </p:animMotion>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childTnLst>
                          </p:cTn>
                        </p:par>
                        <p:par>
                          <p:cTn id="53" fill="hold">
                            <p:stCondLst>
                              <p:cond delay="800"/>
                            </p:stCondLst>
                            <p:childTnLst>
                              <p:par>
                                <p:cTn id="54" presetID="1" presetClass="entr" presetSubtype="0" fill="hold" grpId="0" nodeType="afterEffect">
                                  <p:stCondLst>
                                    <p:cond delay="0"/>
                                  </p:stCondLst>
                                  <p:childTnLst>
                                    <p:set>
                                      <p:cBhvr>
                                        <p:cTn id="55" dur="1" fill="hold">
                                          <p:stCondLst>
                                            <p:cond delay="0"/>
                                          </p:stCondLst>
                                        </p:cTn>
                                        <p:tgtEl>
                                          <p:spTgt spid="30"/>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2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par>
                                <p:cTn id="62" presetID="1" presetClass="exit" presetSubtype="0" fill="hold" grpId="1" nodeType="withEffect">
                                  <p:stCondLst>
                                    <p:cond delay="0"/>
                                  </p:stCondLst>
                                  <p:childTnLst>
                                    <p:set>
                                      <p:cBhvr>
                                        <p:cTn id="63" dur="1" fill="hold">
                                          <p:stCondLst>
                                            <p:cond delay="0"/>
                                          </p:stCondLst>
                                        </p:cTn>
                                        <p:tgtEl>
                                          <p:spTgt spid="29"/>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31"/>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20" grpId="0"/>
      <p:bldP spid="22" grpId="0"/>
      <p:bldP spid="22" grpId="1"/>
      <p:bldP spid="23" grpId="0"/>
      <p:bldP spid="25" grpId="0"/>
      <p:bldP spid="25" grpId="1"/>
      <p:bldP spid="26" grpId="0"/>
      <p:bldP spid="28" grpId="0"/>
      <p:bldP spid="28" grpId="1"/>
      <p:bldP spid="29" grpId="0"/>
      <p:bldP spid="29" grpId="1"/>
      <p:bldP spid="30" grpId="0"/>
      <p:bldP spid="32" grpId="0"/>
      <p:bldP spid="33" grpId="0"/>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object-1">
            <a:extLst>
              <a:ext uri="{FF2B5EF4-FFF2-40B4-BE49-F238E27FC236}">
                <a16:creationId xmlns:a16="http://schemas.microsoft.com/office/drawing/2014/main" id="{B6E6F197-B172-4FCC-AE7C-7BA1151B16E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1CFB23C-0BCB-4AC5-B809-9F2FEB98E6BC}"/>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C69E411C-FAA3-4E59-BDD9-71329A25746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3,611 × 25.</a:t>
            </a:r>
          </a:p>
        </p:txBody>
      </p:sp>
      <p:sp>
        <p:nvSpPr>
          <p:cNvPr id="4" name="object-4">
            <a:extLst>
              <a:ext uri="{FF2B5EF4-FFF2-40B4-BE49-F238E27FC236}">
                <a16:creationId xmlns:a16="http://schemas.microsoft.com/office/drawing/2014/main" id="{65AA3D42-625C-420A-B60A-ED9D325E55CE}"/>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D61A2091-FEC9-4F4C-8AF5-A09E45CB97C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6" name="object-6">
            <a:extLst>
              <a:ext uri="{FF2B5EF4-FFF2-40B4-BE49-F238E27FC236}">
                <a16:creationId xmlns:a16="http://schemas.microsoft.com/office/drawing/2014/main" id="{B19193F0-737A-4A5D-97A8-4DFD902D0FC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7" name="object-7">
            <a:extLst>
              <a:ext uri="{FF2B5EF4-FFF2-40B4-BE49-F238E27FC236}">
                <a16:creationId xmlns:a16="http://schemas.microsoft.com/office/drawing/2014/main" id="{5D69708F-DC16-4E50-9250-C62A5E06BEED}"/>
              </a:ext>
            </a:extLst>
          </p:cNvPr>
          <p:cNvSpPr>
            <a:spLocks noGrp="1"/>
          </p:cNvSpPr>
          <p:nvPr/>
        </p:nvSpPr>
        <p:spPr>
          <a:xfrm>
            <a:off x="74056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3</a:t>
            </a:r>
          </a:p>
        </p:txBody>
      </p:sp>
      <p:sp>
        <p:nvSpPr>
          <p:cNvPr id="8" name="object-8">
            <a:extLst>
              <a:ext uri="{FF2B5EF4-FFF2-40B4-BE49-F238E27FC236}">
                <a16:creationId xmlns:a16="http://schemas.microsoft.com/office/drawing/2014/main" id="{BB6CCDA1-AEA8-424E-B719-63E8F44F3B49}"/>
              </a:ext>
            </a:extLst>
          </p:cNvPr>
          <p:cNvSpPr>
            <a:spLocks noGrp="1"/>
          </p:cNvSpPr>
          <p:nvPr/>
        </p:nvSpPr>
        <p:spPr>
          <a:xfrm>
            <a:off x="82629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6</a:t>
            </a:r>
          </a:p>
        </p:txBody>
      </p:sp>
      <p:sp>
        <p:nvSpPr>
          <p:cNvPr id="9" name="object-9">
            <a:extLst>
              <a:ext uri="{FF2B5EF4-FFF2-40B4-BE49-F238E27FC236}">
                <a16:creationId xmlns:a16="http://schemas.microsoft.com/office/drawing/2014/main" id="{2E88EABD-5562-4483-937E-C295A65F728C}"/>
              </a:ext>
            </a:extLst>
          </p:cNvPr>
          <p:cNvSpPr>
            <a:spLocks noGrp="1"/>
          </p:cNvSpPr>
          <p:nvPr/>
        </p:nvSpPr>
        <p:spPr>
          <a:xfrm>
            <a:off x="91201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1</a:t>
            </a:r>
          </a:p>
        </p:txBody>
      </p:sp>
      <p:sp>
        <p:nvSpPr>
          <p:cNvPr id="10" name="object-10">
            <a:extLst>
              <a:ext uri="{FF2B5EF4-FFF2-40B4-BE49-F238E27FC236}">
                <a16:creationId xmlns:a16="http://schemas.microsoft.com/office/drawing/2014/main" id="{EE18D5B5-1587-466D-864A-90629391639B}"/>
              </a:ext>
            </a:extLst>
          </p:cNvPr>
          <p:cNvSpPr>
            <a:spLocks noGrp="1"/>
          </p:cNvSpPr>
          <p:nvPr/>
        </p:nvSpPr>
        <p:spPr>
          <a:xfrm>
            <a:off x="99774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1</a:t>
            </a:r>
          </a:p>
        </p:txBody>
      </p:sp>
      <p:sp>
        <p:nvSpPr>
          <p:cNvPr id="11" name="object-11">
            <a:extLst>
              <a:ext uri="{FF2B5EF4-FFF2-40B4-BE49-F238E27FC236}">
                <a16:creationId xmlns:a16="http://schemas.microsoft.com/office/drawing/2014/main" id="{1E8CF8E4-D246-441F-BDFB-C9C3CC6C0C98}"/>
              </a:ext>
            </a:extLst>
          </p:cNvPr>
          <p:cNvSpPr>
            <a:spLocks noGrp="1"/>
          </p:cNvSpPr>
          <p:nvPr/>
        </p:nvSpPr>
        <p:spPr>
          <a:xfrm>
            <a:off x="5834063" y="3690938"/>
            <a:ext cx="714375" cy="714375"/>
          </a:xfrm>
          <a:prstGeom prst="rect">
            <a:avLst/>
          </a:prstGeom>
          <a:noFill/>
          <a:ln w="0">
            <a:noFill/>
          </a:ln>
        </p:spPr>
        <p:txBody>
          <a:bodyPr anchor="ctr">
            <a:noAutofit/>
          </a:bodyPr>
          <a:lstStyle/>
          <a:p>
            <a:pPr algn="l">
              <a:defRPr sz="3938" b="0">
                <a:solidFill>
                  <a:srgbClr val="172B4D"/>
                </a:solidFill>
                <a:latin typeface="Arial"/>
                <a:ea typeface="Arial"/>
                <a:cs typeface="Arial"/>
              </a:defRPr>
            </a:pPr>
            <a:r>
              <a:rPr sz="3938" b="0">
                <a:solidFill>
                  <a:srgbClr val="172B4D"/>
                </a:solidFill>
                <a:latin typeface="Arial"/>
                <a:ea typeface="Arial"/>
                <a:cs typeface="Arial"/>
              </a:rPr>
              <a:t>×</a:t>
            </a:r>
          </a:p>
        </p:txBody>
      </p:sp>
      <p:sp>
        <p:nvSpPr>
          <p:cNvPr id="12" name="object-12">
            <a:extLst>
              <a:ext uri="{FF2B5EF4-FFF2-40B4-BE49-F238E27FC236}">
                <a16:creationId xmlns:a16="http://schemas.microsoft.com/office/drawing/2014/main" id="{722E271B-499E-4827-839C-53CCCAA693FD}"/>
              </a:ext>
            </a:extLst>
          </p:cNvPr>
          <p:cNvSpPr>
            <a:spLocks noGrp="1"/>
          </p:cNvSpPr>
          <p:nvPr/>
        </p:nvSpPr>
        <p:spPr>
          <a:xfrm>
            <a:off x="9120188" y="3690938"/>
            <a:ext cx="1619250" cy="714375"/>
          </a:xfrm>
          <a:prstGeom prst="rect">
            <a:avLst/>
          </a:prstGeom>
          <a:noFill/>
          <a:ln w="0">
            <a:noFill/>
          </a:ln>
        </p:spPr>
        <p:txBody>
          <a:bodyPr anchor="ctr">
            <a:noAutofit/>
          </a:bodyPr>
          <a:lstStyle/>
          <a:p>
            <a:pPr algn="r">
              <a:defRPr sz="3938" b="1">
                <a:solidFill>
                  <a:srgbClr val="1D4ED8"/>
                </a:solidFill>
                <a:latin typeface="Arial"/>
                <a:ea typeface="Arial"/>
                <a:cs typeface="Arial"/>
              </a:defRPr>
            </a:pPr>
            <a:r>
              <a:rPr sz="3938" b="1">
                <a:solidFill>
                  <a:srgbClr val="1D4ED8"/>
                </a:solidFill>
                <a:latin typeface="Arial"/>
                <a:ea typeface="Arial"/>
                <a:cs typeface="Arial"/>
              </a:rPr>
              <a:t>25</a:t>
            </a:r>
          </a:p>
        </p:txBody>
      </p:sp>
      <p:sp>
        <p:nvSpPr>
          <p:cNvPr id="13" name="object-13">
            <a:extLst>
              <a:ext uri="{FF2B5EF4-FFF2-40B4-BE49-F238E27FC236}">
                <a16:creationId xmlns:a16="http://schemas.microsoft.com/office/drawing/2014/main" id="{D76E68F3-4C59-4177-9084-5A3CEBC97A85}"/>
              </a:ext>
            </a:extLst>
          </p:cNvPr>
          <p:cNvSpPr>
            <a:spLocks noGrp="1"/>
          </p:cNvSpPr>
          <p:nvPr/>
        </p:nvSpPr>
        <p:spPr>
          <a:xfrm>
            <a:off x="6369844" y="4464844"/>
            <a:ext cx="4583906" cy="35719"/>
          </a:xfrm>
          <a:prstGeom prst="rect">
            <a:avLst/>
          </a:prstGeom>
          <a:solidFill>
            <a:srgbClr val="172B4D"/>
          </a:solidFill>
          <a:ln w="0">
            <a:noFill/>
          </a:ln>
        </p:spPr>
      </p:sp>
      <p:sp>
        <p:nvSpPr>
          <p:cNvPr id="14" name="object-14">
            <a:extLst>
              <a:ext uri="{FF2B5EF4-FFF2-40B4-BE49-F238E27FC236}">
                <a16:creationId xmlns:a16="http://schemas.microsoft.com/office/drawing/2014/main" id="{4A432041-9618-4167-A388-A7CBC8291E3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1 = 5</a:t>
            </a:r>
          </a:p>
        </p:txBody>
      </p:sp>
      <p:sp>
        <p:nvSpPr>
          <p:cNvPr id="15" name="object-15">
            <a:extLst>
              <a:ext uri="{FF2B5EF4-FFF2-40B4-BE49-F238E27FC236}">
                <a16:creationId xmlns:a16="http://schemas.microsoft.com/office/drawing/2014/main" id="{726CD120-C9A3-4E10-9891-AFDF0B374791}"/>
              </a:ext>
            </a:extLst>
          </p:cNvPr>
          <p:cNvSpPr>
            <a:spLocks noGrp="1"/>
          </p:cNvSpPr>
          <p:nvPr/>
        </p:nvSpPr>
        <p:spPr>
          <a:xfrm>
            <a:off x="9977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16" name="object-16">
            <a:extLst>
              <a:ext uri="{FF2B5EF4-FFF2-40B4-BE49-F238E27FC236}">
                <a16:creationId xmlns:a16="http://schemas.microsoft.com/office/drawing/2014/main" id="{A6339E45-9195-4549-BC7A-0E1ECCDC085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1 = 5</a:t>
            </a:r>
          </a:p>
        </p:txBody>
      </p:sp>
      <p:sp>
        <p:nvSpPr>
          <p:cNvPr id="17" name="object-17">
            <a:extLst>
              <a:ext uri="{FF2B5EF4-FFF2-40B4-BE49-F238E27FC236}">
                <a16:creationId xmlns:a16="http://schemas.microsoft.com/office/drawing/2014/main" id="{7DCEF7ED-B9B1-4F5F-9009-BB517410A173}"/>
              </a:ext>
            </a:extLst>
          </p:cNvPr>
          <p:cNvSpPr>
            <a:spLocks noGrp="1"/>
          </p:cNvSpPr>
          <p:nvPr/>
        </p:nvSpPr>
        <p:spPr>
          <a:xfrm>
            <a:off x="91201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18" name="object-18">
            <a:extLst>
              <a:ext uri="{FF2B5EF4-FFF2-40B4-BE49-F238E27FC236}">
                <a16:creationId xmlns:a16="http://schemas.microsoft.com/office/drawing/2014/main" id="{79EA5778-ADBB-437F-84AA-D37E759F6552}"/>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6 = 30</a:t>
            </a:r>
          </a:p>
        </p:txBody>
      </p:sp>
      <p:sp>
        <p:nvSpPr>
          <p:cNvPr id="19" name="object-19">
            <a:extLst>
              <a:ext uri="{FF2B5EF4-FFF2-40B4-BE49-F238E27FC236}">
                <a16:creationId xmlns:a16="http://schemas.microsoft.com/office/drawing/2014/main" id="{FA0CC124-811C-4320-A861-FE375A2E0275}"/>
              </a:ext>
            </a:extLst>
          </p:cNvPr>
          <p:cNvSpPr>
            <a:spLocks noGrp="1"/>
          </p:cNvSpPr>
          <p:nvPr/>
        </p:nvSpPr>
        <p:spPr>
          <a:xfrm>
            <a:off x="82629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20" name="object-20">
            <a:extLst>
              <a:ext uri="{FF2B5EF4-FFF2-40B4-BE49-F238E27FC236}">
                <a16:creationId xmlns:a16="http://schemas.microsoft.com/office/drawing/2014/main" id="{388F3DD6-3603-4E37-9592-2ABF36975E31}"/>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3</a:t>
            </a:r>
          </a:p>
        </p:txBody>
      </p:sp>
      <p:sp>
        <p:nvSpPr>
          <p:cNvPr id="21" name="object-21">
            <a:extLst>
              <a:ext uri="{FF2B5EF4-FFF2-40B4-BE49-F238E27FC236}">
                <a16:creationId xmlns:a16="http://schemas.microsoft.com/office/drawing/2014/main" id="{4F2E1E47-6FD5-4026-9C01-D1EB4623DD55}"/>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3 + 3 = 18</a:t>
            </a:r>
          </a:p>
        </p:txBody>
      </p:sp>
      <p:sp>
        <p:nvSpPr>
          <p:cNvPr id="22" name="object-22">
            <a:extLst>
              <a:ext uri="{FF2B5EF4-FFF2-40B4-BE49-F238E27FC236}">
                <a16:creationId xmlns:a16="http://schemas.microsoft.com/office/drawing/2014/main" id="{F31AA8D1-4D97-4D64-9C14-BBBEDA2880A7}"/>
              </a:ext>
            </a:extLst>
          </p:cNvPr>
          <p:cNvSpPr>
            <a:spLocks noGrp="1"/>
          </p:cNvSpPr>
          <p:nvPr/>
        </p:nvSpPr>
        <p:spPr>
          <a:xfrm>
            <a:off x="6548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3" name="object-23">
            <a:extLst>
              <a:ext uri="{FF2B5EF4-FFF2-40B4-BE49-F238E27FC236}">
                <a16:creationId xmlns:a16="http://schemas.microsoft.com/office/drawing/2014/main" id="{0E1D5302-E284-4206-A217-D43DD536119C}"/>
              </a:ext>
            </a:extLst>
          </p:cNvPr>
          <p:cNvSpPr>
            <a:spLocks noGrp="1"/>
          </p:cNvSpPr>
          <p:nvPr/>
        </p:nvSpPr>
        <p:spPr>
          <a:xfrm>
            <a:off x="74056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8</a:t>
            </a:r>
          </a:p>
        </p:txBody>
      </p:sp>
      <p:sp>
        <p:nvSpPr>
          <p:cNvPr id="24" name="object-24">
            <a:extLst>
              <a:ext uri="{FF2B5EF4-FFF2-40B4-BE49-F238E27FC236}">
                <a16:creationId xmlns:a16="http://schemas.microsoft.com/office/drawing/2014/main" id="{B16DB576-B7DF-4AF5-B188-0E384233E1FE}"/>
              </a:ext>
            </a:extLst>
          </p:cNvPr>
          <p:cNvSpPr>
            <a:spLocks noGrp="1"/>
          </p:cNvSpPr>
          <p:nvPr/>
        </p:nvSpPr>
        <p:spPr>
          <a:xfrm>
            <a:off x="9977438" y="5607844"/>
            <a:ext cx="762000" cy="773906"/>
          </a:xfrm>
          <a:prstGeom prst="rect">
            <a:avLst/>
          </a:prstGeom>
          <a:noFill/>
          <a:ln w="0">
            <a:noFill/>
          </a:ln>
        </p:spPr>
        <p:txBody>
          <a:bodyPr anchor="ctr">
            <a:noAutofit/>
          </a:bodyPr>
          <a:lstStyle/>
          <a:p>
            <a:pPr algn="ctr">
              <a:defRPr sz="4219" b="1">
                <a:solidFill>
                  <a:srgbClr val="9A5800"/>
                </a:solidFill>
                <a:latin typeface="Arial"/>
                <a:ea typeface="Arial"/>
                <a:cs typeface="Arial"/>
              </a:defRPr>
            </a:pPr>
            <a:r>
              <a:rPr sz="4219" b="1">
                <a:solidFill>
                  <a:srgbClr val="9A5800"/>
                </a:solidFill>
                <a:latin typeface="Arial"/>
                <a:ea typeface="Arial"/>
                <a:cs typeface="Arial"/>
              </a:rPr>
              <a:t>0</a:t>
            </a:r>
          </a:p>
        </p:txBody>
      </p:sp>
      <p:sp>
        <p:nvSpPr>
          <p:cNvPr id="25" name="object-25">
            <a:extLst>
              <a:ext uri="{FF2B5EF4-FFF2-40B4-BE49-F238E27FC236}">
                <a16:creationId xmlns:a16="http://schemas.microsoft.com/office/drawing/2014/main" id="{DB77C1C5-8149-4DEE-BF9B-4DADA8EC3EC8}"/>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1 = 2</a:t>
            </a:r>
          </a:p>
        </p:txBody>
      </p:sp>
      <p:sp>
        <p:nvSpPr>
          <p:cNvPr id="26" name="object-26">
            <a:extLst>
              <a:ext uri="{FF2B5EF4-FFF2-40B4-BE49-F238E27FC236}">
                <a16:creationId xmlns:a16="http://schemas.microsoft.com/office/drawing/2014/main" id="{DAEF4BAB-789D-4527-A44B-AF7E5E889551}"/>
              </a:ext>
            </a:extLst>
          </p:cNvPr>
          <p:cNvSpPr>
            <a:spLocks noGrp="1"/>
          </p:cNvSpPr>
          <p:nvPr/>
        </p:nvSpPr>
        <p:spPr>
          <a:xfrm>
            <a:off x="91201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27" name="object-27">
            <a:extLst>
              <a:ext uri="{FF2B5EF4-FFF2-40B4-BE49-F238E27FC236}">
                <a16:creationId xmlns:a16="http://schemas.microsoft.com/office/drawing/2014/main" id="{6099F630-595B-4887-AC97-190B045F3330}"/>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1 = 2</a:t>
            </a:r>
          </a:p>
        </p:txBody>
      </p:sp>
      <p:sp>
        <p:nvSpPr>
          <p:cNvPr id="28" name="object-28">
            <a:extLst>
              <a:ext uri="{FF2B5EF4-FFF2-40B4-BE49-F238E27FC236}">
                <a16:creationId xmlns:a16="http://schemas.microsoft.com/office/drawing/2014/main" id="{BD1BF2ED-C296-4EDE-B623-483D6B2282C0}"/>
              </a:ext>
            </a:extLst>
          </p:cNvPr>
          <p:cNvSpPr>
            <a:spLocks noGrp="1"/>
          </p:cNvSpPr>
          <p:nvPr/>
        </p:nvSpPr>
        <p:spPr>
          <a:xfrm>
            <a:off x="82629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29" name="object-29">
            <a:extLst>
              <a:ext uri="{FF2B5EF4-FFF2-40B4-BE49-F238E27FC236}">
                <a16:creationId xmlns:a16="http://schemas.microsoft.com/office/drawing/2014/main" id="{25046025-455E-45F0-86A1-25FA7081147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6 = 12</a:t>
            </a:r>
          </a:p>
        </p:txBody>
      </p:sp>
      <p:sp>
        <p:nvSpPr>
          <p:cNvPr id="30" name="object-30">
            <a:extLst>
              <a:ext uri="{FF2B5EF4-FFF2-40B4-BE49-F238E27FC236}">
                <a16:creationId xmlns:a16="http://schemas.microsoft.com/office/drawing/2014/main" id="{2E457F90-2958-4B64-B186-E97FC2239241}"/>
              </a:ext>
            </a:extLst>
          </p:cNvPr>
          <p:cNvSpPr>
            <a:spLocks noGrp="1"/>
          </p:cNvSpPr>
          <p:nvPr/>
        </p:nvSpPr>
        <p:spPr>
          <a:xfrm>
            <a:off x="74056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31" name="object-31">
            <a:extLst>
              <a:ext uri="{FF2B5EF4-FFF2-40B4-BE49-F238E27FC236}">
                <a16:creationId xmlns:a16="http://schemas.microsoft.com/office/drawing/2014/main" id="{B9EBD594-2371-4CDF-8F28-50AE9B33F102}"/>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32" name="object-32">
            <a:extLst>
              <a:ext uri="{FF2B5EF4-FFF2-40B4-BE49-F238E27FC236}">
                <a16:creationId xmlns:a16="http://schemas.microsoft.com/office/drawing/2014/main" id="{B34908A6-C3BC-40DB-AA92-940F52073355}"/>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3 + 1 = 7</a:t>
            </a:r>
          </a:p>
        </p:txBody>
      </p:sp>
      <p:sp>
        <p:nvSpPr>
          <p:cNvPr id="33" name="object-33">
            <a:extLst>
              <a:ext uri="{FF2B5EF4-FFF2-40B4-BE49-F238E27FC236}">
                <a16:creationId xmlns:a16="http://schemas.microsoft.com/office/drawing/2014/main" id="{2C8E13C1-099D-447A-99A5-ABA1C050AA00}"/>
              </a:ext>
            </a:extLst>
          </p:cNvPr>
          <p:cNvSpPr>
            <a:spLocks noGrp="1"/>
          </p:cNvSpPr>
          <p:nvPr/>
        </p:nvSpPr>
        <p:spPr>
          <a:xfrm>
            <a:off x="65484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4" name="object-34">
            <a:extLst>
              <a:ext uri="{FF2B5EF4-FFF2-40B4-BE49-F238E27FC236}">
                <a16:creationId xmlns:a16="http://schemas.microsoft.com/office/drawing/2014/main" id="{440126EE-F013-4420-A162-8712AAF662C0}"/>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Now add the partial products: 18,055 + 72,220.</a:t>
            </a:r>
          </a:p>
        </p:txBody>
      </p:sp>
    </p:spTree>
    <p:extLst>
      <p:ext uri="{BB962C8B-B14F-4D97-AF65-F5344CB8AC3E}">
        <p14:creationId xmlns:p14="http://schemas.microsoft.com/office/powerpoint/2010/main" val="509932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par>
                                <p:cTn id="14" presetID="1" presetClass="exit" presetSubtype="0" fill="hold" grpId="1" nodeType="withEffect">
                                  <p:stCondLst>
                                    <p:cond delay="0"/>
                                  </p:stCondLst>
                                  <p:childTnLst>
                                    <p:set>
                                      <p:cBhvr>
                                        <p:cTn id="15" dur="1" fill="hold">
                                          <p:stCondLst>
                                            <p:cond delay="0"/>
                                          </p:stCondLst>
                                        </p:cTn>
                                        <p:tgtEl>
                                          <p:spTgt spid="14"/>
                                        </p:tgtEl>
                                        <p:attrNameLst>
                                          <p:attrName>style.visibility</p:attrName>
                                        </p:attrNameLst>
                                      </p:cBhvr>
                                      <p:to>
                                        <p:strVal val="hidden"/>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6"/>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par>
                          <p:cTn id="30" fill="hold">
                            <p:stCondLst>
                              <p:cond delay="0"/>
                            </p:stCondLst>
                            <p:childTnLst>
                              <p:par>
                                <p:cTn id="31" presetID="63" presetClass="path" presetSubtype="0" accel="50000" decel="50000" fill="hold" grpId="1" nodeType="afterEffect">
                                  <p:stCondLst>
                                    <p:cond delay="0"/>
                                  </p:stCondLst>
                                  <p:childTnLst>
                                    <p:animMotion origin="layout" path="M 0 0 L -0.05625 0 E" pathEditMode="relative" ptsTypes="">
                                      <p:cBhvr>
                                        <p:cTn id="32" dur="800" fill="hold"/>
                                        <p:tgtEl>
                                          <p:spTgt spid="20"/>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18"/>
                                        </p:tgtEl>
                                        <p:attrNameLst>
                                          <p:attrName>style.visibility</p:attrName>
                                        </p:attrNameLst>
                                      </p:cBhvr>
                                      <p:to>
                                        <p:strVal val="hidden"/>
                                      </p:to>
                                    </p:set>
                                  </p:childTnLst>
                                </p:cTn>
                              </p:par>
                              <p:par>
                                <p:cTn id="39" presetID="1" presetClass="exit" presetSubtype="0" fill="hold" grpId="2" nodeType="withEffect">
                                  <p:stCondLst>
                                    <p:cond delay="0"/>
                                  </p:stCondLst>
                                  <p:childTnLst>
                                    <p:set>
                                      <p:cBhvr>
                                        <p:cTn id="40" dur="1" fill="hold">
                                          <p:stCondLst>
                                            <p:cond delay="0"/>
                                          </p:stCondLst>
                                        </p:cTn>
                                        <p:tgtEl>
                                          <p:spTgt spid="20"/>
                                        </p:tgtEl>
                                        <p:attrNameLst>
                                          <p:attrName>style.visibility</p:attrName>
                                        </p:attrNameLst>
                                      </p:cBhvr>
                                      <p:to>
                                        <p:strVal val="hidden"/>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par>
                                <p:cTn id="54" presetID="1" presetClass="exit" presetSubtype="0" fill="hold" grpId="1" nodeType="withEffect">
                                  <p:stCondLst>
                                    <p:cond delay="0"/>
                                  </p:stCondLst>
                                  <p:childTnLst>
                                    <p:set>
                                      <p:cBhvr>
                                        <p:cTn id="55" dur="1" fill="hold">
                                          <p:stCondLst>
                                            <p:cond delay="0"/>
                                          </p:stCondLst>
                                        </p:cTn>
                                        <p:tgtEl>
                                          <p:spTgt spid="21"/>
                                        </p:tgtEl>
                                        <p:attrNameLst>
                                          <p:attrName>style.visibility</p:attrName>
                                        </p:attrNameLst>
                                      </p:cBhvr>
                                      <p:to>
                                        <p:strVal val="hidden"/>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xit" presetSubtype="0" fill="hold" grpId="1" nodeType="withEffect">
                                  <p:stCondLst>
                                    <p:cond delay="0"/>
                                  </p:stCondLst>
                                  <p:childTnLst>
                                    <p:set>
                                      <p:cBhvr>
                                        <p:cTn id="64" dur="1" fill="hold">
                                          <p:stCondLst>
                                            <p:cond delay="0"/>
                                          </p:stCondLst>
                                        </p:cTn>
                                        <p:tgtEl>
                                          <p:spTgt spid="25"/>
                                        </p:tgtEl>
                                        <p:attrNameLst>
                                          <p:attrName>style.visibility</p:attrName>
                                        </p:attrNameLst>
                                      </p:cBhvr>
                                      <p:to>
                                        <p:strVal val="hidden"/>
                                      </p:to>
                                    </p:set>
                                  </p:childTnLst>
                                </p:cTn>
                              </p:par>
                            </p:childTnLst>
                          </p:cTn>
                        </p:par>
                        <p:par>
                          <p:cTn id="65" fill="hold">
                            <p:stCondLst>
                              <p:cond delay="0"/>
                            </p:stCondLst>
                            <p:childTnLst>
                              <p:par>
                                <p:cTn id="66" presetID="1" presetClass="entr" presetSubtype="0" fill="hold" grpId="0" nodeType="afterEffect">
                                  <p:stCondLst>
                                    <p:cond delay="0"/>
                                  </p:stCondLst>
                                  <p:childTnLst>
                                    <p:set>
                                      <p:cBhvr>
                                        <p:cTn id="67" dur="1" fill="hold">
                                          <p:stCondLst>
                                            <p:cond delay="0"/>
                                          </p:stCondLst>
                                        </p:cTn>
                                        <p:tgtEl>
                                          <p:spTgt spid="2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childTnLst>
                                </p:cTn>
                              </p:par>
                              <p:par>
                                <p:cTn id="72" presetID="1" presetClass="exit" presetSubtype="0" fill="hold" grpId="1" nodeType="withEffect">
                                  <p:stCondLst>
                                    <p:cond delay="0"/>
                                  </p:stCondLst>
                                  <p:childTnLst>
                                    <p:set>
                                      <p:cBhvr>
                                        <p:cTn id="73" dur="1" fill="hold">
                                          <p:stCondLst>
                                            <p:cond delay="0"/>
                                          </p:stCondLst>
                                        </p:cTn>
                                        <p:tgtEl>
                                          <p:spTgt spid="27"/>
                                        </p:tgtEl>
                                        <p:attrNameLst>
                                          <p:attrName>style.visibility</p:attrName>
                                        </p:attrNameLst>
                                      </p:cBhvr>
                                      <p:to>
                                        <p:strVal val="hidden"/>
                                      </p:to>
                                    </p:set>
                                  </p:childTnLst>
                                </p:cTn>
                              </p:par>
                            </p:childTnLst>
                          </p:cTn>
                        </p:par>
                        <p:par>
                          <p:cTn id="74" fill="hold">
                            <p:stCondLst>
                              <p:cond delay="0"/>
                            </p:stCondLst>
                            <p:childTnLst>
                              <p:par>
                                <p:cTn id="75" presetID="1" presetClass="entr" presetSubtype="0" fill="hold" grpId="0" nodeType="afterEffect">
                                  <p:stCondLst>
                                    <p:cond delay="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childTnLst>
                          </p:cTn>
                        </p:par>
                        <p:par>
                          <p:cTn id="79" fill="hold">
                            <p:stCondLst>
                              <p:cond delay="0"/>
                            </p:stCondLst>
                            <p:childTnLst>
                              <p:par>
                                <p:cTn id="80" presetID="63" presetClass="path" presetSubtype="0" accel="50000" decel="50000" fill="hold" grpId="1" nodeType="afterEffect">
                                  <p:stCondLst>
                                    <p:cond delay="0"/>
                                  </p:stCondLst>
                                  <p:childTnLst>
                                    <p:animMotion origin="layout" path="M 0 0 L -0.05625 0 E" pathEditMode="relative" ptsTypes="">
                                      <p:cBhvr>
                                        <p:cTn id="81" dur="800" fill="hold"/>
                                        <p:tgtEl>
                                          <p:spTgt spid="31"/>
                                        </p:tgtEl>
                                        <p:attrNameLst>
                                          <p:attrName>ppt_x</p:attrName>
                                          <p:attrName>ppt_y</p:attrName>
                                        </p:attrNameLst>
                                      </p:cBhvr>
                                    </p:animMotion>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2"/>
                                        </p:tgtEl>
                                        <p:attrNameLst>
                                          <p:attrName>style.visibility</p:attrName>
                                        </p:attrNameLst>
                                      </p:cBhvr>
                                      <p:to>
                                        <p:strVal val="visible"/>
                                      </p:to>
                                    </p:set>
                                  </p:childTnLst>
                                </p:cTn>
                              </p:par>
                              <p:par>
                                <p:cTn id="86" presetID="1" presetClass="exit" presetSubtype="0" fill="hold" grpId="1" nodeType="withEffect">
                                  <p:stCondLst>
                                    <p:cond delay="0"/>
                                  </p:stCondLst>
                                  <p:childTnLst>
                                    <p:set>
                                      <p:cBhvr>
                                        <p:cTn id="87" dur="1" fill="hold">
                                          <p:stCondLst>
                                            <p:cond delay="0"/>
                                          </p:stCondLst>
                                        </p:cTn>
                                        <p:tgtEl>
                                          <p:spTgt spid="29"/>
                                        </p:tgtEl>
                                        <p:attrNameLst>
                                          <p:attrName>style.visibility</p:attrName>
                                        </p:attrNameLst>
                                      </p:cBhvr>
                                      <p:to>
                                        <p:strVal val="hidden"/>
                                      </p:to>
                                    </p:set>
                                  </p:childTnLst>
                                </p:cTn>
                              </p:par>
                              <p:par>
                                <p:cTn id="88" presetID="1" presetClass="exit" presetSubtype="0" fill="hold" grpId="2" nodeType="withEffect">
                                  <p:stCondLst>
                                    <p:cond delay="0"/>
                                  </p:stCondLst>
                                  <p:childTnLst>
                                    <p:set>
                                      <p:cBhvr>
                                        <p:cTn id="89" dur="1" fill="hold">
                                          <p:stCondLst>
                                            <p:cond delay="0"/>
                                          </p:stCondLst>
                                        </p:cTn>
                                        <p:tgtEl>
                                          <p:spTgt spid="31"/>
                                        </p:tgtEl>
                                        <p:attrNameLst>
                                          <p:attrName>style.visibility</p:attrName>
                                        </p:attrNameLst>
                                      </p:cBhvr>
                                      <p:to>
                                        <p:strVal val="hidden"/>
                                      </p:to>
                                    </p:set>
                                  </p:childTnLst>
                                </p:cTn>
                              </p:par>
                            </p:childTnLst>
                          </p:cTn>
                        </p:par>
                        <p:par>
                          <p:cTn id="90" fill="hold">
                            <p:stCondLst>
                              <p:cond delay="0"/>
                            </p:stCondLst>
                            <p:childTnLst>
                              <p:par>
                                <p:cTn id="91" presetID="1" presetClass="entr" presetSubtype="0" fill="hold" grpId="0" nodeType="afterEffect">
                                  <p:stCondLst>
                                    <p:cond delay="0"/>
                                  </p:stCondLst>
                                  <p:childTnLst>
                                    <p:set>
                                      <p:cBhvr>
                                        <p:cTn id="92" dur="1" fill="hold">
                                          <p:stCondLst>
                                            <p:cond delay="0"/>
                                          </p:stCondLst>
                                        </p:cTn>
                                        <p:tgtEl>
                                          <p:spTgt spid="3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6" grpId="0"/>
      <p:bldP spid="16" grpId="1"/>
      <p:bldP spid="17" grpId="0"/>
      <p:bldP spid="18" grpId="0"/>
      <p:bldP spid="18" grpId="1"/>
      <p:bldP spid="19" grpId="0"/>
      <p:bldP spid="20" grpId="0"/>
      <p:bldP spid="20" grpId="1"/>
      <p:bldP spid="20" grpId="2"/>
      <p:bldP spid="21" grpId="0"/>
      <p:bldP spid="21" grpId="1"/>
      <p:bldP spid="22" grpId="0"/>
      <p:bldP spid="23" grpId="0"/>
      <p:bldP spid="24" grpId="0"/>
      <p:bldP spid="25" grpId="0"/>
      <p:bldP spid="25" grpId="1"/>
      <p:bldP spid="26" grpId="0"/>
      <p:bldP spid="27" grpId="0"/>
      <p:bldP spid="27" grpId="1"/>
      <p:bldP spid="28" grpId="0"/>
      <p:bldP spid="29" grpId="0"/>
      <p:bldP spid="29" grpId="1"/>
      <p:bldP spid="30" grpId="0"/>
      <p:bldP spid="31" grpId="0"/>
      <p:bldP spid="31" grpId="1"/>
      <p:bldP spid="31" grpId="2"/>
      <p:bldP spid="32" grpId="0"/>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object-1">
            <a:extLst>
              <a:ext uri="{FF2B5EF4-FFF2-40B4-BE49-F238E27FC236}">
                <a16:creationId xmlns:a16="http://schemas.microsoft.com/office/drawing/2014/main" id="{25CDE5B6-043A-4690-BCCA-94C7B1E339D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C638F24A-3C42-4421-A34B-014E82528385}"/>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66E4090B-D23E-469A-9AFB-0A3C617FE31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18,055 + 72,220.</a:t>
            </a:r>
          </a:p>
        </p:txBody>
      </p:sp>
      <p:sp>
        <p:nvSpPr>
          <p:cNvPr id="4" name="object-4">
            <a:extLst>
              <a:ext uri="{FF2B5EF4-FFF2-40B4-BE49-F238E27FC236}">
                <a16:creationId xmlns:a16="http://schemas.microsoft.com/office/drawing/2014/main" id="{EE1DF9B2-57C7-427C-8E83-EC9FD0856B60}"/>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2F81458E-202B-43EC-B07F-FB469B4C5A4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6" name="object-6">
            <a:extLst>
              <a:ext uri="{FF2B5EF4-FFF2-40B4-BE49-F238E27FC236}">
                <a16:creationId xmlns:a16="http://schemas.microsoft.com/office/drawing/2014/main" id="{74CE4407-88A7-4F31-8C8B-B5EF78C7AEB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CC5ABA07-2144-4774-AB3B-88FCB7496103}"/>
              </a:ext>
            </a:extLst>
          </p:cNvPr>
          <p:cNvSpPr>
            <a:spLocks noGrp="1"/>
          </p:cNvSpPr>
          <p:nvPr/>
        </p:nvSpPr>
        <p:spPr>
          <a:xfrm>
            <a:off x="547687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CDF81E4C-1AEC-486F-9C56-FE54B02B4926}"/>
              </a:ext>
            </a:extLst>
          </p:cNvPr>
          <p:cNvSpPr>
            <a:spLocks noGrp="1"/>
          </p:cNvSpPr>
          <p:nvPr/>
        </p:nvSpPr>
        <p:spPr>
          <a:xfrm>
            <a:off x="6405563"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8</a:t>
            </a:r>
          </a:p>
        </p:txBody>
      </p:sp>
      <p:sp>
        <p:nvSpPr>
          <p:cNvPr id="9" name="object-9">
            <a:extLst>
              <a:ext uri="{FF2B5EF4-FFF2-40B4-BE49-F238E27FC236}">
                <a16:creationId xmlns:a16="http://schemas.microsoft.com/office/drawing/2014/main" id="{289CE344-98A3-400B-BF13-BCA6C8B93138}"/>
              </a:ext>
            </a:extLst>
          </p:cNvPr>
          <p:cNvSpPr>
            <a:spLocks noGrp="1"/>
          </p:cNvSpPr>
          <p:nvPr/>
        </p:nvSpPr>
        <p:spPr>
          <a:xfrm>
            <a:off x="7334250"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0" name="object-10">
            <a:extLst>
              <a:ext uri="{FF2B5EF4-FFF2-40B4-BE49-F238E27FC236}">
                <a16:creationId xmlns:a16="http://schemas.microsoft.com/office/drawing/2014/main" id="{E23EC0FE-BFC2-4087-B36F-B9DE8FDAF53A}"/>
              </a:ext>
            </a:extLst>
          </p:cNvPr>
          <p:cNvSpPr>
            <a:spLocks noGrp="1"/>
          </p:cNvSpPr>
          <p:nvPr/>
        </p:nvSpPr>
        <p:spPr>
          <a:xfrm>
            <a:off x="8262938"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a:t>
            </a:r>
          </a:p>
        </p:txBody>
      </p:sp>
      <p:sp>
        <p:nvSpPr>
          <p:cNvPr id="11" name="object-11">
            <a:extLst>
              <a:ext uri="{FF2B5EF4-FFF2-40B4-BE49-F238E27FC236}">
                <a16:creationId xmlns:a16="http://schemas.microsoft.com/office/drawing/2014/main" id="{74DE2892-89DB-4082-AE21-53AA60924344}"/>
              </a:ext>
            </a:extLst>
          </p:cNvPr>
          <p:cNvSpPr>
            <a:spLocks noGrp="1"/>
          </p:cNvSpPr>
          <p:nvPr/>
        </p:nvSpPr>
        <p:spPr>
          <a:xfrm>
            <a:off x="919162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a:t>
            </a:r>
          </a:p>
        </p:txBody>
      </p:sp>
      <p:sp>
        <p:nvSpPr>
          <p:cNvPr id="12" name="object-12">
            <a:extLst>
              <a:ext uri="{FF2B5EF4-FFF2-40B4-BE49-F238E27FC236}">
                <a16:creationId xmlns:a16="http://schemas.microsoft.com/office/drawing/2014/main" id="{ABA6644E-A8E0-42B9-802A-AC1C40135042}"/>
              </a:ext>
            </a:extLst>
          </p:cNvPr>
          <p:cNvSpPr>
            <a:spLocks noGrp="1"/>
          </p:cNvSpPr>
          <p:nvPr/>
        </p:nvSpPr>
        <p:spPr>
          <a:xfrm>
            <a:off x="547687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7</a:t>
            </a:r>
          </a:p>
        </p:txBody>
      </p:sp>
      <p:sp>
        <p:nvSpPr>
          <p:cNvPr id="13" name="object-13">
            <a:extLst>
              <a:ext uri="{FF2B5EF4-FFF2-40B4-BE49-F238E27FC236}">
                <a16:creationId xmlns:a16="http://schemas.microsoft.com/office/drawing/2014/main" id="{1068C7C3-7B2A-4C87-96C9-0B77831BFE25}"/>
              </a:ext>
            </a:extLst>
          </p:cNvPr>
          <p:cNvSpPr>
            <a:spLocks noGrp="1"/>
          </p:cNvSpPr>
          <p:nvPr/>
        </p:nvSpPr>
        <p:spPr>
          <a:xfrm>
            <a:off x="6405563"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4" name="object-14">
            <a:extLst>
              <a:ext uri="{FF2B5EF4-FFF2-40B4-BE49-F238E27FC236}">
                <a16:creationId xmlns:a16="http://schemas.microsoft.com/office/drawing/2014/main" id="{1580B17C-5879-4673-8C86-8BDE1A373F56}"/>
              </a:ext>
            </a:extLst>
          </p:cNvPr>
          <p:cNvSpPr>
            <a:spLocks noGrp="1"/>
          </p:cNvSpPr>
          <p:nvPr/>
        </p:nvSpPr>
        <p:spPr>
          <a:xfrm>
            <a:off x="7334250"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5" name="object-15">
            <a:extLst>
              <a:ext uri="{FF2B5EF4-FFF2-40B4-BE49-F238E27FC236}">
                <a16:creationId xmlns:a16="http://schemas.microsoft.com/office/drawing/2014/main" id="{3B0D2FE5-1821-49DA-BCB7-D7F6AAFA7313}"/>
              </a:ext>
            </a:extLst>
          </p:cNvPr>
          <p:cNvSpPr>
            <a:spLocks noGrp="1"/>
          </p:cNvSpPr>
          <p:nvPr/>
        </p:nvSpPr>
        <p:spPr>
          <a:xfrm>
            <a:off x="8262938"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6" name="object-16">
            <a:extLst>
              <a:ext uri="{FF2B5EF4-FFF2-40B4-BE49-F238E27FC236}">
                <a16:creationId xmlns:a16="http://schemas.microsoft.com/office/drawing/2014/main" id="{18A6B637-40F1-40C3-B2B3-0B64FD33E003}"/>
              </a:ext>
            </a:extLst>
          </p:cNvPr>
          <p:cNvSpPr>
            <a:spLocks noGrp="1"/>
          </p:cNvSpPr>
          <p:nvPr/>
        </p:nvSpPr>
        <p:spPr>
          <a:xfrm>
            <a:off x="919162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7" name="object-17">
            <a:extLst>
              <a:ext uri="{FF2B5EF4-FFF2-40B4-BE49-F238E27FC236}">
                <a16:creationId xmlns:a16="http://schemas.microsoft.com/office/drawing/2014/main" id="{84015079-C609-4ECF-8AE0-AC9BD9B9CC02}"/>
              </a:ext>
            </a:extLst>
          </p:cNvPr>
          <p:cNvSpPr>
            <a:spLocks noGrp="1"/>
          </p:cNvSpPr>
          <p:nvPr/>
        </p:nvSpPr>
        <p:spPr>
          <a:xfrm>
            <a:off x="4643438" y="4131469"/>
            <a:ext cx="654844" cy="773906"/>
          </a:xfrm>
          <a:prstGeom prst="rect">
            <a:avLst/>
          </a:prstGeom>
          <a:noFill/>
          <a:ln w="0">
            <a:noFill/>
          </a:ln>
        </p:spPr>
        <p:txBody>
          <a:bodyPr anchor="ctr">
            <a:noAutofit/>
          </a:bodyPr>
          <a:lstStyle/>
          <a:p>
            <a:pPr algn="l">
              <a:defRPr sz="4125" b="0">
                <a:solidFill>
                  <a:srgbClr val="172B4D"/>
                </a:solidFill>
                <a:latin typeface="Arial"/>
                <a:ea typeface="Arial"/>
                <a:cs typeface="Arial"/>
              </a:defRPr>
            </a:pPr>
            <a:r>
              <a:rPr sz="4125" b="0">
                <a:solidFill>
                  <a:srgbClr val="172B4D"/>
                </a:solidFill>
                <a:latin typeface="Arial"/>
                <a:ea typeface="Arial"/>
                <a:cs typeface="Arial"/>
              </a:rPr>
              <a:t>+</a:t>
            </a:r>
          </a:p>
        </p:txBody>
      </p:sp>
      <p:sp>
        <p:nvSpPr>
          <p:cNvPr id="18" name="object-18">
            <a:extLst>
              <a:ext uri="{FF2B5EF4-FFF2-40B4-BE49-F238E27FC236}">
                <a16:creationId xmlns:a16="http://schemas.microsoft.com/office/drawing/2014/main" id="{D64A23BE-0827-46F3-AA1C-AC88859D2839}"/>
              </a:ext>
            </a:extLst>
          </p:cNvPr>
          <p:cNvSpPr>
            <a:spLocks noGrp="1"/>
          </p:cNvSpPr>
          <p:nvPr/>
        </p:nvSpPr>
        <p:spPr>
          <a:xfrm>
            <a:off x="5238750" y="5036344"/>
            <a:ext cx="5060156" cy="35719"/>
          </a:xfrm>
          <a:prstGeom prst="rect">
            <a:avLst/>
          </a:prstGeom>
          <a:solidFill>
            <a:srgbClr val="172B4D"/>
          </a:solidFill>
          <a:ln w="0">
            <a:noFill/>
          </a:ln>
        </p:spPr>
      </p:sp>
      <p:sp>
        <p:nvSpPr>
          <p:cNvPr id="19" name="object-19">
            <a:extLst>
              <a:ext uri="{FF2B5EF4-FFF2-40B4-BE49-F238E27FC236}">
                <a16:creationId xmlns:a16="http://schemas.microsoft.com/office/drawing/2014/main" id="{B47E6208-9A5B-465B-9447-2A1824C8843E}"/>
              </a:ext>
            </a:extLst>
          </p:cNvPr>
          <p:cNvSpPr>
            <a:spLocks noGrp="1"/>
          </p:cNvSpPr>
          <p:nvPr/>
        </p:nvSpPr>
        <p:spPr>
          <a:xfrm>
            <a:off x="9155906" y="2988469"/>
            <a:ext cx="904875" cy="1976438"/>
          </a:xfrm>
          <a:prstGeom prst="rect">
            <a:avLst/>
          </a:prstGeom>
          <a:noFill/>
          <a:ln w="35719">
            <a:solidFill>
              <a:srgbClr val="9A5800"/>
            </a:solidFill>
          </a:ln>
        </p:spPr>
      </p:sp>
      <p:sp>
        <p:nvSpPr>
          <p:cNvPr id="20" name="object-20">
            <a:extLst>
              <a:ext uri="{FF2B5EF4-FFF2-40B4-BE49-F238E27FC236}">
                <a16:creationId xmlns:a16="http://schemas.microsoft.com/office/drawing/2014/main" id="{4FB536D8-6637-45B5-A9AB-6B4FBDBD7E9A}"/>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5 + 0 = 5</a:t>
            </a:r>
          </a:p>
        </p:txBody>
      </p:sp>
      <p:sp>
        <p:nvSpPr>
          <p:cNvPr id="21" name="object-21">
            <a:extLst>
              <a:ext uri="{FF2B5EF4-FFF2-40B4-BE49-F238E27FC236}">
                <a16:creationId xmlns:a16="http://schemas.microsoft.com/office/drawing/2014/main" id="{45F7D277-E709-497B-9C6E-9D7684794493}"/>
              </a:ext>
            </a:extLst>
          </p:cNvPr>
          <p:cNvSpPr>
            <a:spLocks noGrp="1"/>
          </p:cNvSpPr>
          <p:nvPr/>
        </p:nvSpPr>
        <p:spPr>
          <a:xfrm>
            <a:off x="919162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5</a:t>
            </a:r>
          </a:p>
        </p:txBody>
      </p:sp>
      <p:sp>
        <p:nvSpPr>
          <p:cNvPr id="22" name="object-22">
            <a:extLst>
              <a:ext uri="{FF2B5EF4-FFF2-40B4-BE49-F238E27FC236}">
                <a16:creationId xmlns:a16="http://schemas.microsoft.com/office/drawing/2014/main" id="{A52ADDC6-4290-49B4-98F8-100F3CA54406}"/>
              </a:ext>
            </a:extLst>
          </p:cNvPr>
          <p:cNvSpPr>
            <a:spLocks noGrp="1"/>
          </p:cNvSpPr>
          <p:nvPr/>
        </p:nvSpPr>
        <p:spPr>
          <a:xfrm>
            <a:off x="8227219" y="2988469"/>
            <a:ext cx="904875" cy="1976438"/>
          </a:xfrm>
          <a:prstGeom prst="rect">
            <a:avLst/>
          </a:prstGeom>
          <a:noFill/>
          <a:ln w="35719">
            <a:solidFill>
              <a:srgbClr val="9A5800"/>
            </a:solidFill>
          </a:ln>
        </p:spPr>
      </p:sp>
      <p:sp>
        <p:nvSpPr>
          <p:cNvPr id="23" name="object-23">
            <a:extLst>
              <a:ext uri="{FF2B5EF4-FFF2-40B4-BE49-F238E27FC236}">
                <a16:creationId xmlns:a16="http://schemas.microsoft.com/office/drawing/2014/main" id="{E50FF043-3567-4E0F-9FF2-B959966C1FA8}"/>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5 + 2 = 7</a:t>
            </a:r>
          </a:p>
        </p:txBody>
      </p:sp>
      <p:sp>
        <p:nvSpPr>
          <p:cNvPr id="24" name="object-24">
            <a:extLst>
              <a:ext uri="{FF2B5EF4-FFF2-40B4-BE49-F238E27FC236}">
                <a16:creationId xmlns:a16="http://schemas.microsoft.com/office/drawing/2014/main" id="{3598D00D-D9AC-47F9-8D3E-536951CE7292}"/>
              </a:ext>
            </a:extLst>
          </p:cNvPr>
          <p:cNvSpPr>
            <a:spLocks noGrp="1"/>
          </p:cNvSpPr>
          <p:nvPr/>
        </p:nvSpPr>
        <p:spPr>
          <a:xfrm>
            <a:off x="8262938"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7</a:t>
            </a:r>
          </a:p>
        </p:txBody>
      </p:sp>
      <p:sp>
        <p:nvSpPr>
          <p:cNvPr id="25" name="object-25">
            <a:extLst>
              <a:ext uri="{FF2B5EF4-FFF2-40B4-BE49-F238E27FC236}">
                <a16:creationId xmlns:a16="http://schemas.microsoft.com/office/drawing/2014/main" id="{542A5679-B517-405A-A035-965BE25F8DA7}"/>
              </a:ext>
            </a:extLst>
          </p:cNvPr>
          <p:cNvSpPr>
            <a:spLocks noGrp="1"/>
          </p:cNvSpPr>
          <p:nvPr/>
        </p:nvSpPr>
        <p:spPr>
          <a:xfrm>
            <a:off x="7298531" y="2988469"/>
            <a:ext cx="904875" cy="1976438"/>
          </a:xfrm>
          <a:prstGeom prst="rect">
            <a:avLst/>
          </a:prstGeom>
          <a:noFill/>
          <a:ln w="35719">
            <a:solidFill>
              <a:srgbClr val="9A5800"/>
            </a:solidFill>
          </a:ln>
        </p:spPr>
      </p:sp>
      <p:sp>
        <p:nvSpPr>
          <p:cNvPr id="26" name="object-26">
            <a:extLst>
              <a:ext uri="{FF2B5EF4-FFF2-40B4-BE49-F238E27FC236}">
                <a16:creationId xmlns:a16="http://schemas.microsoft.com/office/drawing/2014/main" id="{E4D92931-B09B-4402-86AD-7392FEB2A20F}"/>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0 + 2 = 2</a:t>
            </a:r>
          </a:p>
        </p:txBody>
      </p:sp>
      <p:sp>
        <p:nvSpPr>
          <p:cNvPr id="27" name="object-27">
            <a:extLst>
              <a:ext uri="{FF2B5EF4-FFF2-40B4-BE49-F238E27FC236}">
                <a16:creationId xmlns:a16="http://schemas.microsoft.com/office/drawing/2014/main" id="{A1647780-90CA-4918-81F6-D1021DAABDFE}"/>
              </a:ext>
            </a:extLst>
          </p:cNvPr>
          <p:cNvSpPr>
            <a:spLocks noGrp="1"/>
          </p:cNvSpPr>
          <p:nvPr/>
        </p:nvSpPr>
        <p:spPr>
          <a:xfrm>
            <a:off x="7334250"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2</a:t>
            </a:r>
          </a:p>
        </p:txBody>
      </p:sp>
      <p:sp>
        <p:nvSpPr>
          <p:cNvPr id="28" name="object-28">
            <a:extLst>
              <a:ext uri="{FF2B5EF4-FFF2-40B4-BE49-F238E27FC236}">
                <a16:creationId xmlns:a16="http://schemas.microsoft.com/office/drawing/2014/main" id="{DD41A3E6-1E92-45C6-8323-8BCC5FD89D85}"/>
              </a:ext>
            </a:extLst>
          </p:cNvPr>
          <p:cNvSpPr>
            <a:spLocks noGrp="1"/>
          </p:cNvSpPr>
          <p:nvPr/>
        </p:nvSpPr>
        <p:spPr>
          <a:xfrm>
            <a:off x="6369844" y="2988469"/>
            <a:ext cx="904875" cy="1976438"/>
          </a:xfrm>
          <a:prstGeom prst="rect">
            <a:avLst/>
          </a:prstGeom>
          <a:noFill/>
          <a:ln w="35719">
            <a:solidFill>
              <a:srgbClr val="9A5800"/>
            </a:solidFill>
          </a:ln>
        </p:spPr>
      </p:sp>
      <p:sp>
        <p:nvSpPr>
          <p:cNvPr id="29" name="object-29">
            <a:extLst>
              <a:ext uri="{FF2B5EF4-FFF2-40B4-BE49-F238E27FC236}">
                <a16:creationId xmlns:a16="http://schemas.microsoft.com/office/drawing/2014/main" id="{C6BB1F76-1D84-4C56-AEBA-6E3A672FA00E}"/>
              </a:ext>
            </a:extLst>
          </p:cNvPr>
          <p:cNvSpPr>
            <a:spLocks noGrp="1"/>
          </p:cNvSpPr>
          <p:nvPr/>
        </p:nvSpPr>
        <p:spPr>
          <a:xfrm>
            <a:off x="6405563"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30" name="object-30">
            <a:extLst>
              <a:ext uri="{FF2B5EF4-FFF2-40B4-BE49-F238E27FC236}">
                <a16:creationId xmlns:a16="http://schemas.microsoft.com/office/drawing/2014/main" id="{EBF27D74-8CD0-403B-AFC7-1287FB293ED8}"/>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8 + 2 = 10</a:t>
            </a:r>
          </a:p>
        </p:txBody>
      </p:sp>
      <p:sp>
        <p:nvSpPr>
          <p:cNvPr id="31" name="object-31">
            <a:extLst>
              <a:ext uri="{FF2B5EF4-FFF2-40B4-BE49-F238E27FC236}">
                <a16:creationId xmlns:a16="http://schemas.microsoft.com/office/drawing/2014/main" id="{7E512E20-B306-4781-8583-E4BFF41B1C6A}"/>
              </a:ext>
            </a:extLst>
          </p:cNvPr>
          <p:cNvSpPr>
            <a:spLocks noGrp="1"/>
          </p:cNvSpPr>
          <p:nvPr/>
        </p:nvSpPr>
        <p:spPr>
          <a:xfrm>
            <a:off x="6405563"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32" name="object-32">
            <a:extLst>
              <a:ext uri="{FF2B5EF4-FFF2-40B4-BE49-F238E27FC236}">
                <a16:creationId xmlns:a16="http://schemas.microsoft.com/office/drawing/2014/main" id="{9E6A8F7A-8213-40B3-8DE4-58EC3DE7BFC4}"/>
              </a:ext>
            </a:extLst>
          </p:cNvPr>
          <p:cNvSpPr>
            <a:spLocks noGrp="1"/>
          </p:cNvSpPr>
          <p:nvPr/>
        </p:nvSpPr>
        <p:spPr>
          <a:xfrm>
            <a:off x="5441156" y="2988469"/>
            <a:ext cx="904875" cy="1976438"/>
          </a:xfrm>
          <a:prstGeom prst="rect">
            <a:avLst/>
          </a:prstGeom>
          <a:noFill/>
          <a:ln w="35719">
            <a:solidFill>
              <a:srgbClr val="9A5800"/>
            </a:solidFill>
          </a:ln>
        </p:spPr>
      </p:sp>
      <p:sp>
        <p:nvSpPr>
          <p:cNvPr id="33" name="object-33">
            <a:extLst>
              <a:ext uri="{FF2B5EF4-FFF2-40B4-BE49-F238E27FC236}">
                <a16:creationId xmlns:a16="http://schemas.microsoft.com/office/drawing/2014/main" id="{BA8D8393-431F-461C-AE46-1443E4AF3564}"/>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+ 7 + 1 = 9</a:t>
            </a:r>
          </a:p>
        </p:txBody>
      </p:sp>
      <p:sp>
        <p:nvSpPr>
          <p:cNvPr id="34" name="object-34">
            <a:extLst>
              <a:ext uri="{FF2B5EF4-FFF2-40B4-BE49-F238E27FC236}">
                <a16:creationId xmlns:a16="http://schemas.microsoft.com/office/drawing/2014/main" id="{CFFF7EF3-0724-429E-A411-077FC107EA16}"/>
              </a:ext>
            </a:extLst>
          </p:cNvPr>
          <p:cNvSpPr>
            <a:spLocks noGrp="1"/>
          </p:cNvSpPr>
          <p:nvPr/>
        </p:nvSpPr>
        <p:spPr>
          <a:xfrm>
            <a:off x="547687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9</a:t>
            </a:r>
          </a:p>
        </p:txBody>
      </p:sp>
      <p:sp>
        <p:nvSpPr>
          <p:cNvPr id="35" name="object-35">
            <a:extLst>
              <a:ext uri="{FF2B5EF4-FFF2-40B4-BE49-F238E27FC236}">
                <a16:creationId xmlns:a16="http://schemas.microsoft.com/office/drawing/2014/main" id="{A47F9C3B-E504-4964-87B0-8CE43960212C}"/>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18,055 + 72,220 = 90,275</a:t>
            </a:r>
          </a:p>
        </p:txBody>
      </p:sp>
    </p:spTree>
    <p:extLst>
      <p:ext uri="{BB962C8B-B14F-4D97-AF65-F5344CB8AC3E}">
        <p14:creationId xmlns:p14="http://schemas.microsoft.com/office/powerpoint/2010/main" val="1453961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1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par>
                                <p:cTn id="18" presetID="1" presetClass="exit" presetSubtype="0" fill="hold" grpId="1" nodeType="withEffect">
                                  <p:stCondLst>
                                    <p:cond delay="0"/>
                                  </p:stCondLst>
                                  <p:childTnLst>
                                    <p:set>
                                      <p:cBhvr>
                                        <p:cTn id="19" dur="1" fill="hold">
                                          <p:stCondLst>
                                            <p:cond delay="0"/>
                                          </p:stCondLst>
                                        </p:cTn>
                                        <p:tgtEl>
                                          <p:spTgt spid="20"/>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2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23"/>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25"/>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8"/>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26"/>
                                        </p:tgtEl>
                                        <p:attrNameLst>
                                          <p:attrName>style.visibility</p:attrName>
                                        </p:attrNameLst>
                                      </p:cBhvr>
                                      <p:to>
                                        <p:strVal val="hidden"/>
                                      </p:to>
                                    </p:set>
                                  </p:childTnLst>
                                </p:cTn>
                              </p:par>
                              <p:par>
                                <p:cTn id="46" presetID="1"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childTnLst>
                                </p:cTn>
                              </p:par>
                            </p:childTnLst>
                          </p:cTn>
                        </p:par>
                        <p:par>
                          <p:cTn id="48" fill="hold">
                            <p:stCondLst>
                              <p:cond delay="0"/>
                            </p:stCondLst>
                            <p:childTnLst>
                              <p:par>
                                <p:cTn id="49" presetID="63" presetClass="path" presetSubtype="0" accel="50000" decel="50000" fill="hold" grpId="1" nodeType="afterEffect">
                                  <p:stCondLst>
                                    <p:cond delay="0"/>
                                  </p:stCondLst>
                                  <p:childTnLst>
                                    <p:animMotion origin="layout" path="M 0 0 L -0.0609375 0 E" pathEditMode="relative" ptsTypes="">
                                      <p:cBhvr>
                                        <p:cTn id="50" dur="800" fill="hold"/>
                                        <p:tgtEl>
                                          <p:spTgt spid="29"/>
                                        </p:tgtEl>
                                        <p:attrNameLst>
                                          <p:attrName>ppt_x</p:attrName>
                                          <p:attrName>ppt_y</p:attrName>
                                        </p:attrNameLst>
                                      </p:cBhvr>
                                    </p:animMotion>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par>
                          <p:cTn id="53" fill="hold">
                            <p:stCondLst>
                              <p:cond delay="800"/>
                            </p:stCondLst>
                            <p:childTnLst>
                              <p:par>
                                <p:cTn id="54" presetID="1" presetClass="entr" presetSubtype="0"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2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childTnLst>
                                </p:cTn>
                              </p:par>
                              <p:par>
                                <p:cTn id="62" presetID="1" presetClass="exit" presetSubtype="0" fill="hold" grpId="1" nodeType="withEffect">
                                  <p:stCondLst>
                                    <p:cond delay="0"/>
                                  </p:stCondLst>
                                  <p:childTnLst>
                                    <p:set>
                                      <p:cBhvr>
                                        <p:cTn id="63" dur="1" fill="hold">
                                          <p:stCondLst>
                                            <p:cond delay="0"/>
                                          </p:stCondLst>
                                        </p:cTn>
                                        <p:tgtEl>
                                          <p:spTgt spid="30"/>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3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1" grpId="0"/>
      <p:bldP spid="23" grpId="0"/>
      <p:bldP spid="23" grpId="1"/>
      <p:bldP spid="24" grpId="0"/>
      <p:bldP spid="26" grpId="0"/>
      <p:bldP spid="26" grpId="1"/>
      <p:bldP spid="27" grpId="0"/>
      <p:bldP spid="29" grpId="0"/>
      <p:bldP spid="29" grpId="1"/>
      <p:bldP spid="30" grpId="0"/>
      <p:bldP spid="30" grpId="1"/>
      <p:bldP spid="31" grpId="0"/>
      <p:bldP spid="33" grpId="0"/>
      <p:bldP spid="34" grpId="0"/>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object-1">
            <a:extLst>
              <a:ext uri="{FF2B5EF4-FFF2-40B4-BE49-F238E27FC236}">
                <a16:creationId xmlns:a16="http://schemas.microsoft.com/office/drawing/2014/main" id="{9013A84B-2ACB-491E-957A-2F506467BFE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78F2AEF9-F321-4BBA-AEAA-F1D5A836A7D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3,622 × 25.</a:t>
            </a:r>
          </a:p>
        </p:txBody>
      </p:sp>
      <p:sp>
        <p:nvSpPr>
          <p:cNvPr id="3" name="object-3">
            <a:extLst>
              <a:ext uri="{FF2B5EF4-FFF2-40B4-BE49-F238E27FC236}">
                <a16:creationId xmlns:a16="http://schemas.microsoft.com/office/drawing/2014/main" id="{3E51A995-4C4C-41E7-AD19-78B67398F17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8EACE31E-1DDB-420F-8AA1-AF4EB75CDAF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5" name="object-5">
            <a:extLst>
              <a:ext uri="{FF2B5EF4-FFF2-40B4-BE49-F238E27FC236}">
                <a16:creationId xmlns:a16="http://schemas.microsoft.com/office/drawing/2014/main" id="{DE476DB3-38F2-42B6-970A-74BAEF512CC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6" name="object-6">
            <a:extLst>
              <a:ext uri="{FF2B5EF4-FFF2-40B4-BE49-F238E27FC236}">
                <a16:creationId xmlns:a16="http://schemas.microsoft.com/office/drawing/2014/main" id="{F51A25BE-8148-44A2-83BB-64B96E6C545F}"/>
              </a:ext>
            </a:extLst>
          </p:cNvPr>
          <p:cNvSpPr>
            <a:spLocks noGrp="1"/>
          </p:cNvSpPr>
          <p:nvPr/>
        </p:nvSpPr>
        <p:spPr>
          <a:xfrm>
            <a:off x="74056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3</a:t>
            </a:r>
          </a:p>
        </p:txBody>
      </p:sp>
      <p:sp>
        <p:nvSpPr>
          <p:cNvPr id="7" name="object-7">
            <a:extLst>
              <a:ext uri="{FF2B5EF4-FFF2-40B4-BE49-F238E27FC236}">
                <a16:creationId xmlns:a16="http://schemas.microsoft.com/office/drawing/2014/main" id="{EAE8923B-225F-4F19-9612-3F2B30097F1A}"/>
              </a:ext>
            </a:extLst>
          </p:cNvPr>
          <p:cNvSpPr>
            <a:spLocks noGrp="1"/>
          </p:cNvSpPr>
          <p:nvPr/>
        </p:nvSpPr>
        <p:spPr>
          <a:xfrm>
            <a:off x="82629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6</a:t>
            </a:r>
          </a:p>
        </p:txBody>
      </p:sp>
      <p:sp>
        <p:nvSpPr>
          <p:cNvPr id="8" name="object-8">
            <a:extLst>
              <a:ext uri="{FF2B5EF4-FFF2-40B4-BE49-F238E27FC236}">
                <a16:creationId xmlns:a16="http://schemas.microsoft.com/office/drawing/2014/main" id="{9395C8A4-633E-43F0-BFAF-824BA91697FD}"/>
              </a:ext>
            </a:extLst>
          </p:cNvPr>
          <p:cNvSpPr>
            <a:spLocks noGrp="1"/>
          </p:cNvSpPr>
          <p:nvPr/>
        </p:nvSpPr>
        <p:spPr>
          <a:xfrm>
            <a:off x="91201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9B72E4E2-9112-49A8-A625-B6BB1780DFA1}"/>
              </a:ext>
            </a:extLst>
          </p:cNvPr>
          <p:cNvSpPr>
            <a:spLocks noGrp="1"/>
          </p:cNvSpPr>
          <p:nvPr/>
        </p:nvSpPr>
        <p:spPr>
          <a:xfrm>
            <a:off x="99774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DB5A646A-72AB-471E-83AA-1CEB4D3A3DA6}"/>
              </a:ext>
            </a:extLst>
          </p:cNvPr>
          <p:cNvSpPr>
            <a:spLocks noGrp="1"/>
          </p:cNvSpPr>
          <p:nvPr/>
        </p:nvSpPr>
        <p:spPr>
          <a:xfrm>
            <a:off x="5834063" y="3690938"/>
            <a:ext cx="714375" cy="714375"/>
          </a:xfrm>
          <a:prstGeom prst="rect">
            <a:avLst/>
          </a:prstGeom>
          <a:noFill/>
          <a:ln w="0">
            <a:noFill/>
          </a:ln>
        </p:spPr>
        <p:txBody>
          <a:bodyPr anchor="ctr">
            <a:noAutofit/>
          </a:bodyPr>
          <a:lstStyle/>
          <a:p>
            <a:pPr algn="l">
              <a:defRPr sz="3938" b="0">
                <a:solidFill>
                  <a:srgbClr val="172B4D"/>
                </a:solidFill>
                <a:latin typeface="Arial"/>
                <a:ea typeface="Arial"/>
                <a:cs typeface="Arial"/>
              </a:defRPr>
            </a:pPr>
            <a:r>
              <a:rPr sz="3938" b="0">
                <a:solidFill>
                  <a:srgbClr val="172B4D"/>
                </a:solidFill>
                <a:latin typeface="Arial"/>
                <a:ea typeface="Arial"/>
                <a:cs typeface="Arial"/>
              </a:rPr>
              <a:t>×</a:t>
            </a:r>
          </a:p>
        </p:txBody>
      </p:sp>
      <p:sp>
        <p:nvSpPr>
          <p:cNvPr id="11" name="object-11">
            <a:extLst>
              <a:ext uri="{FF2B5EF4-FFF2-40B4-BE49-F238E27FC236}">
                <a16:creationId xmlns:a16="http://schemas.microsoft.com/office/drawing/2014/main" id="{B5D91C66-9601-42AF-B91D-295EAEBF6421}"/>
              </a:ext>
            </a:extLst>
          </p:cNvPr>
          <p:cNvSpPr>
            <a:spLocks noGrp="1"/>
          </p:cNvSpPr>
          <p:nvPr/>
        </p:nvSpPr>
        <p:spPr>
          <a:xfrm>
            <a:off x="9120188" y="3690938"/>
            <a:ext cx="1619250" cy="714375"/>
          </a:xfrm>
          <a:prstGeom prst="rect">
            <a:avLst/>
          </a:prstGeom>
          <a:noFill/>
          <a:ln w="0">
            <a:noFill/>
          </a:ln>
        </p:spPr>
        <p:txBody>
          <a:bodyPr anchor="ctr">
            <a:noAutofit/>
          </a:bodyPr>
          <a:lstStyle/>
          <a:p>
            <a:pPr algn="r">
              <a:defRPr sz="3938" b="1">
                <a:solidFill>
                  <a:srgbClr val="1D4ED8"/>
                </a:solidFill>
                <a:latin typeface="Arial"/>
                <a:ea typeface="Arial"/>
                <a:cs typeface="Arial"/>
              </a:defRPr>
            </a:pPr>
            <a:r>
              <a:rPr sz="3938" b="1">
                <a:solidFill>
                  <a:srgbClr val="1D4ED8"/>
                </a:solidFill>
                <a:latin typeface="Arial"/>
                <a:ea typeface="Arial"/>
                <a:cs typeface="Arial"/>
              </a:rPr>
              <a:t>25</a:t>
            </a:r>
          </a:p>
        </p:txBody>
      </p:sp>
      <p:sp>
        <p:nvSpPr>
          <p:cNvPr id="12" name="object-12">
            <a:extLst>
              <a:ext uri="{FF2B5EF4-FFF2-40B4-BE49-F238E27FC236}">
                <a16:creationId xmlns:a16="http://schemas.microsoft.com/office/drawing/2014/main" id="{0EA5D46E-63E2-4B3D-9382-47404B363122}"/>
              </a:ext>
            </a:extLst>
          </p:cNvPr>
          <p:cNvSpPr>
            <a:spLocks noGrp="1"/>
          </p:cNvSpPr>
          <p:nvPr/>
        </p:nvSpPr>
        <p:spPr>
          <a:xfrm>
            <a:off x="6369844" y="4464844"/>
            <a:ext cx="4583906" cy="35719"/>
          </a:xfrm>
          <a:prstGeom prst="rect">
            <a:avLst/>
          </a:prstGeom>
          <a:solidFill>
            <a:srgbClr val="172B4D"/>
          </a:solidFill>
          <a:ln w="0">
            <a:noFill/>
          </a:ln>
        </p:spPr>
      </p:sp>
      <p:sp>
        <p:nvSpPr>
          <p:cNvPr id="13" name="object-13">
            <a:extLst>
              <a:ext uri="{FF2B5EF4-FFF2-40B4-BE49-F238E27FC236}">
                <a16:creationId xmlns:a16="http://schemas.microsoft.com/office/drawing/2014/main" id="{6D5783B9-397E-444B-831A-C700F33537FA}"/>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2 = 10</a:t>
            </a:r>
          </a:p>
        </p:txBody>
      </p:sp>
      <p:sp>
        <p:nvSpPr>
          <p:cNvPr id="14" name="object-14">
            <a:extLst>
              <a:ext uri="{FF2B5EF4-FFF2-40B4-BE49-F238E27FC236}">
                <a16:creationId xmlns:a16="http://schemas.microsoft.com/office/drawing/2014/main" id="{018484F7-2ED7-406B-9C8F-C3562EBAFAA2}"/>
              </a:ext>
            </a:extLst>
          </p:cNvPr>
          <p:cNvSpPr>
            <a:spLocks noGrp="1"/>
          </p:cNvSpPr>
          <p:nvPr/>
        </p:nvSpPr>
        <p:spPr>
          <a:xfrm>
            <a:off x="9977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15" name="object-15">
            <a:extLst>
              <a:ext uri="{FF2B5EF4-FFF2-40B4-BE49-F238E27FC236}">
                <a16:creationId xmlns:a16="http://schemas.microsoft.com/office/drawing/2014/main" id="{5D0498A9-0873-4AAD-80A4-9B576A6BABF6}"/>
              </a:ext>
            </a:extLst>
          </p:cNvPr>
          <p:cNvSpPr>
            <a:spLocks noGrp="1"/>
          </p:cNvSpPr>
          <p:nvPr/>
        </p:nvSpPr>
        <p:spPr>
          <a:xfrm>
            <a:off x="99774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16" name="object-16">
            <a:extLst>
              <a:ext uri="{FF2B5EF4-FFF2-40B4-BE49-F238E27FC236}">
                <a16:creationId xmlns:a16="http://schemas.microsoft.com/office/drawing/2014/main" id="{515BC2EB-56DD-40C9-830E-B4C085AEC09E}"/>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2 + 1 = 11</a:t>
            </a:r>
          </a:p>
        </p:txBody>
      </p:sp>
      <p:sp>
        <p:nvSpPr>
          <p:cNvPr id="17" name="object-17">
            <a:extLst>
              <a:ext uri="{FF2B5EF4-FFF2-40B4-BE49-F238E27FC236}">
                <a16:creationId xmlns:a16="http://schemas.microsoft.com/office/drawing/2014/main" id="{49AD3ED5-6104-44E2-80A2-3D564D244313}"/>
              </a:ext>
            </a:extLst>
          </p:cNvPr>
          <p:cNvSpPr>
            <a:spLocks noGrp="1"/>
          </p:cNvSpPr>
          <p:nvPr/>
        </p:nvSpPr>
        <p:spPr>
          <a:xfrm>
            <a:off x="91201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18" name="object-18">
            <a:extLst>
              <a:ext uri="{FF2B5EF4-FFF2-40B4-BE49-F238E27FC236}">
                <a16:creationId xmlns:a16="http://schemas.microsoft.com/office/drawing/2014/main" id="{C7EB8AD0-2C2D-4736-9FA1-58DA1863490E}"/>
              </a:ext>
            </a:extLst>
          </p:cNvPr>
          <p:cNvSpPr>
            <a:spLocks noGrp="1"/>
          </p:cNvSpPr>
          <p:nvPr/>
        </p:nvSpPr>
        <p:spPr>
          <a:xfrm>
            <a:off x="912018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19" name="object-19">
            <a:extLst>
              <a:ext uri="{FF2B5EF4-FFF2-40B4-BE49-F238E27FC236}">
                <a16:creationId xmlns:a16="http://schemas.microsoft.com/office/drawing/2014/main" id="{9F0304CC-60CF-467A-8ED7-0AF628C0712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6 + 1 = 31</a:t>
            </a:r>
          </a:p>
        </p:txBody>
      </p:sp>
      <p:sp>
        <p:nvSpPr>
          <p:cNvPr id="20" name="object-20">
            <a:extLst>
              <a:ext uri="{FF2B5EF4-FFF2-40B4-BE49-F238E27FC236}">
                <a16:creationId xmlns:a16="http://schemas.microsoft.com/office/drawing/2014/main" id="{7F6639FC-6111-4579-9328-645DAF7F3973}"/>
              </a:ext>
            </a:extLst>
          </p:cNvPr>
          <p:cNvSpPr>
            <a:spLocks noGrp="1"/>
          </p:cNvSpPr>
          <p:nvPr/>
        </p:nvSpPr>
        <p:spPr>
          <a:xfrm>
            <a:off x="82629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1" name="object-21">
            <a:extLst>
              <a:ext uri="{FF2B5EF4-FFF2-40B4-BE49-F238E27FC236}">
                <a16:creationId xmlns:a16="http://schemas.microsoft.com/office/drawing/2014/main" id="{E409DB9B-7837-43D0-86C5-3238BF65787E}"/>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3</a:t>
            </a:r>
          </a:p>
        </p:txBody>
      </p:sp>
      <p:sp>
        <p:nvSpPr>
          <p:cNvPr id="22" name="object-22">
            <a:extLst>
              <a:ext uri="{FF2B5EF4-FFF2-40B4-BE49-F238E27FC236}">
                <a16:creationId xmlns:a16="http://schemas.microsoft.com/office/drawing/2014/main" id="{67233C95-8ECC-4ECE-9DF5-C204274FCF8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3 + 3 = 18</a:t>
            </a:r>
          </a:p>
        </p:txBody>
      </p:sp>
      <p:sp>
        <p:nvSpPr>
          <p:cNvPr id="23" name="object-23">
            <a:extLst>
              <a:ext uri="{FF2B5EF4-FFF2-40B4-BE49-F238E27FC236}">
                <a16:creationId xmlns:a16="http://schemas.microsoft.com/office/drawing/2014/main" id="{06A19F10-808E-4944-A0B9-303F728777E7}"/>
              </a:ext>
            </a:extLst>
          </p:cNvPr>
          <p:cNvSpPr>
            <a:spLocks noGrp="1"/>
          </p:cNvSpPr>
          <p:nvPr/>
        </p:nvSpPr>
        <p:spPr>
          <a:xfrm>
            <a:off x="6548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4" name="object-24">
            <a:extLst>
              <a:ext uri="{FF2B5EF4-FFF2-40B4-BE49-F238E27FC236}">
                <a16:creationId xmlns:a16="http://schemas.microsoft.com/office/drawing/2014/main" id="{D13766D0-EC9A-473F-8704-6510EC7CEC77}"/>
              </a:ext>
            </a:extLst>
          </p:cNvPr>
          <p:cNvSpPr>
            <a:spLocks noGrp="1"/>
          </p:cNvSpPr>
          <p:nvPr/>
        </p:nvSpPr>
        <p:spPr>
          <a:xfrm>
            <a:off x="74056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8</a:t>
            </a:r>
          </a:p>
        </p:txBody>
      </p:sp>
      <p:sp>
        <p:nvSpPr>
          <p:cNvPr id="25" name="object-25">
            <a:extLst>
              <a:ext uri="{FF2B5EF4-FFF2-40B4-BE49-F238E27FC236}">
                <a16:creationId xmlns:a16="http://schemas.microsoft.com/office/drawing/2014/main" id="{328D48EF-EE2D-4C65-A559-007601239BC9}"/>
              </a:ext>
            </a:extLst>
          </p:cNvPr>
          <p:cNvSpPr>
            <a:spLocks noGrp="1"/>
          </p:cNvSpPr>
          <p:nvPr/>
        </p:nvSpPr>
        <p:spPr>
          <a:xfrm>
            <a:off x="9977438" y="5607844"/>
            <a:ext cx="762000" cy="773906"/>
          </a:xfrm>
          <a:prstGeom prst="rect">
            <a:avLst/>
          </a:prstGeom>
          <a:noFill/>
          <a:ln w="0">
            <a:noFill/>
          </a:ln>
        </p:spPr>
        <p:txBody>
          <a:bodyPr anchor="ctr">
            <a:noAutofit/>
          </a:bodyPr>
          <a:lstStyle/>
          <a:p>
            <a:pPr algn="ctr">
              <a:defRPr sz="4219" b="1">
                <a:solidFill>
                  <a:srgbClr val="9A5800"/>
                </a:solidFill>
                <a:latin typeface="Arial"/>
                <a:ea typeface="Arial"/>
                <a:cs typeface="Arial"/>
              </a:defRPr>
            </a:pPr>
            <a:r>
              <a:rPr sz="4219" b="1">
                <a:solidFill>
                  <a:srgbClr val="9A5800"/>
                </a:solidFill>
                <a:latin typeface="Arial"/>
                <a:ea typeface="Arial"/>
                <a:cs typeface="Arial"/>
              </a:rPr>
              <a:t>0</a:t>
            </a:r>
          </a:p>
        </p:txBody>
      </p:sp>
      <p:sp>
        <p:nvSpPr>
          <p:cNvPr id="26" name="object-26">
            <a:extLst>
              <a:ext uri="{FF2B5EF4-FFF2-40B4-BE49-F238E27FC236}">
                <a16:creationId xmlns:a16="http://schemas.microsoft.com/office/drawing/2014/main" id="{B5866EB1-C1D1-49AC-B97E-49F3E486C45F}"/>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2 = 4</a:t>
            </a:r>
          </a:p>
        </p:txBody>
      </p:sp>
      <p:sp>
        <p:nvSpPr>
          <p:cNvPr id="27" name="object-27">
            <a:extLst>
              <a:ext uri="{FF2B5EF4-FFF2-40B4-BE49-F238E27FC236}">
                <a16:creationId xmlns:a16="http://schemas.microsoft.com/office/drawing/2014/main" id="{C0EA7716-917C-434D-BBD5-C010E2593E37}"/>
              </a:ext>
            </a:extLst>
          </p:cNvPr>
          <p:cNvSpPr>
            <a:spLocks noGrp="1"/>
          </p:cNvSpPr>
          <p:nvPr/>
        </p:nvSpPr>
        <p:spPr>
          <a:xfrm>
            <a:off x="91201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28" name="object-28">
            <a:extLst>
              <a:ext uri="{FF2B5EF4-FFF2-40B4-BE49-F238E27FC236}">
                <a16:creationId xmlns:a16="http://schemas.microsoft.com/office/drawing/2014/main" id="{D4F92903-4459-4782-BB53-B2540292DF8B}"/>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2 = 4</a:t>
            </a:r>
          </a:p>
        </p:txBody>
      </p:sp>
      <p:sp>
        <p:nvSpPr>
          <p:cNvPr id="29" name="object-29">
            <a:extLst>
              <a:ext uri="{FF2B5EF4-FFF2-40B4-BE49-F238E27FC236}">
                <a16:creationId xmlns:a16="http://schemas.microsoft.com/office/drawing/2014/main" id="{C52EA796-3641-4CCC-BC6A-010ADFC26CDF}"/>
              </a:ext>
            </a:extLst>
          </p:cNvPr>
          <p:cNvSpPr>
            <a:spLocks noGrp="1"/>
          </p:cNvSpPr>
          <p:nvPr/>
        </p:nvSpPr>
        <p:spPr>
          <a:xfrm>
            <a:off x="82629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30" name="object-30">
            <a:extLst>
              <a:ext uri="{FF2B5EF4-FFF2-40B4-BE49-F238E27FC236}">
                <a16:creationId xmlns:a16="http://schemas.microsoft.com/office/drawing/2014/main" id="{FEFC8112-390A-465C-A7E1-02F7DCAF4E9A}"/>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6 = 12</a:t>
            </a:r>
          </a:p>
        </p:txBody>
      </p:sp>
      <p:sp>
        <p:nvSpPr>
          <p:cNvPr id="31" name="object-31">
            <a:extLst>
              <a:ext uri="{FF2B5EF4-FFF2-40B4-BE49-F238E27FC236}">
                <a16:creationId xmlns:a16="http://schemas.microsoft.com/office/drawing/2014/main" id="{05AF5A79-30BF-45DD-9D98-B2B6442186A8}"/>
              </a:ext>
            </a:extLst>
          </p:cNvPr>
          <p:cNvSpPr>
            <a:spLocks noGrp="1"/>
          </p:cNvSpPr>
          <p:nvPr/>
        </p:nvSpPr>
        <p:spPr>
          <a:xfrm>
            <a:off x="74056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32" name="object-32">
            <a:extLst>
              <a:ext uri="{FF2B5EF4-FFF2-40B4-BE49-F238E27FC236}">
                <a16:creationId xmlns:a16="http://schemas.microsoft.com/office/drawing/2014/main" id="{4152EAB1-7F52-4E6E-A3D1-19679C061EAC}"/>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33" name="object-33">
            <a:extLst>
              <a:ext uri="{FF2B5EF4-FFF2-40B4-BE49-F238E27FC236}">
                <a16:creationId xmlns:a16="http://schemas.microsoft.com/office/drawing/2014/main" id="{DE280776-74C5-4279-8B71-351BCE5DB874}"/>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3 + 1 = 7</a:t>
            </a:r>
          </a:p>
        </p:txBody>
      </p:sp>
      <p:sp>
        <p:nvSpPr>
          <p:cNvPr id="34" name="object-34">
            <a:extLst>
              <a:ext uri="{FF2B5EF4-FFF2-40B4-BE49-F238E27FC236}">
                <a16:creationId xmlns:a16="http://schemas.microsoft.com/office/drawing/2014/main" id="{505B82BA-0425-4DD0-94B2-AC8C6A6690F1}"/>
              </a:ext>
            </a:extLst>
          </p:cNvPr>
          <p:cNvSpPr>
            <a:spLocks noGrp="1"/>
          </p:cNvSpPr>
          <p:nvPr/>
        </p:nvSpPr>
        <p:spPr>
          <a:xfrm>
            <a:off x="65484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5" name="object-35">
            <a:extLst>
              <a:ext uri="{FF2B5EF4-FFF2-40B4-BE49-F238E27FC236}">
                <a16:creationId xmlns:a16="http://schemas.microsoft.com/office/drawing/2014/main" id="{0E68FE3C-CFEE-4807-9565-FEE1162CC128}"/>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Now add the partial products: 18,110 + 72,440.</a:t>
            </a:r>
          </a:p>
        </p:txBody>
      </p:sp>
    </p:spTree>
    <p:extLst>
      <p:ext uri="{BB962C8B-B14F-4D97-AF65-F5344CB8AC3E}">
        <p14:creationId xmlns:p14="http://schemas.microsoft.com/office/powerpoint/2010/main" val="28623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par>
                          <p:cTn id="12" fill="hold">
                            <p:stCondLst>
                              <p:cond delay="0"/>
                            </p:stCondLst>
                            <p:childTnLst>
                              <p:par>
                                <p:cTn id="13" presetID="63" presetClass="path" presetSubtype="0" accel="50000" decel="50000" fill="hold" grpId="1" nodeType="afterEffect">
                                  <p:stCondLst>
                                    <p:cond delay="0"/>
                                  </p:stCondLst>
                                  <p:childTnLst>
                                    <p:animMotion origin="layout" path="M 0 0 L -0.05625 0 E" pathEditMode="relative" ptsTypes="">
                                      <p:cBhvr>
                                        <p:cTn id="14" dur="800" fill="hold"/>
                                        <p:tgtEl>
                                          <p:spTgt spid="1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par>
                                <p:cTn id="21" presetID="1" presetClass="exit" presetSubtype="0" fill="hold" grpId="2" nodeType="withEffect">
                                  <p:stCondLst>
                                    <p:cond delay="0"/>
                                  </p:stCondLst>
                                  <p:childTnLst>
                                    <p:set>
                                      <p:cBhvr>
                                        <p:cTn id="22" dur="1" fill="hold">
                                          <p:stCondLst>
                                            <p:cond delay="0"/>
                                          </p:stCondLst>
                                        </p:cTn>
                                        <p:tgtEl>
                                          <p:spTgt spid="15"/>
                                        </p:tgtEl>
                                        <p:attrNameLst>
                                          <p:attrName>style.visibility</p:attrName>
                                        </p:attrNameLst>
                                      </p:cBhvr>
                                      <p:to>
                                        <p:strVal val="hidden"/>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par>
                          <p:cTn id="28" fill="hold">
                            <p:stCondLst>
                              <p:cond delay="0"/>
                            </p:stCondLst>
                            <p:childTnLst>
                              <p:par>
                                <p:cTn id="29" presetID="63" presetClass="path" presetSubtype="0" accel="50000" decel="50000" fill="hold" grpId="1" nodeType="afterEffect">
                                  <p:stCondLst>
                                    <p:cond delay="0"/>
                                  </p:stCondLst>
                                  <p:childTnLst>
                                    <p:animMotion origin="layout" path="M 0 0 L -0.05625 0 E" pathEditMode="relative" ptsTypes="">
                                      <p:cBhvr>
                                        <p:cTn id="30" dur="800" fill="hold"/>
                                        <p:tgtEl>
                                          <p:spTgt spid="18"/>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6"/>
                                        </p:tgtEl>
                                        <p:attrNameLst>
                                          <p:attrName>style.visibility</p:attrName>
                                        </p:attrNameLst>
                                      </p:cBhvr>
                                      <p:to>
                                        <p:strVal val="hidden"/>
                                      </p:to>
                                    </p:set>
                                  </p:childTnLst>
                                </p:cTn>
                              </p:par>
                              <p:par>
                                <p:cTn id="37" presetID="1" presetClass="exit" presetSubtype="0" fill="hold" grpId="2" nodeType="withEffect">
                                  <p:stCondLst>
                                    <p:cond delay="0"/>
                                  </p:stCondLst>
                                  <p:childTnLst>
                                    <p:set>
                                      <p:cBhvr>
                                        <p:cTn id="38" dur="1" fill="hold">
                                          <p:stCondLst>
                                            <p:cond delay="0"/>
                                          </p:stCondLst>
                                        </p:cTn>
                                        <p:tgtEl>
                                          <p:spTgt spid="18"/>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childTnLst>
                          </p:cTn>
                        </p:par>
                        <p:par>
                          <p:cTn id="44" fill="hold">
                            <p:stCondLst>
                              <p:cond delay="0"/>
                            </p:stCondLst>
                            <p:childTnLst>
                              <p:par>
                                <p:cTn id="45" presetID="63" presetClass="path" presetSubtype="0" accel="50000" decel="50000" fill="hold" grpId="1" nodeType="afterEffect">
                                  <p:stCondLst>
                                    <p:cond delay="0"/>
                                  </p:stCondLst>
                                  <p:childTnLst>
                                    <p:animMotion origin="layout" path="M 0 0 L -0.05625 0 E" pathEditMode="relative" ptsTypes="">
                                      <p:cBhvr>
                                        <p:cTn id="46" dur="800" fill="hold"/>
                                        <p:tgtEl>
                                          <p:spTgt spid="21"/>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par>
                                <p:cTn id="53" presetID="1" presetClass="exit" presetSubtype="0" fill="hold" grpId="2" nodeType="withEffect">
                                  <p:stCondLst>
                                    <p:cond delay="0"/>
                                  </p:stCondLst>
                                  <p:childTnLst>
                                    <p:set>
                                      <p:cBhvr>
                                        <p:cTn id="54" dur="1" fill="hold">
                                          <p:stCondLst>
                                            <p:cond delay="0"/>
                                          </p:stCondLst>
                                        </p:cTn>
                                        <p:tgtEl>
                                          <p:spTgt spid="21"/>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6"/>
                                        </p:tgtEl>
                                        <p:attrNameLst>
                                          <p:attrName>style.visibility</p:attrName>
                                        </p:attrNameLst>
                                      </p:cBhvr>
                                      <p:to>
                                        <p:strVal val="visible"/>
                                      </p:to>
                                    </p:set>
                                  </p:childTnLst>
                                </p:cTn>
                              </p:par>
                              <p:par>
                                <p:cTn id="68" presetID="1" presetClass="exit" presetSubtype="0" fill="hold" grpId="1" nodeType="withEffect">
                                  <p:stCondLst>
                                    <p:cond delay="0"/>
                                  </p:stCondLst>
                                  <p:childTnLst>
                                    <p:set>
                                      <p:cBhvr>
                                        <p:cTn id="69" dur="1" fill="hold">
                                          <p:stCondLst>
                                            <p:cond delay="0"/>
                                          </p:stCondLst>
                                        </p:cTn>
                                        <p:tgtEl>
                                          <p:spTgt spid="22"/>
                                        </p:tgtEl>
                                        <p:attrNameLst>
                                          <p:attrName>style.visibility</p:attrName>
                                        </p:attrNameLst>
                                      </p:cBhvr>
                                      <p:to>
                                        <p:strVal val="hidden"/>
                                      </p:to>
                                    </p:set>
                                  </p:childTnLst>
                                </p:cTn>
                              </p:par>
                            </p:childTnLst>
                          </p:cTn>
                        </p:par>
                        <p:par>
                          <p:cTn id="70" fill="hold">
                            <p:stCondLst>
                              <p:cond delay="0"/>
                            </p:stCondLst>
                            <p:childTnLst>
                              <p:par>
                                <p:cTn id="71" presetID="1" presetClass="entr" presetSubtype="0" fill="hold" grpId="0" nodeType="after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26"/>
                                        </p:tgtEl>
                                        <p:attrNameLst>
                                          <p:attrName>style.visibility</p:attrName>
                                        </p:attrNameLst>
                                      </p:cBhvr>
                                      <p:to>
                                        <p:strVal val="hidden"/>
                                      </p:to>
                                    </p:set>
                                  </p:childTnLst>
                                </p:cTn>
                              </p:par>
                            </p:childTnLst>
                          </p:cTn>
                        </p:par>
                        <p:par>
                          <p:cTn id="79" fill="hold">
                            <p:stCondLst>
                              <p:cond delay="0"/>
                            </p:stCondLst>
                            <p:childTnLst>
                              <p:par>
                                <p:cTn id="80" presetID="1" presetClass="entr" presetSubtype="0" fill="hold" grpId="0" nodeType="afterEffect">
                                  <p:stCondLst>
                                    <p:cond delay="0"/>
                                  </p:stCondLst>
                                  <p:childTnLst>
                                    <p:set>
                                      <p:cBhvr>
                                        <p:cTn id="81" dur="1" fill="hold">
                                          <p:stCondLst>
                                            <p:cond delay="0"/>
                                          </p:stCondLst>
                                        </p:cTn>
                                        <p:tgtEl>
                                          <p:spTgt spid="2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0"/>
                                        </p:tgtEl>
                                        <p:attrNameLst>
                                          <p:attrName>style.visibility</p:attrName>
                                        </p:attrNameLst>
                                      </p:cBhvr>
                                      <p:to>
                                        <p:strVal val="visible"/>
                                      </p:to>
                                    </p:set>
                                  </p:childTnLst>
                                </p:cTn>
                              </p:par>
                              <p:par>
                                <p:cTn id="86" presetID="1" presetClass="exit" presetSubtype="0" fill="hold" grpId="1" nodeType="withEffect">
                                  <p:stCondLst>
                                    <p:cond delay="0"/>
                                  </p:stCondLst>
                                  <p:childTnLst>
                                    <p:set>
                                      <p:cBhvr>
                                        <p:cTn id="87" dur="1" fill="hold">
                                          <p:stCondLst>
                                            <p:cond delay="0"/>
                                          </p:stCondLst>
                                        </p:cTn>
                                        <p:tgtEl>
                                          <p:spTgt spid="28"/>
                                        </p:tgtEl>
                                        <p:attrNameLst>
                                          <p:attrName>style.visibility</p:attrName>
                                        </p:attrNameLst>
                                      </p:cBhvr>
                                      <p:to>
                                        <p:strVal val="hidden"/>
                                      </p:to>
                                    </p:set>
                                  </p:childTnLst>
                                </p:cTn>
                              </p:par>
                            </p:childTnLst>
                          </p:cTn>
                        </p:par>
                        <p:par>
                          <p:cTn id="88" fill="hold">
                            <p:stCondLst>
                              <p:cond delay="0"/>
                            </p:stCondLst>
                            <p:childTnLst>
                              <p:par>
                                <p:cTn id="89" presetID="1" presetClass="entr" presetSubtype="0" fill="hold" grpId="0" nodeType="after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childTnLst>
                                </p:cTn>
                              </p:par>
                            </p:childTnLst>
                          </p:cTn>
                        </p:par>
                        <p:par>
                          <p:cTn id="93" fill="hold">
                            <p:stCondLst>
                              <p:cond delay="0"/>
                            </p:stCondLst>
                            <p:childTnLst>
                              <p:par>
                                <p:cTn id="94" presetID="63" presetClass="path" presetSubtype="0" accel="50000" decel="50000" fill="hold" grpId="1" nodeType="afterEffect">
                                  <p:stCondLst>
                                    <p:cond delay="0"/>
                                  </p:stCondLst>
                                  <p:childTnLst>
                                    <p:animMotion origin="layout" path="M 0 0 L -0.05625 0 E" pathEditMode="relative" ptsTypes="">
                                      <p:cBhvr>
                                        <p:cTn id="95" dur="800" fill="hold"/>
                                        <p:tgtEl>
                                          <p:spTgt spid="32"/>
                                        </p:tgtEl>
                                        <p:attrNameLst>
                                          <p:attrName>ppt_x</p:attrName>
                                          <p:attrName>ppt_y</p:attrName>
                                        </p:attrNameLst>
                                      </p:cBhvr>
                                    </p:animMotion>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3"/>
                                        </p:tgtEl>
                                        <p:attrNameLst>
                                          <p:attrName>style.visibility</p:attrName>
                                        </p:attrNameLst>
                                      </p:cBhvr>
                                      <p:to>
                                        <p:strVal val="visible"/>
                                      </p:to>
                                    </p:set>
                                  </p:childTnLst>
                                </p:cTn>
                              </p:par>
                              <p:par>
                                <p:cTn id="100" presetID="1" presetClass="exit" presetSubtype="0" fill="hold" grpId="1" nodeType="withEffect">
                                  <p:stCondLst>
                                    <p:cond delay="0"/>
                                  </p:stCondLst>
                                  <p:childTnLst>
                                    <p:set>
                                      <p:cBhvr>
                                        <p:cTn id="101" dur="1" fill="hold">
                                          <p:stCondLst>
                                            <p:cond delay="0"/>
                                          </p:stCondLst>
                                        </p:cTn>
                                        <p:tgtEl>
                                          <p:spTgt spid="30"/>
                                        </p:tgtEl>
                                        <p:attrNameLst>
                                          <p:attrName>style.visibility</p:attrName>
                                        </p:attrNameLst>
                                      </p:cBhvr>
                                      <p:to>
                                        <p:strVal val="hidden"/>
                                      </p:to>
                                    </p:set>
                                  </p:childTnLst>
                                </p:cTn>
                              </p:par>
                              <p:par>
                                <p:cTn id="102" presetID="1" presetClass="exit" presetSubtype="0" fill="hold" grpId="2" nodeType="withEffect">
                                  <p:stCondLst>
                                    <p:cond delay="0"/>
                                  </p:stCondLst>
                                  <p:childTnLst>
                                    <p:set>
                                      <p:cBhvr>
                                        <p:cTn id="103" dur="1" fill="hold">
                                          <p:stCondLst>
                                            <p:cond delay="0"/>
                                          </p:stCondLst>
                                        </p:cTn>
                                        <p:tgtEl>
                                          <p:spTgt spid="32"/>
                                        </p:tgtEl>
                                        <p:attrNameLst>
                                          <p:attrName>style.visibility</p:attrName>
                                        </p:attrNameLst>
                                      </p:cBhvr>
                                      <p:to>
                                        <p:strVal val="hidden"/>
                                      </p:to>
                                    </p:set>
                                  </p:childTnLst>
                                </p:cTn>
                              </p:par>
                            </p:childTnLst>
                          </p:cTn>
                        </p:par>
                        <p:par>
                          <p:cTn id="104" fill="hold">
                            <p:stCondLst>
                              <p:cond delay="0"/>
                            </p:stCondLst>
                            <p:childTnLst>
                              <p:par>
                                <p:cTn id="105" presetID="1" presetClass="entr" presetSubtype="0" fill="hold" grpId="0" nodeType="afterEffect">
                                  <p:stCondLst>
                                    <p:cond delay="0"/>
                                  </p:stCondLst>
                                  <p:childTnLst>
                                    <p:set>
                                      <p:cBhvr>
                                        <p:cTn id="106" dur="1" fill="hold">
                                          <p:stCondLst>
                                            <p:cond delay="0"/>
                                          </p:stCondLst>
                                        </p:cTn>
                                        <p:tgtEl>
                                          <p:spTgt spid="3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5" grpId="0"/>
      <p:bldP spid="15" grpId="1"/>
      <p:bldP spid="15" grpId="2"/>
      <p:bldP spid="16" grpId="0"/>
      <p:bldP spid="16" grpId="1"/>
      <p:bldP spid="17" grpId="0"/>
      <p:bldP spid="18" grpId="0"/>
      <p:bldP spid="18" grpId="1"/>
      <p:bldP spid="18" grpId="2"/>
      <p:bldP spid="19" grpId="0"/>
      <p:bldP spid="19" grpId="1"/>
      <p:bldP spid="20" grpId="0"/>
      <p:bldP spid="21" grpId="0"/>
      <p:bldP spid="21" grpId="1"/>
      <p:bldP spid="21" grpId="2"/>
      <p:bldP spid="22" grpId="0"/>
      <p:bldP spid="22" grpId="1"/>
      <p:bldP spid="23" grpId="0"/>
      <p:bldP spid="24" grpId="0"/>
      <p:bldP spid="25" grpId="0"/>
      <p:bldP spid="26" grpId="0"/>
      <p:bldP spid="26" grpId="1"/>
      <p:bldP spid="27" grpId="0"/>
      <p:bldP spid="28" grpId="0"/>
      <p:bldP spid="28" grpId="1"/>
      <p:bldP spid="29" grpId="0"/>
      <p:bldP spid="30" grpId="0"/>
      <p:bldP spid="30" grpId="1"/>
      <p:bldP spid="31" grpId="0"/>
      <p:bldP spid="32" grpId="0"/>
      <p:bldP spid="32" grpId="1"/>
      <p:bldP spid="32" grpId="2"/>
      <p:bldP spid="33" grpId="0"/>
      <p:bldP spid="34"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object-1">
            <a:extLst>
              <a:ext uri="{FF2B5EF4-FFF2-40B4-BE49-F238E27FC236}">
                <a16:creationId xmlns:a16="http://schemas.microsoft.com/office/drawing/2014/main" id="{A6B07BAB-B378-4CAB-ACC8-E43B3E58CC1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435696C-CC95-4C2B-8A9D-E9CB0AD3055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18,110 + 72,440.</a:t>
            </a:r>
          </a:p>
        </p:txBody>
      </p:sp>
      <p:sp>
        <p:nvSpPr>
          <p:cNvPr id="3" name="object-3">
            <a:extLst>
              <a:ext uri="{FF2B5EF4-FFF2-40B4-BE49-F238E27FC236}">
                <a16:creationId xmlns:a16="http://schemas.microsoft.com/office/drawing/2014/main" id="{856D527A-551D-43D9-8C15-540CEB28D0E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2438B1D-A058-41CB-9909-EE7D9D4D24B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5" name="object-5">
            <a:extLst>
              <a:ext uri="{FF2B5EF4-FFF2-40B4-BE49-F238E27FC236}">
                <a16:creationId xmlns:a16="http://schemas.microsoft.com/office/drawing/2014/main" id="{63F75327-0A6E-48B4-A372-47040AF68D4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2BCA2EB7-8218-4C9F-A3BC-5C7B694B36E5}"/>
              </a:ext>
            </a:extLst>
          </p:cNvPr>
          <p:cNvSpPr>
            <a:spLocks noGrp="1"/>
          </p:cNvSpPr>
          <p:nvPr/>
        </p:nvSpPr>
        <p:spPr>
          <a:xfrm>
            <a:off x="547687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CC128D97-7D76-4019-960A-384F01885381}"/>
              </a:ext>
            </a:extLst>
          </p:cNvPr>
          <p:cNvSpPr>
            <a:spLocks noGrp="1"/>
          </p:cNvSpPr>
          <p:nvPr/>
        </p:nvSpPr>
        <p:spPr>
          <a:xfrm>
            <a:off x="6405563"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8</a:t>
            </a:r>
          </a:p>
        </p:txBody>
      </p:sp>
      <p:sp>
        <p:nvSpPr>
          <p:cNvPr id="8" name="object-8">
            <a:extLst>
              <a:ext uri="{FF2B5EF4-FFF2-40B4-BE49-F238E27FC236}">
                <a16:creationId xmlns:a16="http://schemas.microsoft.com/office/drawing/2014/main" id="{0692898A-C5D4-482D-8D4B-703F8FDD9097}"/>
              </a:ext>
            </a:extLst>
          </p:cNvPr>
          <p:cNvSpPr>
            <a:spLocks noGrp="1"/>
          </p:cNvSpPr>
          <p:nvPr/>
        </p:nvSpPr>
        <p:spPr>
          <a:xfrm>
            <a:off x="7334250"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9" name="object-9">
            <a:extLst>
              <a:ext uri="{FF2B5EF4-FFF2-40B4-BE49-F238E27FC236}">
                <a16:creationId xmlns:a16="http://schemas.microsoft.com/office/drawing/2014/main" id="{86D8FA29-F9E6-4960-B9C1-4D6E5D95E001}"/>
              </a:ext>
            </a:extLst>
          </p:cNvPr>
          <p:cNvSpPr>
            <a:spLocks noGrp="1"/>
          </p:cNvSpPr>
          <p:nvPr/>
        </p:nvSpPr>
        <p:spPr>
          <a:xfrm>
            <a:off x="8262938"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10" name="object-10">
            <a:extLst>
              <a:ext uri="{FF2B5EF4-FFF2-40B4-BE49-F238E27FC236}">
                <a16:creationId xmlns:a16="http://schemas.microsoft.com/office/drawing/2014/main" id="{314C59CF-D081-4015-B4A2-E38F5CB1FBCD}"/>
              </a:ext>
            </a:extLst>
          </p:cNvPr>
          <p:cNvSpPr>
            <a:spLocks noGrp="1"/>
          </p:cNvSpPr>
          <p:nvPr/>
        </p:nvSpPr>
        <p:spPr>
          <a:xfrm>
            <a:off x="919162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1" name="object-11">
            <a:extLst>
              <a:ext uri="{FF2B5EF4-FFF2-40B4-BE49-F238E27FC236}">
                <a16:creationId xmlns:a16="http://schemas.microsoft.com/office/drawing/2014/main" id="{DA55FDB2-C628-4BCE-93DF-12BBC6CEC5FC}"/>
              </a:ext>
            </a:extLst>
          </p:cNvPr>
          <p:cNvSpPr>
            <a:spLocks noGrp="1"/>
          </p:cNvSpPr>
          <p:nvPr/>
        </p:nvSpPr>
        <p:spPr>
          <a:xfrm>
            <a:off x="547687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7</a:t>
            </a:r>
          </a:p>
        </p:txBody>
      </p:sp>
      <p:sp>
        <p:nvSpPr>
          <p:cNvPr id="12" name="object-12">
            <a:extLst>
              <a:ext uri="{FF2B5EF4-FFF2-40B4-BE49-F238E27FC236}">
                <a16:creationId xmlns:a16="http://schemas.microsoft.com/office/drawing/2014/main" id="{8B956193-D921-4A7F-914D-27A8BCF4C551}"/>
              </a:ext>
            </a:extLst>
          </p:cNvPr>
          <p:cNvSpPr>
            <a:spLocks noGrp="1"/>
          </p:cNvSpPr>
          <p:nvPr/>
        </p:nvSpPr>
        <p:spPr>
          <a:xfrm>
            <a:off x="6405563"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3" name="object-13">
            <a:extLst>
              <a:ext uri="{FF2B5EF4-FFF2-40B4-BE49-F238E27FC236}">
                <a16:creationId xmlns:a16="http://schemas.microsoft.com/office/drawing/2014/main" id="{5484315A-54BF-4870-A702-9823CE62952E}"/>
              </a:ext>
            </a:extLst>
          </p:cNvPr>
          <p:cNvSpPr>
            <a:spLocks noGrp="1"/>
          </p:cNvSpPr>
          <p:nvPr/>
        </p:nvSpPr>
        <p:spPr>
          <a:xfrm>
            <a:off x="7334250"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E9EDC37B-490E-4FFA-89B7-F4B1E4A91CB9}"/>
              </a:ext>
            </a:extLst>
          </p:cNvPr>
          <p:cNvSpPr>
            <a:spLocks noGrp="1"/>
          </p:cNvSpPr>
          <p:nvPr/>
        </p:nvSpPr>
        <p:spPr>
          <a:xfrm>
            <a:off x="8262938"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4</a:t>
            </a:r>
          </a:p>
        </p:txBody>
      </p:sp>
      <p:sp>
        <p:nvSpPr>
          <p:cNvPr id="15" name="object-15">
            <a:extLst>
              <a:ext uri="{FF2B5EF4-FFF2-40B4-BE49-F238E27FC236}">
                <a16:creationId xmlns:a16="http://schemas.microsoft.com/office/drawing/2014/main" id="{CE5C8E46-434B-4B82-AD05-D135269FA2AE}"/>
              </a:ext>
            </a:extLst>
          </p:cNvPr>
          <p:cNvSpPr>
            <a:spLocks noGrp="1"/>
          </p:cNvSpPr>
          <p:nvPr/>
        </p:nvSpPr>
        <p:spPr>
          <a:xfrm>
            <a:off x="919162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6" name="object-16">
            <a:extLst>
              <a:ext uri="{FF2B5EF4-FFF2-40B4-BE49-F238E27FC236}">
                <a16:creationId xmlns:a16="http://schemas.microsoft.com/office/drawing/2014/main" id="{69E3DD13-FA2A-483E-B407-E8E1C3F5E93C}"/>
              </a:ext>
            </a:extLst>
          </p:cNvPr>
          <p:cNvSpPr>
            <a:spLocks noGrp="1"/>
          </p:cNvSpPr>
          <p:nvPr/>
        </p:nvSpPr>
        <p:spPr>
          <a:xfrm>
            <a:off x="4643438" y="4131469"/>
            <a:ext cx="654844" cy="773906"/>
          </a:xfrm>
          <a:prstGeom prst="rect">
            <a:avLst/>
          </a:prstGeom>
          <a:noFill/>
          <a:ln w="0">
            <a:noFill/>
          </a:ln>
        </p:spPr>
        <p:txBody>
          <a:bodyPr anchor="ctr">
            <a:noAutofit/>
          </a:bodyPr>
          <a:lstStyle/>
          <a:p>
            <a:pPr algn="l">
              <a:defRPr sz="4125" b="0">
                <a:solidFill>
                  <a:srgbClr val="172B4D"/>
                </a:solidFill>
                <a:latin typeface="Arial"/>
                <a:ea typeface="Arial"/>
                <a:cs typeface="Arial"/>
              </a:defRPr>
            </a:pPr>
            <a:r>
              <a:rPr sz="4125" b="0">
                <a:solidFill>
                  <a:srgbClr val="172B4D"/>
                </a:solidFill>
                <a:latin typeface="Arial"/>
                <a:ea typeface="Arial"/>
                <a:cs typeface="Arial"/>
              </a:rPr>
              <a:t>+</a:t>
            </a:r>
          </a:p>
        </p:txBody>
      </p:sp>
      <p:sp>
        <p:nvSpPr>
          <p:cNvPr id="17" name="object-17">
            <a:extLst>
              <a:ext uri="{FF2B5EF4-FFF2-40B4-BE49-F238E27FC236}">
                <a16:creationId xmlns:a16="http://schemas.microsoft.com/office/drawing/2014/main" id="{F5B2A61D-DF24-4ED0-BABA-3E8BFBA91C5F}"/>
              </a:ext>
            </a:extLst>
          </p:cNvPr>
          <p:cNvSpPr>
            <a:spLocks noGrp="1"/>
          </p:cNvSpPr>
          <p:nvPr/>
        </p:nvSpPr>
        <p:spPr>
          <a:xfrm>
            <a:off x="5238750" y="5036344"/>
            <a:ext cx="5060156" cy="35719"/>
          </a:xfrm>
          <a:prstGeom prst="rect">
            <a:avLst/>
          </a:prstGeom>
          <a:solidFill>
            <a:srgbClr val="172B4D"/>
          </a:solidFill>
          <a:ln w="0">
            <a:noFill/>
          </a:ln>
        </p:spPr>
      </p:sp>
      <p:sp>
        <p:nvSpPr>
          <p:cNvPr id="18" name="object-18">
            <a:extLst>
              <a:ext uri="{FF2B5EF4-FFF2-40B4-BE49-F238E27FC236}">
                <a16:creationId xmlns:a16="http://schemas.microsoft.com/office/drawing/2014/main" id="{D98F3171-B913-44C0-9FA4-20480184CE36}"/>
              </a:ext>
            </a:extLst>
          </p:cNvPr>
          <p:cNvSpPr>
            <a:spLocks noGrp="1"/>
          </p:cNvSpPr>
          <p:nvPr/>
        </p:nvSpPr>
        <p:spPr>
          <a:xfrm>
            <a:off x="9155906" y="2988469"/>
            <a:ext cx="904875" cy="1976438"/>
          </a:xfrm>
          <a:prstGeom prst="rect">
            <a:avLst/>
          </a:prstGeom>
          <a:noFill/>
          <a:ln w="35719">
            <a:solidFill>
              <a:srgbClr val="9A5800"/>
            </a:solidFill>
          </a:ln>
        </p:spPr>
      </p:sp>
      <p:sp>
        <p:nvSpPr>
          <p:cNvPr id="19" name="object-19">
            <a:extLst>
              <a:ext uri="{FF2B5EF4-FFF2-40B4-BE49-F238E27FC236}">
                <a16:creationId xmlns:a16="http://schemas.microsoft.com/office/drawing/2014/main" id="{9FCEB2AE-7F9C-4784-840A-EE1E49C3D694}"/>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20" name="object-20">
            <a:extLst>
              <a:ext uri="{FF2B5EF4-FFF2-40B4-BE49-F238E27FC236}">
                <a16:creationId xmlns:a16="http://schemas.microsoft.com/office/drawing/2014/main" id="{8847E9AE-8E90-4B2B-A5D7-65971659D32A}"/>
              </a:ext>
            </a:extLst>
          </p:cNvPr>
          <p:cNvSpPr>
            <a:spLocks noGrp="1"/>
          </p:cNvSpPr>
          <p:nvPr/>
        </p:nvSpPr>
        <p:spPr>
          <a:xfrm>
            <a:off x="919162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21" name="object-21">
            <a:extLst>
              <a:ext uri="{FF2B5EF4-FFF2-40B4-BE49-F238E27FC236}">
                <a16:creationId xmlns:a16="http://schemas.microsoft.com/office/drawing/2014/main" id="{CF36D706-DC83-454C-862E-9CA4F0557CFD}"/>
              </a:ext>
            </a:extLst>
          </p:cNvPr>
          <p:cNvSpPr>
            <a:spLocks noGrp="1"/>
          </p:cNvSpPr>
          <p:nvPr/>
        </p:nvSpPr>
        <p:spPr>
          <a:xfrm>
            <a:off x="8227219" y="2988469"/>
            <a:ext cx="904875" cy="1976438"/>
          </a:xfrm>
          <a:prstGeom prst="rect">
            <a:avLst/>
          </a:prstGeom>
          <a:noFill/>
          <a:ln w="35719">
            <a:solidFill>
              <a:srgbClr val="9A5800"/>
            </a:solidFill>
          </a:ln>
        </p:spPr>
      </p:sp>
      <p:sp>
        <p:nvSpPr>
          <p:cNvPr id="22" name="object-22">
            <a:extLst>
              <a:ext uri="{FF2B5EF4-FFF2-40B4-BE49-F238E27FC236}">
                <a16:creationId xmlns:a16="http://schemas.microsoft.com/office/drawing/2014/main" id="{1C40AD74-33BA-4B1E-A730-E35A05F29EEC}"/>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+ 4 = 5</a:t>
            </a:r>
          </a:p>
        </p:txBody>
      </p:sp>
      <p:sp>
        <p:nvSpPr>
          <p:cNvPr id="23" name="object-23">
            <a:extLst>
              <a:ext uri="{FF2B5EF4-FFF2-40B4-BE49-F238E27FC236}">
                <a16:creationId xmlns:a16="http://schemas.microsoft.com/office/drawing/2014/main" id="{8DD4317D-EF31-442A-AA73-89D46313C10F}"/>
              </a:ext>
            </a:extLst>
          </p:cNvPr>
          <p:cNvSpPr>
            <a:spLocks noGrp="1"/>
          </p:cNvSpPr>
          <p:nvPr/>
        </p:nvSpPr>
        <p:spPr>
          <a:xfrm>
            <a:off x="8262938"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5</a:t>
            </a:r>
          </a:p>
        </p:txBody>
      </p:sp>
      <p:sp>
        <p:nvSpPr>
          <p:cNvPr id="24" name="object-24">
            <a:extLst>
              <a:ext uri="{FF2B5EF4-FFF2-40B4-BE49-F238E27FC236}">
                <a16:creationId xmlns:a16="http://schemas.microsoft.com/office/drawing/2014/main" id="{3AD56A33-0337-40DF-8C95-71F96F3358ED}"/>
              </a:ext>
            </a:extLst>
          </p:cNvPr>
          <p:cNvSpPr>
            <a:spLocks noGrp="1"/>
          </p:cNvSpPr>
          <p:nvPr/>
        </p:nvSpPr>
        <p:spPr>
          <a:xfrm>
            <a:off x="7298531" y="2988469"/>
            <a:ext cx="904875" cy="1976438"/>
          </a:xfrm>
          <a:prstGeom prst="rect">
            <a:avLst/>
          </a:prstGeom>
          <a:noFill/>
          <a:ln w="35719">
            <a:solidFill>
              <a:srgbClr val="9A5800"/>
            </a:solidFill>
          </a:ln>
        </p:spPr>
      </p:sp>
      <p:sp>
        <p:nvSpPr>
          <p:cNvPr id="25" name="object-25">
            <a:extLst>
              <a:ext uri="{FF2B5EF4-FFF2-40B4-BE49-F238E27FC236}">
                <a16:creationId xmlns:a16="http://schemas.microsoft.com/office/drawing/2014/main" id="{C635E81F-3D25-46A3-B47C-650CE0C6E5DD}"/>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+ 4 = 5</a:t>
            </a:r>
          </a:p>
        </p:txBody>
      </p:sp>
      <p:sp>
        <p:nvSpPr>
          <p:cNvPr id="26" name="object-26">
            <a:extLst>
              <a:ext uri="{FF2B5EF4-FFF2-40B4-BE49-F238E27FC236}">
                <a16:creationId xmlns:a16="http://schemas.microsoft.com/office/drawing/2014/main" id="{BA52CF1B-7ECD-42ED-8E7A-39D034387F5B}"/>
              </a:ext>
            </a:extLst>
          </p:cNvPr>
          <p:cNvSpPr>
            <a:spLocks noGrp="1"/>
          </p:cNvSpPr>
          <p:nvPr/>
        </p:nvSpPr>
        <p:spPr>
          <a:xfrm>
            <a:off x="7334250"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5</a:t>
            </a:r>
          </a:p>
        </p:txBody>
      </p:sp>
      <p:sp>
        <p:nvSpPr>
          <p:cNvPr id="27" name="object-27">
            <a:extLst>
              <a:ext uri="{FF2B5EF4-FFF2-40B4-BE49-F238E27FC236}">
                <a16:creationId xmlns:a16="http://schemas.microsoft.com/office/drawing/2014/main" id="{9FF30791-7DD1-4296-9C3D-3CCA903B88B9}"/>
              </a:ext>
            </a:extLst>
          </p:cNvPr>
          <p:cNvSpPr>
            <a:spLocks noGrp="1"/>
          </p:cNvSpPr>
          <p:nvPr/>
        </p:nvSpPr>
        <p:spPr>
          <a:xfrm>
            <a:off x="6369844" y="2988469"/>
            <a:ext cx="904875" cy="1976438"/>
          </a:xfrm>
          <a:prstGeom prst="rect">
            <a:avLst/>
          </a:prstGeom>
          <a:noFill/>
          <a:ln w="35719">
            <a:solidFill>
              <a:srgbClr val="9A5800"/>
            </a:solidFill>
          </a:ln>
        </p:spPr>
      </p:sp>
      <p:sp>
        <p:nvSpPr>
          <p:cNvPr id="28" name="object-28">
            <a:extLst>
              <a:ext uri="{FF2B5EF4-FFF2-40B4-BE49-F238E27FC236}">
                <a16:creationId xmlns:a16="http://schemas.microsoft.com/office/drawing/2014/main" id="{86DF4B38-99EE-4285-B30B-DE3E0B2A5701}"/>
              </a:ext>
            </a:extLst>
          </p:cNvPr>
          <p:cNvSpPr>
            <a:spLocks noGrp="1"/>
          </p:cNvSpPr>
          <p:nvPr/>
        </p:nvSpPr>
        <p:spPr>
          <a:xfrm>
            <a:off x="6405563"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29" name="object-29">
            <a:extLst>
              <a:ext uri="{FF2B5EF4-FFF2-40B4-BE49-F238E27FC236}">
                <a16:creationId xmlns:a16="http://schemas.microsoft.com/office/drawing/2014/main" id="{DFADE62B-263D-442C-9F86-EE953246B2D1}"/>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8 + 2 = 10</a:t>
            </a:r>
          </a:p>
        </p:txBody>
      </p:sp>
      <p:sp>
        <p:nvSpPr>
          <p:cNvPr id="30" name="object-30">
            <a:extLst>
              <a:ext uri="{FF2B5EF4-FFF2-40B4-BE49-F238E27FC236}">
                <a16:creationId xmlns:a16="http://schemas.microsoft.com/office/drawing/2014/main" id="{71370603-2369-4B2C-92F6-7593D5F53521}"/>
              </a:ext>
            </a:extLst>
          </p:cNvPr>
          <p:cNvSpPr>
            <a:spLocks noGrp="1"/>
          </p:cNvSpPr>
          <p:nvPr/>
        </p:nvSpPr>
        <p:spPr>
          <a:xfrm>
            <a:off x="6405563"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31" name="object-31">
            <a:extLst>
              <a:ext uri="{FF2B5EF4-FFF2-40B4-BE49-F238E27FC236}">
                <a16:creationId xmlns:a16="http://schemas.microsoft.com/office/drawing/2014/main" id="{095CDF90-26AF-465C-B730-DAE9C58CC717}"/>
              </a:ext>
            </a:extLst>
          </p:cNvPr>
          <p:cNvSpPr>
            <a:spLocks noGrp="1"/>
          </p:cNvSpPr>
          <p:nvPr/>
        </p:nvSpPr>
        <p:spPr>
          <a:xfrm>
            <a:off x="5441156" y="2988469"/>
            <a:ext cx="904875" cy="1976438"/>
          </a:xfrm>
          <a:prstGeom prst="rect">
            <a:avLst/>
          </a:prstGeom>
          <a:noFill/>
          <a:ln w="35719">
            <a:solidFill>
              <a:srgbClr val="9A5800"/>
            </a:solidFill>
          </a:ln>
        </p:spPr>
      </p:sp>
      <p:sp>
        <p:nvSpPr>
          <p:cNvPr id="32" name="object-32">
            <a:extLst>
              <a:ext uri="{FF2B5EF4-FFF2-40B4-BE49-F238E27FC236}">
                <a16:creationId xmlns:a16="http://schemas.microsoft.com/office/drawing/2014/main" id="{209ECD84-3238-4AD3-905D-5CE5C622B3FA}"/>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+ 7 + 1 = 9</a:t>
            </a:r>
          </a:p>
        </p:txBody>
      </p:sp>
      <p:sp>
        <p:nvSpPr>
          <p:cNvPr id="33" name="object-33">
            <a:extLst>
              <a:ext uri="{FF2B5EF4-FFF2-40B4-BE49-F238E27FC236}">
                <a16:creationId xmlns:a16="http://schemas.microsoft.com/office/drawing/2014/main" id="{A21269A0-9D2A-454D-A7BF-083B144486A3}"/>
              </a:ext>
            </a:extLst>
          </p:cNvPr>
          <p:cNvSpPr>
            <a:spLocks noGrp="1"/>
          </p:cNvSpPr>
          <p:nvPr/>
        </p:nvSpPr>
        <p:spPr>
          <a:xfrm>
            <a:off x="547687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9</a:t>
            </a:r>
          </a:p>
        </p:txBody>
      </p:sp>
      <p:sp>
        <p:nvSpPr>
          <p:cNvPr id="34" name="object-34">
            <a:extLst>
              <a:ext uri="{FF2B5EF4-FFF2-40B4-BE49-F238E27FC236}">
                <a16:creationId xmlns:a16="http://schemas.microsoft.com/office/drawing/2014/main" id="{E86E89A2-3883-4522-B675-070356B54963}"/>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18,110 + 72,440 = 90,550</a:t>
            </a:r>
          </a:p>
        </p:txBody>
      </p:sp>
    </p:spTree>
    <p:extLst>
      <p:ext uri="{BB962C8B-B14F-4D97-AF65-F5344CB8AC3E}">
        <p14:creationId xmlns:p14="http://schemas.microsoft.com/office/powerpoint/2010/main" val="106918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1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par>
                                <p:cTn id="18" presetID="1" presetClass="exit" presetSubtype="0" fill="hold" grpId="1" nodeType="withEffect">
                                  <p:stCondLst>
                                    <p:cond delay="0"/>
                                  </p:stCondLst>
                                  <p:childTnLst>
                                    <p:set>
                                      <p:cBhvr>
                                        <p:cTn id="19" dur="1" fill="hold">
                                          <p:stCondLst>
                                            <p:cond delay="0"/>
                                          </p:stCondLst>
                                        </p:cTn>
                                        <p:tgtEl>
                                          <p:spTgt spid="19"/>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22"/>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24"/>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25"/>
                                        </p:tgtEl>
                                        <p:attrNameLst>
                                          <p:attrName>style.visibility</p:attrName>
                                        </p:attrNameLst>
                                      </p:cBhvr>
                                      <p:to>
                                        <p:strVal val="hidden"/>
                                      </p:to>
                                    </p:set>
                                  </p:childTnLst>
                                </p:cTn>
                              </p:par>
                              <p:par>
                                <p:cTn id="46" presetID="1"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childTnLst>
                                </p:cTn>
                              </p:par>
                            </p:childTnLst>
                          </p:cTn>
                        </p:par>
                        <p:par>
                          <p:cTn id="48" fill="hold">
                            <p:stCondLst>
                              <p:cond delay="0"/>
                            </p:stCondLst>
                            <p:childTnLst>
                              <p:par>
                                <p:cTn id="49" presetID="63" presetClass="path" presetSubtype="0" accel="50000" decel="50000" fill="hold" grpId="1" nodeType="afterEffect">
                                  <p:stCondLst>
                                    <p:cond delay="0"/>
                                  </p:stCondLst>
                                  <p:childTnLst>
                                    <p:animMotion origin="layout" path="M 0 0 L -0.0609375 0 E" pathEditMode="relative" ptsTypes="">
                                      <p:cBhvr>
                                        <p:cTn id="50" dur="800" fill="hold"/>
                                        <p:tgtEl>
                                          <p:spTgt spid="28"/>
                                        </p:tgtEl>
                                        <p:attrNameLst>
                                          <p:attrName>ppt_x</p:attrName>
                                          <p:attrName>ppt_y</p:attrName>
                                        </p:attrNameLst>
                                      </p:cBhvr>
                                    </p:animMotion>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childTnLst>
                          </p:cTn>
                        </p:par>
                        <p:par>
                          <p:cTn id="53" fill="hold">
                            <p:stCondLst>
                              <p:cond delay="800"/>
                            </p:stCondLst>
                            <p:childTnLst>
                              <p:par>
                                <p:cTn id="54" presetID="1" presetClass="entr" presetSubtype="0" fill="hold" grpId="0" nodeType="afterEffect">
                                  <p:stCondLst>
                                    <p:cond delay="0"/>
                                  </p:stCondLst>
                                  <p:childTnLst>
                                    <p:set>
                                      <p:cBhvr>
                                        <p:cTn id="55" dur="1" fill="hold">
                                          <p:stCondLst>
                                            <p:cond delay="0"/>
                                          </p:stCondLst>
                                        </p:cTn>
                                        <p:tgtEl>
                                          <p:spTgt spid="30"/>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2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par>
                                <p:cTn id="62" presetID="1" presetClass="exit" presetSubtype="0" fill="hold" grpId="1" nodeType="withEffect">
                                  <p:stCondLst>
                                    <p:cond delay="0"/>
                                  </p:stCondLst>
                                  <p:childTnLst>
                                    <p:set>
                                      <p:cBhvr>
                                        <p:cTn id="63" dur="1" fill="hold">
                                          <p:stCondLst>
                                            <p:cond delay="0"/>
                                          </p:stCondLst>
                                        </p:cTn>
                                        <p:tgtEl>
                                          <p:spTgt spid="29"/>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31"/>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20" grpId="0"/>
      <p:bldP spid="22" grpId="0"/>
      <p:bldP spid="22" grpId="1"/>
      <p:bldP spid="23" grpId="0"/>
      <p:bldP spid="25" grpId="0"/>
      <p:bldP spid="25" grpId="1"/>
      <p:bldP spid="26" grpId="0"/>
      <p:bldP spid="28" grpId="0"/>
      <p:bldP spid="28" grpId="1"/>
      <p:bldP spid="29" grpId="0"/>
      <p:bldP spid="29" grpId="1"/>
      <p:bldP spid="30" grpId="0"/>
      <p:bldP spid="32" grpId="0"/>
      <p:bldP spid="33"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object-1">
            <a:extLst>
              <a:ext uri="{FF2B5EF4-FFF2-40B4-BE49-F238E27FC236}">
                <a16:creationId xmlns:a16="http://schemas.microsoft.com/office/drawing/2014/main" id="{1208E1AB-BA3B-45CE-A94C-273857FA015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A0BEF4E-41CD-484B-A198-60ED0FB259EC}"/>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EA63A7C4-5DE2-4A25-935E-D75E92A38BB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3,633 × 25.</a:t>
            </a:r>
          </a:p>
        </p:txBody>
      </p:sp>
      <p:sp>
        <p:nvSpPr>
          <p:cNvPr id="4" name="object-4">
            <a:extLst>
              <a:ext uri="{FF2B5EF4-FFF2-40B4-BE49-F238E27FC236}">
                <a16:creationId xmlns:a16="http://schemas.microsoft.com/office/drawing/2014/main" id="{87B6E09F-8983-4EA9-8AE0-B425B885002C}"/>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C8543E41-3727-4403-BFCA-38DA6518CB3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6" name="object-6">
            <a:extLst>
              <a:ext uri="{FF2B5EF4-FFF2-40B4-BE49-F238E27FC236}">
                <a16:creationId xmlns:a16="http://schemas.microsoft.com/office/drawing/2014/main" id="{F25E4D6D-11AF-402C-B1D5-DCA8D4C55BF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8</a:t>
            </a:r>
          </a:p>
        </p:txBody>
      </p:sp>
      <p:sp>
        <p:nvSpPr>
          <p:cNvPr id="7" name="object-7">
            <a:extLst>
              <a:ext uri="{FF2B5EF4-FFF2-40B4-BE49-F238E27FC236}">
                <a16:creationId xmlns:a16="http://schemas.microsoft.com/office/drawing/2014/main" id="{B8DDC89E-2781-4691-A38D-17D8DCB99026}"/>
              </a:ext>
            </a:extLst>
          </p:cNvPr>
          <p:cNvSpPr>
            <a:spLocks noGrp="1"/>
          </p:cNvSpPr>
          <p:nvPr/>
        </p:nvSpPr>
        <p:spPr>
          <a:xfrm>
            <a:off x="74056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3</a:t>
            </a:r>
          </a:p>
        </p:txBody>
      </p:sp>
      <p:sp>
        <p:nvSpPr>
          <p:cNvPr id="8" name="object-8">
            <a:extLst>
              <a:ext uri="{FF2B5EF4-FFF2-40B4-BE49-F238E27FC236}">
                <a16:creationId xmlns:a16="http://schemas.microsoft.com/office/drawing/2014/main" id="{C4E35E85-594A-4EEB-ACCE-A4CBB9E32F6A}"/>
              </a:ext>
            </a:extLst>
          </p:cNvPr>
          <p:cNvSpPr>
            <a:spLocks noGrp="1"/>
          </p:cNvSpPr>
          <p:nvPr/>
        </p:nvSpPr>
        <p:spPr>
          <a:xfrm>
            <a:off x="82629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6</a:t>
            </a:r>
          </a:p>
        </p:txBody>
      </p:sp>
      <p:sp>
        <p:nvSpPr>
          <p:cNvPr id="9" name="object-9">
            <a:extLst>
              <a:ext uri="{FF2B5EF4-FFF2-40B4-BE49-F238E27FC236}">
                <a16:creationId xmlns:a16="http://schemas.microsoft.com/office/drawing/2014/main" id="{D46BCA06-62D4-48D7-BA26-B415A659992F}"/>
              </a:ext>
            </a:extLst>
          </p:cNvPr>
          <p:cNvSpPr>
            <a:spLocks noGrp="1"/>
          </p:cNvSpPr>
          <p:nvPr/>
        </p:nvSpPr>
        <p:spPr>
          <a:xfrm>
            <a:off x="91201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3</a:t>
            </a:r>
          </a:p>
        </p:txBody>
      </p:sp>
      <p:sp>
        <p:nvSpPr>
          <p:cNvPr id="10" name="object-10">
            <a:extLst>
              <a:ext uri="{FF2B5EF4-FFF2-40B4-BE49-F238E27FC236}">
                <a16:creationId xmlns:a16="http://schemas.microsoft.com/office/drawing/2014/main" id="{FFC22DB1-3168-437E-881B-D8AEE59A6439}"/>
              </a:ext>
            </a:extLst>
          </p:cNvPr>
          <p:cNvSpPr>
            <a:spLocks noGrp="1"/>
          </p:cNvSpPr>
          <p:nvPr/>
        </p:nvSpPr>
        <p:spPr>
          <a:xfrm>
            <a:off x="99774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E5160BCB-CCB5-462E-92E9-DC323CE3D98C}"/>
              </a:ext>
            </a:extLst>
          </p:cNvPr>
          <p:cNvSpPr>
            <a:spLocks noGrp="1"/>
          </p:cNvSpPr>
          <p:nvPr/>
        </p:nvSpPr>
        <p:spPr>
          <a:xfrm>
            <a:off x="5834063" y="3690938"/>
            <a:ext cx="714375" cy="714375"/>
          </a:xfrm>
          <a:prstGeom prst="rect">
            <a:avLst/>
          </a:prstGeom>
          <a:noFill/>
          <a:ln w="0">
            <a:noFill/>
          </a:ln>
        </p:spPr>
        <p:txBody>
          <a:bodyPr anchor="ctr">
            <a:noAutofit/>
          </a:bodyPr>
          <a:lstStyle/>
          <a:p>
            <a:pPr algn="l">
              <a:defRPr sz="3938" b="0">
                <a:solidFill>
                  <a:srgbClr val="172B4D"/>
                </a:solidFill>
                <a:latin typeface="Arial"/>
                <a:ea typeface="Arial"/>
                <a:cs typeface="Arial"/>
              </a:defRPr>
            </a:pPr>
            <a:r>
              <a:rPr sz="3938" b="0">
                <a:solidFill>
                  <a:srgbClr val="172B4D"/>
                </a:solidFill>
                <a:latin typeface="Arial"/>
                <a:ea typeface="Arial"/>
                <a:cs typeface="Arial"/>
              </a:rPr>
              <a:t>×</a:t>
            </a:r>
          </a:p>
        </p:txBody>
      </p:sp>
      <p:sp>
        <p:nvSpPr>
          <p:cNvPr id="12" name="object-12">
            <a:extLst>
              <a:ext uri="{FF2B5EF4-FFF2-40B4-BE49-F238E27FC236}">
                <a16:creationId xmlns:a16="http://schemas.microsoft.com/office/drawing/2014/main" id="{87D53027-339E-416F-A168-92234D34FBCE}"/>
              </a:ext>
            </a:extLst>
          </p:cNvPr>
          <p:cNvSpPr>
            <a:spLocks noGrp="1"/>
          </p:cNvSpPr>
          <p:nvPr/>
        </p:nvSpPr>
        <p:spPr>
          <a:xfrm>
            <a:off x="9120188" y="3690938"/>
            <a:ext cx="1619250" cy="714375"/>
          </a:xfrm>
          <a:prstGeom prst="rect">
            <a:avLst/>
          </a:prstGeom>
          <a:noFill/>
          <a:ln w="0">
            <a:noFill/>
          </a:ln>
        </p:spPr>
        <p:txBody>
          <a:bodyPr anchor="ctr">
            <a:noAutofit/>
          </a:bodyPr>
          <a:lstStyle/>
          <a:p>
            <a:pPr algn="r">
              <a:defRPr sz="3938" b="1">
                <a:solidFill>
                  <a:srgbClr val="1D4ED8"/>
                </a:solidFill>
                <a:latin typeface="Arial"/>
                <a:ea typeface="Arial"/>
                <a:cs typeface="Arial"/>
              </a:defRPr>
            </a:pPr>
            <a:r>
              <a:rPr sz="3938" b="1">
                <a:solidFill>
                  <a:srgbClr val="1D4ED8"/>
                </a:solidFill>
                <a:latin typeface="Arial"/>
                <a:ea typeface="Arial"/>
                <a:cs typeface="Arial"/>
              </a:rPr>
              <a:t>25</a:t>
            </a:r>
          </a:p>
        </p:txBody>
      </p:sp>
      <p:sp>
        <p:nvSpPr>
          <p:cNvPr id="13" name="object-13">
            <a:extLst>
              <a:ext uri="{FF2B5EF4-FFF2-40B4-BE49-F238E27FC236}">
                <a16:creationId xmlns:a16="http://schemas.microsoft.com/office/drawing/2014/main" id="{715BE72C-E91F-4B73-8A3C-D71E1042C15E}"/>
              </a:ext>
            </a:extLst>
          </p:cNvPr>
          <p:cNvSpPr>
            <a:spLocks noGrp="1"/>
          </p:cNvSpPr>
          <p:nvPr/>
        </p:nvSpPr>
        <p:spPr>
          <a:xfrm>
            <a:off x="6369844" y="4464844"/>
            <a:ext cx="4583906" cy="35719"/>
          </a:xfrm>
          <a:prstGeom prst="rect">
            <a:avLst/>
          </a:prstGeom>
          <a:solidFill>
            <a:srgbClr val="172B4D"/>
          </a:solidFill>
          <a:ln w="0">
            <a:noFill/>
          </a:ln>
        </p:spPr>
      </p:sp>
      <p:sp>
        <p:nvSpPr>
          <p:cNvPr id="14" name="object-14">
            <a:extLst>
              <a:ext uri="{FF2B5EF4-FFF2-40B4-BE49-F238E27FC236}">
                <a16:creationId xmlns:a16="http://schemas.microsoft.com/office/drawing/2014/main" id="{E958B341-C3A5-4C24-BFF6-B6C228FEC220}"/>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3 = 15</a:t>
            </a:r>
          </a:p>
        </p:txBody>
      </p:sp>
      <p:sp>
        <p:nvSpPr>
          <p:cNvPr id="15" name="object-15">
            <a:extLst>
              <a:ext uri="{FF2B5EF4-FFF2-40B4-BE49-F238E27FC236}">
                <a16:creationId xmlns:a16="http://schemas.microsoft.com/office/drawing/2014/main" id="{84ADF71D-6857-4744-B90F-158FDDC3DBFD}"/>
              </a:ext>
            </a:extLst>
          </p:cNvPr>
          <p:cNvSpPr>
            <a:spLocks noGrp="1"/>
          </p:cNvSpPr>
          <p:nvPr/>
        </p:nvSpPr>
        <p:spPr>
          <a:xfrm>
            <a:off x="9977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16" name="object-16">
            <a:extLst>
              <a:ext uri="{FF2B5EF4-FFF2-40B4-BE49-F238E27FC236}">
                <a16:creationId xmlns:a16="http://schemas.microsoft.com/office/drawing/2014/main" id="{86421EBF-DF64-42C9-9519-E70417B5D60D}"/>
              </a:ext>
            </a:extLst>
          </p:cNvPr>
          <p:cNvSpPr>
            <a:spLocks noGrp="1"/>
          </p:cNvSpPr>
          <p:nvPr/>
        </p:nvSpPr>
        <p:spPr>
          <a:xfrm>
            <a:off x="99774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17" name="object-17">
            <a:extLst>
              <a:ext uri="{FF2B5EF4-FFF2-40B4-BE49-F238E27FC236}">
                <a16:creationId xmlns:a16="http://schemas.microsoft.com/office/drawing/2014/main" id="{4613C84C-0C97-4DDD-A326-C446676237B3}"/>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3 + 1 = 16</a:t>
            </a:r>
          </a:p>
        </p:txBody>
      </p:sp>
      <p:sp>
        <p:nvSpPr>
          <p:cNvPr id="18" name="object-18">
            <a:extLst>
              <a:ext uri="{FF2B5EF4-FFF2-40B4-BE49-F238E27FC236}">
                <a16:creationId xmlns:a16="http://schemas.microsoft.com/office/drawing/2014/main" id="{17B753E9-3008-4A4D-9290-A0B59484BBB9}"/>
              </a:ext>
            </a:extLst>
          </p:cNvPr>
          <p:cNvSpPr>
            <a:spLocks noGrp="1"/>
          </p:cNvSpPr>
          <p:nvPr/>
        </p:nvSpPr>
        <p:spPr>
          <a:xfrm>
            <a:off x="91201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6</a:t>
            </a:r>
          </a:p>
        </p:txBody>
      </p:sp>
      <p:sp>
        <p:nvSpPr>
          <p:cNvPr id="19" name="object-19">
            <a:extLst>
              <a:ext uri="{FF2B5EF4-FFF2-40B4-BE49-F238E27FC236}">
                <a16:creationId xmlns:a16="http://schemas.microsoft.com/office/drawing/2014/main" id="{6530CFF8-7CB3-46EE-86EF-30BBBEEC2113}"/>
              </a:ext>
            </a:extLst>
          </p:cNvPr>
          <p:cNvSpPr>
            <a:spLocks noGrp="1"/>
          </p:cNvSpPr>
          <p:nvPr/>
        </p:nvSpPr>
        <p:spPr>
          <a:xfrm>
            <a:off x="912018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20" name="object-20">
            <a:extLst>
              <a:ext uri="{FF2B5EF4-FFF2-40B4-BE49-F238E27FC236}">
                <a16:creationId xmlns:a16="http://schemas.microsoft.com/office/drawing/2014/main" id="{E3D0BC7C-1020-4312-8A6F-0BFDA772DF3F}"/>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6 + 1 = 31</a:t>
            </a:r>
          </a:p>
        </p:txBody>
      </p:sp>
      <p:sp>
        <p:nvSpPr>
          <p:cNvPr id="21" name="object-21">
            <a:extLst>
              <a:ext uri="{FF2B5EF4-FFF2-40B4-BE49-F238E27FC236}">
                <a16:creationId xmlns:a16="http://schemas.microsoft.com/office/drawing/2014/main" id="{6846E0E9-93A8-4C14-A1FD-01759A7FE88A}"/>
              </a:ext>
            </a:extLst>
          </p:cNvPr>
          <p:cNvSpPr>
            <a:spLocks noGrp="1"/>
          </p:cNvSpPr>
          <p:nvPr/>
        </p:nvSpPr>
        <p:spPr>
          <a:xfrm>
            <a:off x="82629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2" name="object-22">
            <a:extLst>
              <a:ext uri="{FF2B5EF4-FFF2-40B4-BE49-F238E27FC236}">
                <a16:creationId xmlns:a16="http://schemas.microsoft.com/office/drawing/2014/main" id="{E417BBAD-A827-4F56-9C66-8F780BF61B69}"/>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3</a:t>
            </a:r>
          </a:p>
        </p:txBody>
      </p:sp>
      <p:sp>
        <p:nvSpPr>
          <p:cNvPr id="23" name="object-23">
            <a:extLst>
              <a:ext uri="{FF2B5EF4-FFF2-40B4-BE49-F238E27FC236}">
                <a16:creationId xmlns:a16="http://schemas.microsoft.com/office/drawing/2014/main" id="{4DA397DA-A30D-47B5-839D-F4311ECE058F}"/>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5 × 3 + 3 = 18</a:t>
            </a:r>
          </a:p>
        </p:txBody>
      </p:sp>
      <p:sp>
        <p:nvSpPr>
          <p:cNvPr id="24" name="object-24">
            <a:extLst>
              <a:ext uri="{FF2B5EF4-FFF2-40B4-BE49-F238E27FC236}">
                <a16:creationId xmlns:a16="http://schemas.microsoft.com/office/drawing/2014/main" id="{0188DEC4-E978-4D15-BF75-730A9DBA7B76}"/>
              </a:ext>
            </a:extLst>
          </p:cNvPr>
          <p:cNvSpPr>
            <a:spLocks noGrp="1"/>
          </p:cNvSpPr>
          <p:nvPr/>
        </p:nvSpPr>
        <p:spPr>
          <a:xfrm>
            <a:off x="6548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5" name="object-25">
            <a:extLst>
              <a:ext uri="{FF2B5EF4-FFF2-40B4-BE49-F238E27FC236}">
                <a16:creationId xmlns:a16="http://schemas.microsoft.com/office/drawing/2014/main" id="{8E67D90D-EBA8-4545-8528-7DB99BDA55BE}"/>
              </a:ext>
            </a:extLst>
          </p:cNvPr>
          <p:cNvSpPr>
            <a:spLocks noGrp="1"/>
          </p:cNvSpPr>
          <p:nvPr/>
        </p:nvSpPr>
        <p:spPr>
          <a:xfrm>
            <a:off x="74056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8</a:t>
            </a:r>
          </a:p>
        </p:txBody>
      </p:sp>
      <p:sp>
        <p:nvSpPr>
          <p:cNvPr id="26" name="object-26">
            <a:extLst>
              <a:ext uri="{FF2B5EF4-FFF2-40B4-BE49-F238E27FC236}">
                <a16:creationId xmlns:a16="http://schemas.microsoft.com/office/drawing/2014/main" id="{B94016D7-3F66-46CC-931C-918254A33C56}"/>
              </a:ext>
            </a:extLst>
          </p:cNvPr>
          <p:cNvSpPr>
            <a:spLocks noGrp="1"/>
          </p:cNvSpPr>
          <p:nvPr/>
        </p:nvSpPr>
        <p:spPr>
          <a:xfrm>
            <a:off x="9977438" y="5607844"/>
            <a:ext cx="762000" cy="773906"/>
          </a:xfrm>
          <a:prstGeom prst="rect">
            <a:avLst/>
          </a:prstGeom>
          <a:noFill/>
          <a:ln w="0">
            <a:noFill/>
          </a:ln>
        </p:spPr>
        <p:txBody>
          <a:bodyPr anchor="ctr">
            <a:noAutofit/>
          </a:bodyPr>
          <a:lstStyle/>
          <a:p>
            <a:pPr algn="ctr">
              <a:defRPr sz="4219" b="1">
                <a:solidFill>
                  <a:srgbClr val="9A5800"/>
                </a:solidFill>
                <a:latin typeface="Arial"/>
                <a:ea typeface="Arial"/>
                <a:cs typeface="Arial"/>
              </a:defRPr>
            </a:pPr>
            <a:r>
              <a:rPr sz="4219" b="1">
                <a:solidFill>
                  <a:srgbClr val="9A5800"/>
                </a:solidFill>
                <a:latin typeface="Arial"/>
                <a:ea typeface="Arial"/>
                <a:cs typeface="Arial"/>
              </a:rPr>
              <a:t>0</a:t>
            </a:r>
          </a:p>
        </p:txBody>
      </p:sp>
      <p:sp>
        <p:nvSpPr>
          <p:cNvPr id="27" name="object-27">
            <a:extLst>
              <a:ext uri="{FF2B5EF4-FFF2-40B4-BE49-F238E27FC236}">
                <a16:creationId xmlns:a16="http://schemas.microsoft.com/office/drawing/2014/main" id="{4F78AE30-C74D-4741-8C26-CE3FC7EADDA3}"/>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3 = 6</a:t>
            </a:r>
          </a:p>
        </p:txBody>
      </p:sp>
      <p:sp>
        <p:nvSpPr>
          <p:cNvPr id="28" name="object-28">
            <a:extLst>
              <a:ext uri="{FF2B5EF4-FFF2-40B4-BE49-F238E27FC236}">
                <a16:creationId xmlns:a16="http://schemas.microsoft.com/office/drawing/2014/main" id="{182EDAD4-0C6F-4276-85E5-F8755BD8C81C}"/>
              </a:ext>
            </a:extLst>
          </p:cNvPr>
          <p:cNvSpPr>
            <a:spLocks noGrp="1"/>
          </p:cNvSpPr>
          <p:nvPr/>
        </p:nvSpPr>
        <p:spPr>
          <a:xfrm>
            <a:off x="91201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6</a:t>
            </a:r>
          </a:p>
        </p:txBody>
      </p:sp>
      <p:sp>
        <p:nvSpPr>
          <p:cNvPr id="29" name="object-29">
            <a:extLst>
              <a:ext uri="{FF2B5EF4-FFF2-40B4-BE49-F238E27FC236}">
                <a16:creationId xmlns:a16="http://schemas.microsoft.com/office/drawing/2014/main" id="{3FBB033B-79F7-453F-B6A6-DCC019CB32E9}"/>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3 = 6</a:t>
            </a:r>
          </a:p>
        </p:txBody>
      </p:sp>
      <p:sp>
        <p:nvSpPr>
          <p:cNvPr id="30" name="object-30">
            <a:extLst>
              <a:ext uri="{FF2B5EF4-FFF2-40B4-BE49-F238E27FC236}">
                <a16:creationId xmlns:a16="http://schemas.microsoft.com/office/drawing/2014/main" id="{5091BA0A-E92D-4DDC-971B-6C26366FE88F}"/>
              </a:ext>
            </a:extLst>
          </p:cNvPr>
          <p:cNvSpPr>
            <a:spLocks noGrp="1"/>
          </p:cNvSpPr>
          <p:nvPr/>
        </p:nvSpPr>
        <p:spPr>
          <a:xfrm>
            <a:off x="82629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6</a:t>
            </a:r>
          </a:p>
        </p:txBody>
      </p:sp>
      <p:sp>
        <p:nvSpPr>
          <p:cNvPr id="31" name="object-31">
            <a:extLst>
              <a:ext uri="{FF2B5EF4-FFF2-40B4-BE49-F238E27FC236}">
                <a16:creationId xmlns:a16="http://schemas.microsoft.com/office/drawing/2014/main" id="{FFC90D85-068C-423B-BA5E-4E6A6F578A15}"/>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6 = 12</a:t>
            </a:r>
          </a:p>
        </p:txBody>
      </p:sp>
      <p:sp>
        <p:nvSpPr>
          <p:cNvPr id="32" name="object-32">
            <a:extLst>
              <a:ext uri="{FF2B5EF4-FFF2-40B4-BE49-F238E27FC236}">
                <a16:creationId xmlns:a16="http://schemas.microsoft.com/office/drawing/2014/main" id="{B0F61108-627E-4F52-A98A-C1F8A74E2826}"/>
              </a:ext>
            </a:extLst>
          </p:cNvPr>
          <p:cNvSpPr>
            <a:spLocks noGrp="1"/>
          </p:cNvSpPr>
          <p:nvPr/>
        </p:nvSpPr>
        <p:spPr>
          <a:xfrm>
            <a:off x="74056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33" name="object-33">
            <a:extLst>
              <a:ext uri="{FF2B5EF4-FFF2-40B4-BE49-F238E27FC236}">
                <a16:creationId xmlns:a16="http://schemas.microsoft.com/office/drawing/2014/main" id="{BEA03EB9-C82C-4BBB-8C40-CEF5AA3199B5}"/>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34" name="object-34">
            <a:extLst>
              <a:ext uri="{FF2B5EF4-FFF2-40B4-BE49-F238E27FC236}">
                <a16:creationId xmlns:a16="http://schemas.microsoft.com/office/drawing/2014/main" id="{357CDD8B-E57B-4E3D-B002-36B08065818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2 × 3 + 1 = 7</a:t>
            </a:r>
          </a:p>
        </p:txBody>
      </p:sp>
      <p:sp>
        <p:nvSpPr>
          <p:cNvPr id="35" name="object-35">
            <a:extLst>
              <a:ext uri="{FF2B5EF4-FFF2-40B4-BE49-F238E27FC236}">
                <a16:creationId xmlns:a16="http://schemas.microsoft.com/office/drawing/2014/main" id="{080404E4-9075-4B4A-83A7-74FB5CC8F0D2}"/>
              </a:ext>
            </a:extLst>
          </p:cNvPr>
          <p:cNvSpPr>
            <a:spLocks noGrp="1"/>
          </p:cNvSpPr>
          <p:nvPr/>
        </p:nvSpPr>
        <p:spPr>
          <a:xfrm>
            <a:off x="65484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6" name="object-36">
            <a:extLst>
              <a:ext uri="{FF2B5EF4-FFF2-40B4-BE49-F238E27FC236}">
                <a16:creationId xmlns:a16="http://schemas.microsoft.com/office/drawing/2014/main" id="{5CFF3100-42B7-4A80-9401-BDE69B0BC6A8}"/>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Now add the partial products: 18,165 + 72,660.</a:t>
            </a:r>
          </a:p>
        </p:txBody>
      </p:sp>
    </p:spTree>
    <p:extLst>
      <p:ext uri="{BB962C8B-B14F-4D97-AF65-F5344CB8AC3E}">
        <p14:creationId xmlns:p14="http://schemas.microsoft.com/office/powerpoint/2010/main" val="1955467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childTnLst>
                          </p:cTn>
                        </p:par>
                        <p:par>
                          <p:cTn id="12" fill="hold">
                            <p:stCondLst>
                              <p:cond delay="0"/>
                            </p:stCondLst>
                            <p:childTnLst>
                              <p:par>
                                <p:cTn id="13" presetID="63" presetClass="path" presetSubtype="0" accel="50000" decel="50000" fill="hold" grpId="1" nodeType="afterEffect">
                                  <p:stCondLst>
                                    <p:cond delay="0"/>
                                  </p:stCondLst>
                                  <p:childTnLst>
                                    <p:animMotion origin="layout" path="M 0 0 L -0.05625 0 E" pathEditMode="relative" ptsTypes="">
                                      <p:cBhvr>
                                        <p:cTn id="14" dur="800" fill="hold"/>
                                        <p:tgtEl>
                                          <p:spTgt spid="16"/>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par>
                                <p:cTn id="21" presetID="1" presetClass="exit" presetSubtype="0" fill="hold" grpId="2" nodeType="with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par>
                          <p:cTn id="28" fill="hold">
                            <p:stCondLst>
                              <p:cond delay="0"/>
                            </p:stCondLst>
                            <p:childTnLst>
                              <p:par>
                                <p:cTn id="29" presetID="63" presetClass="path" presetSubtype="0" accel="50000" decel="50000" fill="hold" grpId="1" nodeType="afterEffect">
                                  <p:stCondLst>
                                    <p:cond delay="0"/>
                                  </p:stCondLst>
                                  <p:childTnLst>
                                    <p:animMotion origin="layout" path="M 0 0 L -0.05625 0 E" pathEditMode="relative" ptsTypes="">
                                      <p:cBhvr>
                                        <p:cTn id="30" dur="800" fill="hold"/>
                                        <p:tgtEl>
                                          <p:spTgt spid="19"/>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7"/>
                                        </p:tgtEl>
                                        <p:attrNameLst>
                                          <p:attrName>style.visibility</p:attrName>
                                        </p:attrNameLst>
                                      </p:cBhvr>
                                      <p:to>
                                        <p:strVal val="hidden"/>
                                      </p:to>
                                    </p:set>
                                  </p:childTnLst>
                                </p:cTn>
                              </p:par>
                              <p:par>
                                <p:cTn id="37" presetID="1" presetClass="exit" presetSubtype="0" fill="hold" grpId="2" nodeType="withEffect">
                                  <p:stCondLst>
                                    <p:cond delay="0"/>
                                  </p:stCondLst>
                                  <p:childTnLst>
                                    <p:set>
                                      <p:cBhvr>
                                        <p:cTn id="38" dur="1" fill="hold">
                                          <p:stCondLst>
                                            <p:cond delay="0"/>
                                          </p:stCondLst>
                                        </p:cTn>
                                        <p:tgtEl>
                                          <p:spTgt spid="19"/>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par>
                          <p:cTn id="44" fill="hold">
                            <p:stCondLst>
                              <p:cond delay="0"/>
                            </p:stCondLst>
                            <p:childTnLst>
                              <p:par>
                                <p:cTn id="45" presetID="63" presetClass="path" presetSubtype="0" accel="50000" decel="50000" fill="hold" grpId="1" nodeType="afterEffect">
                                  <p:stCondLst>
                                    <p:cond delay="0"/>
                                  </p:stCondLst>
                                  <p:childTnLst>
                                    <p:animMotion origin="layout" path="M 0 0 L -0.05625 0 E" pathEditMode="relative" ptsTypes="">
                                      <p:cBhvr>
                                        <p:cTn id="46" dur="800" fill="hold"/>
                                        <p:tgtEl>
                                          <p:spTgt spid="22"/>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20"/>
                                        </p:tgtEl>
                                        <p:attrNameLst>
                                          <p:attrName>style.visibility</p:attrName>
                                        </p:attrNameLst>
                                      </p:cBhvr>
                                      <p:to>
                                        <p:strVal val="hidden"/>
                                      </p:to>
                                    </p:set>
                                  </p:childTnLst>
                                </p:cTn>
                              </p:par>
                              <p:par>
                                <p:cTn id="53" presetID="1" presetClass="exit" presetSubtype="0" fill="hold" grpId="2" nodeType="withEffect">
                                  <p:stCondLst>
                                    <p:cond delay="0"/>
                                  </p:stCondLst>
                                  <p:childTnLst>
                                    <p:set>
                                      <p:cBhvr>
                                        <p:cTn id="54" dur="1" fill="hold">
                                          <p:stCondLst>
                                            <p:cond delay="0"/>
                                          </p:stCondLst>
                                        </p:cTn>
                                        <p:tgtEl>
                                          <p:spTgt spid="22"/>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2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childTnLst>
                                </p:cTn>
                              </p:par>
                              <p:par>
                                <p:cTn id="68" presetID="1" presetClass="exit" presetSubtype="0" fill="hold" grpId="1" nodeType="withEffect">
                                  <p:stCondLst>
                                    <p:cond delay="0"/>
                                  </p:stCondLst>
                                  <p:childTnLst>
                                    <p:set>
                                      <p:cBhvr>
                                        <p:cTn id="69" dur="1" fill="hold">
                                          <p:stCondLst>
                                            <p:cond delay="0"/>
                                          </p:stCondLst>
                                        </p:cTn>
                                        <p:tgtEl>
                                          <p:spTgt spid="23"/>
                                        </p:tgtEl>
                                        <p:attrNameLst>
                                          <p:attrName>style.visibility</p:attrName>
                                        </p:attrNameLst>
                                      </p:cBhvr>
                                      <p:to>
                                        <p:strVal val="hidden"/>
                                      </p:to>
                                    </p:set>
                                  </p:childTnLst>
                                </p:cTn>
                              </p:par>
                            </p:childTnLst>
                          </p:cTn>
                        </p:par>
                        <p:par>
                          <p:cTn id="70" fill="hold">
                            <p:stCondLst>
                              <p:cond delay="0"/>
                            </p:stCondLst>
                            <p:childTnLst>
                              <p:par>
                                <p:cTn id="71" presetID="1" presetClass="entr" presetSubtype="0" fill="hold" grpId="0" nodeType="after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27"/>
                                        </p:tgtEl>
                                        <p:attrNameLst>
                                          <p:attrName>style.visibility</p:attrName>
                                        </p:attrNameLst>
                                      </p:cBhvr>
                                      <p:to>
                                        <p:strVal val="hidden"/>
                                      </p:to>
                                    </p:set>
                                  </p:childTnLst>
                                </p:cTn>
                              </p:par>
                            </p:childTnLst>
                          </p:cTn>
                        </p:par>
                        <p:par>
                          <p:cTn id="79" fill="hold">
                            <p:stCondLst>
                              <p:cond delay="0"/>
                            </p:stCondLst>
                            <p:childTnLst>
                              <p:par>
                                <p:cTn id="80" presetID="1" presetClass="entr" presetSubtype="0" fill="hold" grpId="0" nodeType="afterEffect">
                                  <p:stCondLst>
                                    <p:cond delay="0"/>
                                  </p:stCondLst>
                                  <p:childTnLst>
                                    <p:set>
                                      <p:cBhvr>
                                        <p:cTn id="81" dur="1" fill="hold">
                                          <p:stCondLst>
                                            <p:cond delay="0"/>
                                          </p:stCondLst>
                                        </p:cTn>
                                        <p:tgtEl>
                                          <p:spTgt spid="3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1"/>
                                        </p:tgtEl>
                                        <p:attrNameLst>
                                          <p:attrName>style.visibility</p:attrName>
                                        </p:attrNameLst>
                                      </p:cBhvr>
                                      <p:to>
                                        <p:strVal val="visible"/>
                                      </p:to>
                                    </p:set>
                                  </p:childTnLst>
                                </p:cTn>
                              </p:par>
                              <p:par>
                                <p:cTn id="86" presetID="1" presetClass="exit" presetSubtype="0" fill="hold" grpId="1" nodeType="withEffect">
                                  <p:stCondLst>
                                    <p:cond delay="0"/>
                                  </p:stCondLst>
                                  <p:childTnLst>
                                    <p:set>
                                      <p:cBhvr>
                                        <p:cTn id="87" dur="1" fill="hold">
                                          <p:stCondLst>
                                            <p:cond delay="0"/>
                                          </p:stCondLst>
                                        </p:cTn>
                                        <p:tgtEl>
                                          <p:spTgt spid="29"/>
                                        </p:tgtEl>
                                        <p:attrNameLst>
                                          <p:attrName>style.visibility</p:attrName>
                                        </p:attrNameLst>
                                      </p:cBhvr>
                                      <p:to>
                                        <p:strVal val="hidden"/>
                                      </p:to>
                                    </p:set>
                                  </p:childTnLst>
                                </p:cTn>
                              </p:par>
                            </p:childTnLst>
                          </p:cTn>
                        </p:par>
                        <p:par>
                          <p:cTn id="88" fill="hold">
                            <p:stCondLst>
                              <p:cond delay="0"/>
                            </p:stCondLst>
                            <p:childTnLst>
                              <p:par>
                                <p:cTn id="89" presetID="1" presetClass="entr" presetSubtype="0" fill="hold" grpId="0" nodeType="afterEffect">
                                  <p:stCondLst>
                                    <p:cond delay="0"/>
                                  </p:stCondLst>
                                  <p:childTnLst>
                                    <p:set>
                                      <p:cBhvr>
                                        <p:cTn id="90" dur="1" fill="hold">
                                          <p:stCondLst>
                                            <p:cond delay="0"/>
                                          </p:stCondLst>
                                        </p:cTn>
                                        <p:tgtEl>
                                          <p:spTgt spid="3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childTnLst>
                                </p:cTn>
                              </p:par>
                            </p:childTnLst>
                          </p:cTn>
                        </p:par>
                        <p:par>
                          <p:cTn id="93" fill="hold">
                            <p:stCondLst>
                              <p:cond delay="0"/>
                            </p:stCondLst>
                            <p:childTnLst>
                              <p:par>
                                <p:cTn id="94" presetID="63" presetClass="path" presetSubtype="0" accel="50000" decel="50000" fill="hold" grpId="1" nodeType="afterEffect">
                                  <p:stCondLst>
                                    <p:cond delay="0"/>
                                  </p:stCondLst>
                                  <p:childTnLst>
                                    <p:animMotion origin="layout" path="M 0 0 L -0.05625 0 E" pathEditMode="relative" ptsTypes="">
                                      <p:cBhvr>
                                        <p:cTn id="95" dur="800" fill="hold"/>
                                        <p:tgtEl>
                                          <p:spTgt spid="33"/>
                                        </p:tgtEl>
                                        <p:attrNameLst>
                                          <p:attrName>ppt_x</p:attrName>
                                          <p:attrName>ppt_y</p:attrName>
                                        </p:attrNameLst>
                                      </p:cBhvr>
                                    </p:animMotion>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4"/>
                                        </p:tgtEl>
                                        <p:attrNameLst>
                                          <p:attrName>style.visibility</p:attrName>
                                        </p:attrNameLst>
                                      </p:cBhvr>
                                      <p:to>
                                        <p:strVal val="visible"/>
                                      </p:to>
                                    </p:set>
                                  </p:childTnLst>
                                </p:cTn>
                              </p:par>
                              <p:par>
                                <p:cTn id="100" presetID="1" presetClass="exit" presetSubtype="0" fill="hold" grpId="1" nodeType="withEffect">
                                  <p:stCondLst>
                                    <p:cond delay="0"/>
                                  </p:stCondLst>
                                  <p:childTnLst>
                                    <p:set>
                                      <p:cBhvr>
                                        <p:cTn id="101" dur="1" fill="hold">
                                          <p:stCondLst>
                                            <p:cond delay="0"/>
                                          </p:stCondLst>
                                        </p:cTn>
                                        <p:tgtEl>
                                          <p:spTgt spid="31"/>
                                        </p:tgtEl>
                                        <p:attrNameLst>
                                          <p:attrName>style.visibility</p:attrName>
                                        </p:attrNameLst>
                                      </p:cBhvr>
                                      <p:to>
                                        <p:strVal val="hidden"/>
                                      </p:to>
                                    </p:set>
                                  </p:childTnLst>
                                </p:cTn>
                              </p:par>
                              <p:par>
                                <p:cTn id="102" presetID="1" presetClass="exit" presetSubtype="0" fill="hold" grpId="2" nodeType="withEffect">
                                  <p:stCondLst>
                                    <p:cond delay="0"/>
                                  </p:stCondLst>
                                  <p:childTnLst>
                                    <p:set>
                                      <p:cBhvr>
                                        <p:cTn id="103" dur="1" fill="hold">
                                          <p:stCondLst>
                                            <p:cond delay="0"/>
                                          </p:stCondLst>
                                        </p:cTn>
                                        <p:tgtEl>
                                          <p:spTgt spid="33"/>
                                        </p:tgtEl>
                                        <p:attrNameLst>
                                          <p:attrName>style.visibility</p:attrName>
                                        </p:attrNameLst>
                                      </p:cBhvr>
                                      <p:to>
                                        <p:strVal val="hidden"/>
                                      </p:to>
                                    </p:set>
                                  </p:childTnLst>
                                </p:cTn>
                              </p:par>
                            </p:childTnLst>
                          </p:cTn>
                        </p:par>
                        <p:par>
                          <p:cTn id="104" fill="hold">
                            <p:stCondLst>
                              <p:cond delay="0"/>
                            </p:stCondLst>
                            <p:childTnLst>
                              <p:par>
                                <p:cTn id="105" presetID="1" presetClass="entr" presetSubtype="0" fill="hold" grpId="0" nodeType="afterEffect">
                                  <p:stCondLst>
                                    <p:cond delay="0"/>
                                  </p:stCondLst>
                                  <p:childTnLst>
                                    <p:set>
                                      <p:cBhvr>
                                        <p:cTn id="106" dur="1" fill="hold">
                                          <p:stCondLst>
                                            <p:cond delay="0"/>
                                          </p:stCondLst>
                                        </p:cTn>
                                        <p:tgtEl>
                                          <p:spTgt spid="3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6" grpId="0"/>
      <p:bldP spid="16" grpId="1"/>
      <p:bldP spid="16" grpId="2"/>
      <p:bldP spid="17" grpId="0"/>
      <p:bldP spid="17" grpId="1"/>
      <p:bldP spid="18" grpId="0"/>
      <p:bldP spid="19" grpId="0"/>
      <p:bldP spid="19" grpId="1"/>
      <p:bldP spid="19" grpId="2"/>
      <p:bldP spid="20" grpId="0"/>
      <p:bldP spid="20" grpId="1"/>
      <p:bldP spid="21" grpId="0"/>
      <p:bldP spid="22" grpId="0"/>
      <p:bldP spid="22" grpId="1"/>
      <p:bldP spid="22" grpId="2"/>
      <p:bldP spid="23" grpId="0"/>
      <p:bldP spid="23" grpId="1"/>
      <p:bldP spid="24" grpId="0"/>
      <p:bldP spid="25" grpId="0"/>
      <p:bldP spid="26" grpId="0"/>
      <p:bldP spid="27" grpId="0"/>
      <p:bldP spid="27" grpId="1"/>
      <p:bldP spid="28" grpId="0"/>
      <p:bldP spid="29" grpId="0"/>
      <p:bldP spid="29" grpId="1"/>
      <p:bldP spid="30" grpId="0"/>
      <p:bldP spid="31" grpId="0"/>
      <p:bldP spid="31" grpId="1"/>
      <p:bldP spid="32" grpId="0"/>
      <p:bldP spid="33" grpId="0"/>
      <p:bldP spid="33" grpId="1"/>
      <p:bldP spid="33" grpId="2"/>
      <p:bldP spid="34" grpId="0"/>
      <p:bldP spid="35"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object-1">
            <a:extLst>
              <a:ext uri="{FF2B5EF4-FFF2-40B4-BE49-F238E27FC236}">
                <a16:creationId xmlns:a16="http://schemas.microsoft.com/office/drawing/2014/main" id="{877DF836-324E-4126-9E89-D53CC958965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C929DF67-975A-4B64-A9DF-9DF0AF91AD10}"/>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2CC5C669-1BA9-41E8-BADC-38F9627C3799}"/>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18,165 + 72,660.</a:t>
            </a:r>
          </a:p>
        </p:txBody>
      </p:sp>
      <p:sp>
        <p:nvSpPr>
          <p:cNvPr id="4" name="object-4">
            <a:extLst>
              <a:ext uri="{FF2B5EF4-FFF2-40B4-BE49-F238E27FC236}">
                <a16:creationId xmlns:a16="http://schemas.microsoft.com/office/drawing/2014/main" id="{29B89DBE-8542-4426-9741-CBB2D75E6E20}"/>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F80AC8DB-B33C-4818-B2D0-5C753E504F9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6" name="object-6">
            <a:extLst>
              <a:ext uri="{FF2B5EF4-FFF2-40B4-BE49-F238E27FC236}">
                <a16:creationId xmlns:a16="http://schemas.microsoft.com/office/drawing/2014/main" id="{010A3B05-C0AD-450B-BF96-CB65827E3E1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9</a:t>
            </a:r>
          </a:p>
        </p:txBody>
      </p:sp>
      <p:sp>
        <p:nvSpPr>
          <p:cNvPr id="7" name="object-7">
            <a:extLst>
              <a:ext uri="{FF2B5EF4-FFF2-40B4-BE49-F238E27FC236}">
                <a16:creationId xmlns:a16="http://schemas.microsoft.com/office/drawing/2014/main" id="{D97B0499-7E6D-46B6-B9C5-EC78AA043C7F}"/>
              </a:ext>
            </a:extLst>
          </p:cNvPr>
          <p:cNvSpPr>
            <a:spLocks noGrp="1"/>
          </p:cNvSpPr>
          <p:nvPr/>
        </p:nvSpPr>
        <p:spPr>
          <a:xfrm>
            <a:off x="547687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87742BC5-A202-4E7C-A93D-12FAEA2F2A97}"/>
              </a:ext>
            </a:extLst>
          </p:cNvPr>
          <p:cNvSpPr>
            <a:spLocks noGrp="1"/>
          </p:cNvSpPr>
          <p:nvPr/>
        </p:nvSpPr>
        <p:spPr>
          <a:xfrm>
            <a:off x="6405563"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8</a:t>
            </a:r>
          </a:p>
        </p:txBody>
      </p:sp>
      <p:sp>
        <p:nvSpPr>
          <p:cNvPr id="9" name="object-9">
            <a:extLst>
              <a:ext uri="{FF2B5EF4-FFF2-40B4-BE49-F238E27FC236}">
                <a16:creationId xmlns:a16="http://schemas.microsoft.com/office/drawing/2014/main" id="{32B1EAF5-2F2A-44AB-BBEF-345470A42A5F}"/>
              </a:ext>
            </a:extLst>
          </p:cNvPr>
          <p:cNvSpPr>
            <a:spLocks noGrp="1"/>
          </p:cNvSpPr>
          <p:nvPr/>
        </p:nvSpPr>
        <p:spPr>
          <a:xfrm>
            <a:off x="7334250"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10" name="object-10">
            <a:extLst>
              <a:ext uri="{FF2B5EF4-FFF2-40B4-BE49-F238E27FC236}">
                <a16:creationId xmlns:a16="http://schemas.microsoft.com/office/drawing/2014/main" id="{20F6BDDF-8365-4645-9DE9-DF119ADF0C47}"/>
              </a:ext>
            </a:extLst>
          </p:cNvPr>
          <p:cNvSpPr>
            <a:spLocks noGrp="1"/>
          </p:cNvSpPr>
          <p:nvPr/>
        </p:nvSpPr>
        <p:spPr>
          <a:xfrm>
            <a:off x="8262938"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6</a:t>
            </a:r>
          </a:p>
        </p:txBody>
      </p:sp>
      <p:sp>
        <p:nvSpPr>
          <p:cNvPr id="11" name="object-11">
            <a:extLst>
              <a:ext uri="{FF2B5EF4-FFF2-40B4-BE49-F238E27FC236}">
                <a16:creationId xmlns:a16="http://schemas.microsoft.com/office/drawing/2014/main" id="{A0292177-060C-404E-86DB-E00FA71A90DD}"/>
              </a:ext>
            </a:extLst>
          </p:cNvPr>
          <p:cNvSpPr>
            <a:spLocks noGrp="1"/>
          </p:cNvSpPr>
          <p:nvPr/>
        </p:nvSpPr>
        <p:spPr>
          <a:xfrm>
            <a:off x="919162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a:t>
            </a:r>
          </a:p>
        </p:txBody>
      </p:sp>
      <p:sp>
        <p:nvSpPr>
          <p:cNvPr id="12" name="object-12">
            <a:extLst>
              <a:ext uri="{FF2B5EF4-FFF2-40B4-BE49-F238E27FC236}">
                <a16:creationId xmlns:a16="http://schemas.microsoft.com/office/drawing/2014/main" id="{DE865DC3-8030-4F5F-AD56-BDDC79AE952B}"/>
              </a:ext>
            </a:extLst>
          </p:cNvPr>
          <p:cNvSpPr>
            <a:spLocks noGrp="1"/>
          </p:cNvSpPr>
          <p:nvPr/>
        </p:nvSpPr>
        <p:spPr>
          <a:xfrm>
            <a:off x="547687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7</a:t>
            </a:r>
          </a:p>
        </p:txBody>
      </p:sp>
      <p:sp>
        <p:nvSpPr>
          <p:cNvPr id="13" name="object-13">
            <a:extLst>
              <a:ext uri="{FF2B5EF4-FFF2-40B4-BE49-F238E27FC236}">
                <a16:creationId xmlns:a16="http://schemas.microsoft.com/office/drawing/2014/main" id="{3AB553E3-9944-4AF3-A0EA-8D3129C95CC9}"/>
              </a:ext>
            </a:extLst>
          </p:cNvPr>
          <p:cNvSpPr>
            <a:spLocks noGrp="1"/>
          </p:cNvSpPr>
          <p:nvPr/>
        </p:nvSpPr>
        <p:spPr>
          <a:xfrm>
            <a:off x="6405563"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4" name="object-14">
            <a:extLst>
              <a:ext uri="{FF2B5EF4-FFF2-40B4-BE49-F238E27FC236}">
                <a16:creationId xmlns:a16="http://schemas.microsoft.com/office/drawing/2014/main" id="{24B45311-72D1-4EDA-80ED-83703CD1C439}"/>
              </a:ext>
            </a:extLst>
          </p:cNvPr>
          <p:cNvSpPr>
            <a:spLocks noGrp="1"/>
          </p:cNvSpPr>
          <p:nvPr/>
        </p:nvSpPr>
        <p:spPr>
          <a:xfrm>
            <a:off x="7334250"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6</a:t>
            </a:r>
          </a:p>
        </p:txBody>
      </p:sp>
      <p:sp>
        <p:nvSpPr>
          <p:cNvPr id="15" name="object-15">
            <a:extLst>
              <a:ext uri="{FF2B5EF4-FFF2-40B4-BE49-F238E27FC236}">
                <a16:creationId xmlns:a16="http://schemas.microsoft.com/office/drawing/2014/main" id="{640AC061-5961-468F-9745-244515C6C25C}"/>
              </a:ext>
            </a:extLst>
          </p:cNvPr>
          <p:cNvSpPr>
            <a:spLocks noGrp="1"/>
          </p:cNvSpPr>
          <p:nvPr/>
        </p:nvSpPr>
        <p:spPr>
          <a:xfrm>
            <a:off x="8262938"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6</a:t>
            </a:r>
          </a:p>
        </p:txBody>
      </p:sp>
      <p:sp>
        <p:nvSpPr>
          <p:cNvPr id="16" name="object-16">
            <a:extLst>
              <a:ext uri="{FF2B5EF4-FFF2-40B4-BE49-F238E27FC236}">
                <a16:creationId xmlns:a16="http://schemas.microsoft.com/office/drawing/2014/main" id="{27EDA729-6F0F-4FFF-8687-3A200230ACD2}"/>
              </a:ext>
            </a:extLst>
          </p:cNvPr>
          <p:cNvSpPr>
            <a:spLocks noGrp="1"/>
          </p:cNvSpPr>
          <p:nvPr/>
        </p:nvSpPr>
        <p:spPr>
          <a:xfrm>
            <a:off x="919162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7" name="object-17">
            <a:extLst>
              <a:ext uri="{FF2B5EF4-FFF2-40B4-BE49-F238E27FC236}">
                <a16:creationId xmlns:a16="http://schemas.microsoft.com/office/drawing/2014/main" id="{7CED92B6-5ED0-4F10-BC42-1EA48146E8BB}"/>
              </a:ext>
            </a:extLst>
          </p:cNvPr>
          <p:cNvSpPr>
            <a:spLocks noGrp="1"/>
          </p:cNvSpPr>
          <p:nvPr/>
        </p:nvSpPr>
        <p:spPr>
          <a:xfrm>
            <a:off x="4643438" y="4131469"/>
            <a:ext cx="654844" cy="773906"/>
          </a:xfrm>
          <a:prstGeom prst="rect">
            <a:avLst/>
          </a:prstGeom>
          <a:noFill/>
          <a:ln w="0">
            <a:noFill/>
          </a:ln>
        </p:spPr>
        <p:txBody>
          <a:bodyPr anchor="ctr">
            <a:noAutofit/>
          </a:bodyPr>
          <a:lstStyle/>
          <a:p>
            <a:pPr algn="l">
              <a:defRPr sz="4125" b="0">
                <a:solidFill>
                  <a:srgbClr val="172B4D"/>
                </a:solidFill>
                <a:latin typeface="Arial"/>
                <a:ea typeface="Arial"/>
                <a:cs typeface="Arial"/>
              </a:defRPr>
            </a:pPr>
            <a:r>
              <a:rPr sz="4125" b="0">
                <a:solidFill>
                  <a:srgbClr val="172B4D"/>
                </a:solidFill>
                <a:latin typeface="Arial"/>
                <a:ea typeface="Arial"/>
                <a:cs typeface="Arial"/>
              </a:rPr>
              <a:t>+</a:t>
            </a:r>
          </a:p>
        </p:txBody>
      </p:sp>
      <p:sp>
        <p:nvSpPr>
          <p:cNvPr id="18" name="object-18">
            <a:extLst>
              <a:ext uri="{FF2B5EF4-FFF2-40B4-BE49-F238E27FC236}">
                <a16:creationId xmlns:a16="http://schemas.microsoft.com/office/drawing/2014/main" id="{87FFDB8C-707B-4EB5-B2F3-8B2A118C6E83}"/>
              </a:ext>
            </a:extLst>
          </p:cNvPr>
          <p:cNvSpPr>
            <a:spLocks noGrp="1"/>
          </p:cNvSpPr>
          <p:nvPr/>
        </p:nvSpPr>
        <p:spPr>
          <a:xfrm>
            <a:off x="5238750" y="5036344"/>
            <a:ext cx="5060156" cy="35719"/>
          </a:xfrm>
          <a:prstGeom prst="rect">
            <a:avLst/>
          </a:prstGeom>
          <a:solidFill>
            <a:srgbClr val="172B4D"/>
          </a:solidFill>
          <a:ln w="0">
            <a:noFill/>
          </a:ln>
        </p:spPr>
      </p:sp>
      <p:sp>
        <p:nvSpPr>
          <p:cNvPr id="19" name="object-19">
            <a:extLst>
              <a:ext uri="{FF2B5EF4-FFF2-40B4-BE49-F238E27FC236}">
                <a16:creationId xmlns:a16="http://schemas.microsoft.com/office/drawing/2014/main" id="{302511B4-16ED-416E-869F-FACB0C6D436E}"/>
              </a:ext>
            </a:extLst>
          </p:cNvPr>
          <p:cNvSpPr>
            <a:spLocks noGrp="1"/>
          </p:cNvSpPr>
          <p:nvPr/>
        </p:nvSpPr>
        <p:spPr>
          <a:xfrm>
            <a:off x="9155906" y="2988469"/>
            <a:ext cx="904875" cy="1976438"/>
          </a:xfrm>
          <a:prstGeom prst="rect">
            <a:avLst/>
          </a:prstGeom>
          <a:noFill/>
          <a:ln w="35719">
            <a:solidFill>
              <a:srgbClr val="9A5800"/>
            </a:solidFill>
          </a:ln>
        </p:spPr>
      </p:sp>
      <p:sp>
        <p:nvSpPr>
          <p:cNvPr id="20" name="object-20">
            <a:extLst>
              <a:ext uri="{FF2B5EF4-FFF2-40B4-BE49-F238E27FC236}">
                <a16:creationId xmlns:a16="http://schemas.microsoft.com/office/drawing/2014/main" id="{AD821F3F-1DA7-49C1-B362-1D84071D8812}"/>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5 + 0 = 5</a:t>
            </a:r>
          </a:p>
        </p:txBody>
      </p:sp>
      <p:sp>
        <p:nvSpPr>
          <p:cNvPr id="21" name="object-21">
            <a:extLst>
              <a:ext uri="{FF2B5EF4-FFF2-40B4-BE49-F238E27FC236}">
                <a16:creationId xmlns:a16="http://schemas.microsoft.com/office/drawing/2014/main" id="{A31C216D-0DFC-4553-8A13-C62848866888}"/>
              </a:ext>
            </a:extLst>
          </p:cNvPr>
          <p:cNvSpPr>
            <a:spLocks noGrp="1"/>
          </p:cNvSpPr>
          <p:nvPr/>
        </p:nvSpPr>
        <p:spPr>
          <a:xfrm>
            <a:off x="919162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5</a:t>
            </a:r>
          </a:p>
        </p:txBody>
      </p:sp>
      <p:sp>
        <p:nvSpPr>
          <p:cNvPr id="22" name="object-22">
            <a:extLst>
              <a:ext uri="{FF2B5EF4-FFF2-40B4-BE49-F238E27FC236}">
                <a16:creationId xmlns:a16="http://schemas.microsoft.com/office/drawing/2014/main" id="{91C428C1-18DB-4B01-8505-BF5AC28C2F63}"/>
              </a:ext>
            </a:extLst>
          </p:cNvPr>
          <p:cNvSpPr>
            <a:spLocks noGrp="1"/>
          </p:cNvSpPr>
          <p:nvPr/>
        </p:nvSpPr>
        <p:spPr>
          <a:xfrm>
            <a:off x="8227219" y="2988469"/>
            <a:ext cx="904875" cy="1976438"/>
          </a:xfrm>
          <a:prstGeom prst="rect">
            <a:avLst/>
          </a:prstGeom>
          <a:noFill/>
          <a:ln w="35719">
            <a:solidFill>
              <a:srgbClr val="9A5800"/>
            </a:solidFill>
          </a:ln>
        </p:spPr>
      </p:sp>
      <p:sp>
        <p:nvSpPr>
          <p:cNvPr id="23" name="object-23">
            <a:extLst>
              <a:ext uri="{FF2B5EF4-FFF2-40B4-BE49-F238E27FC236}">
                <a16:creationId xmlns:a16="http://schemas.microsoft.com/office/drawing/2014/main" id="{8CAB12A9-4964-49B7-8FFB-56B6D15262D3}"/>
              </a:ext>
            </a:extLst>
          </p:cNvPr>
          <p:cNvSpPr>
            <a:spLocks noGrp="1"/>
          </p:cNvSpPr>
          <p:nvPr/>
        </p:nvSpPr>
        <p:spPr>
          <a:xfrm>
            <a:off x="8262938"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24" name="object-24">
            <a:extLst>
              <a:ext uri="{FF2B5EF4-FFF2-40B4-BE49-F238E27FC236}">
                <a16:creationId xmlns:a16="http://schemas.microsoft.com/office/drawing/2014/main" id="{40CDB2A7-3D01-49C7-8B1A-B9183A41DE0B}"/>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6 + 6 = 12</a:t>
            </a:r>
          </a:p>
        </p:txBody>
      </p:sp>
      <p:sp>
        <p:nvSpPr>
          <p:cNvPr id="25" name="object-25">
            <a:extLst>
              <a:ext uri="{FF2B5EF4-FFF2-40B4-BE49-F238E27FC236}">
                <a16:creationId xmlns:a16="http://schemas.microsoft.com/office/drawing/2014/main" id="{138FBE26-E2B6-4FCA-8C9A-23FF1D21C704}"/>
              </a:ext>
            </a:extLst>
          </p:cNvPr>
          <p:cNvSpPr>
            <a:spLocks noGrp="1"/>
          </p:cNvSpPr>
          <p:nvPr/>
        </p:nvSpPr>
        <p:spPr>
          <a:xfrm>
            <a:off x="8262938"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2</a:t>
            </a:r>
          </a:p>
        </p:txBody>
      </p:sp>
      <p:sp>
        <p:nvSpPr>
          <p:cNvPr id="26" name="object-26">
            <a:extLst>
              <a:ext uri="{FF2B5EF4-FFF2-40B4-BE49-F238E27FC236}">
                <a16:creationId xmlns:a16="http://schemas.microsoft.com/office/drawing/2014/main" id="{D3E1EE16-D69D-4328-96DC-F251A922D2E0}"/>
              </a:ext>
            </a:extLst>
          </p:cNvPr>
          <p:cNvSpPr>
            <a:spLocks noGrp="1"/>
          </p:cNvSpPr>
          <p:nvPr/>
        </p:nvSpPr>
        <p:spPr>
          <a:xfrm>
            <a:off x="7298531" y="2988469"/>
            <a:ext cx="904875" cy="1976438"/>
          </a:xfrm>
          <a:prstGeom prst="rect">
            <a:avLst/>
          </a:prstGeom>
          <a:noFill/>
          <a:ln w="35719">
            <a:solidFill>
              <a:srgbClr val="9A5800"/>
            </a:solidFill>
          </a:ln>
        </p:spPr>
      </p:sp>
      <p:sp>
        <p:nvSpPr>
          <p:cNvPr id="27" name="object-27">
            <a:extLst>
              <a:ext uri="{FF2B5EF4-FFF2-40B4-BE49-F238E27FC236}">
                <a16:creationId xmlns:a16="http://schemas.microsoft.com/office/drawing/2014/main" id="{71C18116-9C73-4DD1-8F83-FDCF6B8E722E}"/>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+ 6 + 1 = 8</a:t>
            </a:r>
          </a:p>
        </p:txBody>
      </p:sp>
      <p:sp>
        <p:nvSpPr>
          <p:cNvPr id="28" name="object-28">
            <a:extLst>
              <a:ext uri="{FF2B5EF4-FFF2-40B4-BE49-F238E27FC236}">
                <a16:creationId xmlns:a16="http://schemas.microsoft.com/office/drawing/2014/main" id="{3FB0F5B9-CE06-4CD7-B005-9C6DC93C1137}"/>
              </a:ext>
            </a:extLst>
          </p:cNvPr>
          <p:cNvSpPr>
            <a:spLocks noGrp="1"/>
          </p:cNvSpPr>
          <p:nvPr/>
        </p:nvSpPr>
        <p:spPr>
          <a:xfrm>
            <a:off x="7334250"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8</a:t>
            </a:r>
          </a:p>
        </p:txBody>
      </p:sp>
      <p:sp>
        <p:nvSpPr>
          <p:cNvPr id="29" name="object-29">
            <a:extLst>
              <a:ext uri="{FF2B5EF4-FFF2-40B4-BE49-F238E27FC236}">
                <a16:creationId xmlns:a16="http://schemas.microsoft.com/office/drawing/2014/main" id="{7185049D-B5DF-439D-A1A0-82A433006854}"/>
              </a:ext>
            </a:extLst>
          </p:cNvPr>
          <p:cNvSpPr>
            <a:spLocks noGrp="1"/>
          </p:cNvSpPr>
          <p:nvPr/>
        </p:nvSpPr>
        <p:spPr>
          <a:xfrm>
            <a:off x="6369844" y="2988469"/>
            <a:ext cx="904875" cy="1976438"/>
          </a:xfrm>
          <a:prstGeom prst="rect">
            <a:avLst/>
          </a:prstGeom>
          <a:noFill/>
          <a:ln w="35719">
            <a:solidFill>
              <a:srgbClr val="9A5800"/>
            </a:solidFill>
          </a:ln>
        </p:spPr>
      </p:sp>
      <p:sp>
        <p:nvSpPr>
          <p:cNvPr id="30" name="object-30">
            <a:extLst>
              <a:ext uri="{FF2B5EF4-FFF2-40B4-BE49-F238E27FC236}">
                <a16:creationId xmlns:a16="http://schemas.microsoft.com/office/drawing/2014/main" id="{BE013EFB-7543-4BB0-B9B0-FC2178216E67}"/>
              </a:ext>
            </a:extLst>
          </p:cNvPr>
          <p:cNvSpPr>
            <a:spLocks noGrp="1"/>
          </p:cNvSpPr>
          <p:nvPr/>
        </p:nvSpPr>
        <p:spPr>
          <a:xfrm>
            <a:off x="6405563"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31" name="object-31">
            <a:extLst>
              <a:ext uri="{FF2B5EF4-FFF2-40B4-BE49-F238E27FC236}">
                <a16:creationId xmlns:a16="http://schemas.microsoft.com/office/drawing/2014/main" id="{6D7D9F8E-DD2A-4E6F-8FA3-429872173D8D}"/>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8 + 2 = 10</a:t>
            </a:r>
          </a:p>
        </p:txBody>
      </p:sp>
      <p:sp>
        <p:nvSpPr>
          <p:cNvPr id="32" name="object-32">
            <a:extLst>
              <a:ext uri="{FF2B5EF4-FFF2-40B4-BE49-F238E27FC236}">
                <a16:creationId xmlns:a16="http://schemas.microsoft.com/office/drawing/2014/main" id="{594AFAC2-1389-478A-89E8-D9E1E031B346}"/>
              </a:ext>
            </a:extLst>
          </p:cNvPr>
          <p:cNvSpPr>
            <a:spLocks noGrp="1"/>
          </p:cNvSpPr>
          <p:nvPr/>
        </p:nvSpPr>
        <p:spPr>
          <a:xfrm>
            <a:off x="6405563"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33" name="object-33">
            <a:extLst>
              <a:ext uri="{FF2B5EF4-FFF2-40B4-BE49-F238E27FC236}">
                <a16:creationId xmlns:a16="http://schemas.microsoft.com/office/drawing/2014/main" id="{3B9A830D-828B-4642-8305-DD1EBDCE7C32}"/>
              </a:ext>
            </a:extLst>
          </p:cNvPr>
          <p:cNvSpPr>
            <a:spLocks noGrp="1"/>
          </p:cNvSpPr>
          <p:nvPr/>
        </p:nvSpPr>
        <p:spPr>
          <a:xfrm>
            <a:off x="5441156" y="2988469"/>
            <a:ext cx="904875" cy="1976438"/>
          </a:xfrm>
          <a:prstGeom prst="rect">
            <a:avLst/>
          </a:prstGeom>
          <a:noFill/>
          <a:ln w="35719">
            <a:solidFill>
              <a:srgbClr val="9A5800"/>
            </a:solidFill>
          </a:ln>
        </p:spPr>
      </p:sp>
      <p:sp>
        <p:nvSpPr>
          <p:cNvPr id="34" name="object-34">
            <a:extLst>
              <a:ext uri="{FF2B5EF4-FFF2-40B4-BE49-F238E27FC236}">
                <a16:creationId xmlns:a16="http://schemas.microsoft.com/office/drawing/2014/main" id="{0B4C50DF-57BF-4655-988B-030BC5701941}"/>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+ 7 + 1 = 9</a:t>
            </a:r>
          </a:p>
        </p:txBody>
      </p:sp>
      <p:sp>
        <p:nvSpPr>
          <p:cNvPr id="35" name="object-35">
            <a:extLst>
              <a:ext uri="{FF2B5EF4-FFF2-40B4-BE49-F238E27FC236}">
                <a16:creationId xmlns:a16="http://schemas.microsoft.com/office/drawing/2014/main" id="{73EDF454-5C58-400C-97DC-3E669A352B54}"/>
              </a:ext>
            </a:extLst>
          </p:cNvPr>
          <p:cNvSpPr>
            <a:spLocks noGrp="1"/>
          </p:cNvSpPr>
          <p:nvPr/>
        </p:nvSpPr>
        <p:spPr>
          <a:xfrm>
            <a:off x="547687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9</a:t>
            </a:r>
          </a:p>
        </p:txBody>
      </p:sp>
      <p:sp>
        <p:nvSpPr>
          <p:cNvPr id="36" name="object-36">
            <a:extLst>
              <a:ext uri="{FF2B5EF4-FFF2-40B4-BE49-F238E27FC236}">
                <a16:creationId xmlns:a16="http://schemas.microsoft.com/office/drawing/2014/main" id="{D2DA157F-137B-45DE-9BBE-8242149FD268}"/>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18,165 + 72,660 = 90,825</a:t>
            </a:r>
          </a:p>
        </p:txBody>
      </p:sp>
    </p:spTree>
    <p:extLst>
      <p:ext uri="{BB962C8B-B14F-4D97-AF65-F5344CB8AC3E}">
        <p14:creationId xmlns:p14="http://schemas.microsoft.com/office/powerpoint/2010/main" val="1802647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1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par>
                                <p:cTn id="18" presetID="1" presetClass="exit" presetSubtype="0" fill="hold" grpId="1" nodeType="withEffect">
                                  <p:stCondLst>
                                    <p:cond delay="0"/>
                                  </p:stCondLst>
                                  <p:childTnLst>
                                    <p:set>
                                      <p:cBhvr>
                                        <p:cTn id="19" dur="1" fill="hold">
                                          <p:stCondLst>
                                            <p:cond delay="0"/>
                                          </p:stCondLst>
                                        </p:cTn>
                                        <p:tgtEl>
                                          <p:spTgt spid="20"/>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0"/>
                            </p:stCondLst>
                            <p:childTnLst>
                              <p:par>
                                <p:cTn id="23" presetID="63" presetClass="path" presetSubtype="0" accel="50000" decel="50000" fill="hold" grpId="1" nodeType="afterEffect">
                                  <p:stCondLst>
                                    <p:cond delay="0"/>
                                  </p:stCondLst>
                                  <p:childTnLst>
                                    <p:animMotion origin="layout" path="M 0 0 L -0.0609375 0 E" pathEditMode="relative" ptsTypes="">
                                      <p:cBhvr>
                                        <p:cTn id="24" dur="800" fill="hold"/>
                                        <p:tgtEl>
                                          <p:spTgt spid="23"/>
                                        </p:tgtEl>
                                        <p:attrNameLst>
                                          <p:attrName>ppt_x</p:attrName>
                                          <p:attrName>ppt_y</p:attrName>
                                        </p:attrNameLst>
                                      </p:cBhvr>
                                    </p:animMotion>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par>
                          <p:cTn id="27" fill="hold">
                            <p:stCondLst>
                              <p:cond delay="800"/>
                            </p:stCondLst>
                            <p:childTnLst>
                              <p:par>
                                <p:cTn id="28" presetID="1" presetClass="entr" presetSubtype="0" fill="hold" grpId="0" nodeType="afterEffect">
                                  <p:stCondLst>
                                    <p:cond delay="0"/>
                                  </p:stCondLst>
                                  <p:childTnLst>
                                    <p:set>
                                      <p:cBhvr>
                                        <p:cTn id="29" dur="1" fill="hold">
                                          <p:stCondLst>
                                            <p:cond delay="0"/>
                                          </p:stCondLst>
                                        </p:cTn>
                                        <p:tgtEl>
                                          <p:spTgt spid="25"/>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22"/>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xit" presetSubtype="0" fill="hold" grpId="1" nodeType="withEffect">
                                  <p:stCondLst>
                                    <p:cond delay="0"/>
                                  </p:stCondLst>
                                  <p:childTnLst>
                                    <p:set>
                                      <p:cBhvr>
                                        <p:cTn id="37" dur="1" fill="hold">
                                          <p:stCondLst>
                                            <p:cond delay="0"/>
                                          </p:stCondLst>
                                        </p:cTn>
                                        <p:tgtEl>
                                          <p:spTgt spid="24"/>
                                        </p:tgtEl>
                                        <p:attrNameLst>
                                          <p:attrName>style.visibility</p:attrName>
                                        </p:attrNameLst>
                                      </p:cBhvr>
                                      <p:to>
                                        <p:strVal val="hidden"/>
                                      </p:to>
                                    </p:set>
                                  </p:childTnLst>
                                </p:cTn>
                              </p:par>
                              <p:par>
                                <p:cTn id="38" presetID="1"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2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27"/>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par>
                          <p:cTn id="53" fill="hold">
                            <p:stCondLst>
                              <p:cond delay="0"/>
                            </p:stCondLst>
                            <p:childTnLst>
                              <p:par>
                                <p:cTn id="54" presetID="63" presetClass="path" presetSubtype="0" accel="50000" decel="50000" fill="hold" grpId="1" nodeType="afterEffect">
                                  <p:stCondLst>
                                    <p:cond delay="0"/>
                                  </p:stCondLst>
                                  <p:childTnLst>
                                    <p:animMotion origin="layout" path="M 0 0 L -0.0609375 0 E" pathEditMode="relative" ptsTypes="">
                                      <p:cBhvr>
                                        <p:cTn id="55" dur="800" fill="hold"/>
                                        <p:tgtEl>
                                          <p:spTgt spid="30"/>
                                        </p:tgtEl>
                                        <p:attrNameLst>
                                          <p:attrName>ppt_x</p:attrName>
                                          <p:attrName>ppt_y</p:attrName>
                                        </p:attrNameLst>
                                      </p:cBhvr>
                                    </p:animMotion>
                                  </p:childTnLst>
                                </p:cTn>
                              </p:par>
                              <p:par>
                                <p:cTn id="56" presetID="1"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childTnLst>
                                </p:cTn>
                              </p:par>
                            </p:childTnLst>
                          </p:cTn>
                        </p:par>
                        <p:par>
                          <p:cTn id="58" fill="hold">
                            <p:stCondLst>
                              <p:cond delay="800"/>
                            </p:stCondLst>
                            <p:childTnLst>
                              <p:par>
                                <p:cTn id="59" presetID="1" presetClass="entr" presetSubtype="0" fill="hold" grpId="0" nodeType="after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2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31"/>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childTnLst>
                          </p:cTn>
                        </p:par>
                        <p:par>
                          <p:cTn id="71" fill="hold">
                            <p:stCondLst>
                              <p:cond delay="0"/>
                            </p:stCondLst>
                            <p:childTnLst>
                              <p:par>
                                <p:cTn id="72" presetID="1" presetClass="entr" presetSubtype="0" fill="hold" grpId="0" nodeType="afterEffect">
                                  <p:stCondLst>
                                    <p:cond delay="0"/>
                                  </p:stCondLst>
                                  <p:childTnLst>
                                    <p:set>
                                      <p:cBhvr>
                                        <p:cTn id="73" dur="1" fill="hold">
                                          <p:stCondLst>
                                            <p:cond delay="0"/>
                                          </p:stCondLst>
                                        </p:cTn>
                                        <p:tgtEl>
                                          <p:spTgt spid="35"/>
                                        </p:tgtEl>
                                        <p:attrNameLst>
                                          <p:attrName>style.visibility</p:attrName>
                                        </p:attrNameLst>
                                      </p:cBhvr>
                                      <p:to>
                                        <p:strVal val="visible"/>
                                      </p:to>
                                    </p:set>
                                  </p:childTnLst>
                                </p:cTn>
                              </p:par>
                              <p:par>
                                <p:cTn id="74" presetID="1" presetClass="exit" presetSubtype="0" fill="hold" nodeType="withEffect">
                                  <p:stCondLst>
                                    <p:cond delay="0"/>
                                  </p:stCondLst>
                                  <p:childTnLst>
                                    <p:set>
                                      <p:cBhvr>
                                        <p:cTn id="75" dur="1" fill="hold">
                                          <p:stCondLst>
                                            <p:cond delay="0"/>
                                          </p:stCondLst>
                                        </p:cTn>
                                        <p:tgtEl>
                                          <p:spTgt spid="33"/>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1" grpId="0"/>
      <p:bldP spid="23" grpId="0"/>
      <p:bldP spid="23" grpId="1"/>
      <p:bldP spid="24" grpId="0"/>
      <p:bldP spid="24" grpId="1"/>
      <p:bldP spid="25" grpId="0"/>
      <p:bldP spid="27" grpId="0"/>
      <p:bldP spid="27" grpId="1"/>
      <p:bldP spid="28" grpId="0"/>
      <p:bldP spid="30" grpId="0"/>
      <p:bldP spid="30" grpId="1"/>
      <p:bldP spid="31" grpId="0"/>
      <p:bldP spid="31" grpId="1"/>
      <p:bldP spid="32" grpId="0"/>
      <p:bldP spid="34" grpId="0"/>
      <p:bldP spid="35"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08CFE511-25A2-43CD-AC57-346D10CD0FD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D1FFA075-B8D3-4C07-AB21-1A63DA43E05C}"/>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4CE2924D-81F2-4B9A-8F35-D3E75562D5CF}"/>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403801F6-F4E9-482B-88C8-6B98584C473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709C7CE4-3BFD-422E-818E-E6269B7FBB5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6" name="object-6">
            <a:extLst>
              <a:ext uri="{FF2B5EF4-FFF2-40B4-BE49-F238E27FC236}">
                <a16:creationId xmlns:a16="http://schemas.microsoft.com/office/drawing/2014/main" id="{D9B25BA5-2E9E-4A73-9560-CEBAF7B6F1B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10</a:t>
            </a:r>
          </a:p>
        </p:txBody>
      </p:sp>
      <p:sp>
        <p:nvSpPr>
          <p:cNvPr id="7" name="object-7">
            <a:extLst>
              <a:ext uri="{FF2B5EF4-FFF2-40B4-BE49-F238E27FC236}">
                <a16:creationId xmlns:a16="http://schemas.microsoft.com/office/drawing/2014/main" id="{928D68B6-4EF3-47FF-8269-9BC3206267A0}"/>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AF24AC7B-C96B-40B7-92B2-41A07DDB49F1}"/>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25 x 3,600 mentally.</a:t>
            </a:r>
          </a:p>
        </p:txBody>
      </p:sp>
      <p:sp>
        <p:nvSpPr>
          <p:cNvPr id="9" name="object-9">
            <a:extLst>
              <a:ext uri="{FF2B5EF4-FFF2-40B4-BE49-F238E27FC236}">
                <a16:creationId xmlns:a16="http://schemas.microsoft.com/office/drawing/2014/main" id="{8BC54201-4351-4E8E-B7F7-40E5E3A38BC5}"/>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91824B69-16DE-426C-A1A6-7ACA1F34E0CE}"/>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4,800 / 16 mentally.</a:t>
            </a:r>
          </a:p>
        </p:txBody>
      </p:sp>
      <p:sp>
        <p:nvSpPr>
          <p:cNvPr id="11" name="object-11">
            <a:extLst>
              <a:ext uri="{FF2B5EF4-FFF2-40B4-BE49-F238E27FC236}">
                <a16:creationId xmlns:a16="http://schemas.microsoft.com/office/drawing/2014/main" id="{B86D76C3-1B88-45E5-9803-D3475D1FD2B6}"/>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881462C3-D730-4E8D-802B-6179E6E6EC2F}"/>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125 x 64 using factors.</a:t>
            </a:r>
          </a:p>
        </p:txBody>
      </p:sp>
      <p:sp>
        <p:nvSpPr>
          <p:cNvPr id="13" name="object-13">
            <a:extLst>
              <a:ext uri="{FF2B5EF4-FFF2-40B4-BE49-F238E27FC236}">
                <a16:creationId xmlns:a16="http://schemas.microsoft.com/office/drawing/2014/main" id="{0D09EB71-62A4-4E45-A9EC-0949BF6C5B68}"/>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3DE40E8D-DB1C-4C97-B787-A59FE8171CEF}"/>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Calculate 25 x 3,600 mentally.</a:t>
            </a:r>
          </a:p>
        </p:txBody>
      </p:sp>
      <p:sp>
        <p:nvSpPr>
          <p:cNvPr id="15" name="object-15">
            <a:extLst>
              <a:ext uri="{FF2B5EF4-FFF2-40B4-BE49-F238E27FC236}">
                <a16:creationId xmlns:a16="http://schemas.microsoft.com/office/drawing/2014/main" id="{8FC41AFA-441B-473D-8795-ECCEFE8F96C5}"/>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600F26B6-C0EF-472F-86B5-1B2154A32058}"/>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Calculate 4,800 / 16 mentally.</a:t>
            </a:r>
          </a:p>
        </p:txBody>
      </p:sp>
      <p:sp>
        <p:nvSpPr>
          <p:cNvPr id="17" name="object-17">
            <a:extLst>
              <a:ext uri="{FF2B5EF4-FFF2-40B4-BE49-F238E27FC236}">
                <a16:creationId xmlns:a16="http://schemas.microsoft.com/office/drawing/2014/main" id="{3C90FD8A-4188-4ACE-B4B2-41179961E4A9}"/>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BBA67D99-0D61-4A72-BC76-837D14FB726B}"/>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Calculate 125 x 64 using factors.</a:t>
            </a:r>
          </a:p>
        </p:txBody>
      </p:sp>
      <p:sp>
        <p:nvSpPr>
          <p:cNvPr id="19" name="object-19">
            <a:extLst>
              <a:ext uri="{FF2B5EF4-FFF2-40B4-BE49-F238E27FC236}">
                <a16:creationId xmlns:a16="http://schemas.microsoft.com/office/drawing/2014/main" id="{BD3F6594-277A-4296-B450-BD28C65CB96E}"/>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2E33656D-A8CA-4EE0-BE2A-46E8C55E0193}"/>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Find three efficient mental methods for 48 x 250.</a:t>
            </a:r>
          </a:p>
        </p:txBody>
      </p:sp>
      <p:sp>
        <p:nvSpPr>
          <p:cNvPr id="21" name="object-21">
            <a:extLst>
              <a:ext uri="{FF2B5EF4-FFF2-40B4-BE49-F238E27FC236}">
                <a16:creationId xmlns:a16="http://schemas.microsoft.com/office/drawing/2014/main" id="{0374B448-B840-40FE-8606-B0AFBAFBFAE6}"/>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EE4EFE68-BAD9-4499-A022-08764B094CEE}"/>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divides by 4 when multiplying by 25 but forgets to multiply by 100.</a:t>
            </a:r>
          </a:p>
        </p:txBody>
      </p:sp>
      <p:sp>
        <p:nvSpPr>
          <p:cNvPr id="23" name="object-23">
            <a:extLst>
              <a:ext uri="{FF2B5EF4-FFF2-40B4-BE49-F238E27FC236}">
                <a16:creationId xmlns:a16="http://schemas.microsoft.com/office/drawing/2014/main" id="{457B8530-51CC-45C9-ADC9-1C70588226E7}"/>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07AEA02E-534F-437D-A463-03E10D325D7B}"/>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4AE52EFF-B29D-4F41-9F79-EC7BD45F9674}"/>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0186D8F7-D647-4CB8-9541-5C89030034B2}"/>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Calculate 125 x 64 using factors.</a:t>
            </a:r>
          </a:p>
        </p:txBody>
      </p:sp>
    </p:spTree>
    <p:extLst>
      <p:ext uri="{BB962C8B-B14F-4D97-AF65-F5344CB8AC3E}">
        <p14:creationId xmlns:p14="http://schemas.microsoft.com/office/powerpoint/2010/main" val="1695975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2D7DE1AD-0E67-473E-8364-1A713AD3958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45DEFE81-720B-42B5-B64E-B864E4BCAF5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0779AADE-B8B7-49EF-8973-86FA7BCA0482}"/>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BF147D4C-6622-4F63-8A65-ED16F9CA11C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mental multiplication and division strategies</a:t>
            </a:r>
          </a:p>
        </p:txBody>
      </p:sp>
      <p:sp>
        <p:nvSpPr>
          <p:cNvPr id="5" name="object-5">
            <a:extLst>
              <a:ext uri="{FF2B5EF4-FFF2-40B4-BE49-F238E27FC236}">
                <a16:creationId xmlns:a16="http://schemas.microsoft.com/office/drawing/2014/main" id="{C7A41882-5D2C-4762-A67F-39564376A37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11</a:t>
            </a:r>
          </a:p>
        </p:txBody>
      </p:sp>
      <p:sp>
        <p:nvSpPr>
          <p:cNvPr id="6" name="object-6">
            <a:extLst>
              <a:ext uri="{FF2B5EF4-FFF2-40B4-BE49-F238E27FC236}">
                <a16:creationId xmlns:a16="http://schemas.microsoft.com/office/drawing/2014/main" id="{E651738C-5E2D-43F7-81EF-1104FDB54CAF}"/>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FBCCAC4B-B816-4B67-8BA3-DEF6D109F69A}"/>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90,000.</a:t>
            </a:r>
          </a:p>
        </p:txBody>
      </p:sp>
      <p:sp>
        <p:nvSpPr>
          <p:cNvPr id="8" name="object-8">
            <a:extLst>
              <a:ext uri="{FF2B5EF4-FFF2-40B4-BE49-F238E27FC236}">
                <a16:creationId xmlns:a16="http://schemas.microsoft.com/office/drawing/2014/main" id="{CACA0EE8-D5D8-4293-9448-2ECAA2456ABE}"/>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4475BC87-416F-4822-92A5-0D99EF11C992}"/>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300.</a:t>
            </a:r>
          </a:p>
        </p:txBody>
      </p:sp>
      <p:sp>
        <p:nvSpPr>
          <p:cNvPr id="10" name="object-10">
            <a:extLst>
              <a:ext uri="{FF2B5EF4-FFF2-40B4-BE49-F238E27FC236}">
                <a16:creationId xmlns:a16="http://schemas.microsoft.com/office/drawing/2014/main" id="{755E65AC-811B-42D0-9EE7-CA2656BF5144}"/>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1E36D362-B4FC-4BD6-AAF3-30B57EE1E462}"/>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8,000.</a:t>
            </a:r>
          </a:p>
        </p:txBody>
      </p:sp>
      <p:sp>
        <p:nvSpPr>
          <p:cNvPr id="12" name="object-12">
            <a:extLst>
              <a:ext uri="{FF2B5EF4-FFF2-40B4-BE49-F238E27FC236}">
                <a16:creationId xmlns:a16="http://schemas.microsoft.com/office/drawing/2014/main" id="{7713FE22-5204-4961-BDC4-32559919C8CA}"/>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AB5A15BB-D5DF-4702-8825-0993EB28315B}"/>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90,000.</a:t>
            </a:r>
          </a:p>
        </p:txBody>
      </p:sp>
      <p:sp>
        <p:nvSpPr>
          <p:cNvPr id="14" name="object-14">
            <a:extLst>
              <a:ext uri="{FF2B5EF4-FFF2-40B4-BE49-F238E27FC236}">
                <a16:creationId xmlns:a16="http://schemas.microsoft.com/office/drawing/2014/main" id="{C66ADF6A-F8B7-4F5C-9F40-BE26120A7402}"/>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F01EE625-EF3D-4CD2-844B-8066648B22AC}"/>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300. Method or representation may vary.</a:t>
            </a:r>
          </a:p>
        </p:txBody>
      </p:sp>
      <p:sp>
        <p:nvSpPr>
          <p:cNvPr id="16" name="object-16">
            <a:extLst>
              <a:ext uri="{FF2B5EF4-FFF2-40B4-BE49-F238E27FC236}">
                <a16:creationId xmlns:a16="http://schemas.microsoft.com/office/drawing/2014/main" id="{5EFE5BA5-30CF-4110-A0BA-4B1257F2625C}"/>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7A3AE2BA-D367-4EB1-9B65-4C404ABA1C51}"/>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8,000. A valid check must be shown.</a:t>
            </a:r>
          </a:p>
        </p:txBody>
      </p:sp>
      <p:sp>
        <p:nvSpPr>
          <p:cNvPr id="18" name="object-18">
            <a:extLst>
              <a:ext uri="{FF2B5EF4-FFF2-40B4-BE49-F238E27FC236}">
                <a16:creationId xmlns:a16="http://schemas.microsoft.com/office/drawing/2014/main" id="{81FFA0BF-D70A-4640-BCEF-2C145CD00870}"/>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6F5FD1BB-3958-4421-931F-DB47D5FE383E}"/>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12,000. Methods may use 250 = 1,000 / 4 or 48 / 4 x 1,000.</a:t>
            </a:r>
          </a:p>
        </p:txBody>
      </p:sp>
      <p:sp>
        <p:nvSpPr>
          <p:cNvPr id="20" name="object-20">
            <a:extLst>
              <a:ext uri="{FF2B5EF4-FFF2-40B4-BE49-F238E27FC236}">
                <a16:creationId xmlns:a16="http://schemas.microsoft.com/office/drawing/2014/main" id="{A9067AAA-811E-4DCE-9B4C-B79072F208A9}"/>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D28FE354-959C-4A1B-9153-D4338695F969}"/>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Since 25 = 100 / 4, divide by 4 and then multiply by 100.</a:t>
            </a:r>
          </a:p>
        </p:txBody>
      </p:sp>
      <p:sp>
        <p:nvSpPr>
          <p:cNvPr id="22" name="object-22">
            <a:extLst>
              <a:ext uri="{FF2B5EF4-FFF2-40B4-BE49-F238E27FC236}">
                <a16:creationId xmlns:a16="http://schemas.microsoft.com/office/drawing/2014/main" id="{1323EBA0-A8E7-4DF7-820A-307F349F6DF8}"/>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FEA3000F-F470-4DBF-BDCA-B0E979A60075}"/>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8B2E0043-2C02-4D38-8841-EE82D5A41326}"/>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CA1E2EFE-E2F7-4EDA-BB19-D4DD5E5D68EB}"/>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8904239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1733</Words>
  <Application>Microsoft Office PowerPoint</Application>
  <DocSecurity>0</DocSecurity>
  <PresentationFormat>Custom</PresentationFormat>
  <Paragraphs>317</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2026-09-14T13:14:18Z</dcterms:created>
  <dcterms:modified xsi:type="dcterms:W3CDTF">2026-09-14T13:18:42Z</dcterms:modified>
</cp:coreProperties>
</file>