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11,123 - 6,725 = 4,398. | Notice the number structure before choosing a method. | Use the opposite operation so the result returns to the starting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Check 7,056 / 24 = 294. Answer: 294 x 24 = 7,056, so the quotient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11,123 - 6,725 = 4,398.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Use the opposite operation so the result returns to the starting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11,123 - 6,725 = 4,398..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4,637 + 3,765 = 8,402..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9,229 because 318 x 29 + 7 = 9,229.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Check 4,398 + 6,725 = 11,123. Expected: Check 8,402 - 3,765 = 4,637. Higher: A division has quotient 318 remainder 7 and divisor 29. Find the dividend.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4,637 + 3,765 = 8,402. | Use the opposite operation so the result returns to the starting value.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F21D001-BFC9-40F7-87AB-F1D2DFBFA7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F511D-32F9-4EA8-B265-E4B499B86B5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33A798-D7E4-4B8A-81EF-7C96A537BD98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3A48E4-87CF-49D4-9D0F-8CA364540D3D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030D18-74D2-41C3-B0B1-360AC842F020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E70DF8-72F0-419F-996A-66A5B73A4ECB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FE9BC1-A411-4833-88E0-153C9FC3302E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E4CAD1-B6E4-4927-AE67-AEC65DA7FEAF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DD40CF-A173-4B5D-B93D-969FC27C56EB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to check calculations.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BACA9D-B4DF-4D51-B5F2-653EECC61511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2BE785-23FC-4BB5-842F-F2BE50EBE71F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79404C-7950-4493-8D14-6537E9B1CB2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65788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A859489-B0A3-42A8-B49B-6AC040D859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598956-3EF5-4E12-A5E6-F7785EF21EC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320D6B-BAC3-40B9-AF5B-956CF30C11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E7D8165-F773-4B0D-B9A2-34C68AEA22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C6F2D0-FA7E-421A-B89B-082624134B2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A64F88-DBDE-41DC-BF70-1C979C09EDC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4DB050-0B35-42E3-BCA8-E834849B538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2293EC-5AE0-457C-BF9F-E8265C1A39A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277817-427E-46A4-9BAF-49A3CBAEDF6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B666FC-5B07-4729-86E1-91CD9634FF1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E280B99-6853-4C82-9742-47E23F6E458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E3A8EBB-7321-4FA3-BF5C-AEDAC3F7CFA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DC0120-61F7-4506-90C5-6D1A5CD4077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A41446-EB4F-40CC-92D8-C969851A553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9FFBFE-1E11-48EA-8DF7-E2E8559321E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0D8D7F-DE44-4A9D-8A56-86FDE8370C7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751D79-1B5B-43D1-B465-9EBDBD78DEF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A37B34-4BDE-409B-82D1-9CE586DFB62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4,398 + 6,725 = 11,123.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5B541FA-2A01-42AB-91F4-6A139034B1E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DE6785C-99C0-488A-83DC-84CD279B844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2D53DE-716F-45B6-A7DF-C146553CEE7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8EE2911-4F80-438C-B053-D79797AED86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Check 7,056 / 24 = 294.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69C9DCD-8B4A-48D3-83E4-C70512EBDB0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89913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4B9115F-9564-4FFA-9B62-87F1E3D3FB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F71DBE-E2C6-4098-BB5A-9AA744C61A0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24CAD2-215B-4F70-8919-0285E1E298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12A1A68-A25D-4E0A-B256-07D553ED2F6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B8EC1D-1E13-4599-B16B-838E59D1244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CF4C63-856A-49E0-96B0-D63287D651A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30FD61-F82D-42DA-A5D8-EE3502E87D2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5E0886-7B58-4E0D-B48A-9B85A5F63B8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233641-E430-4ED7-82EF-5540D41589D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C7B158-BAC2-4D36-BCD3-1AD55FFF3BD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B558A5-5B65-480A-80AE-A2DA070B0FE1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to check calculations.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61F3BD-0C1C-4FCD-8500-1E529027524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F387F3-8314-483F-A0A1-96A8F26CA706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2F711E-479F-43EC-BEAB-1B1B97F7B41E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719669-E3C0-495B-80AE-03A2894D8B53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CE57150-6714-47DB-A03C-64DF836D9BA9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330749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8149FAB-F321-4A67-8E06-CFCEB0F4B9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FEFA26-3D25-493C-BE0D-09E9E314F83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6D9F5D-D6B4-4AEF-A931-9E589ABE11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B0905CF-9C91-445E-8388-E8EB8C9AC95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A6AB4E-E94C-4A4A-BED3-343EFD75ECD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5E0A78-A30F-46A2-95CE-35E8EC65FE2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22FA0B-BDFC-4D66-9ED1-675F9392CC3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0626EC-C9BE-409D-8B66-CB2F3A12C77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426D02-C042-4401-81A3-BA223CB0B90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9C3FD4-3E22-4FA9-97EE-608D0B70FC6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7430FA8-5E95-4F54-8802-3BB297A7FFA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7,056 / 24 = 294.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7E9CA8-2C1C-4B12-9267-01CE51208C0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FDD774A-15C5-4638-BD2B-717AE6A6238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DAF787-D41D-40F6-8B96-98880768A941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25D6CC-2FB5-4681-8347-12E924DE3AA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Notice the number structure before choosing a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5EF394-3AD5-4A2E-AE52-3F50B620EEB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ACAB709-9E42-4EA1-A32F-ACDC45BC694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17E7AC-D2DC-4549-99B9-6B74833660BE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F3A0B28-4486-4DDF-95CF-E179777C7884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 known fact, partition or compensation to calculate efficiently.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CF8D05-0BCF-4EF8-8C64-90824E6AABF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E1A335-7D14-4CB4-8A4F-2A685DF9545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9702EE-F480-4DAE-B99B-6A5A06D9E4C4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50D913-33BF-4347-83C8-F773A2EBC225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size of the result using estimation or an inverse operation.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496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4B77929-B499-4CEE-8E82-5DBD34A86B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2B33CB-0E0E-4185-84CC-56EC0361E78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2C4CF1-AAB1-47FF-9D48-8FA1879287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49DF2C-1EA7-41D3-B5D2-5DD05828629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8336E4-8006-4B3A-B72E-EAB122CD80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519F55-97EF-40F6-8CC8-FD67C1F1FF7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A1DBF0-AAA5-49E2-A053-AB4BDFA676A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F4B6B8-9828-45B2-8830-D1B703467BE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8734E4-2ACC-48B2-B553-4E2078CC7B9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B8AC22-0F68-4BD3-A612-D4ABF19CA15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8BC0EF6-4825-41F7-BF6B-444A05F06CF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BB9DA1-FBB5-4588-A0C4-475107647773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294 x 24 = 7,056, so the quotient is correct.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3E7B54-0943-4324-9894-9EFB5E70C4A0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23787F-C875-4F24-8F41-CE9C6DC0D45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3D9A03-3E53-4D84-B6AB-02572C967592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605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652B34B-4DEE-478C-B16A-6E210B991A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A5FB8F-9B03-417A-A864-69993C7DE2D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D4CD64-FFD9-4479-B811-5FD1EE852C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C78699C-3E3D-4BB8-9ADF-B6257AFDFFC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680F57-6D18-4085-B662-A2AE7CFCCA2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8FE2B5-CD34-4346-913C-D3E9AB63237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76C7A6-AC3E-4FCD-8338-9B8CFADA6E8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6E5700-6944-415E-B585-0F0D3C3468F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47FEF9-2926-4A8B-ADF0-8CDEE76C79A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8C1F59-EF0F-40F1-96D5-BD17413826B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3185F4-611E-4B1B-A3B1-312E9E6E67C7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4,398 + 6,725 = 11,123.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A4032F-3E8B-4629-BBA0-777F60AD9CE4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ED7DD9-4803-4423-B0E8-AD476E3EA9E4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EB0A4-D55E-4855-BF82-28EF166E355F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D7B8A2-E2F4-4BFE-B920-515D9B0FCE56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A9064A-A878-4E12-93B2-3DD9C1B4E889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11,123 - 6,725 = 4,398.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4864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67A6E6A-BC02-45A2-8DAE-1CA130CAFB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40F9F-BAE9-40A5-A080-5E6C4BE1844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7B6EE8-AA44-4144-B3A2-A8FCBAD6C4F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D09B208-E22E-46CD-B443-D179338AAB0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5D5206-C896-4349-A593-6809A09411E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AC43FE-7012-4751-9A59-4269F9020A7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1E4E3A-3C13-4A52-ADA3-F42C623227E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D651EE-45F3-470B-A0CE-1E0AF18B515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2B0C31-B268-4218-8EF5-C77361C9A59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30B265-1E55-41EA-BF64-549F77FEF57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2155E9F-7ACC-4921-A625-F23644013908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00A777-D171-4C5B-BC60-47070E2EB810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repeats the same operation and calls it an inverse check.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99B4AF-0CB3-401C-8F09-593BC157B6E3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7AEB41-2476-43AE-9138-43B429E8184F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3492B5-E96A-4511-AE6C-CABDE4B14DEE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opposite operation so the result returns to the starting value.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636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6E4D17C-EA14-43A1-B613-A91847DCE3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D93DFB8-2D3C-4A93-B945-E2B7117A9CC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EB3A58-7AA6-4EC7-964C-DA253B757D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508D733-ED40-489D-9DF9-23E5230602D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9662C5-D21E-41D5-8E89-C24504C9C06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F05CD8-3B98-4136-8F61-F77110799AD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A06385-1596-4631-9C18-80B2FA6F515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04E153-913B-43D2-A86C-C0190F429CD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9D2730-42C7-45D9-9470-C8A015ABC81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6C4719-91D7-4929-B6E6-B9B1CC84254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B16140F-70D4-4CB8-BD6E-13722450A91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0C4477-8D59-4044-95D5-0C13332D14F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02E008-3E68-42BE-8AEC-A7D21ECEDDD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2C5BF9-75A2-48DB-9B1F-DEDDC68582A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4,398 + 6,725 = 11,123.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7CE1AA7-0FAE-4B88-8181-CCF6B4B0934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7224432-759F-4335-B54A-7B6620F56A8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AF6C5C-28DA-4E5C-8D95-C1961BF94A3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55B5C6-4BDB-43ED-A229-5B6B5246619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8C66B5F-127F-462E-A7AB-34A84F3F948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5D4AD7C-BCF9-4063-BC48-9D50098BFAD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A9F1CC-6D05-4FD7-A345-90D961C56B6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FDE523-D9CD-409C-9BE4-C18B86AA8EF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11,123 - 6,725 = 4,398.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73EAD9-CB0F-4191-AB21-975489995EE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59760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C9562B5-DE3A-4E3F-851E-68CA0D9F2E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393C2F-9B94-4481-AB81-A69F1FE9E73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F6D05E-3EC3-46CE-8ABC-F5AA6DC8B34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0C670A-F6B1-408D-82E7-01ACFCE2EB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F41FE0-A678-4F9C-ACAF-D0EB531773A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C91A58-AAA7-4CB4-9131-6D1F2BF4BD6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8DE175-51F2-43D3-BB0F-1BF3B2D1055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C2CB6E-262C-4381-A32C-8516AA118F4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F09232-083B-4DC3-8A0E-E0C1713978B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DED95A-A60C-4C5A-9963-29F9A4B0FBE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026783F-E5B7-43F9-932C-B4C17E06FFD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CC48EA7-6E83-4A66-B6CE-09EB484F408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8D7BE8-5B08-4A68-91B8-8F44DF04907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DD8F61-08EC-4C08-BBCC-15547310CF8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8,402 - 3,765 = 4,637.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698F4ED-AB84-448D-8F0F-AB0D307FB4A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BAE58E7-2F96-4972-ABF0-BEE3052879C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2CF4A0-013E-40BF-8A45-D0C17DAEA32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7C8209B-3FBF-423A-B097-F6D8DC3BBE5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6CE5EFF-0506-4FED-9A80-2369E316E0B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61E2D1-FD76-4E07-80B7-C80D914DF08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B47061-466C-4B41-9D4D-AA8EA04A078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C5BAEE-E038-437A-92D6-03A48D5624A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1420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C9F52BF-730C-4698-AF21-AE9594F3B3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FBC17E-52C8-44E9-9F00-5E5B219BB33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5DF5C3-3823-4CBE-9B38-5E69E19F57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6A66CD8-F1AE-4028-8348-876AC317A3E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7E1FF8-041D-475E-875F-0179E24984A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234169-78D9-4678-93B1-4AEDC11F85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38F0F4-6D58-4F3A-AE46-EC32D50AC91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9144D3-3CE9-43B2-B93F-8426C4A75A4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81C43A-4104-4B4A-8ED2-F1DAE7FECDA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1ADA15-CC7E-4A69-B8B5-66343BDC06D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498E0D-EDBE-45C2-9557-7E14F6C5CF1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division has quotient 318 remainder 7 and divisor 29. Find the dividend.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C8821A-F756-4C4F-B0B9-D2471CE07A3D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ACABCC-6872-4CD9-A1EC-23FB50AE9A5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225193-5D84-421B-B997-0D9E3A669FB4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9,229 because 318 x 29 + 7 = 9,229.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3566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1E8F900-1FFE-4764-94C2-982A582433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5B7A22-CDED-426C-AD93-978E8249E76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A4375E-7F67-42A5-96BD-170D331124B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43EA916-EA3F-4FA5-9603-C0F08E7EDF9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52A37B-6A9C-4DAA-A29B-88313B6E8A1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E9F3BD-E674-459E-B82D-1172287C8C0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0BAA80-7507-4224-9BD3-A2BED1F56AE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4B0A97-7BB2-49CB-8C0B-2CE7F067EC6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B66569-0028-4CBF-A7B7-4B90499D8FB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42415F-E6D2-45FC-A4C9-A46ABF4BEA1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3A77C8-94BC-4133-BB81-6E22D7AA902C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E17183B-F94A-4F3A-AA47-84FB1DB342D6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885EA0-333C-4633-B56B-BE4A1F4DF837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E20FEB-5808-4213-BDA1-3AF9153A1BEA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689F9BA-95FC-4A4F-94F1-0769C0AAAEC8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2867B3-6F58-463A-BDBA-B041AB6BEDD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CF7B3A2-CADD-4A87-AF95-48163D3ECAF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24B6F3-A6E3-4E6E-B6D4-6D2D5920A785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A853F0B-4C5B-46D6-8C32-92C1902E1E00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CB2253B-95A3-4464-A168-AECFF5687C32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DEB3F8-B47A-4243-8843-34F16B07A25B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9BE847A-670B-4E71-A342-641CEA6E73D8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0049B7-5A9E-49EB-A276-ACEAC48C7DEF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BA8BA8-3BB4-4651-995F-459E46F332D8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4BE8227-B8B9-49B9-AC84-5AAB4A7545CE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48034D-02BB-483C-8055-6E95439208A9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682733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3EA70BF-1678-428D-83CB-21AE8BC4DF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A3DBCA-7EF2-4609-97DD-C8A5CBCF89E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D2E270-4481-4101-9C5D-BBD44A5E0D4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979BBC3-29A8-4E00-8B6C-0CA77B47911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7950E4-A234-47B8-AE10-FBEA6FC777B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BF088-C539-4CA7-9229-752B93CA319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8FD5C6-F51B-4E39-A039-C60427C0240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D842F4-EC3F-4152-B6FA-26ED2E77C67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0126BF-6755-4281-88E9-867C3593996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4CC77-21EB-48E7-8252-0C0F84A2786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1E2842-E505-49A8-BD37-803E7E0CD6F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00EC8F-D42F-4BD7-9A8F-071C3B05F28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EA95B3-2E8A-462F-A1CF-BB981732C38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02D42E-716B-436C-91E6-FBDE45EFA85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8,402 - 3,765 = 4,637.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EB97030-107D-4470-BA92-47A4FCCA900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0AED2DA-5DD8-4A9B-A7AB-9A03AD7218E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9F4729-26A2-441B-971B-C8C4B7DADA2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51C2793-2A3F-406A-A395-F1E624CBF39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repeats the same operation and calls it an inverse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2833B7D-AA3E-4AF6-ADE7-DF0AF31FFE6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C22525-22C8-4645-BA66-AB478DE7509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59913D-FD71-48F9-ADB5-9A56D10DF22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AECEA10-48F0-46E9-8953-06D8C89BE2D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0AF549-E556-490D-8EBE-BE052F66CB0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19469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1339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2026-09-08T22:37:38Z</dcterms:created>
  <dcterms:modified xsi:type="dcterms:W3CDTF">2026-09-08T22:49:19Z</dcterms:modified>
</cp:coreProperties>
</file>