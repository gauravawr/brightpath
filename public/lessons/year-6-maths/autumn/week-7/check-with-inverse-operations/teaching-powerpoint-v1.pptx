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349f68c2794857" /><Relationship Type="http://schemas.openxmlformats.org/officeDocument/2006/relationships/extended-properties" Target="/docProps/app.xml" Id="R8efff2c68d3f4bbf" /><Relationship Type="http://schemas.openxmlformats.org/officeDocument/2006/relationships/officeDocument" Target="/ppt/presentation.xml" Id="Ra78a155e1f4e42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dba2a37b5e4f6f"/>
  </p:sldMasterIdLst>
  <p:notesMasterIdLst>
    <p:notesMasterId xmlns:r="http://schemas.openxmlformats.org/officeDocument/2006/relationships" r:id="R627d31959ead4aa7"/>
  </p:notesMasterIdLst>
  <p:sldIdLst>
    <p:sldId xmlns:r="http://schemas.openxmlformats.org/officeDocument/2006/relationships" id="256" r:id="R9bd1e53ede164a2f"/>
    <p:sldId xmlns:r="http://schemas.openxmlformats.org/officeDocument/2006/relationships" id="257" r:id="R4936dd2b29e74d6d"/>
    <p:sldId xmlns:r="http://schemas.openxmlformats.org/officeDocument/2006/relationships" id="258" r:id="R80906fd8b45243b3"/>
    <p:sldId xmlns:r="http://schemas.openxmlformats.org/officeDocument/2006/relationships" id="259" r:id="Red9de569833e4dc4"/>
    <p:sldId xmlns:r="http://schemas.openxmlformats.org/officeDocument/2006/relationships" id="260" r:id="R2b334becb40d46e8"/>
    <p:sldId xmlns:r="http://schemas.openxmlformats.org/officeDocument/2006/relationships" id="261" r:id="Ra9ca64e17e5a4ea2"/>
    <p:sldId xmlns:r="http://schemas.openxmlformats.org/officeDocument/2006/relationships" id="262" r:id="R729ee328cd634430"/>
    <p:sldId xmlns:r="http://schemas.openxmlformats.org/officeDocument/2006/relationships" id="263" r:id="R4a7aa917a35f467d"/>
    <p:sldId xmlns:r="http://schemas.openxmlformats.org/officeDocument/2006/relationships" id="264" r:id="Rfa8000fee5f247c1"/>
    <p:sldId xmlns:r="http://schemas.openxmlformats.org/officeDocument/2006/relationships" id="265" r:id="R47edca58149c4b34"/>
    <p:sldId xmlns:r="http://schemas.openxmlformats.org/officeDocument/2006/relationships" id="266" r:id="Rfa9506718b4a4097"/>
    <p:sldId xmlns:r="http://schemas.openxmlformats.org/officeDocument/2006/relationships" id="267" r:id="R143c7b238f4044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dce52c544141cd" /><Relationship Type="http://schemas.openxmlformats.org/officeDocument/2006/relationships/slideMaster" Target="/ppt/slideMasters/slideMaster1.xml" Id="Rbcdba2a37b5e4f6f" /><Relationship Type="http://schemas.openxmlformats.org/officeDocument/2006/relationships/notesMaster" Target="/ppt/notesMasters/notesMaster1.xml" Id="R627d31959ead4aa7" /><Relationship Type="http://schemas.openxmlformats.org/officeDocument/2006/relationships/presProps" Target="/ppt/presProps.xml" Id="R83ff1f0e640345d4" /><Relationship Type="http://schemas.openxmlformats.org/officeDocument/2006/relationships/tableStyles" Target="/ppt/tableStyles.xml" Id="R676253867bf04722" /><Relationship Type="http://schemas.openxmlformats.org/officeDocument/2006/relationships/slide" Target="/ppt/slides/slide1.xml" Id="R9bd1e53ede164a2f" /><Relationship Type="http://schemas.openxmlformats.org/officeDocument/2006/relationships/slide" Target="/ppt/slides/slide2.xml" Id="R4936dd2b29e74d6d" /><Relationship Type="http://schemas.openxmlformats.org/officeDocument/2006/relationships/slide" Target="/ppt/slides/slide3.xml" Id="R80906fd8b45243b3" /><Relationship Type="http://schemas.openxmlformats.org/officeDocument/2006/relationships/slide" Target="/ppt/slides/slide4.xml" Id="Red9de569833e4dc4" /><Relationship Type="http://schemas.openxmlformats.org/officeDocument/2006/relationships/slide" Target="/ppt/slides/slide5.xml" Id="R2b334becb40d46e8" /><Relationship Type="http://schemas.openxmlformats.org/officeDocument/2006/relationships/slide" Target="/ppt/slides/slide6.xml" Id="Ra9ca64e17e5a4ea2" /><Relationship Type="http://schemas.openxmlformats.org/officeDocument/2006/relationships/slide" Target="/ppt/slides/slide7.xml" Id="R729ee328cd634430" /><Relationship Type="http://schemas.openxmlformats.org/officeDocument/2006/relationships/slide" Target="/ppt/slides/slide8.xml" Id="R4a7aa917a35f467d" /><Relationship Type="http://schemas.openxmlformats.org/officeDocument/2006/relationships/slide" Target="/ppt/slides/slide9.xml" Id="Rfa8000fee5f247c1" /><Relationship Type="http://schemas.openxmlformats.org/officeDocument/2006/relationships/slide" Target="/ppt/slides/slide10.xml" Id="R47edca58149c4b34" /><Relationship Type="http://schemas.openxmlformats.org/officeDocument/2006/relationships/slide" Target="/ppt/slides/slide11.xml" Id="Rfa9506718b4a4097" /><Relationship Type="http://schemas.openxmlformats.org/officeDocument/2006/relationships/slide" Target="/ppt/slides/slide12.xml" Id="R143c7b238f4044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3c74640a4440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9823eec4f44d07" /><Relationship Type="http://schemas.openxmlformats.org/officeDocument/2006/relationships/notesMaster" Target="/ppt/notesMasters/notesMaster1.xml" Id="Rbf533155079a4d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4de6890177484b" /><Relationship Type="http://schemas.openxmlformats.org/officeDocument/2006/relationships/notesMaster" Target="/ppt/notesMasters/notesMaster1.xml" Id="R671ae555f85547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8f585fe5e34bb8" /><Relationship Type="http://schemas.openxmlformats.org/officeDocument/2006/relationships/notesMaster" Target="/ppt/notesMasters/notesMaster1.xml" Id="R861a197e82e841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0e258eae444a67" /><Relationship Type="http://schemas.openxmlformats.org/officeDocument/2006/relationships/notesMaster" Target="/ppt/notesMasters/notesMaster1.xml" Id="R43ed1cb816d34a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d4f0913d594d59" /><Relationship Type="http://schemas.openxmlformats.org/officeDocument/2006/relationships/notesMaster" Target="/ppt/notesMasters/notesMaster1.xml" Id="R353bf79383e549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97e92a35d345c7" /><Relationship Type="http://schemas.openxmlformats.org/officeDocument/2006/relationships/notesMaster" Target="/ppt/notesMasters/notesMaster1.xml" Id="Rd16a9d5d18d746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a91251edff44fb" /><Relationship Type="http://schemas.openxmlformats.org/officeDocument/2006/relationships/notesMaster" Target="/ppt/notesMasters/notesMaster1.xml" Id="R04019035af9d41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c9c24d91e242f6" /><Relationship Type="http://schemas.openxmlformats.org/officeDocument/2006/relationships/notesMaster" Target="/ppt/notesMasters/notesMaster1.xml" Id="R9650d8ccbc7646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1a002a76db43c9" /><Relationship Type="http://schemas.openxmlformats.org/officeDocument/2006/relationships/notesMaster" Target="/ppt/notesMasters/notesMaster1.xml" Id="Ra96cefe2bd874b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ce03fabdbd4671" /><Relationship Type="http://schemas.openxmlformats.org/officeDocument/2006/relationships/notesMaster" Target="/ppt/notesMasters/notesMaster1.xml" Id="R111181f88c0842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dd94b745da476e" /><Relationship Type="http://schemas.openxmlformats.org/officeDocument/2006/relationships/notesMaster" Target="/ppt/notesMasters/notesMaster1.xml" Id="Reb0b5a95987347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cda20f568549c3" /><Relationship Type="http://schemas.openxmlformats.org/officeDocument/2006/relationships/notesMaster" Target="/ppt/notesMasters/notesMaster1.xml" Id="R7c989ad7080149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Mini whiteboards, place-value chart, empty number lines, strategy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11,123 - 6,725 = 4,398. | Notice the number structure before choosing a method. | Use the opposite operation so the result returns to the starting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mental, compensation, partition, estimate, inverse, reasonable.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294 x 24 = 7,056, so the quotient is correct.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11,123 - 6,725 = 4,398.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Use the opposite operation so the result returns to the starting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11,123 - 6,725 = 4,398..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4,637 + 3,765 = 8,402..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9,229 because 318 x 29 + 7 = 9,229.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4,637 + 3,765 = 8,402.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4,637 + 3,765 = 8,402. | Use the opposite operation so the result returns to the starting value.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b26898b64b49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f989827bb44602" /><Relationship Type="http://schemas.openxmlformats.org/officeDocument/2006/relationships/slideLayout" Target="/ppt/slideLayouts/slideLayout1.xml" Id="R5d97c8a1da6249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97c8a1da6249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ec07249814a58" /><Relationship Type="http://schemas.openxmlformats.org/officeDocument/2006/relationships/notesSlide" Target="/ppt/notesSlides/notesSlide1.xml" Id="R12271ceb499140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27380e21c42a2" /><Relationship Type="http://schemas.openxmlformats.org/officeDocument/2006/relationships/notesSlide" Target="/ppt/notesSlides/notesSlide2.xml" Id="Ra72be847a4a649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f6d49e0894905" /><Relationship Type="http://schemas.openxmlformats.org/officeDocument/2006/relationships/notesSlide" Target="/ppt/notesSlides/notesSlide3.xml" Id="R595237caf88741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b40b735e943ef" /><Relationship Type="http://schemas.openxmlformats.org/officeDocument/2006/relationships/notesSlide" Target="/ppt/notesSlides/notesSlide4.xml" Id="R39a06bb34d7e49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680d8f61c47fe" /><Relationship Type="http://schemas.openxmlformats.org/officeDocument/2006/relationships/notesSlide" Target="/ppt/notesSlides/notesSlide5.xml" Id="R77b6092e2c3d47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66194aaca4bbc" /><Relationship Type="http://schemas.openxmlformats.org/officeDocument/2006/relationships/notesSlide" Target="/ppt/notesSlides/notesSlide6.xml" Id="Re0b4732a4b9f46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22c093e634a7e" /><Relationship Type="http://schemas.openxmlformats.org/officeDocument/2006/relationships/image" Target="/ppt/media/image.png" Id="R25aa8ec2c71347ea" /><Relationship Type="http://schemas.openxmlformats.org/officeDocument/2006/relationships/notesSlide" Target="/ppt/notesSlides/notesSlide7.xml" Id="R2e47d3966ab04a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b5f8139614191" /><Relationship Type="http://schemas.openxmlformats.org/officeDocument/2006/relationships/notesSlide" Target="/ppt/notesSlides/notesSlide8.xml" Id="R3e48f729db9349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feef2e62d489c" /><Relationship Type="http://schemas.openxmlformats.org/officeDocument/2006/relationships/notesSlide" Target="/ppt/notesSlides/notesSlide9.xml" Id="R4d879ab981264f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98ce1283c4594" /><Relationship Type="http://schemas.openxmlformats.org/officeDocument/2006/relationships/notesSlide" Target="/ppt/notesSlides/notesSlide10.xml" Id="R48a5bd8d72b34c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843eef54744ee" /><Relationship Type="http://schemas.openxmlformats.org/officeDocument/2006/relationships/notesSlide" Target="/ppt/notesSlides/notesSlide11.xml" Id="R7fed35d204494b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189af491b4339" /><Relationship Type="http://schemas.openxmlformats.org/officeDocument/2006/relationships/notesSlide" Target="/ppt/notesSlides/notesSlide12.xml" Id="R84ef1ea8d49b4e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38BFE-36E9-4749-9302-F650DFFB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71B3A-0F37-4C48-9293-7935BE21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D336A-8988-434C-8382-02B05617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94D84-3A98-493E-80DB-2CCD8960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7FFEA-6927-437D-AD72-96BD335C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Check with inverse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8A291-AA75-4312-A7C2-B5F71097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3CCFD-6E43-43C9-A19B-94EF988B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84AAA5-494B-4848-B0EE-D8B158B8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use inverse operations to check calculations.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6A31B-2F37-4EB0-88BC-CF69A90C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042A3-8E4C-4FFB-918D-2184DD2F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Mini whiteboards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BC33D-5997-44AC-B5DF-4F292B7B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4250104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1DC5D1-078F-4591-9E53-AD9EA302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7D066-49E8-41FE-9D2A-25240AD9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85CE3-F44C-4AF0-A9B3-FECE841B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5035C-D391-4FA9-A2A4-64BEAE91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C7F3E-766F-47D7-A932-5AB4C180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CA967-9682-4127-993B-92F176D1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48AAF-BDA7-484F-9206-375CAC6C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B31C6-4B0E-4CA5-B4AD-80BAA767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DBBF9-83B1-47FF-8043-96E23108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Check with inverse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3120D-B4D2-4FD6-8BCF-7B716053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FFF75-8EE3-49AA-9930-EF80C145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EDEA0-A52A-4825-A11D-FFFC9F83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F9435-214D-46A1-BDA4-64C5DC70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Recall number facts and use place value, partitioning, compensation and inverse operations.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CB4A89-5AA4-4DE4-9792-4F382CEF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FB994-9BDD-446F-90E5-F6F4B93F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85FB2-7278-4555-A62E-AC0B1C69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043C9F-26CC-4B02-8187-AEE08177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Check 4,398 + 6,725 = 11,123.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943FC-0D12-41B9-86BF-CB156577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2D698E-0273-48F4-91FA-2FE8C17D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E3C86A-8662-4EB9-9557-826926AF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22737-6E97-4F83-ABD4-C7683405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Check 7,056 / 24 = 294.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6D8100-6C4C-48C9-937C-D74CC1C8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46670965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4DC7B-23E7-4E35-AFF1-B38550B8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0B4E1-22D9-4F08-B7C9-B9CDA809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CB0D9F-2898-4BB8-9917-52D8FC76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D4629-0487-4A79-8C70-72868671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AA7D2-4DDA-469E-B1DF-542DF220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677BC-5D81-41DD-8302-76E72BB9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E26C7-52CC-4C56-96E2-47F27055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A44B3-5547-4C9B-81DF-97357A51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7D406-8932-4DC7-9066-6F275B59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Check with inverse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C2DE1-DB5C-445E-9908-57FCD95E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use inverse operations to check calculations.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94D3E-3E8A-45E6-A409-B6074DCB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ED87B-B4A0-45D1-95D4-B9F7B840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Notice the number structure before choosing a method.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33821-E889-4036-92DC-D76EC293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Use a known fact, partition or compensation to calculate efficiently.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8826E-02C4-4567-B129-F09DAA44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size of the result using estimation or an inverse operation.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91F9A5-BB08-4734-9929-2204A24D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mental  |  compensation  |  partition  |  estimate  |  inverse  |  reasonable</a:t>
            </a:r>
          </a:p>
        </p:txBody>
      </p:sp>
    </p:spTree>
    <p:extLst>
      <p:ext uri="{BB962C8B-B14F-4D97-AF65-F5344CB8AC3E}">
        <p14:creationId xmlns:p14="http://schemas.microsoft.com/office/powerpoint/2010/main" val="74490925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21B207-BCC3-4E42-B104-EB076640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8FB3B-F4B4-44EA-894C-50B9812E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BDE0C-9FEB-40C1-89D5-15F7FB6B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AFD4E-9659-41EA-B3FF-917A451D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DF4A6-DD38-4675-A1BD-E1D05345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F3C19-3FDC-4A81-9A33-5EC8E234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31B5C-7D73-4677-8DA8-43D0CFDD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79479-34E5-4E79-A228-8E817F7C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1FF4C-D682-4D72-B074-59C877E3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Check with inverse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332E1-5315-4053-94A6-57EDFF42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Check 7,056 / 24 = 294.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1A8424-A655-4339-A23E-3896ED6B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170D3-4E37-443B-B26D-1B27EA64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A55EB-CA55-4324-8DDC-DC6DF83F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Claim: 7,056 ÷ 24 = 294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CAC91D-08CC-4805-8C5D-CB5DD472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50E45-7F9B-4D2C-A2CE-82469E6B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57ACC-764D-462E-9A7C-D968A802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Check with the inverse: 294 × 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3EB63-E068-4AB8-8109-DE00A721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CDB82-CF75-4BD9-B1BB-8519008C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FE1F0D-B68D-49FC-95E7-A9015F4F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294 × 20 = 5,880     294 × 4 = 1,176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194164-C58C-40D1-8AC6-60B51824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AAB59E-2478-422F-B8AA-16CCD914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B8EB78-8488-4239-AB5D-057173EE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5,880 + 1,176 = 7,056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38CD7D-8A91-4986-ACE8-564E2B98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533300-C013-4946-8809-348F50C0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417371-7B11-425A-83B2-8E6A5265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The quotient 294 is correct</a:t>
            </a:r>
          </a:p>
        </p:txBody>
      </p:sp>
    </p:spTree>
    <p:extLst>
      <p:ext uri="{BB962C8B-B14F-4D97-AF65-F5344CB8AC3E}">
        <p14:creationId xmlns:p14="http://schemas.microsoft.com/office/powerpoint/2010/main" val="103665407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75138-78BB-4205-9B14-54F6D748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92393-AC5A-4034-A145-AFDB0320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93858-F0C3-4306-9CCA-BE38E75A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2874F-2FFA-4450-B3B9-4506FD1A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DCC15-48F7-4D10-9D95-61DC429A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1E0ED-D452-42C7-9096-604DC7CA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EEFCB-68AF-44F7-B6B8-3C033F51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00E0C-AC6A-4C57-BFA9-0FAF4062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67CC0-B0F3-4E08-9258-B188B949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Check with inverse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F8E3F-546F-4806-BCC7-CFC20CEA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989FA-FE58-465F-A30F-0D2BA46D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294 x 24 = 7,056, so the quotient is correct.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CEC51-0CA9-485D-A51F-2FA56B5A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E28D5D-3FC5-4A61-8263-408E547C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size of the result using estimation or an inverse operation.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F7C05-2B72-4C61-B68B-ED258599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62389262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14DFA-A7A0-4D12-93BA-002D6305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8A4C4-28C0-4BAA-A65B-5D1E3103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409BC-BF30-490E-999E-7E5F0C79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D49CD-22D3-4118-A224-F5D036B7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FC95A-7A44-40B3-A71F-FA267107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248A3-9012-4AB6-B5D2-17D153D3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75B4B-A022-40C5-8748-60177496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7F893-816B-443F-B3C6-A6D1A078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26D52-1383-4AD2-9FC8-606D2E52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Check with inverse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D7799-395E-4886-9481-882B143D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Check 4,398 + 6,725 = 11,123.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035F2-6928-4060-B9B0-777E0F0D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CC993B-ADE9-40D7-A581-B9A6715E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B558A-5F2C-47CC-B592-916C6877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ACF79-6B45-4B6E-826A-83183075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E8A9BE-2007-4CF8-8C43-77AE7D44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11,123 - 6,725 = 4,398.</a:t>
            </a:r>
          </a:p>
        </p:txBody>
      </p:sp>
    </p:spTree>
    <p:extLst>
      <p:ext uri="{BB962C8B-B14F-4D97-AF65-F5344CB8AC3E}">
        <p14:creationId xmlns:p14="http://schemas.microsoft.com/office/powerpoint/2010/main" val="8312824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E82C4-91E0-45B3-86A0-F6F488D3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78E36-8CED-48BB-9226-198A9838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F020C-2F12-4F3D-9958-F263438A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3D843-85D0-4171-A39A-0FEB81BA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69887-13AC-4355-90C9-0980F1DD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68F3B-A5FB-49E3-A7AA-1A5ED456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4C51C-6DAE-427B-AC7B-C8FD5B07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566B4-C9C2-4DDC-B034-8E877018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94B69-5B35-4256-82D0-7B975F0A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Check with inverse operations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aa8ec2c71347ea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49173-FEDA-4B0F-A157-50D1B720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69581-E4E3-42D0-82E0-7F4771FE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repeats the same operation and calls it an inverse check.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E806ED-A49A-4E37-A3B2-13A88E55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946EA-36C0-448E-9636-383DE7E2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2588E0-2746-4FCD-8B7A-7CC56F0E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Use the opposite operation so the result returns to the starting value.</a:t>
            </a:r>
          </a:p>
        </p:txBody>
      </p:sp>
    </p:spTree>
    <p:extLst>
      <p:ext uri="{BB962C8B-B14F-4D97-AF65-F5344CB8AC3E}">
        <p14:creationId xmlns:p14="http://schemas.microsoft.com/office/powerpoint/2010/main" val="148714610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4DEEAD-0825-4949-9DE8-8E54C431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53C82-63ED-413A-9804-E68B1061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70B5D-B459-4221-BB99-E689D9D7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A1CDB-09CF-4A09-99C2-F59F3BB9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798DD-DCE5-455E-B2A7-747820E0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236BD-EBBB-4F6E-A7F1-2D4F818E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170A9-565D-4505-8A69-B75275B4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F22C4-7413-4358-9C5F-E186AC45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12B5A-711B-4138-98D3-E08A1176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Check with inverse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21DCF4-E14F-43F7-BBD0-B83E3B9E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523D5-CEFA-43B6-9162-A6D812F3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8DFAD9-8CFE-4745-9040-D2104D7E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9A49B-37EB-4441-B4B2-C737CC1C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Check 4,398 + 6,725 = 11,123.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6FEFE-D79C-45E7-B3A8-512087B1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0CC29-4A0E-4735-BE0A-1574812D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0C506-BD8E-4345-AB53-B8956354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F4BD0D-015A-4706-BB25-B31A55F5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E6B720-6843-4C15-8D80-1437438D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EA6F79-3D78-44D7-B9E8-0AEB2FD7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E0C66C-C4DE-4AAE-AF8E-ABC28305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256860-31C9-4BEF-A078-81D2A99C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11,123 - 6,725 = 4,398.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799C5F-0DD4-45A1-85D4-39B0C33B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207581703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3E323D-1F41-4385-AD1B-3798CD07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E2F30-FAA9-4E64-8CBB-C06143D1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D88BD-DB1A-4010-9E0E-33134ED1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D7DC2-09F4-4134-A064-5AAED187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8467E-01D2-42D7-AAF4-620F38B1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E767F-57DD-463E-BE5E-D8B2D0BC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1918D-375E-43F2-A844-26A4593A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BCABD-6C12-41A9-A056-22D96545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AC455-5FB8-4BF9-84DD-0896BAA3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Check with inverse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EA43D-1738-40D1-8878-47CACEB0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A3B29-9C9D-4420-8373-9D11751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DE0660-50A9-41F9-882C-6403D470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5C349-2B71-44FE-A697-2747FF65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Check 8,402 - 3,765 = 4,637.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BA164-65F3-4CAF-9CE6-2A3FEDDB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E986D5-4C66-457D-8B99-C93EB481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DDC8F-78E8-486D-9D6D-3371CA23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DB1617-B82C-4E08-AF06-4CB435AA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68BD37-774F-4889-9531-EC79A4C6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48A0DF-ACBE-49A5-AEFF-33BA8137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0F9E7-4D51-4DFB-8716-744CBDA9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2DA16E-233C-4419-8437-BFC4FB07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74685750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FFA16-F5E5-4588-BE78-00392E77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A0117-4C84-4EB9-B9F2-6FF6CD64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F52ED-0E13-45C3-9A43-45B03606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0F0E1-3737-4008-90D9-38AED718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E5F13-66DF-4A07-964D-BFA0244B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208F8-2414-4C9C-A036-84146B6B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8C7C0-B1BB-4C5C-8492-E3A65FA1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CF729-B165-4B79-9766-F079D073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41FB4-F910-46C2-A2EC-3679D0AD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Check with inverse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4B254-14E7-4879-9642-03C5441D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division has quotient 318 remainder 7 and divisor 29. Find the dividend.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CAB9B-9177-4C34-8262-44FFD5CD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324772-DD18-4B2C-93BC-45274620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2CECE-0C6B-42ED-86FB-36F609BB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9,229 because 318 x 29 + 7 = 9,229.</a:t>
            </a:r>
          </a:p>
        </p:txBody>
      </p:sp>
    </p:spTree>
    <p:extLst>
      <p:ext uri="{BB962C8B-B14F-4D97-AF65-F5344CB8AC3E}">
        <p14:creationId xmlns:p14="http://schemas.microsoft.com/office/powerpoint/2010/main" val="179039295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5CBC29-7853-488D-B29A-3107D151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85DA6-8D20-447E-84B7-A6BB8EDF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3D75E-7BCB-401D-A449-72846003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DA7C0-1EDF-4CE1-985E-A2CDFBF5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C4D29-141D-433B-97CE-C7806534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B6933-536F-498C-97E6-C5C0EEA7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C5D6C-F0DE-497D-84AC-27BB5593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CCB50-D297-413C-9EBB-4A52D4D3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6F9DC-D7D6-4E39-93B1-99F0A36B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Check with inverse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AB188-7949-4282-9391-D657B78F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3BC0C-050E-48A7-B565-9C51B7EA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A96C0-0DC6-4BB5-BC71-17333B71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Check 8,402 - 3,765 = 4,637.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0E631-27A1-46DB-A9E9-6256BE83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1D017C-FEFF-47C4-99E0-930ED1A8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CB6C8B-3FFD-4FFB-875D-BAA76C64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029BD0-8FAD-486A-8A8E-F6871E4B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66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4,637 + 3,765 = 8,402.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FDAB7B-560D-4230-B8F3-D661A5FD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1FBFD-B0CF-4FC3-BEC4-24DDB806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86120445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FA5361-3271-476C-A324-61E4ECEC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2DC71-0F05-4A54-BF1E-18846F7A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0AD1C-8EC0-481A-A53C-A45134B0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98BC4-D13A-4C0E-B3BD-A087BAD5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FEEA4-3D8C-4340-8C4E-5021990C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35C67-DE4A-4D65-AD18-7BB9A76E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9525E-CB9D-44E5-982A-0BC76D3A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4E4F3-6A7D-4D34-97B7-561C88FE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0C280-BC7F-4B23-A013-ABD92865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Check with inverse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F8897-4392-4FE2-BC6A-D84E4C9B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222AA-9D3E-45E3-9A35-C6797BBD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25C2A-8A4C-4FBB-9E4F-74B28882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B4D53-1DA6-4028-817D-88866A71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Check 8,402 - 3,765 = 4,637.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36E2C-C8B2-4A51-ADD1-A55CB86E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BAB77-D482-4146-B30C-16ECF899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89DC3-A43A-476F-B977-7910E560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FF033-71D2-488A-AEEA-01C492A2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repeats the same operation and calls it an inverse check.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D99E5-567A-4FAC-B22A-56C6FD3E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FAE2E-677A-4D92-8182-161899D7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923BB1-2B1A-4632-ACC4-384B45F0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885CF1-6BF8-4012-B564-97398FC4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E338D5-AA3F-4639-8C67-E5305588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38129167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2026-09-09T22:14:19.6670000Z</dcterms:created>
  <dcterms:modified xsi:type="dcterms:W3CDTF">2026-09-09T22:14:19.6670000Z</dcterms:modified>
</coreProperties>
</file>