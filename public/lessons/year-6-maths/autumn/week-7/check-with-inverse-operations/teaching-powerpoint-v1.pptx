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9e4ae185734157" /><Relationship Type="http://schemas.openxmlformats.org/officeDocument/2006/relationships/extended-properties" Target="/docProps/app.xml" Id="Re68b41c40e704d4b" /><Relationship Type="http://schemas.openxmlformats.org/officeDocument/2006/relationships/officeDocument" Target="/ppt/presentation.xml" Id="R08e3596df8904f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7330a6381d4fd4"/>
  </p:sldMasterIdLst>
  <p:notesMasterIdLst>
    <p:notesMasterId xmlns:r="http://schemas.openxmlformats.org/officeDocument/2006/relationships" r:id="Rcbd10731e76e4416"/>
  </p:notesMasterIdLst>
  <p:sldIdLst>
    <p:sldId xmlns:r="http://schemas.openxmlformats.org/officeDocument/2006/relationships" id="256" r:id="R21aa03cf1fd640e3"/>
    <p:sldId xmlns:r="http://schemas.openxmlformats.org/officeDocument/2006/relationships" id="257" r:id="Raefc5934dcd64858"/>
    <p:sldId xmlns:r="http://schemas.openxmlformats.org/officeDocument/2006/relationships" id="258" r:id="R49a98137b04445b7"/>
    <p:sldId xmlns:r="http://schemas.openxmlformats.org/officeDocument/2006/relationships" id="259" r:id="R6ebb5d3c49084076"/>
    <p:sldId xmlns:r="http://schemas.openxmlformats.org/officeDocument/2006/relationships" id="260" r:id="Rfd85e0a072bb482d"/>
    <p:sldId xmlns:r="http://schemas.openxmlformats.org/officeDocument/2006/relationships" id="261" r:id="R13e7ff8db69443f4"/>
    <p:sldId xmlns:r="http://schemas.openxmlformats.org/officeDocument/2006/relationships" id="262" r:id="R0cd10da3797e49cb"/>
    <p:sldId xmlns:r="http://schemas.openxmlformats.org/officeDocument/2006/relationships" id="263" r:id="Rdda3a642340d4193"/>
    <p:sldId xmlns:r="http://schemas.openxmlformats.org/officeDocument/2006/relationships" id="264" r:id="R8fb83d73613940ec"/>
    <p:sldId xmlns:r="http://schemas.openxmlformats.org/officeDocument/2006/relationships" id="265" r:id="Rc6c145eae1094c64"/>
    <p:sldId xmlns:r="http://schemas.openxmlformats.org/officeDocument/2006/relationships" id="266" r:id="R62499ad18c294cea"/>
    <p:sldId xmlns:r="http://schemas.openxmlformats.org/officeDocument/2006/relationships" id="267" r:id="R56ce8037ba4248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d3c3cf6f4b4810" /><Relationship Type="http://schemas.openxmlformats.org/officeDocument/2006/relationships/slideMaster" Target="/ppt/slideMasters/slideMaster1.xml" Id="Rd57330a6381d4fd4" /><Relationship Type="http://schemas.openxmlformats.org/officeDocument/2006/relationships/notesMaster" Target="/ppt/notesMasters/notesMaster1.xml" Id="Rcbd10731e76e4416" /><Relationship Type="http://schemas.openxmlformats.org/officeDocument/2006/relationships/presProps" Target="/ppt/presProps.xml" Id="Rc6429e348a5449a9" /><Relationship Type="http://schemas.openxmlformats.org/officeDocument/2006/relationships/tableStyles" Target="/ppt/tableStyles.xml" Id="R81c9260d378043ef" /><Relationship Type="http://schemas.openxmlformats.org/officeDocument/2006/relationships/slide" Target="/ppt/slides/slide1.xml" Id="R21aa03cf1fd640e3" /><Relationship Type="http://schemas.openxmlformats.org/officeDocument/2006/relationships/slide" Target="/ppt/slides/slide2.xml" Id="Raefc5934dcd64858" /><Relationship Type="http://schemas.openxmlformats.org/officeDocument/2006/relationships/slide" Target="/ppt/slides/slide3.xml" Id="R49a98137b04445b7" /><Relationship Type="http://schemas.openxmlformats.org/officeDocument/2006/relationships/slide" Target="/ppt/slides/slide4.xml" Id="R6ebb5d3c49084076" /><Relationship Type="http://schemas.openxmlformats.org/officeDocument/2006/relationships/slide" Target="/ppt/slides/slide5.xml" Id="Rfd85e0a072bb482d" /><Relationship Type="http://schemas.openxmlformats.org/officeDocument/2006/relationships/slide" Target="/ppt/slides/slide6.xml" Id="R13e7ff8db69443f4" /><Relationship Type="http://schemas.openxmlformats.org/officeDocument/2006/relationships/slide" Target="/ppt/slides/slide7.xml" Id="R0cd10da3797e49cb" /><Relationship Type="http://schemas.openxmlformats.org/officeDocument/2006/relationships/slide" Target="/ppt/slides/slide8.xml" Id="Rdda3a642340d4193" /><Relationship Type="http://schemas.openxmlformats.org/officeDocument/2006/relationships/slide" Target="/ppt/slides/slide9.xml" Id="R8fb83d73613940ec" /><Relationship Type="http://schemas.openxmlformats.org/officeDocument/2006/relationships/slide" Target="/ppt/slides/slide10.xml" Id="Rc6c145eae1094c64" /><Relationship Type="http://schemas.openxmlformats.org/officeDocument/2006/relationships/slide" Target="/ppt/slides/slide11.xml" Id="R62499ad18c294cea" /><Relationship Type="http://schemas.openxmlformats.org/officeDocument/2006/relationships/slide" Target="/ppt/slides/slide12.xml" Id="R56ce8037ba4248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a3e987153448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4248555eb2a45ec" /><Relationship Type="http://schemas.openxmlformats.org/officeDocument/2006/relationships/notesMaster" Target="/ppt/notesMasters/notesMaster1.xml" Id="R31a820b684054f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f7d18b3c674202" /><Relationship Type="http://schemas.openxmlformats.org/officeDocument/2006/relationships/notesMaster" Target="/ppt/notesMasters/notesMaster1.xml" Id="R2501e2ce56544a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a8fb8b6c514045" /><Relationship Type="http://schemas.openxmlformats.org/officeDocument/2006/relationships/notesMaster" Target="/ppt/notesMasters/notesMaster1.xml" Id="Rde65047cec4c46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cf474a700942d3" /><Relationship Type="http://schemas.openxmlformats.org/officeDocument/2006/relationships/notesMaster" Target="/ppt/notesMasters/notesMaster1.xml" Id="R9c1d7531424f45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480e3969bc4916" /><Relationship Type="http://schemas.openxmlformats.org/officeDocument/2006/relationships/notesMaster" Target="/ppt/notesMasters/notesMaster1.xml" Id="Rad131d95a3b848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9dea2437cf4589" /><Relationship Type="http://schemas.openxmlformats.org/officeDocument/2006/relationships/notesMaster" Target="/ppt/notesMasters/notesMaster1.xml" Id="Rc23c32ee4b6d43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9af58d1d34470c" /><Relationship Type="http://schemas.openxmlformats.org/officeDocument/2006/relationships/notesMaster" Target="/ppt/notesMasters/notesMaster1.xml" Id="Re025b40b9c334a6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020bbe6cf14c87" /><Relationship Type="http://schemas.openxmlformats.org/officeDocument/2006/relationships/notesMaster" Target="/ppt/notesMasters/notesMaster1.xml" Id="Raa7cf48f352844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db9b943aa24ac3" /><Relationship Type="http://schemas.openxmlformats.org/officeDocument/2006/relationships/notesMaster" Target="/ppt/notesMasters/notesMaster1.xml" Id="R31144519c6b541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763e0aadbe4a20" /><Relationship Type="http://schemas.openxmlformats.org/officeDocument/2006/relationships/notesMaster" Target="/ppt/notesMasters/notesMaster1.xml" Id="R626370bddcbb472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ac8fa9b92b437b" /><Relationship Type="http://schemas.openxmlformats.org/officeDocument/2006/relationships/notesMaster" Target="/ppt/notesMasters/notesMaster1.xml" Id="Rbfe151e6dcfb4a1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88da1415c9c41b1" /><Relationship Type="http://schemas.openxmlformats.org/officeDocument/2006/relationships/notesMaster" Target="/ppt/notesMasters/notesMaster1.xml" Id="Rfd1109ad155d4d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11,123 - 6,725 = 4,398. | Notice the number structure before choosing a method. | Use the opposite operation so the result returns to the starting value.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294 x 24 = 7,056, so the quotient is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11,123 - 6,725 = 4,398.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opposite operation so the result returns to the starting value.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11,123 - 6,725 = 4,398..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4,637 + 3,765 = 8,402..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9,229 because 318 x 29 + 7 = 9,229.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4,637 + 3,765 = 8,402.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4,637 + 3,765 = 8,402. | Use the opposite operation so the result returns to the starting value.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bb6473a3d840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b97f7d57134826" /><Relationship Type="http://schemas.openxmlformats.org/officeDocument/2006/relationships/slideLayout" Target="/ppt/slideLayouts/slideLayout1.xml" Id="R0027c4e4c1544d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027c4e4c1544d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b3eb534cc4a87" /><Relationship Type="http://schemas.openxmlformats.org/officeDocument/2006/relationships/notesSlide" Target="/ppt/notesSlides/notesSlide1.xml" Id="Rf0e5c40ac0fb4f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92d83c6864493" /><Relationship Type="http://schemas.openxmlformats.org/officeDocument/2006/relationships/notesSlide" Target="/ppt/notesSlides/notesSlide2.xml" Id="R58d1fa654bbf45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e73efc56e41ad" /><Relationship Type="http://schemas.openxmlformats.org/officeDocument/2006/relationships/notesSlide" Target="/ppt/notesSlides/notesSlide3.xml" Id="R7cb2ab6672e249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b32389a394d24" /><Relationship Type="http://schemas.openxmlformats.org/officeDocument/2006/relationships/notesSlide" Target="/ppt/notesSlides/notesSlide4.xml" Id="R4695d0f404c846c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80b1786144588" /><Relationship Type="http://schemas.openxmlformats.org/officeDocument/2006/relationships/notesSlide" Target="/ppt/notesSlides/notesSlide5.xml" Id="R3d21af9ee90a49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6136d9c46a49a8" /><Relationship Type="http://schemas.openxmlformats.org/officeDocument/2006/relationships/notesSlide" Target="/ppt/notesSlides/notesSlide6.xml" Id="R0782613e492e46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b9d84889e4c27" /><Relationship Type="http://schemas.openxmlformats.org/officeDocument/2006/relationships/image" Target="/ppt/media/image.png" Id="Re0bf56abfe4d428d" /><Relationship Type="http://schemas.openxmlformats.org/officeDocument/2006/relationships/notesSlide" Target="/ppt/notesSlides/notesSlide7.xml" Id="R8f79706f38ed4ab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f8de91753447d" /><Relationship Type="http://schemas.openxmlformats.org/officeDocument/2006/relationships/notesSlide" Target="/ppt/notesSlides/notesSlide8.xml" Id="Rdedce52982ca44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7df11e1894fa4" /><Relationship Type="http://schemas.openxmlformats.org/officeDocument/2006/relationships/notesSlide" Target="/ppt/notesSlides/notesSlide9.xml" Id="Rbaa353cdc8014f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8b927e6104f8a" /><Relationship Type="http://schemas.openxmlformats.org/officeDocument/2006/relationships/notesSlide" Target="/ppt/notesSlides/notesSlide10.xml" Id="Raa57b35cb718483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cdd9db4264d17" /><Relationship Type="http://schemas.openxmlformats.org/officeDocument/2006/relationships/notesSlide" Target="/ppt/notesSlides/notesSlide11.xml" Id="Rf3e3d70555fd45f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3f8d37f964649" /><Relationship Type="http://schemas.openxmlformats.org/officeDocument/2006/relationships/notesSlide" Target="/ppt/notesSlides/notesSlide12.xml" Id="R5fecb927199d49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1B7D57-B300-44A6-96EF-68063F8B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23ED3D-C2F0-41C7-9F2C-6CFD5C7C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84D9E5-C7B1-4324-AFA9-CC0EAEB9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AB025B-1D28-4316-AD1F-61935279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35A035-2A07-404A-8050-A5CB1F30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20A277-EEB4-41F5-A963-D43D4FB63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025967-6809-4F9E-9FBD-0F4077C98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41B04-08FD-4BCC-999C-D2B2F8FD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to check calculations.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7A478-A4E7-41CE-B1F9-EC9EF6C4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3F92D0-439A-4AE9-9BFA-DD8C870B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8EA6A-D1C8-4499-83B4-2526C9F4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260541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579BCC-F14A-4749-8704-13B466B3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DB81AC-63E4-4FDA-9A27-8B3DA4ED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6BD9A-B4F4-432E-B8CB-34EF016A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9FE6C-FEEA-4B13-83B9-716A4132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989BCE-2B82-4B96-AE74-AB4CAD0D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93E61-FEFC-4B29-8A99-03D246AA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9766C-C797-41CA-AAE1-4FBAF7348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5D9AD4-9E0F-409B-9F1A-1D068CE8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0BF4B9-4A32-44D1-881D-93D56773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C4C68-F604-4711-AC96-08DB0D58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1C3F2-AE33-470B-AC95-F61B39FA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43F2A-58F1-468A-A37A-8993A126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C2A452-959E-49EC-B07B-D2E57724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08A056-9652-4BAB-A76C-A7652E285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387E6-F958-4E86-A2BE-AF6A2501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85E8B0-8B35-45AE-9603-22769EB1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5B60BA-B194-498B-B030-3FF5E183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EEA999-B5E3-4CA8-B50D-09D704DFB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232743-5E2E-4D27-A5EE-1CF078F96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072DD8-2025-4FC2-A4A0-03D82E5D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7E2E54-497E-4CC3-8F19-72F3434E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Check 7,056 / 24 = 294.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E69829-049B-4B3D-A5E9-55E5FE23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985990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B9A7AA-980A-4593-82BC-7D1EBAA4A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1CF2D6-5094-438C-BF0D-21882301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DFB0F6-2BCD-4D65-B6E5-E73E7AA6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7326CE-48D1-4D66-BCE9-13701B79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78447-AADF-4A79-8147-8D8FE6F3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FAB55-34CF-48EC-9238-50B35D42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6B111-6697-4C8A-8FBC-9699D338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7A3C8-A7B2-498B-9A5D-687569BE6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51D659-8402-450F-8726-799866B4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C5E04-FE3F-45AB-8767-B26B8149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inverse operations to check calculations.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2C6BDA-5237-4937-8094-DBF86F39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F8D976-B303-4355-8540-EFDE81B3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47013-9BBE-4552-9991-E921CE05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87387-9858-420D-A86B-FA0901C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48341-4E4B-4E15-8F60-510EA46D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127288352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453A6F-70CE-485B-A5F1-A4E273D9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BF0D13-6774-4369-9123-BDC54AFF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860222-B6DB-4C04-B26D-5040ABF5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684B47-1791-458C-8437-98212BAC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373610-D3E3-4B12-901D-F805B4FCF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017FF-0AE1-4555-B533-4C6D036B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BD87A-0F06-48B6-9290-C9D81F9E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7CA0DD-27CD-4D07-910D-11CD0B8F1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C2C287-0D8C-4D6E-B375-86BDA3A6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4339DD-662F-47AC-A719-641EE4C8D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7,056 / 24 = 294.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2C1E1D-F107-4ABD-A136-0F5D952E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56FDED-0166-44CF-91F9-34C0074A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0F3AC8-E8B9-4232-A502-A0F2AADA1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Notice the number structure before choosing a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DA911B-45A9-4A64-8B7F-417F7FC4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040D61-7FED-42D4-9784-C15CFEC54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7322F9-9AFF-4348-A4E7-385CB7C4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a known fact, partition or compensation to calculate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3C3709-C69F-4A43-ABA4-412C3A02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0D3306-B7A0-4329-B5CF-DFA882E3D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E0BD10-5D68-49E2-8AB6-C8AE840C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294 x 24 = 7,056, so the quotient is correct.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5ADC0D-6F23-4348-8E24-A50F2F71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73C9F0-F7AA-428B-B55B-5B2B9436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771B53-AE0F-424D-A9A3-FCCFA6A8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size of the result using estimation or an inverse operation.</a:t>
            </a:r>
          </a:p>
        </p:txBody>
      </p:sp>
    </p:spTree>
    <p:extLst>
      <p:ext uri="{BB962C8B-B14F-4D97-AF65-F5344CB8AC3E}">
        <p14:creationId xmlns:p14="http://schemas.microsoft.com/office/powerpoint/2010/main" val="8609084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9BC3B1-A8DE-477E-887A-041F6ECE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1830E-FF3F-4B5A-8263-1CAF693DD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961402-59AE-4380-83E1-C694231C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4D3F0-B871-49BA-A594-8ECD237F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20D13C-8BB1-4BA8-A5CC-7198E6D0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8352BB-1BE6-4641-A00F-174B3969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9BFC4A-B8AD-4E1A-94EC-26D685F8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CF04B-0CBB-492F-AC64-651EDB40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EDD264-7A4F-4FAD-8DDF-F79FC02D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E94CF2-F202-42D0-BBCE-19637D74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7CAB03-F086-41D4-84C4-90B8EEB6F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294 x 24 = 7,056, so the quotient is correct.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B528B-5A85-4284-BB68-5C50C1D7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9B8398-3F9E-457F-B383-372548EE4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F6F8D8-2843-4A60-9184-E813DA61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7015285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D47DCE-3E2C-4E7E-BCEE-D05F3E3D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B090DE-2287-40D2-9580-168BBBDFC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73D3AE-5173-4F0E-B10F-E2EADF395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C7F1F-D052-4771-9AB9-F135908B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395DE-1855-4925-9C93-AEFD20C5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F96B6F-3033-4E38-934A-C5B1B50B8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E67113-47FF-43EB-A6B1-B53E3E9A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5A0396-B782-45C9-AD87-9961A1368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B6E859-B49A-4FD3-B2BC-37A87FE6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9B77F-87C4-4235-82EF-E9ED9A43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4AE986-CBEF-4171-AEE1-CA29EB88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FAD5AD-9ED7-4D73-B8F7-A20104D5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9417C-EBC2-42B3-81CB-F760FE3D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168C8E-D02A-40CC-B297-6B62E31E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90570-77B0-4847-AC65-A1F78089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11,123 - 6,725 = 4,398.</a:t>
            </a:r>
          </a:p>
        </p:txBody>
      </p:sp>
    </p:spTree>
    <p:extLst>
      <p:ext uri="{BB962C8B-B14F-4D97-AF65-F5344CB8AC3E}">
        <p14:creationId xmlns:p14="http://schemas.microsoft.com/office/powerpoint/2010/main" val="19595907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3FC991-43AD-4056-9262-B884ABDF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83B5DE-1454-42BA-9B66-C9BDC05ED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BDADBB-2FA6-4677-AB29-ED3A0AF3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A610F-4CB0-4591-9BAF-244DD6C7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232A82-D5DF-4359-B11A-F01F1913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6E14E2-3456-4FCF-9B00-9A9648CB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EE7674-E4CC-4594-8669-5495C3CA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AF0B8-391B-4CCF-BAD3-6220C7BC1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B506C-658F-4B13-AAFB-52A18141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f56abfe4d428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FFD6DA-6BEB-45B4-82D6-7D79657B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B7E42-61DE-4CF4-A2E7-65E763C3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repeats the same operation and calls it an inverse check.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B209ED-A970-4B83-B6EE-43202F654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7A0866-AB34-454C-8D53-57E6179F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7D2BF7-BD0D-45F6-8DE0-6836EDA15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opposite operation so the result returns to the starting value.</a:t>
            </a:r>
          </a:p>
        </p:txBody>
      </p:sp>
    </p:spTree>
    <p:extLst>
      <p:ext uri="{BB962C8B-B14F-4D97-AF65-F5344CB8AC3E}">
        <p14:creationId xmlns:p14="http://schemas.microsoft.com/office/powerpoint/2010/main" val="19417619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71B86E-594C-481D-9DEC-F9F68379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C577E-B2C9-464E-A650-BB2F7288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660E6-4A62-49CB-941F-05AF45CE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3EAF62-0B10-4CA8-B626-C3A20035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F306DA-F1AC-4EBD-AE83-312F38A3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E36853-927B-4B1C-B1F8-FD7EECAA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E1D58-FD8E-4BE7-B5BF-92C756B16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1579C-D2BD-463F-A779-2B7C5332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500262-D9D9-458C-9396-FC6629D8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BA17E4-315B-43A4-8DE8-28520B86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DFE34-0322-44E1-8DD2-9B0025599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4B026C-F5E0-4E50-B8E5-90469EA3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5690B3-C0A6-4CE2-BFF7-830DE04E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4,398 + 6,725 = 11,123.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9B2A5-AFA9-47D3-B8DD-90A17999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673972-FBDC-48C6-8AF8-DDA52FB9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333C63-88A1-40B7-A78D-F42B92CF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A88843-7818-4415-B605-D4C5EDDD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A7A979-0158-42E0-B721-53F5CE6A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BD3733-F2B4-4907-98E8-2004A35F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3B23E5-E43A-41EE-A3C6-DB0BA9C0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CAB011-4539-445C-BF69-D76CE779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11,123 - 6,725 = 4,398.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6E4455-4635-4C67-B38E-1F5345B9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13596826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57FC27-7B50-4C23-AFCE-2DEFF622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C6028-AA4A-4A18-9711-0017B3B3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B662C5-B2C3-44E3-ABD4-C13E3208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C17F76-A158-45B5-B83C-2A51E74CE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20AB7D-E461-4FCC-B5EC-1AF236A0B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DF630-1FB4-45E9-A7A2-5B162920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66C77D-7655-44EC-AAB0-3EB52372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6AA2A-76EC-4E1D-9270-82F24961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28F5AF-A86F-422B-99D4-54C6DC707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ACE189-B775-4E5E-9624-DC7E2F9D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41036-8194-43F3-AD4D-420FB5EEA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C81F80-7D79-4F65-A416-3A38E38B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90C28C-C022-4ACD-B839-56594D76A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21D3ED-95D9-48E8-A8F0-7FEC1716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F526E-6A14-4AD5-906F-F28CA14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E0B05F-D79C-45BD-97D1-1EAFEBD1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822632-D81E-457B-8CA8-9D378B88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EAA259-DEA2-4989-B688-2E3E9ABF0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DDA273-13E5-4539-8928-3BDDE415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E1AE75-DCAA-49BA-8425-F0C30E12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5D5AA-CE1A-4B48-908E-D300847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8484796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6F2C3D-B687-4960-BE8D-4788C3ED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F844F-342F-4384-B6B4-68F044F9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F586ED-6826-4C43-8E89-9F15CC801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99DA6-0EEE-4232-B893-252C27197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8FB2E-B449-4709-BEFB-4F105DE0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22715-2940-40D7-B338-534C68C9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7B66A-4160-49D0-B6A3-503E6AC1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12D3EE-62E6-4CFC-A5DB-DC75075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8D1D72-30EB-441E-80F5-7C3C028A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F0714-0FEE-4573-897A-544E9AD3A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division has quotient 318 remainder 7 and divisor 29. Find the dividend.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30CEB-B7DB-4A55-A05D-E0B0D22E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EA5FD1-D856-49BA-B836-526C2064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220F23-6E69-49F1-88DD-EF8A491E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9,229 because 318 x 29 + 7 = 9,229.</a:t>
            </a:r>
          </a:p>
        </p:txBody>
      </p:sp>
    </p:spTree>
    <p:extLst>
      <p:ext uri="{BB962C8B-B14F-4D97-AF65-F5344CB8AC3E}">
        <p14:creationId xmlns:p14="http://schemas.microsoft.com/office/powerpoint/2010/main" val="9002232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9FD58E-B395-4EB1-9733-8F5C6908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75662E-147B-426D-8A0F-5BFBA9FC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57CA67-291B-4796-994E-7251D2C9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EFF360-48E1-4A69-87C0-B6EDC756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CC14A8-E112-435B-9BBC-D9B7BFEC3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2C4E1-DCF2-4094-AA4F-A1BB1F8D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09A18E-707D-4DF2-8310-5AA707F1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12395-18EC-4B1C-9F23-A235ED12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332F04-295E-4E6B-BE15-476F129F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78DC02-207A-476A-B893-8FE3C4CF1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37DFB-B244-43BF-B29C-D6AE22F2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74768-1C97-4E3E-9CAF-0B27B661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7393BD-1346-4C5E-89A6-DB8926101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2BC230-865B-4699-ACB2-0E691E01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254C8B-AA60-40C7-BD7D-9FF54EBF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1BF641-10AE-4AAA-99ED-43701A535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4,637 + 3,765 = 8,402.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C3BE2B-C228-4C24-B0C2-3A3CC2FF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22845F-FB96-438C-B7E9-C98C2682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82280315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F552D0-9716-4CD6-A0C9-1655C1AC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3BFAF4-A493-4AAA-9CB6-C69842D9D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7ECE7-E6D2-4E84-969A-BE8401B0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7E8B97-E124-4CA5-AFCD-8075C0E0C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53105-B019-446C-8C2E-42F18BA6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876DF-F506-4F73-B371-DC86ACB5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0DF9E-5921-4133-B4AE-320E2390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8B265-1DBA-4897-99C4-9E4E923B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AB45F8-B658-4DAD-B986-36482FB1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Check with inverse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81580-FA58-4F54-A19A-A7440C7C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0480A-63FF-4B08-85C9-A05A5DC19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AA9060-377E-4DC1-97A8-53FD174B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135334-65F9-41D1-A524-D5CFD409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8,402 - 3,765 = 4,637.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62F18A-4DC5-42B6-8606-7171EC49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69C2FE-DB1F-45F9-8F54-2879B478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B3C341-60EE-4A54-8619-656D6562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177CA-B6A2-459E-89FD-434F18DC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repeats the same operation and calls it an inverse check.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E98B8F-8E27-4E85-8B50-16FDD857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6DEC48-6BFB-4172-903C-525ED25A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DF9C07-1174-4F8B-8342-FCB40C47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508A2A-43DF-44AD-B654-51EEC4B7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97509B-FE5A-460F-8E1E-5591DBC5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855303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2026-09-09T20:45:36.2780000Z</dcterms:created>
  <dcterms:modified xsi:type="dcterms:W3CDTF">2026-09-09T20:45:36.2780000Z</dcterms:modified>
</coreProperties>
</file>