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7:09.305" v="59"/>
      <pc:docMkLst>
        <pc:docMk/>
      </pc:docMkLst>
      <pc:sldChg chg="modSp mod modAnim">
        <pc:chgData name="Garima Sharma" userId="c5ca40beb9a8554c" providerId="LiveId" clId="{2265D429-760C-4FF0-9653-4AF4BA9B0970}" dt="2026-09-09T11:07:06.640" v="5"/>
        <pc:sldMkLst>
          <pc:docMk/>
          <pc:sldMk cId="1269340131" sldId="257"/>
        </pc:sldMkLst>
        <pc:spChg chg="mod">
          <ac:chgData name="Garima Sharma" userId="c5ca40beb9a8554c" providerId="LiveId" clId="{2265D429-760C-4FF0-9653-4AF4BA9B0970}" dt="2026-09-09T11:07:06.521" v="0" actId="20577"/>
          <ac:spMkLst>
            <pc:docMk/>
            <pc:sldMk cId="1269340131" sldId="257"/>
            <ac:spMk id="13" creationId="{71DE6D0D-AF44-42FB-B2ED-A897D40CAD64}"/>
          </ac:spMkLst>
        </pc:spChg>
        <pc:spChg chg="mod">
          <ac:chgData name="Garima Sharma" userId="c5ca40beb9a8554c" providerId="LiveId" clId="{2265D429-760C-4FF0-9653-4AF4BA9B0970}" dt="2026-09-09T11:07:06.585" v="2" actId="20577"/>
          <ac:spMkLst>
            <pc:docMk/>
            <pc:sldMk cId="1269340131" sldId="257"/>
            <ac:spMk id="17" creationId="{03A76DD2-68D5-4218-B4A8-29540618EAEB}"/>
          </ac:spMkLst>
        </pc:spChg>
        <pc:spChg chg="mod">
          <ac:chgData name="Garima Sharma" userId="c5ca40beb9a8554c" providerId="LiveId" clId="{2265D429-760C-4FF0-9653-4AF4BA9B0970}" dt="2026-09-09T11:07:06.637" v="4" actId="20577"/>
          <ac:spMkLst>
            <pc:docMk/>
            <pc:sldMk cId="1269340131" sldId="257"/>
            <ac:spMk id="21" creationId="{018B9B9C-7633-43BB-831C-A49CCBE9367E}"/>
          </ac:spMkLst>
        </pc:spChg>
      </pc:sldChg>
      <pc:sldChg chg="modSp mod modAnim">
        <pc:chgData name="Garima Sharma" userId="c5ca40beb9a8554c" providerId="LiveId" clId="{2265D429-760C-4FF0-9653-4AF4BA9B0970}" dt="2026-09-09T11:07:06.865" v="11"/>
        <pc:sldMkLst>
          <pc:docMk/>
          <pc:sldMk cId="639809208" sldId="258"/>
        </pc:sldMkLst>
        <pc:spChg chg="mod">
          <ac:chgData name="Garima Sharma" userId="c5ca40beb9a8554c" providerId="LiveId" clId="{2265D429-760C-4FF0-9653-4AF4BA9B0970}" dt="2026-09-09T11:07:06.787" v="6" actId="20577"/>
          <ac:spMkLst>
            <pc:docMk/>
            <pc:sldMk cId="639809208" sldId="258"/>
            <ac:spMk id="12" creationId="{4D9CE6F3-DC3B-4B76-B261-A23EE458F226}"/>
          </ac:spMkLst>
        </pc:spChg>
        <pc:spChg chg="mod">
          <ac:chgData name="Garima Sharma" userId="c5ca40beb9a8554c" providerId="LiveId" clId="{2265D429-760C-4FF0-9653-4AF4BA9B0970}" dt="2026-09-09T11:07:06.825" v="8" actId="20577"/>
          <ac:spMkLst>
            <pc:docMk/>
            <pc:sldMk cId="639809208" sldId="258"/>
            <ac:spMk id="13" creationId="{2AD69D7A-036F-4601-BA49-5DCEE2251030}"/>
          </ac:spMkLst>
        </pc:spChg>
        <pc:spChg chg="mod">
          <ac:chgData name="Garima Sharma" userId="c5ca40beb9a8554c" providerId="LiveId" clId="{2265D429-760C-4FF0-9653-4AF4BA9B0970}" dt="2026-09-09T11:07:06.860" v="10" actId="20577"/>
          <ac:spMkLst>
            <pc:docMk/>
            <pc:sldMk cId="639809208" sldId="258"/>
            <ac:spMk id="14" creationId="{A8129F92-B769-4CF4-BF78-AD69CF9BE704}"/>
          </ac:spMkLst>
        </pc:spChg>
      </pc:sldChg>
      <pc:sldChg chg="modSp mod modAnim">
        <pc:chgData name="Garima Sharma" userId="c5ca40beb9a8554c" providerId="LiveId" clId="{2265D429-760C-4FF0-9653-4AF4BA9B0970}" dt="2026-09-09T11:07:07.203" v="17"/>
        <pc:sldMkLst>
          <pc:docMk/>
          <pc:sldMk cId="1210893764" sldId="259"/>
        </pc:sldMkLst>
        <pc:spChg chg="mod">
          <ac:chgData name="Garima Sharma" userId="c5ca40beb9a8554c" providerId="LiveId" clId="{2265D429-760C-4FF0-9653-4AF4BA9B0970}" dt="2026-09-09T11:07:07.080" v="12" actId="20577"/>
          <ac:spMkLst>
            <pc:docMk/>
            <pc:sldMk cId="1210893764" sldId="259"/>
            <ac:spMk id="14" creationId="{70B02346-26E9-4E24-BD55-620A8AC97BD0}"/>
          </ac:spMkLst>
        </pc:spChg>
        <pc:spChg chg="mod">
          <ac:chgData name="Garima Sharma" userId="c5ca40beb9a8554c" providerId="LiveId" clId="{2265D429-760C-4FF0-9653-4AF4BA9B0970}" dt="2026-09-09T11:07:07.143" v="14" actId="20577"/>
          <ac:spMkLst>
            <pc:docMk/>
            <pc:sldMk cId="1210893764" sldId="259"/>
            <ac:spMk id="18" creationId="{601FD73A-A781-42F8-AC85-EADDBF7DBB3A}"/>
          </ac:spMkLst>
        </pc:spChg>
        <pc:spChg chg="mod">
          <ac:chgData name="Garima Sharma" userId="c5ca40beb9a8554c" providerId="LiveId" clId="{2265D429-760C-4FF0-9653-4AF4BA9B0970}" dt="2026-09-09T11:07:07.200" v="16" actId="20577"/>
          <ac:spMkLst>
            <pc:docMk/>
            <pc:sldMk cId="1210893764" sldId="259"/>
            <ac:spMk id="22" creationId="{C4AA29FA-5511-46B4-B988-13267DC976FD}"/>
          </ac:spMkLst>
        </pc:spChg>
      </pc:sldChg>
      <pc:sldChg chg="modSp mod modAnim">
        <pc:chgData name="Garima Sharma" userId="c5ca40beb9a8554c" providerId="LiveId" clId="{2265D429-760C-4FF0-9653-4AF4BA9B0970}" dt="2026-09-09T11:07:07.394" v="23"/>
        <pc:sldMkLst>
          <pc:docMk/>
          <pc:sldMk cId="1006588827" sldId="260"/>
        </pc:sldMkLst>
        <pc:spChg chg="mod">
          <ac:chgData name="Garima Sharma" userId="c5ca40beb9a8554c" providerId="LiveId" clId="{2265D429-760C-4FF0-9653-4AF4BA9B0970}" dt="2026-09-09T11:07:07.321" v="18" actId="20577"/>
          <ac:spMkLst>
            <pc:docMk/>
            <pc:sldMk cId="1006588827" sldId="260"/>
            <ac:spMk id="11" creationId="{3E1F2450-3692-494C-AEFA-2EFF2E503C98}"/>
          </ac:spMkLst>
        </pc:spChg>
        <pc:spChg chg="mod">
          <ac:chgData name="Garima Sharma" userId="c5ca40beb9a8554c" providerId="LiveId" clId="{2265D429-760C-4FF0-9653-4AF4BA9B0970}" dt="2026-09-09T11:07:07.359" v="20" actId="20577"/>
          <ac:spMkLst>
            <pc:docMk/>
            <pc:sldMk cId="1006588827" sldId="260"/>
            <ac:spMk id="13" creationId="{FD4A587F-F6E7-4A88-ABBE-83F830930AEB}"/>
          </ac:spMkLst>
        </pc:spChg>
        <pc:spChg chg="mod">
          <ac:chgData name="Garima Sharma" userId="c5ca40beb9a8554c" providerId="LiveId" clId="{2265D429-760C-4FF0-9653-4AF4BA9B0970}" dt="2026-09-09T11:07:07.390" v="22" actId="20577"/>
          <ac:spMkLst>
            <pc:docMk/>
            <pc:sldMk cId="1006588827" sldId="260"/>
            <ac:spMk id="14" creationId="{4F8B1B09-112B-40D0-ADED-E786320A78E8}"/>
          </ac:spMkLst>
        </pc:spChg>
      </pc:sldChg>
      <pc:sldChg chg="modSp mod modAnim">
        <pc:chgData name="Garima Sharma" userId="c5ca40beb9a8554c" providerId="LiveId" clId="{2265D429-760C-4FF0-9653-4AF4BA9B0970}" dt="2026-09-09T11:07:07.596" v="27"/>
        <pc:sldMkLst>
          <pc:docMk/>
          <pc:sldMk cId="576690594" sldId="261"/>
        </pc:sldMkLst>
        <pc:spChg chg="mod">
          <ac:chgData name="Garima Sharma" userId="c5ca40beb9a8554c" providerId="LiveId" clId="{2265D429-760C-4FF0-9653-4AF4BA9B0970}" dt="2026-09-09T11:07:07.565" v="24" actId="20577"/>
          <ac:spMkLst>
            <pc:docMk/>
            <pc:sldMk cId="576690594" sldId="261"/>
            <ac:spMk id="14" creationId="{1A482E1D-AD3F-4012-8193-4944CB837C0B}"/>
          </ac:spMkLst>
        </pc:spChg>
        <pc:spChg chg="mod">
          <ac:chgData name="Garima Sharma" userId="c5ca40beb9a8554c" providerId="LiveId" clId="{2265D429-760C-4FF0-9653-4AF4BA9B0970}" dt="2026-09-09T11:07:07.593" v="26" actId="20577"/>
          <ac:spMkLst>
            <pc:docMk/>
            <pc:sldMk cId="576690594" sldId="261"/>
            <ac:spMk id="15" creationId="{59A056A6-358F-415C-83EB-7EA8B4929A2B}"/>
          </ac:spMkLst>
        </pc:spChg>
      </pc:sldChg>
      <pc:sldChg chg="modSp mod modAnim">
        <pc:chgData name="Garima Sharma" userId="c5ca40beb9a8554c" providerId="LiveId" clId="{2265D429-760C-4FF0-9653-4AF4BA9B0970}" dt="2026-09-09T11:07:07.786" v="31"/>
        <pc:sldMkLst>
          <pc:docMk/>
          <pc:sldMk cId="817436497" sldId="262"/>
        </pc:sldMkLst>
        <pc:spChg chg="mod">
          <ac:chgData name="Garima Sharma" userId="c5ca40beb9a8554c" providerId="LiveId" clId="{2265D429-760C-4FF0-9653-4AF4BA9B0970}" dt="2026-09-09T11:07:07.723" v="28" actId="20577"/>
          <ac:spMkLst>
            <pc:docMk/>
            <pc:sldMk cId="817436497" sldId="262"/>
            <ac:spMk id="12" creationId="{435E2B5F-7389-4DFA-98AB-E7F9D506997E}"/>
          </ac:spMkLst>
        </pc:spChg>
        <pc:spChg chg="mod">
          <ac:chgData name="Garima Sharma" userId="c5ca40beb9a8554c" providerId="LiveId" clId="{2265D429-760C-4FF0-9653-4AF4BA9B0970}" dt="2026-09-09T11:07:07.781" v="30" actId="20577"/>
          <ac:spMkLst>
            <pc:docMk/>
            <pc:sldMk cId="817436497" sldId="262"/>
            <ac:spMk id="15" creationId="{CCCC8D67-7CCD-4184-B0E7-DA47FF4765A1}"/>
          </ac:spMkLst>
        </pc:spChg>
      </pc:sldChg>
      <pc:sldChg chg="modSp mod modAnim">
        <pc:chgData name="Garima Sharma" userId="c5ca40beb9a8554c" providerId="LiveId" clId="{2265D429-760C-4FF0-9653-4AF4BA9B0970}" dt="2026-09-09T11:07:08.334" v="37"/>
        <pc:sldMkLst>
          <pc:docMk/>
          <pc:sldMk cId="1018224988" sldId="263"/>
        </pc:sldMkLst>
        <pc:spChg chg="mod">
          <ac:chgData name="Garima Sharma" userId="c5ca40beb9a8554c" providerId="LiveId" clId="{2265D429-760C-4FF0-9653-4AF4BA9B0970}" dt="2026-09-09T11:07:08.223" v="32" actId="20577"/>
          <ac:spMkLst>
            <pc:docMk/>
            <pc:sldMk cId="1018224988" sldId="263"/>
            <ac:spMk id="13" creationId="{BAD48DFC-2D27-4223-A0F2-76DE24B498CA}"/>
          </ac:spMkLst>
        </pc:spChg>
        <pc:spChg chg="mod">
          <ac:chgData name="Garima Sharma" userId="c5ca40beb9a8554c" providerId="LiveId" clId="{2265D429-760C-4FF0-9653-4AF4BA9B0970}" dt="2026-09-09T11:07:08.278" v="34" actId="20577"/>
          <ac:spMkLst>
            <pc:docMk/>
            <pc:sldMk cId="1018224988" sldId="263"/>
            <ac:spMk id="17" creationId="{5F3EE7F0-AA46-4A5A-8C95-09E5F49EA7A5}"/>
          </ac:spMkLst>
        </pc:spChg>
        <pc:spChg chg="mod">
          <ac:chgData name="Garima Sharma" userId="c5ca40beb9a8554c" providerId="LiveId" clId="{2265D429-760C-4FF0-9653-4AF4BA9B0970}" dt="2026-09-09T11:07:08.330" v="36" actId="20577"/>
          <ac:spMkLst>
            <pc:docMk/>
            <pc:sldMk cId="1018224988" sldId="263"/>
            <ac:spMk id="21" creationId="{D541528B-A1AB-48C9-AAF7-6AE5D1B537B1}"/>
          </ac:spMkLst>
        </pc:spChg>
      </pc:sldChg>
      <pc:sldChg chg="modSp mod modAnim">
        <pc:chgData name="Garima Sharma" userId="c5ca40beb9a8554c" providerId="LiveId" clId="{2265D429-760C-4FF0-9653-4AF4BA9B0970}" dt="2026-09-09T11:07:08.621" v="43"/>
        <pc:sldMkLst>
          <pc:docMk/>
          <pc:sldMk cId="38156828" sldId="264"/>
        </pc:sldMkLst>
        <pc:spChg chg="mod">
          <ac:chgData name="Garima Sharma" userId="c5ca40beb9a8554c" providerId="LiveId" clId="{2265D429-760C-4FF0-9653-4AF4BA9B0970}" dt="2026-09-09T11:07:08.497" v="38" actId="20577"/>
          <ac:spMkLst>
            <pc:docMk/>
            <pc:sldMk cId="38156828" sldId="264"/>
            <ac:spMk id="13" creationId="{32A91AD7-22B5-4F12-9ACB-1377EFF75472}"/>
          </ac:spMkLst>
        </pc:spChg>
        <pc:spChg chg="mod">
          <ac:chgData name="Garima Sharma" userId="c5ca40beb9a8554c" providerId="LiveId" clId="{2265D429-760C-4FF0-9653-4AF4BA9B0970}" dt="2026-09-09T11:07:08.547" v="40" actId="20577"/>
          <ac:spMkLst>
            <pc:docMk/>
            <pc:sldMk cId="38156828" sldId="264"/>
            <ac:spMk id="17" creationId="{D0899D54-2354-4FBD-99FA-7C41324D5347}"/>
          </ac:spMkLst>
        </pc:spChg>
        <pc:spChg chg="mod">
          <ac:chgData name="Garima Sharma" userId="c5ca40beb9a8554c" providerId="LiveId" clId="{2265D429-760C-4FF0-9653-4AF4BA9B0970}" dt="2026-09-09T11:07:08.619" v="42" actId="20577"/>
          <ac:spMkLst>
            <pc:docMk/>
            <pc:sldMk cId="38156828" sldId="264"/>
            <ac:spMk id="21" creationId="{41BCA18C-442C-434A-A0C0-2053947F0318}"/>
          </ac:spMkLst>
        </pc:spChg>
      </pc:sldChg>
      <pc:sldChg chg="modSp mod modAnim">
        <pc:chgData name="Garima Sharma" userId="c5ca40beb9a8554c" providerId="LiveId" clId="{2265D429-760C-4FF0-9653-4AF4BA9B0970}" dt="2026-09-09T11:07:08.867" v="49"/>
        <pc:sldMkLst>
          <pc:docMk/>
          <pc:sldMk cId="525934915" sldId="265"/>
        </pc:sldMkLst>
        <pc:spChg chg="mod">
          <ac:chgData name="Garima Sharma" userId="c5ca40beb9a8554c" providerId="LiveId" clId="{2265D429-760C-4FF0-9653-4AF4BA9B0970}" dt="2026-09-09T11:07:08.810" v="44" actId="20577"/>
          <ac:spMkLst>
            <pc:docMk/>
            <pc:sldMk cId="525934915" sldId="265"/>
            <ac:spMk id="11" creationId="{5A64269E-D473-4131-A08B-F3F6EB1354CB}"/>
          </ac:spMkLst>
        </pc:spChg>
        <pc:spChg chg="mod">
          <ac:chgData name="Garima Sharma" userId="c5ca40beb9a8554c" providerId="LiveId" clId="{2265D429-760C-4FF0-9653-4AF4BA9B0970}" dt="2026-09-09T11:07:08.835" v="46" actId="20577"/>
          <ac:spMkLst>
            <pc:docMk/>
            <pc:sldMk cId="525934915" sldId="265"/>
            <ac:spMk id="12" creationId="{3429260C-5DC9-4FDD-9B67-B8E49D10B68C}"/>
          </ac:spMkLst>
        </pc:spChg>
        <pc:spChg chg="mod">
          <ac:chgData name="Garima Sharma" userId="c5ca40beb9a8554c" providerId="LiveId" clId="{2265D429-760C-4FF0-9653-4AF4BA9B0970}" dt="2026-09-09T11:07:08.863" v="48" actId="20577"/>
          <ac:spMkLst>
            <pc:docMk/>
            <pc:sldMk cId="525934915" sldId="265"/>
            <ac:spMk id="13" creationId="{00D3ED03-9678-480C-BD10-C25C53C63F42}"/>
          </ac:spMkLst>
        </pc:spChg>
      </pc:sldChg>
      <pc:sldChg chg="modSp mod modAnim">
        <pc:chgData name="Garima Sharma" userId="c5ca40beb9a8554c" providerId="LiveId" clId="{2265D429-760C-4FF0-9653-4AF4BA9B0970}" dt="2026-09-09T11:07:09.041" v="53"/>
        <pc:sldMkLst>
          <pc:docMk/>
          <pc:sldMk cId="568249209" sldId="266"/>
        </pc:sldMkLst>
        <pc:spChg chg="mod">
          <ac:chgData name="Garima Sharma" userId="c5ca40beb9a8554c" providerId="LiveId" clId="{2265D429-760C-4FF0-9653-4AF4BA9B0970}" dt="2026-09-09T11:07:09.014" v="50" actId="20577"/>
          <ac:spMkLst>
            <pc:docMk/>
            <pc:sldMk cId="568249209" sldId="266"/>
            <ac:spMk id="16" creationId="{FA43A10F-530D-4D18-8FCE-CE803455C068}"/>
          </ac:spMkLst>
        </pc:spChg>
        <pc:spChg chg="mod">
          <ac:chgData name="Garima Sharma" userId="c5ca40beb9a8554c" providerId="LiveId" clId="{2265D429-760C-4FF0-9653-4AF4BA9B0970}" dt="2026-09-09T11:07:09.039" v="52" actId="20577"/>
          <ac:spMkLst>
            <pc:docMk/>
            <pc:sldMk cId="568249209" sldId="266"/>
            <ac:spMk id="17" creationId="{CBFB8072-1B55-4018-B4C4-445E1B919E9A}"/>
          </ac:spMkLst>
        </pc:spChg>
      </pc:sldChg>
      <pc:sldChg chg="modSp mod modAnim">
        <pc:chgData name="Garima Sharma" userId="c5ca40beb9a8554c" providerId="LiveId" clId="{2265D429-760C-4FF0-9653-4AF4BA9B0970}" dt="2026-09-09T11:07:09.305" v="59"/>
        <pc:sldMkLst>
          <pc:docMk/>
          <pc:sldMk cId="1893264283" sldId="267"/>
        </pc:sldMkLst>
        <pc:spChg chg="mod">
          <ac:chgData name="Garima Sharma" userId="c5ca40beb9a8554c" providerId="LiveId" clId="{2265D429-760C-4FF0-9653-4AF4BA9B0970}" dt="2026-09-09T11:07:09.174" v="54" actId="20577"/>
          <ac:spMkLst>
            <pc:docMk/>
            <pc:sldMk cId="1893264283" sldId="267"/>
            <ac:spMk id="13" creationId="{EBDBD918-870D-4256-8F30-7BA20D18DE3D}"/>
          </ac:spMkLst>
        </pc:spChg>
        <pc:spChg chg="mod">
          <ac:chgData name="Garima Sharma" userId="c5ca40beb9a8554c" providerId="LiveId" clId="{2265D429-760C-4FF0-9653-4AF4BA9B0970}" dt="2026-09-09T11:07:09.244" v="56" actId="20577"/>
          <ac:spMkLst>
            <pc:docMk/>
            <pc:sldMk cId="1893264283" sldId="267"/>
            <ac:spMk id="17" creationId="{3F899422-A891-425C-9887-577303AF68C1}"/>
          </ac:spMkLst>
        </pc:spChg>
        <pc:spChg chg="mod">
          <ac:chgData name="Garima Sharma" userId="c5ca40beb9a8554c" providerId="LiveId" clId="{2265D429-760C-4FF0-9653-4AF4BA9B0970}" dt="2026-09-09T11:07:09.298" v="58" actId="20577"/>
          <ac:spMkLst>
            <pc:docMk/>
            <pc:sldMk cId="1893264283" sldId="267"/>
            <ac:spMk id="21" creationId="{68C582CD-9453-462B-8BE0-CCDAF587136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11,123 - 6,725 = 4,398. | Notice the number structure before choosing a method. | Use the opposite operation so the result returns to the starting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Check 7,056 / 24 = 294. Answer: 294 x 24 = 7,056, so the quotient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11,123 - 6,725 = 4,398.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Use the opposite operation so the result returns to the starting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11,123 - 6,725 = 4,398..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4,637 + 3,765 = 8,402..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9,229 because 318 x 29 + 7 = 9,229.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4,637 + 3,765 = 8,402.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4,637 + 3,765 = 8,402. | Use the opposite operation so the result returns to the starting value.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9EEF91D-66C9-4E49-A2C0-3195C267AE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5704CA-C75A-4DC2-BA83-4F3E2071F27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D1C5F7-7A7E-4320-88E1-D36773B10EF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5C27A3-7E4B-4632-AEC9-199AE44B2496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1A443B-290A-47A7-A7C9-3306F6629A6E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E063FA5-42BE-48D3-A544-3BEE62740EE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CFD778-C721-4F94-88BF-014E7CE7FC0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C645C1-BE6A-49B5-9A50-EC6413555F7F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to check calculations.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CE5C2C-8F4A-43BB-90AA-B8BBECA4820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DCF103-EBD3-4B77-8460-D0681EA68570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B57ED-F29F-4699-8189-1448E67DF36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22340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8EB5EA6-CE2D-4151-87F1-BF9B2DD894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891CA0-4ABC-442C-9216-206CD3E98D9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A8EC28-44E2-4D07-8BCE-1F35EA323C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091190-5E65-49EE-90C3-1A785DD827E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99FA64-D31F-4BAC-9247-45AA2C1ED5B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8BA94-25C1-450B-AE67-9EAF724FD92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642D7F-5707-475E-AF2C-BC91245FD9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CABAF7-16F8-4CD1-9F87-8F01DD380D4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1C1726-304C-46AD-A65D-CB32C2AAF7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9F7057C-30D5-4D11-AE0E-83789A709DC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B84D128-2041-4646-A2D1-54864083024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DCEB84-04A3-4402-A949-85C0DF9E4A0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DE6D0D-AF44-42FB-B2ED-A897D40CAD6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349F1F-1809-478E-9D31-2D6A152A1AF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6BCE0B8-6856-47AC-BEF3-1AAE4E9319F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D22F69-7FB0-45CA-AB74-26C38C780B5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A76DD2-68D5-4218-B4A8-29540618EAE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E596071-3471-4ED1-B926-AB7FA4DDBD5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8A465F9-6D3C-4154-A892-FDDDFD241F1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FB728D-53D3-4573-9B67-A6222B7EE43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8B9B9C-7633-43BB-831C-A49CCBE9367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Check 7,056 / 24 = 294.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AE998F-C738-44C3-86FC-AB4C4BE8CF2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69340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3539368-027E-4952-B662-CC7844215D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0A3CE5-7470-4F9D-A5CE-8C2D2BDDE0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80B70EC-5C32-4FC9-A45B-57F3597076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8C9FCB-E5B7-4FE5-82B5-DC49EE29E68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86B8DE-D008-426A-84E1-DCF0B3EA153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391E6A-6E4C-400C-9283-74A7FDCD57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B23B09-31A2-40B3-B877-0CC688F6B83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C9214F-DBB0-4B8E-BD52-20E5F0D5E54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82C110-B6A9-4CCB-A65D-2D4F1F1344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456650-749B-4849-9E4A-EC8C37082F34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to check calculations.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9200F9-5ED3-44A5-B607-962EFD5BB1B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9CE6F3-DC3B-4B76-B261-A23EE458F22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D69D7A-036F-4601-BA49-5DCEE2251030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129F92-B769-4CF4-BF78-AD69CF9BE70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B9384A-15AB-4AEB-B9A6-7469AC24F696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63980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0E762A0-8321-423D-B194-1EEB06803B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CC93BF-A298-4574-9EE4-5358264489E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CF2EA84-D1D4-49EF-B1B7-9246A6BDA9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96F770-AAC5-493A-B668-84D1838534B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D81AF2-8E7E-4B7F-8976-109D2AF3500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1CAD6-5F56-4D34-AC27-8C1319D770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124D47-8ABB-476D-A600-44CCE6000F1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C2F941-48BE-4012-9F01-939D4D11DEF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F273C2-F7C2-4684-ACC0-313620240D6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D458B2-A253-49CA-AAEC-22795DAD49C9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7,056 / 24 = 294.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E0EFED-A0E2-4CBD-AAC7-2DF74CA3B7F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05AB61F-0A53-423B-97E8-7F4346AFCE4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517E41-26B4-4D9C-A1DD-529D9579A284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B02346-26E9-4E24-BD55-620A8AC97BD0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268857-2DDA-4AE4-A2EE-B56E6D50DDE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200541C-ACF9-46FB-BF8C-62EA976C94B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C64A15-22F9-492D-91F5-A2FCCA0F7F7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1FD73A-A781-42F8-AC85-EADDBF7DBB3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0C6965-3BCF-4A56-857C-E5EED39222D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119008B-3146-4CAD-BE98-3D46F7AF8B6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4B396A1-7862-49C7-827E-7D5BFF7440D2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AA29FA-5511-46B4-B988-13267DC976F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0893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E1B455B-2BC7-4950-BB45-8EE66D94A1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3586B8-01AF-4AC9-9473-3447D301F8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8F99D35-484E-4908-A850-D415C5CDC9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BEDE9C-4E48-42C0-8143-6F457A340E1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22E978-91FF-4E71-B989-B41A7085561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9EE23A-FAE9-4A02-93F3-E075ECBA365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F49E8A-EEE9-4CF3-B2AD-17B66A1EC31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DEF5A4-110F-4B03-B403-DDAFA74888B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980050-88FA-4D83-B568-FF371BF86FC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754E3B-3C1F-46D3-BCD2-FF735CC5D6A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1F2450-3692-494C-AEFA-2EFF2E503C98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294 x 24 = 7,056, so the quotient is correct.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D1F8E-94C6-470A-8439-3C820C3869E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4A587F-F6E7-4A88-ABBE-83F830930AEB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8B1B09-112B-40D0-ADED-E786320A78E8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658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A730EEB-E9B8-43D5-A1FF-9167F29295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D409B-7E22-404C-8F93-27FD2DF90C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9BB6432-3B5F-4A78-9607-AFB9104207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346822-E162-48D0-91BD-00A0562057E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DD6ACE-E6D9-4A72-A554-62E4091274F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C8B079-A5A9-45B0-9939-994B7DCBF35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8E223A-F1F4-4280-B4C1-F9175DE461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0753DB-2FBC-45BC-8F9F-6A02C845BDF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459BC-86A7-479F-8D56-B0AC5413ACA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38D8C9-6401-409F-A8D8-F5EA7032E5BF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74760D-26B1-43DE-8D5E-9A8FD695B874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621055-2C2B-4476-BB0E-55618CBCF574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70AB5F-C488-4F0F-B03F-A6DCEFB67BCA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482E1D-AD3F-4012-8193-4944CB837C0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A056A6-358F-415C-83EB-7EA8B4929A2B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11,123 - 6,725 = 4,398.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6690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7B2976B-AD53-4EC0-8858-E985244E19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20C647-30A1-4F1A-BFB9-3E4C5EE20E3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F7FE039-1FC6-4769-B419-EC92693209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5EBC70-ECF8-494B-872F-32462EC6CE8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E0469D-1044-44DB-AC35-3A37719E9B4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CEF373-9DE6-4142-97BF-F11E0232E80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222C76-9DBF-4537-83A9-7CAD1F01ACE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0866EE-F3DA-475F-9658-D6F4ADF1013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D1732F-CEA0-47E3-8CB6-057B2D50BD8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84F29A6-C21E-401F-89B8-52041196E675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5E2B5F-7389-4DFA-98AB-E7F9D506997E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repeats the same operation and calls it an inverse check.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1D7753-4E1E-4B22-9910-EC8319FE17E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C5F55D-9641-4F03-9AAA-2E6DEDDA871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CC8D67-7CCD-4184-B0E7-DA47FF4765A1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opposite operation so the result returns to the starting value.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7436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1F68081-65D0-4388-BBE1-0EC6D8B54E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9A19CE-A018-4AA6-BA44-194A0D57CC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C10BFAC-0624-48CC-9B15-1553CBA5F8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A251BC-273B-4C59-95F9-B99EBBE885F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20F966-1CA7-48D0-8055-FFE36E98C0B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ECD108-1D81-471A-8097-BC01E4509E8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EED209-0313-4B7B-8348-73814B8625D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45562C-070B-4E48-AE39-1982BA98707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9706A2-DF47-467E-A6A0-6AD9EAF7A35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4B35F17-EF18-4E77-8B5E-80785CD34B0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F5AB8B-2E8A-4880-A5FF-80DC7770D2B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025F3-FDBE-479A-91F7-765D0E0F019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D48DFC-2D27-4223-A0F2-76DE24B498C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4D44B33-C8F2-4235-87A6-CB0759FCFBE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FA5F9E5-4EB6-4704-A1DC-B650B8A5E9D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BBA2BB-3035-48AE-AEF9-418F1C360FC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3EE7F0-AA46-4A5A-8C95-09E5F49EA7A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553EF6B-0931-497B-84EF-D5C90E4905B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DFDEBAE-4D07-4AD8-8BA9-F5D89145EA1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F44571-1178-48ED-9464-F70A1A00764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41528B-A1AB-48C9-AAF7-6AE5D1B537B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11,123 - 6,725 = 4,398.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CB4F0F-FF5F-443B-A919-F7C9451AD9C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18224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EC210D53-32BB-4CA6-A9FD-DA881160F1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DC43F1-22C4-4B31-BFF5-430841B665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7F51472-8150-4598-A96F-09D216D2D71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C01A1B-B298-4D42-B809-655AB54D3CA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96882-9EA4-4BDE-997A-7B7AEB485F7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37DFB6-1A7E-4FCF-9F4C-CEE121BAA9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7E57E9-9402-4BF2-B446-9482141B80F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3A4265-873C-4DE6-B28C-237A05FDC4E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CE7DDD-A56B-4453-8E21-948E39DE6F7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63244D-56EF-44A4-B160-D91DAE0DF44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E594135-1E22-44D2-AF26-4AFD4E6A312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ACA310-7F81-495E-81A6-D286C20E4AA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A91AD7-22B5-4F12-9ACB-1377EFF7547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E1D0E4-14B5-4FBF-95E2-0BE3C393D9C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D1F24C-9C12-4F67-9852-509339E2E3B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355248-B0F6-4A51-A8ED-BCB198CC827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899D54-2354-4FBD-99FA-7C41324D534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CC603A1-6DDC-4474-9D16-86E366EA47F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F102E3C-DFF2-460C-A22A-EB7822AC2AC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BD7EE0-9765-44B9-A72B-8169A6250FD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BCA18C-442C-434A-A0C0-2053947F031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56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ECCBE10-AAE7-4FEC-AA8F-960F66546A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4063F5-BBA0-41E0-8D09-5CDD64D5ED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62395D-6DDA-4935-A64A-4635658DCB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4A505F-906F-4367-9218-9EC294363D8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D14209-100A-415F-9B5E-3938C093265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481E05-0597-409E-9C82-B52ED713F97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DE5B20-4609-4410-B525-F666F05CB93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F82C28-F5E3-4731-8B6D-33B073364AB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24847F-0BBD-4DB9-865C-C58F7D24C24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DEFBDC-531C-44F4-B43C-6C86D0F03E3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division has quotient 318 remainder 7 and divisor 29. Find the dividend.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64269E-D473-4131-A08B-F3F6EB1354CB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29260C-5DC9-4FDD-9B67-B8E49D10B68C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D3ED03-9678-480C-BD10-C25C53C63F4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9,229 because 318 x 29 + 7 = 9,229.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5934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C7E4669C-09E6-433B-8846-11C56C7B00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267F96-4F5F-4F2C-989F-383E466A5F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ABDC96F-9CFC-488D-96FC-846BF2FFA0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697466-A23D-483B-BB26-5329DC41902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346E42-E9C6-4A71-ADB7-76A8C078DB6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6AF745-FF43-477B-AB8C-6FA35C745B6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93E471-8F72-4DA2-9AAA-70325AE425E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7AC78D-BE06-451A-B6DE-469FBFC8B0D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D80C18-DCD9-4E63-A956-86BE5524ADE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352969-5D17-4A97-B299-5B94AC8878F2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74CE82-62A4-48AA-8A07-8D39557E6C23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8B1664-1A97-43BF-A9EC-313E948EA55D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7ECA4A-5EAA-4364-836B-845E6C1CC623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D91701-6362-4AE9-B17A-44A331F27E4D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9135E58-B494-4B91-B6CA-F62DEA1527DF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43A10F-530D-4D18-8FCE-CE803455C068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4,637 + 3,765 = 8,402.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FB8072-1B55-4018-B4C4-445E1B919E9A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BA1D6F-0EA7-477C-BF5D-8714E07D539E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68249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C0750E4-4956-4057-878E-38A757A858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85E292-FE83-4663-A1E4-6AC12A26726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650889-0303-4767-8655-38ECF60A1F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259A3-F2BC-4540-BEEE-AEB7F3EC73C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19C77C-FBBF-42E6-8106-3BCEBED6FC5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BF4BAD-52C6-4D1C-9654-F2B60F2F284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328794-07A0-4B80-8E91-7F9CC53D316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133A83-3E5B-41CA-B3D3-C32937A4550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828D9C-53E3-4152-8E61-3F21861B30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D25FBAE-8686-4916-A871-76A5AA40A02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938F9F8-4787-4166-8696-A64C526DDA0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DBE5D-7B63-4669-9949-2D67B076B26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DBD918-870D-4256-8F30-7BA20D18DE3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A39A81-9D88-4941-ADE0-7821F47A8F0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1AE3AC4-12B8-4045-A145-B2D16898A60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F46D86-EBC9-4271-8A8C-8C8D6D3AD6D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899422-A891-425C-9887-577303AF68C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repeats the same operation and calls it an inverse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480BE5-B2D1-4A4C-BBA1-63A0E302FC6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D762ADE-9523-4318-B2F5-8763F61D524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BA4858-77F5-4392-9A6C-76886DB8E04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C582CD-9453-462B-8BE0-CCDAF587136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A86F484-DC59-4F01-B55A-BEACA0A0847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93264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1161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2026-09-09T10:56:53Z</dcterms:created>
  <dcterms:modified xsi:type="dcterms:W3CDTF">2026-09-09T11:07:09Z</dcterms:modified>
</cp:coreProperties>
</file>