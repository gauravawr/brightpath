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Choose an efficient calculation method.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an efficient calculation method.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7D3A4D33-17CF-44A0-B9B0-EE702FEDB0C8}"/>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Choose an efficient calculation method</a:t>
            </a:r>
          </a:p>
        </p:txBody>
      </p:sp>
      <p:sp>
        <p:nvSpPr>
          <p:cNvPr id="2" name="object-2">
            <a:extLst>
              <a:ext uri="{FF2B5EF4-FFF2-40B4-BE49-F238E27FC236}">
                <a16:creationId xmlns:a16="http://schemas.microsoft.com/office/drawing/2014/main" id="{E77D8704-3BB4-405C-A306-48EDBC9CCD7A}"/>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1F048616-6D9F-4103-89CF-7C405D17AC36}"/>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6EFEE6D-265B-40CB-B6A9-7D51D0C3AAB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5" name="object-5">
            <a:extLst>
              <a:ext uri="{FF2B5EF4-FFF2-40B4-BE49-F238E27FC236}">
                <a16:creationId xmlns:a16="http://schemas.microsoft.com/office/drawing/2014/main" id="{651F7550-9A68-4637-B0C1-7CD62F17CBE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770E77BD-AF6D-4553-8DBA-30F046524724}"/>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choose and justify mental, written or calculator-supported checking methods.</a:t>
            </a:r>
          </a:p>
        </p:txBody>
      </p:sp>
    </p:spTree>
    <p:extLst>
      <p:ext uri="{BB962C8B-B14F-4D97-AF65-F5344CB8AC3E}">
        <p14:creationId xmlns:p14="http://schemas.microsoft.com/office/powerpoint/2010/main" val="1912171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529550C5-20FA-42CF-A30F-56ACAE1D06A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70FDE48F-2B22-43F1-BE53-3AE8EA8F14C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3,998 + 2,507 efficiently.</a:t>
            </a:r>
          </a:p>
        </p:txBody>
      </p:sp>
      <p:sp>
        <p:nvSpPr>
          <p:cNvPr id="3" name="object-3">
            <a:extLst>
              <a:ext uri="{FF2B5EF4-FFF2-40B4-BE49-F238E27FC236}">
                <a16:creationId xmlns:a16="http://schemas.microsoft.com/office/drawing/2014/main" id="{162AA0D8-3DDB-4972-ADEA-32A465D6491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D76389C-4E24-457B-A6D0-E9DA9BBF70A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5" name="object-5">
            <a:extLst>
              <a:ext uri="{FF2B5EF4-FFF2-40B4-BE49-F238E27FC236}">
                <a16:creationId xmlns:a16="http://schemas.microsoft.com/office/drawing/2014/main" id="{BBCE551B-18DC-4E98-8B0C-9C819EFB8C3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B2E7DC08-D4C2-49B8-A7A9-E1AE22FF9247}"/>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4,000 + 2,507 =</a:t>
            </a:r>
          </a:p>
        </p:txBody>
      </p:sp>
      <p:sp>
        <p:nvSpPr>
          <p:cNvPr id="7" name="object-7">
            <a:extLst>
              <a:ext uri="{FF2B5EF4-FFF2-40B4-BE49-F238E27FC236}">
                <a16:creationId xmlns:a16="http://schemas.microsoft.com/office/drawing/2014/main" id="{D4B3B89D-983F-4E85-BED8-A0775645116F}"/>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6,507</a:t>
            </a:r>
          </a:p>
        </p:txBody>
      </p:sp>
      <p:sp>
        <p:nvSpPr>
          <p:cNvPr id="8" name="object-8">
            <a:extLst>
              <a:ext uri="{FF2B5EF4-FFF2-40B4-BE49-F238E27FC236}">
                <a16:creationId xmlns:a16="http://schemas.microsoft.com/office/drawing/2014/main" id="{8FAF936B-E2AB-4319-835C-CC153815E122}"/>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6,507 − 2 =</a:t>
            </a:r>
          </a:p>
        </p:txBody>
      </p:sp>
      <p:sp>
        <p:nvSpPr>
          <p:cNvPr id="9" name="object-9">
            <a:extLst>
              <a:ext uri="{FF2B5EF4-FFF2-40B4-BE49-F238E27FC236}">
                <a16:creationId xmlns:a16="http://schemas.microsoft.com/office/drawing/2014/main" id="{695BCB5F-FE40-43F7-A949-9A2667E21008}"/>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6,505</a:t>
            </a:r>
          </a:p>
        </p:txBody>
      </p:sp>
    </p:spTree>
    <p:extLst>
      <p:ext uri="{BB962C8B-B14F-4D97-AF65-F5344CB8AC3E}">
        <p14:creationId xmlns:p14="http://schemas.microsoft.com/office/powerpoint/2010/main" val="146290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56981CB3-E69A-46E6-9915-ECA500D3384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1EBC18F3-C872-4D26-9912-75A24EBED894}"/>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200E5FC7-F7D4-4AE1-8EA4-6EB06564045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3,998 + 2,608 efficiently.</a:t>
            </a:r>
          </a:p>
        </p:txBody>
      </p:sp>
      <p:sp>
        <p:nvSpPr>
          <p:cNvPr id="4" name="object-4">
            <a:extLst>
              <a:ext uri="{FF2B5EF4-FFF2-40B4-BE49-F238E27FC236}">
                <a16:creationId xmlns:a16="http://schemas.microsoft.com/office/drawing/2014/main" id="{83A4521C-7B14-4698-8A6D-E8C5CDCFF9E3}"/>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03469FAE-129E-48ED-8B47-CDCC8D112C2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6" name="object-6">
            <a:extLst>
              <a:ext uri="{FF2B5EF4-FFF2-40B4-BE49-F238E27FC236}">
                <a16:creationId xmlns:a16="http://schemas.microsoft.com/office/drawing/2014/main" id="{33BE17A3-7E90-4258-9F1C-663B748F8D9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E9FC5285-CE13-4293-8DBD-DEFA593D979E}"/>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4,000 + 2,608 =</a:t>
            </a:r>
          </a:p>
        </p:txBody>
      </p:sp>
      <p:sp>
        <p:nvSpPr>
          <p:cNvPr id="8" name="object-8">
            <a:extLst>
              <a:ext uri="{FF2B5EF4-FFF2-40B4-BE49-F238E27FC236}">
                <a16:creationId xmlns:a16="http://schemas.microsoft.com/office/drawing/2014/main" id="{A6F9DE86-7844-4672-83DF-DA8D45B87A43}"/>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6,608</a:t>
            </a:r>
          </a:p>
        </p:txBody>
      </p:sp>
      <p:sp>
        <p:nvSpPr>
          <p:cNvPr id="9" name="object-9">
            <a:extLst>
              <a:ext uri="{FF2B5EF4-FFF2-40B4-BE49-F238E27FC236}">
                <a16:creationId xmlns:a16="http://schemas.microsoft.com/office/drawing/2014/main" id="{DA34BE40-7B43-46AC-8FB5-EAE5A3AF1135}"/>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6,608 − 2 =</a:t>
            </a:r>
          </a:p>
        </p:txBody>
      </p:sp>
      <p:sp>
        <p:nvSpPr>
          <p:cNvPr id="10" name="object-10">
            <a:extLst>
              <a:ext uri="{FF2B5EF4-FFF2-40B4-BE49-F238E27FC236}">
                <a16:creationId xmlns:a16="http://schemas.microsoft.com/office/drawing/2014/main" id="{26354B8C-7B97-4920-9676-057B8010C771}"/>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6,606</a:t>
            </a:r>
          </a:p>
        </p:txBody>
      </p:sp>
    </p:spTree>
    <p:extLst>
      <p:ext uri="{BB962C8B-B14F-4D97-AF65-F5344CB8AC3E}">
        <p14:creationId xmlns:p14="http://schemas.microsoft.com/office/powerpoint/2010/main" val="151703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22D3B175-00CD-4C53-86D9-1773F912071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25BBE60-2BD1-4F70-8523-717FB107348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3,998 + 2,709 efficiently.</a:t>
            </a:r>
          </a:p>
        </p:txBody>
      </p:sp>
      <p:sp>
        <p:nvSpPr>
          <p:cNvPr id="3" name="object-3">
            <a:extLst>
              <a:ext uri="{FF2B5EF4-FFF2-40B4-BE49-F238E27FC236}">
                <a16:creationId xmlns:a16="http://schemas.microsoft.com/office/drawing/2014/main" id="{4273B78E-FC14-4B85-ACDB-123C5E93496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7D535A2-E24E-4C91-8B38-2004BEBF0BC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5" name="object-5">
            <a:extLst>
              <a:ext uri="{FF2B5EF4-FFF2-40B4-BE49-F238E27FC236}">
                <a16:creationId xmlns:a16="http://schemas.microsoft.com/office/drawing/2014/main" id="{4893B264-437A-423C-BD0D-0D51D139A24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0AE0BF22-5E99-4F08-91B7-B1B4BB4D410E}"/>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4,000 + 2,709 =</a:t>
            </a:r>
          </a:p>
        </p:txBody>
      </p:sp>
      <p:sp>
        <p:nvSpPr>
          <p:cNvPr id="7" name="object-7">
            <a:extLst>
              <a:ext uri="{FF2B5EF4-FFF2-40B4-BE49-F238E27FC236}">
                <a16:creationId xmlns:a16="http://schemas.microsoft.com/office/drawing/2014/main" id="{718A8A5B-C442-4DCD-8308-F36B8532BDA6}"/>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6,709</a:t>
            </a:r>
          </a:p>
        </p:txBody>
      </p:sp>
      <p:sp>
        <p:nvSpPr>
          <p:cNvPr id="8" name="object-8">
            <a:extLst>
              <a:ext uri="{FF2B5EF4-FFF2-40B4-BE49-F238E27FC236}">
                <a16:creationId xmlns:a16="http://schemas.microsoft.com/office/drawing/2014/main" id="{72D8CA1B-5891-4916-9066-FFCDFA4637E2}"/>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6,709 − 2 =</a:t>
            </a:r>
          </a:p>
        </p:txBody>
      </p:sp>
      <p:sp>
        <p:nvSpPr>
          <p:cNvPr id="9" name="object-9">
            <a:extLst>
              <a:ext uri="{FF2B5EF4-FFF2-40B4-BE49-F238E27FC236}">
                <a16:creationId xmlns:a16="http://schemas.microsoft.com/office/drawing/2014/main" id="{0B0BB0C6-BA18-4A58-93E2-1679EF497435}"/>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6,707</a:t>
            </a:r>
          </a:p>
        </p:txBody>
      </p:sp>
    </p:spTree>
    <p:extLst>
      <p:ext uri="{BB962C8B-B14F-4D97-AF65-F5344CB8AC3E}">
        <p14:creationId xmlns:p14="http://schemas.microsoft.com/office/powerpoint/2010/main" val="62159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CC89E57E-13E1-481A-8371-C172E95C0FC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DCAEECD-983F-493D-94D3-6D3388068761}"/>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5F55BD5-E77E-4E3A-9567-C559F65E7A8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3,998 + 2,810 efficiently.</a:t>
            </a:r>
          </a:p>
        </p:txBody>
      </p:sp>
      <p:sp>
        <p:nvSpPr>
          <p:cNvPr id="4" name="object-4">
            <a:extLst>
              <a:ext uri="{FF2B5EF4-FFF2-40B4-BE49-F238E27FC236}">
                <a16:creationId xmlns:a16="http://schemas.microsoft.com/office/drawing/2014/main" id="{3A2DF216-CB94-455B-882D-D4F76666D34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FB94152-DF3C-43FD-BEE3-09CD72F13EE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6" name="object-6">
            <a:extLst>
              <a:ext uri="{FF2B5EF4-FFF2-40B4-BE49-F238E27FC236}">
                <a16:creationId xmlns:a16="http://schemas.microsoft.com/office/drawing/2014/main" id="{1F752358-31C5-4042-92DA-292AB4B0130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E6F3AE17-2B7C-4D85-BB75-D5C0FC81300F}"/>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4,000 + 2,810 =</a:t>
            </a:r>
          </a:p>
        </p:txBody>
      </p:sp>
      <p:sp>
        <p:nvSpPr>
          <p:cNvPr id="8" name="object-8">
            <a:extLst>
              <a:ext uri="{FF2B5EF4-FFF2-40B4-BE49-F238E27FC236}">
                <a16:creationId xmlns:a16="http://schemas.microsoft.com/office/drawing/2014/main" id="{2E527EE5-42F7-4C81-9378-55B06026176C}"/>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6,810</a:t>
            </a:r>
          </a:p>
        </p:txBody>
      </p:sp>
      <p:sp>
        <p:nvSpPr>
          <p:cNvPr id="9" name="object-9">
            <a:extLst>
              <a:ext uri="{FF2B5EF4-FFF2-40B4-BE49-F238E27FC236}">
                <a16:creationId xmlns:a16="http://schemas.microsoft.com/office/drawing/2014/main" id="{9339E5EC-74DC-44B2-956A-E7B530F9D6B3}"/>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6,810 − 2 =</a:t>
            </a:r>
          </a:p>
        </p:txBody>
      </p:sp>
      <p:sp>
        <p:nvSpPr>
          <p:cNvPr id="10" name="object-10">
            <a:extLst>
              <a:ext uri="{FF2B5EF4-FFF2-40B4-BE49-F238E27FC236}">
                <a16:creationId xmlns:a16="http://schemas.microsoft.com/office/drawing/2014/main" id="{677E07C2-7AB1-4245-8E90-1FCDF733CA5E}"/>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6,808</a:t>
            </a:r>
          </a:p>
        </p:txBody>
      </p:sp>
    </p:spTree>
    <p:extLst>
      <p:ext uri="{BB962C8B-B14F-4D97-AF65-F5344CB8AC3E}">
        <p14:creationId xmlns:p14="http://schemas.microsoft.com/office/powerpoint/2010/main" val="28590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B5CF7A47-AC4A-4102-AA80-B8BBF86D6D7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DB73BEF-35AB-41C3-A004-A6FE88B44EC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9ADFD6A-9C71-4C8D-8972-ECD61B864A6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BAFD5AD0-FD73-4FB7-A621-1A796117567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0D25DF32-A0F2-48C5-8E83-80DB7F76518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6" name="object-6">
            <a:extLst>
              <a:ext uri="{FF2B5EF4-FFF2-40B4-BE49-F238E27FC236}">
                <a16:creationId xmlns:a16="http://schemas.microsoft.com/office/drawing/2014/main" id="{463B00B8-2F20-4FD6-9A46-E01F538DB5C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23142920-9B67-43E2-B8CA-83450A6948A7}"/>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980A6BBF-4285-4B8F-BF7F-B4B70C8DD9A2}"/>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Choose an efficient method for 3,998 + 2,507 and calculate.</a:t>
            </a:r>
          </a:p>
        </p:txBody>
      </p:sp>
      <p:sp>
        <p:nvSpPr>
          <p:cNvPr id="9" name="object-9">
            <a:extLst>
              <a:ext uri="{FF2B5EF4-FFF2-40B4-BE49-F238E27FC236}">
                <a16:creationId xmlns:a16="http://schemas.microsoft.com/office/drawing/2014/main" id="{D140C587-722E-44B5-99D2-A170DFDBD184}"/>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0DEE2A49-8AC3-4629-8DE3-79BBC4F4CCDB}"/>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Choose an efficient method for 6,300 / 25.</a:t>
            </a:r>
          </a:p>
        </p:txBody>
      </p:sp>
      <p:sp>
        <p:nvSpPr>
          <p:cNvPr id="11" name="object-11">
            <a:extLst>
              <a:ext uri="{FF2B5EF4-FFF2-40B4-BE49-F238E27FC236}">
                <a16:creationId xmlns:a16="http://schemas.microsoft.com/office/drawing/2014/main" id="{1FCD434B-A465-4160-976E-226C01C235A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F49F85CD-0F9C-4F50-ACC2-FDC998449CDF}"/>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Would you use mental or written calculation for 7,382 x 46? Explain and solve.</a:t>
            </a:r>
          </a:p>
        </p:txBody>
      </p:sp>
      <p:sp>
        <p:nvSpPr>
          <p:cNvPr id="13" name="object-13">
            <a:extLst>
              <a:ext uri="{FF2B5EF4-FFF2-40B4-BE49-F238E27FC236}">
                <a16:creationId xmlns:a16="http://schemas.microsoft.com/office/drawing/2014/main" id="{36549C2D-BEA3-4C03-88DD-EFD79EE5C2C9}"/>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627E7796-861C-48B2-9FD7-75771455FCD5}"/>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Choose an efficient method for 3,998 + 2,507 and calculate.</a:t>
            </a:r>
          </a:p>
        </p:txBody>
      </p:sp>
      <p:sp>
        <p:nvSpPr>
          <p:cNvPr id="15" name="object-15">
            <a:extLst>
              <a:ext uri="{FF2B5EF4-FFF2-40B4-BE49-F238E27FC236}">
                <a16:creationId xmlns:a16="http://schemas.microsoft.com/office/drawing/2014/main" id="{1AD8927C-0FF3-44DA-99E7-E8E5CC209D53}"/>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115DFF4A-1187-4D76-964A-A56D7A539E3A}"/>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Choose an efficient method for 6,300 / 25.</a:t>
            </a:r>
          </a:p>
        </p:txBody>
      </p:sp>
      <p:sp>
        <p:nvSpPr>
          <p:cNvPr id="17" name="object-17">
            <a:extLst>
              <a:ext uri="{FF2B5EF4-FFF2-40B4-BE49-F238E27FC236}">
                <a16:creationId xmlns:a16="http://schemas.microsoft.com/office/drawing/2014/main" id="{E3384DFB-77BD-48DC-BAE9-9943F9A5D52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B615EE30-6E6C-455F-B616-4298FAC67C8E}"/>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Would you use mental or written calculation for 7,382 x 46? Explain and solve.</a:t>
            </a:r>
          </a:p>
        </p:txBody>
      </p:sp>
      <p:sp>
        <p:nvSpPr>
          <p:cNvPr id="19" name="object-19">
            <a:extLst>
              <a:ext uri="{FF2B5EF4-FFF2-40B4-BE49-F238E27FC236}">
                <a16:creationId xmlns:a16="http://schemas.microsoft.com/office/drawing/2014/main" id="{20F6B8FA-D4C9-42C1-88FA-FDD4DBD9C458}"/>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76F97703-274E-444A-B3EA-C83FB07C0A0E}"/>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Create one calculation best solved mentally and one best solved using a written method. Justify both choices.</a:t>
            </a:r>
          </a:p>
        </p:txBody>
      </p:sp>
      <p:sp>
        <p:nvSpPr>
          <p:cNvPr id="21" name="object-21">
            <a:extLst>
              <a:ext uri="{FF2B5EF4-FFF2-40B4-BE49-F238E27FC236}">
                <a16:creationId xmlns:a16="http://schemas.microsoft.com/office/drawing/2014/main" id="{C82B35F1-84B0-4CE7-91C9-6C4B556DE31B}"/>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5F384046-10D6-4212-9561-8DA9D0B8F2E0}"/>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believes the longest written method is always the safest choice.</a:t>
            </a:r>
          </a:p>
        </p:txBody>
      </p:sp>
      <p:sp>
        <p:nvSpPr>
          <p:cNvPr id="23" name="object-23">
            <a:extLst>
              <a:ext uri="{FF2B5EF4-FFF2-40B4-BE49-F238E27FC236}">
                <a16:creationId xmlns:a16="http://schemas.microsoft.com/office/drawing/2014/main" id="{3D8AD4FD-D8CD-44B6-A41F-B34EF80C292B}"/>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5B88144E-9C1C-4273-8BBE-8BD68277F13A}"/>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9CCABEAB-A402-4359-B005-54FF60035436}"/>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23C1736B-7A38-4075-B4F7-4CDE1F1A75CF}"/>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Would you use mental or written calculation for 7,382 x 46? Explain and solve.</a:t>
            </a:r>
          </a:p>
        </p:txBody>
      </p:sp>
    </p:spTree>
    <p:extLst>
      <p:ext uri="{BB962C8B-B14F-4D97-AF65-F5344CB8AC3E}">
        <p14:creationId xmlns:p14="http://schemas.microsoft.com/office/powerpoint/2010/main" val="1557358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3DF80F38-5F4F-4F9B-B43B-462DDDC0EDB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5B42694F-D5DC-4A3C-9AA6-445F2584622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591D638F-0F5D-49E8-B405-0DB3326CD87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C4CD3AC-BA7B-4C78-8563-F25D409B0C3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Choose an efficient calculation method</a:t>
            </a:r>
          </a:p>
        </p:txBody>
      </p:sp>
      <p:sp>
        <p:nvSpPr>
          <p:cNvPr id="5" name="object-5">
            <a:extLst>
              <a:ext uri="{FF2B5EF4-FFF2-40B4-BE49-F238E27FC236}">
                <a16:creationId xmlns:a16="http://schemas.microsoft.com/office/drawing/2014/main" id="{2F9A0D9A-463A-41EA-9100-515F93A8758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7D0F9443-235C-430A-9B7D-32FB31254561}"/>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6CE41C59-FA30-412F-9457-16E4EDD48E99}"/>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Compensation: 4,000 + 2,507 - 2 = 6,505.</a:t>
            </a:r>
          </a:p>
        </p:txBody>
      </p:sp>
      <p:sp>
        <p:nvSpPr>
          <p:cNvPr id="8" name="object-8">
            <a:extLst>
              <a:ext uri="{FF2B5EF4-FFF2-40B4-BE49-F238E27FC236}">
                <a16:creationId xmlns:a16="http://schemas.microsoft.com/office/drawing/2014/main" id="{6F9C75DB-75DD-4472-BB61-B35459373CE3}"/>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B0ACC9BC-F153-4CB0-ADED-7CE769214166}"/>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Multiply by 4 then divide by 100, or use known multiples: 252.</a:t>
            </a:r>
          </a:p>
        </p:txBody>
      </p:sp>
      <p:sp>
        <p:nvSpPr>
          <p:cNvPr id="10" name="object-10">
            <a:extLst>
              <a:ext uri="{FF2B5EF4-FFF2-40B4-BE49-F238E27FC236}">
                <a16:creationId xmlns:a16="http://schemas.microsoft.com/office/drawing/2014/main" id="{26CEE196-FCAA-4543-BC22-42D420546F2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FE0C4181-9FDB-46E8-BE44-EE40834E2C57}"/>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 written method is efficient; the product is 339,572.</a:t>
            </a:r>
          </a:p>
        </p:txBody>
      </p:sp>
      <p:sp>
        <p:nvSpPr>
          <p:cNvPr id="12" name="object-12">
            <a:extLst>
              <a:ext uri="{FF2B5EF4-FFF2-40B4-BE49-F238E27FC236}">
                <a16:creationId xmlns:a16="http://schemas.microsoft.com/office/drawing/2014/main" id="{0A02584A-4A0A-4564-943E-CCF425E254FB}"/>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79F12A6A-4EC5-4511-A08D-4BBC9A3F5BC8}"/>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Compensation: 4,000 + 2,507 - 2 = 6,505.</a:t>
            </a:r>
          </a:p>
        </p:txBody>
      </p:sp>
      <p:sp>
        <p:nvSpPr>
          <p:cNvPr id="14" name="object-14">
            <a:extLst>
              <a:ext uri="{FF2B5EF4-FFF2-40B4-BE49-F238E27FC236}">
                <a16:creationId xmlns:a16="http://schemas.microsoft.com/office/drawing/2014/main" id="{A4EE1475-9EB1-48CA-9471-D33AC01C78FA}"/>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01752D76-3D5D-47B4-83A7-F7464CD9DC59}"/>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Multiply by 4 then divide by 100, or use known multiples: 252. Method or representation may vary.</a:t>
            </a:r>
          </a:p>
        </p:txBody>
      </p:sp>
      <p:sp>
        <p:nvSpPr>
          <p:cNvPr id="16" name="object-16">
            <a:extLst>
              <a:ext uri="{FF2B5EF4-FFF2-40B4-BE49-F238E27FC236}">
                <a16:creationId xmlns:a16="http://schemas.microsoft.com/office/drawing/2014/main" id="{5CF40652-827D-40A1-B20F-2D5CF77B5CF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0EA2F03D-BBFE-4746-A2E0-E11712160C48}"/>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A written method is efficient; the product is 339,572. A valid check must be shown.</a:t>
            </a:r>
          </a:p>
        </p:txBody>
      </p:sp>
      <p:sp>
        <p:nvSpPr>
          <p:cNvPr id="18" name="object-18">
            <a:extLst>
              <a:ext uri="{FF2B5EF4-FFF2-40B4-BE49-F238E27FC236}">
                <a16:creationId xmlns:a16="http://schemas.microsoft.com/office/drawing/2014/main" id="{AA41210C-9E42-4AEB-93E7-86AF6AB17D6A}"/>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19946D26-CB6E-460F-8AFF-72A8AE008B62}"/>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justification should refer to number structure and accuracy.</a:t>
            </a:r>
          </a:p>
        </p:txBody>
      </p:sp>
      <p:sp>
        <p:nvSpPr>
          <p:cNvPr id="20" name="object-20">
            <a:extLst>
              <a:ext uri="{FF2B5EF4-FFF2-40B4-BE49-F238E27FC236}">
                <a16:creationId xmlns:a16="http://schemas.microsoft.com/office/drawing/2014/main" id="{5DC0AB33-C9F7-48B6-AE55-168880EF93DD}"/>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59948AD0-441E-4721-B0BF-403E0EFB934B}"/>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 efficient method fits the numbers and still allows a reliable check.</a:t>
            </a:r>
          </a:p>
        </p:txBody>
      </p:sp>
      <p:sp>
        <p:nvSpPr>
          <p:cNvPr id="22" name="object-22">
            <a:extLst>
              <a:ext uri="{FF2B5EF4-FFF2-40B4-BE49-F238E27FC236}">
                <a16:creationId xmlns:a16="http://schemas.microsoft.com/office/drawing/2014/main" id="{14E9D6D2-EC12-4D26-9FFB-32D0AF7AF243}"/>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F93D5C8B-6A0B-42F8-9015-69622D15A886}"/>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F543A373-01A5-439D-8418-18B633584170}"/>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74BFEE17-FCE9-4187-8A45-EC91EE9CB6D4}"/>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1729223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1006</Words>
  <Application>Microsoft Office PowerPoint</Application>
  <DocSecurity>0</DocSecurity>
  <PresentationFormat>Custom</PresentationFormat>
  <Paragraphs>102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2026-09-14T13:14:18Z</dcterms:created>
  <dcterms:modified xsi:type="dcterms:W3CDTF">2026-09-14T13:18:46Z</dcterms:modified>
</cp:coreProperties>
</file>