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7:21.416" v="59"/>
      <pc:docMkLst>
        <pc:docMk/>
      </pc:docMkLst>
      <pc:sldChg chg="modSp mod modAnim">
        <pc:chgData name="Garima Sharma" userId="c5ca40beb9a8554c" providerId="LiveId" clId="{2265D429-760C-4FF0-9653-4AF4BA9B0970}" dt="2026-09-09T11:07:18.948" v="5"/>
        <pc:sldMkLst>
          <pc:docMk/>
          <pc:sldMk cId="349787043" sldId="257"/>
        </pc:sldMkLst>
        <pc:spChg chg="mod">
          <ac:chgData name="Garima Sharma" userId="c5ca40beb9a8554c" providerId="LiveId" clId="{2265D429-760C-4FF0-9653-4AF4BA9B0970}" dt="2026-09-09T11:07:18.831" v="0" actId="20577"/>
          <ac:spMkLst>
            <pc:docMk/>
            <pc:sldMk cId="349787043" sldId="257"/>
            <ac:spMk id="13" creationId="{DE3A3A7F-F901-4FC1-B7FE-0FAEFEA9CA85}"/>
          </ac:spMkLst>
        </pc:spChg>
        <pc:spChg chg="mod">
          <ac:chgData name="Garima Sharma" userId="c5ca40beb9a8554c" providerId="LiveId" clId="{2265D429-760C-4FF0-9653-4AF4BA9B0970}" dt="2026-09-09T11:07:18.886" v="2" actId="20577"/>
          <ac:spMkLst>
            <pc:docMk/>
            <pc:sldMk cId="349787043" sldId="257"/>
            <ac:spMk id="17" creationId="{DC8582ED-081D-45F5-ACF7-D77AEFB15E5E}"/>
          </ac:spMkLst>
        </pc:spChg>
        <pc:spChg chg="mod">
          <ac:chgData name="Garima Sharma" userId="c5ca40beb9a8554c" providerId="LiveId" clId="{2265D429-760C-4FF0-9653-4AF4BA9B0970}" dt="2026-09-09T11:07:18.946" v="4" actId="20577"/>
          <ac:spMkLst>
            <pc:docMk/>
            <pc:sldMk cId="349787043" sldId="257"/>
            <ac:spMk id="21" creationId="{32614A1F-9A7E-4BAA-B219-CB1A17A8A13B}"/>
          </ac:spMkLst>
        </pc:spChg>
      </pc:sldChg>
      <pc:sldChg chg="modSp mod modAnim">
        <pc:chgData name="Garima Sharma" userId="c5ca40beb9a8554c" providerId="LiveId" clId="{2265D429-760C-4FF0-9653-4AF4BA9B0970}" dt="2026-09-09T11:07:19.137" v="11"/>
        <pc:sldMkLst>
          <pc:docMk/>
          <pc:sldMk cId="1465780459" sldId="258"/>
        </pc:sldMkLst>
        <pc:spChg chg="mod">
          <ac:chgData name="Garima Sharma" userId="c5ca40beb9a8554c" providerId="LiveId" clId="{2265D429-760C-4FF0-9653-4AF4BA9B0970}" dt="2026-09-09T11:07:19.069" v="6" actId="20577"/>
          <ac:spMkLst>
            <pc:docMk/>
            <pc:sldMk cId="1465780459" sldId="258"/>
            <ac:spMk id="12" creationId="{EACBE04B-319B-41A7-A8FC-8ECC77D33CE2}"/>
          </ac:spMkLst>
        </pc:spChg>
        <pc:spChg chg="mod">
          <ac:chgData name="Garima Sharma" userId="c5ca40beb9a8554c" providerId="LiveId" clId="{2265D429-760C-4FF0-9653-4AF4BA9B0970}" dt="2026-09-09T11:07:19.103" v="8" actId="20577"/>
          <ac:spMkLst>
            <pc:docMk/>
            <pc:sldMk cId="1465780459" sldId="258"/>
            <ac:spMk id="13" creationId="{0163D95D-45FC-440A-9AE1-31678A75B7B3}"/>
          </ac:spMkLst>
        </pc:spChg>
        <pc:spChg chg="mod">
          <ac:chgData name="Garima Sharma" userId="c5ca40beb9a8554c" providerId="LiveId" clId="{2265D429-760C-4FF0-9653-4AF4BA9B0970}" dt="2026-09-09T11:07:19.134" v="10" actId="20577"/>
          <ac:spMkLst>
            <pc:docMk/>
            <pc:sldMk cId="1465780459" sldId="258"/>
            <ac:spMk id="14" creationId="{D6FC78FC-CBDA-4B95-A1BE-10D2EA710F80}"/>
          </ac:spMkLst>
        </pc:spChg>
      </pc:sldChg>
      <pc:sldChg chg="modSp mod modAnim">
        <pc:chgData name="Garima Sharma" userId="c5ca40beb9a8554c" providerId="LiveId" clId="{2265D429-760C-4FF0-9653-4AF4BA9B0970}" dt="2026-09-09T11:07:19.427" v="17"/>
        <pc:sldMkLst>
          <pc:docMk/>
          <pc:sldMk cId="290098341" sldId="259"/>
        </pc:sldMkLst>
        <pc:spChg chg="mod">
          <ac:chgData name="Garima Sharma" userId="c5ca40beb9a8554c" providerId="LiveId" clId="{2265D429-760C-4FF0-9653-4AF4BA9B0970}" dt="2026-09-09T11:07:19.318" v="12" actId="20577"/>
          <ac:spMkLst>
            <pc:docMk/>
            <pc:sldMk cId="290098341" sldId="259"/>
            <ac:spMk id="14" creationId="{0D791B18-EADB-4B93-ACF2-495D1947F178}"/>
          </ac:spMkLst>
        </pc:spChg>
        <pc:spChg chg="mod">
          <ac:chgData name="Garima Sharma" userId="c5ca40beb9a8554c" providerId="LiveId" clId="{2265D429-760C-4FF0-9653-4AF4BA9B0970}" dt="2026-09-09T11:07:19.379" v="14" actId="20577"/>
          <ac:spMkLst>
            <pc:docMk/>
            <pc:sldMk cId="290098341" sldId="259"/>
            <ac:spMk id="18" creationId="{9B78C442-6217-4CD0-A3C6-A7C8489CA1AA}"/>
          </ac:spMkLst>
        </pc:spChg>
        <pc:spChg chg="mod">
          <ac:chgData name="Garima Sharma" userId="c5ca40beb9a8554c" providerId="LiveId" clId="{2265D429-760C-4FF0-9653-4AF4BA9B0970}" dt="2026-09-09T11:07:19.424" v="16" actId="20577"/>
          <ac:spMkLst>
            <pc:docMk/>
            <pc:sldMk cId="290098341" sldId="259"/>
            <ac:spMk id="22" creationId="{70752D13-1087-432B-A787-A37D6C7185B2}"/>
          </ac:spMkLst>
        </pc:spChg>
      </pc:sldChg>
      <pc:sldChg chg="modSp mod modAnim">
        <pc:chgData name="Garima Sharma" userId="c5ca40beb9a8554c" providerId="LiveId" clId="{2265D429-760C-4FF0-9653-4AF4BA9B0970}" dt="2026-09-09T11:07:19.624" v="23"/>
        <pc:sldMkLst>
          <pc:docMk/>
          <pc:sldMk cId="1421685028" sldId="260"/>
        </pc:sldMkLst>
        <pc:spChg chg="mod">
          <ac:chgData name="Garima Sharma" userId="c5ca40beb9a8554c" providerId="LiveId" clId="{2265D429-760C-4FF0-9653-4AF4BA9B0970}" dt="2026-09-09T11:07:19.557" v="18" actId="20577"/>
          <ac:spMkLst>
            <pc:docMk/>
            <pc:sldMk cId="1421685028" sldId="260"/>
            <ac:spMk id="11" creationId="{5A40926F-2A49-4791-9C0C-1EE40179833B}"/>
          </ac:spMkLst>
        </pc:spChg>
        <pc:spChg chg="mod">
          <ac:chgData name="Garima Sharma" userId="c5ca40beb9a8554c" providerId="LiveId" clId="{2265D429-760C-4FF0-9653-4AF4BA9B0970}" dt="2026-09-09T11:07:19.599" v="20" actId="20577"/>
          <ac:spMkLst>
            <pc:docMk/>
            <pc:sldMk cId="1421685028" sldId="260"/>
            <ac:spMk id="13" creationId="{FF3A15D5-E268-416F-A150-983A1710CEC2}"/>
          </ac:spMkLst>
        </pc:spChg>
        <pc:spChg chg="mod">
          <ac:chgData name="Garima Sharma" userId="c5ca40beb9a8554c" providerId="LiveId" clId="{2265D429-760C-4FF0-9653-4AF4BA9B0970}" dt="2026-09-09T11:07:19.620" v="22" actId="20577"/>
          <ac:spMkLst>
            <pc:docMk/>
            <pc:sldMk cId="1421685028" sldId="260"/>
            <ac:spMk id="14" creationId="{82086CCC-B822-4B15-B820-AA22D29D9657}"/>
          </ac:spMkLst>
        </pc:spChg>
      </pc:sldChg>
      <pc:sldChg chg="modSp mod modAnim">
        <pc:chgData name="Garima Sharma" userId="c5ca40beb9a8554c" providerId="LiveId" clId="{2265D429-760C-4FF0-9653-4AF4BA9B0970}" dt="2026-09-09T11:07:19.792" v="27"/>
        <pc:sldMkLst>
          <pc:docMk/>
          <pc:sldMk cId="183427742" sldId="261"/>
        </pc:sldMkLst>
        <pc:spChg chg="mod">
          <ac:chgData name="Garima Sharma" userId="c5ca40beb9a8554c" providerId="LiveId" clId="{2265D429-760C-4FF0-9653-4AF4BA9B0970}" dt="2026-09-09T11:07:19.757" v="24" actId="20577"/>
          <ac:spMkLst>
            <pc:docMk/>
            <pc:sldMk cId="183427742" sldId="261"/>
            <ac:spMk id="14" creationId="{0C38844A-8C61-431E-B70D-00A474682E56}"/>
          </ac:spMkLst>
        </pc:spChg>
        <pc:spChg chg="mod">
          <ac:chgData name="Garima Sharma" userId="c5ca40beb9a8554c" providerId="LiveId" clId="{2265D429-760C-4FF0-9653-4AF4BA9B0970}" dt="2026-09-09T11:07:19.788" v="26" actId="20577"/>
          <ac:spMkLst>
            <pc:docMk/>
            <pc:sldMk cId="183427742" sldId="261"/>
            <ac:spMk id="15" creationId="{BC90EAA3-65A0-4E26-9689-308AD4266AD8}"/>
          </ac:spMkLst>
        </pc:spChg>
      </pc:sldChg>
      <pc:sldChg chg="modSp mod modAnim">
        <pc:chgData name="Garima Sharma" userId="c5ca40beb9a8554c" providerId="LiveId" clId="{2265D429-760C-4FF0-9653-4AF4BA9B0970}" dt="2026-09-09T11:07:19.945" v="31"/>
        <pc:sldMkLst>
          <pc:docMk/>
          <pc:sldMk cId="1913270103" sldId="262"/>
        </pc:sldMkLst>
        <pc:spChg chg="mod">
          <ac:chgData name="Garima Sharma" userId="c5ca40beb9a8554c" providerId="LiveId" clId="{2265D429-760C-4FF0-9653-4AF4BA9B0970}" dt="2026-09-09T11:07:19.904" v="28" actId="20577"/>
          <ac:spMkLst>
            <pc:docMk/>
            <pc:sldMk cId="1913270103" sldId="262"/>
            <ac:spMk id="12" creationId="{4EEF2CB3-3F96-4D80-AA04-9703D271B32E}"/>
          </ac:spMkLst>
        </pc:spChg>
        <pc:spChg chg="mod">
          <ac:chgData name="Garima Sharma" userId="c5ca40beb9a8554c" providerId="LiveId" clId="{2265D429-760C-4FF0-9653-4AF4BA9B0970}" dt="2026-09-09T11:07:19.943" v="30" actId="20577"/>
          <ac:spMkLst>
            <pc:docMk/>
            <pc:sldMk cId="1913270103" sldId="262"/>
            <ac:spMk id="15" creationId="{3314D008-C7C7-45A4-8228-BED498712646}"/>
          </ac:spMkLst>
        </pc:spChg>
      </pc:sldChg>
      <pc:sldChg chg="modSp mod modAnim">
        <pc:chgData name="Garima Sharma" userId="c5ca40beb9a8554c" providerId="LiveId" clId="{2265D429-760C-4FF0-9653-4AF4BA9B0970}" dt="2026-09-09T11:07:20.156" v="37"/>
        <pc:sldMkLst>
          <pc:docMk/>
          <pc:sldMk cId="1249153124" sldId="263"/>
        </pc:sldMkLst>
        <pc:spChg chg="mod">
          <ac:chgData name="Garima Sharma" userId="c5ca40beb9a8554c" providerId="LiveId" clId="{2265D429-760C-4FF0-9653-4AF4BA9B0970}" dt="2026-09-09T11:07:20.071" v="32" actId="20577"/>
          <ac:spMkLst>
            <pc:docMk/>
            <pc:sldMk cId="1249153124" sldId="263"/>
            <ac:spMk id="13" creationId="{8D819116-470C-4D01-AAC2-C4C3D9E92195}"/>
          </ac:spMkLst>
        </pc:spChg>
        <pc:spChg chg="mod">
          <ac:chgData name="Garima Sharma" userId="c5ca40beb9a8554c" providerId="LiveId" clId="{2265D429-760C-4FF0-9653-4AF4BA9B0970}" dt="2026-09-09T11:07:20.114" v="34" actId="20577"/>
          <ac:spMkLst>
            <pc:docMk/>
            <pc:sldMk cId="1249153124" sldId="263"/>
            <ac:spMk id="17" creationId="{0408FE1C-44EA-47C0-9AEC-6652D678208A}"/>
          </ac:spMkLst>
        </pc:spChg>
        <pc:spChg chg="mod">
          <ac:chgData name="Garima Sharma" userId="c5ca40beb9a8554c" providerId="LiveId" clId="{2265D429-760C-4FF0-9653-4AF4BA9B0970}" dt="2026-09-09T11:07:20.153" v="36" actId="20577"/>
          <ac:spMkLst>
            <pc:docMk/>
            <pc:sldMk cId="1249153124" sldId="263"/>
            <ac:spMk id="21" creationId="{51A7AD26-2F20-4924-AA3C-78FDB38FE21A}"/>
          </ac:spMkLst>
        </pc:spChg>
      </pc:sldChg>
      <pc:sldChg chg="modSp mod modAnim">
        <pc:chgData name="Garima Sharma" userId="c5ca40beb9a8554c" providerId="LiveId" clId="{2265D429-760C-4FF0-9653-4AF4BA9B0970}" dt="2026-09-09T11:07:20.384" v="43"/>
        <pc:sldMkLst>
          <pc:docMk/>
          <pc:sldMk cId="1058825998" sldId="264"/>
        </pc:sldMkLst>
        <pc:spChg chg="mod">
          <ac:chgData name="Garima Sharma" userId="c5ca40beb9a8554c" providerId="LiveId" clId="{2265D429-760C-4FF0-9653-4AF4BA9B0970}" dt="2026-09-09T11:07:20.279" v="38" actId="20577"/>
          <ac:spMkLst>
            <pc:docMk/>
            <pc:sldMk cId="1058825998" sldId="264"/>
            <ac:spMk id="13" creationId="{86FEB320-BD8A-42C9-AB93-2C0957B8B903}"/>
          </ac:spMkLst>
        </pc:spChg>
        <pc:spChg chg="mod">
          <ac:chgData name="Garima Sharma" userId="c5ca40beb9a8554c" providerId="LiveId" clId="{2265D429-760C-4FF0-9653-4AF4BA9B0970}" dt="2026-09-09T11:07:20.326" v="40" actId="20577"/>
          <ac:spMkLst>
            <pc:docMk/>
            <pc:sldMk cId="1058825998" sldId="264"/>
            <ac:spMk id="17" creationId="{2B0E2298-AD23-4E3C-BA7F-61A350D1FA96}"/>
          </ac:spMkLst>
        </pc:spChg>
        <pc:spChg chg="mod">
          <ac:chgData name="Garima Sharma" userId="c5ca40beb9a8554c" providerId="LiveId" clId="{2265D429-760C-4FF0-9653-4AF4BA9B0970}" dt="2026-09-09T11:07:20.379" v="42" actId="20577"/>
          <ac:spMkLst>
            <pc:docMk/>
            <pc:sldMk cId="1058825998" sldId="264"/>
            <ac:spMk id="21" creationId="{2AB7D2AD-5FDB-454A-ACE3-81B4EED54D55}"/>
          </ac:spMkLst>
        </pc:spChg>
      </pc:sldChg>
      <pc:sldChg chg="modSp mod modAnim">
        <pc:chgData name="Garima Sharma" userId="c5ca40beb9a8554c" providerId="LiveId" clId="{2265D429-760C-4FF0-9653-4AF4BA9B0970}" dt="2026-09-09T11:07:20.935" v="49"/>
        <pc:sldMkLst>
          <pc:docMk/>
          <pc:sldMk cId="215044339" sldId="265"/>
        </pc:sldMkLst>
        <pc:spChg chg="mod">
          <ac:chgData name="Garima Sharma" userId="c5ca40beb9a8554c" providerId="LiveId" clId="{2265D429-760C-4FF0-9653-4AF4BA9B0970}" dt="2026-09-09T11:07:20.876" v="44" actId="20577"/>
          <ac:spMkLst>
            <pc:docMk/>
            <pc:sldMk cId="215044339" sldId="265"/>
            <ac:spMk id="11" creationId="{C42A2D1B-1245-4F94-91F0-4DB9804A2F67}"/>
          </ac:spMkLst>
        </pc:spChg>
        <pc:spChg chg="mod">
          <ac:chgData name="Garima Sharma" userId="c5ca40beb9a8554c" providerId="LiveId" clId="{2265D429-760C-4FF0-9653-4AF4BA9B0970}" dt="2026-09-09T11:07:20.911" v="46" actId="20577"/>
          <ac:spMkLst>
            <pc:docMk/>
            <pc:sldMk cId="215044339" sldId="265"/>
            <ac:spMk id="12" creationId="{D21D7689-A5F3-4392-A4DE-73D728D77265}"/>
          </ac:spMkLst>
        </pc:spChg>
        <pc:spChg chg="mod">
          <ac:chgData name="Garima Sharma" userId="c5ca40beb9a8554c" providerId="LiveId" clId="{2265D429-760C-4FF0-9653-4AF4BA9B0970}" dt="2026-09-09T11:07:20.933" v="48" actId="20577"/>
          <ac:spMkLst>
            <pc:docMk/>
            <pc:sldMk cId="215044339" sldId="265"/>
            <ac:spMk id="13" creationId="{A6D7CE49-B5A0-4343-A651-617FEC64B7BC}"/>
          </ac:spMkLst>
        </pc:spChg>
      </pc:sldChg>
      <pc:sldChg chg="modSp mod modAnim">
        <pc:chgData name="Garima Sharma" userId="c5ca40beb9a8554c" providerId="LiveId" clId="{2265D429-760C-4FF0-9653-4AF4BA9B0970}" dt="2026-09-09T11:07:21.162" v="53"/>
        <pc:sldMkLst>
          <pc:docMk/>
          <pc:sldMk cId="748378942" sldId="266"/>
        </pc:sldMkLst>
        <pc:spChg chg="mod">
          <ac:chgData name="Garima Sharma" userId="c5ca40beb9a8554c" providerId="LiveId" clId="{2265D429-760C-4FF0-9653-4AF4BA9B0970}" dt="2026-09-09T11:07:21.131" v="50" actId="20577"/>
          <ac:spMkLst>
            <pc:docMk/>
            <pc:sldMk cId="748378942" sldId="266"/>
            <ac:spMk id="16" creationId="{AFDE7289-C9EE-4C91-B629-8F1DD573D780}"/>
          </ac:spMkLst>
        </pc:spChg>
        <pc:spChg chg="mod">
          <ac:chgData name="Garima Sharma" userId="c5ca40beb9a8554c" providerId="LiveId" clId="{2265D429-760C-4FF0-9653-4AF4BA9B0970}" dt="2026-09-09T11:07:21.158" v="52" actId="20577"/>
          <ac:spMkLst>
            <pc:docMk/>
            <pc:sldMk cId="748378942" sldId="266"/>
            <ac:spMk id="17" creationId="{60DFEA02-EC7E-4CFA-9334-351F4B96FE82}"/>
          </ac:spMkLst>
        </pc:spChg>
      </pc:sldChg>
      <pc:sldChg chg="modSp mod modAnim">
        <pc:chgData name="Garima Sharma" userId="c5ca40beb9a8554c" providerId="LiveId" clId="{2265D429-760C-4FF0-9653-4AF4BA9B0970}" dt="2026-09-09T11:07:21.416" v="59"/>
        <pc:sldMkLst>
          <pc:docMk/>
          <pc:sldMk cId="503513212" sldId="267"/>
        </pc:sldMkLst>
        <pc:spChg chg="mod">
          <ac:chgData name="Garima Sharma" userId="c5ca40beb9a8554c" providerId="LiveId" clId="{2265D429-760C-4FF0-9653-4AF4BA9B0970}" dt="2026-09-09T11:07:21.320" v="54" actId="20577"/>
          <ac:spMkLst>
            <pc:docMk/>
            <pc:sldMk cId="503513212" sldId="267"/>
            <ac:spMk id="13" creationId="{8E3C4528-58CD-4399-BE45-B007569EC3C4}"/>
          </ac:spMkLst>
        </pc:spChg>
        <pc:spChg chg="mod">
          <ac:chgData name="Garima Sharma" userId="c5ca40beb9a8554c" providerId="LiveId" clId="{2265D429-760C-4FF0-9653-4AF4BA9B0970}" dt="2026-09-09T11:07:21.363" v="56" actId="20577"/>
          <ac:spMkLst>
            <pc:docMk/>
            <pc:sldMk cId="503513212" sldId="267"/>
            <ac:spMk id="17" creationId="{093044CD-05CE-4A0F-941E-007EB5991D6C}"/>
          </ac:spMkLst>
        </pc:spChg>
        <pc:spChg chg="mod">
          <ac:chgData name="Garima Sharma" userId="c5ca40beb9a8554c" providerId="LiveId" clId="{2265D429-760C-4FF0-9653-4AF4BA9B0970}" dt="2026-09-09T11:07:21.410" v="58" actId="20577"/>
          <ac:spMkLst>
            <pc:docMk/>
            <pc:sldMk cId="503513212" sldId="267"/>
            <ac:spMk id="21" creationId="{AAB55125-BB9D-4C72-9E63-859EAEA1000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Multiply by 4 then divide by 100, or use known multiples: 252. | Notice the number structure before choosing a method. | An efficient method fits the numbers and still allows a reliable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Choose an efficient method for 3,998 + 2,507 and calculate. Answer: Compensation: 4,000 + 2,507 - 2 = 6,505.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Multiply by 4 then divide by 100, or use known multiples: 252.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An efficient method fits the numbers and still allows a reliable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Multiply by 4 then divide by 100, or use known multiples: 252..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A written method is efficient; the product is 339,572..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The justification should refer to number structure and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A written method is efficient; the product is 339,572.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A written method is efficient; the product is 339,572. | An efficient method fits the numbers and still allows a reliable check.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2D6DE17-B05E-4223-9957-E73DB352CE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3E5B43-02E6-4D44-95F1-6C6BA5ED67C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20D830E-F0EB-4F05-A268-90F28738C2FB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7DF835-B4B8-43B2-9EC5-B2F3DE7490C1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8512A8-6E3A-4BA9-93CC-FE71C0AF7302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97CE361-183D-4D7F-8F91-BAC5DA291107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9DA88F-CCF3-4502-BAC1-45857E2667A2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53F9D5-B083-444F-B104-2879FA2E8DCF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3951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and justify mental, written or calculator-supported checking methods.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D6463E-F3C0-43E1-96DB-DB7303AF7FDE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D771FB-DD7B-4F5B-B057-6B25B2F6EAF2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C0E7AB-1BBB-42C4-BF40-0A1B3BE1219C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01958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EAD543B-0D07-407F-B162-7B7A7FD53A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0538FD-29B0-4617-936E-3272F1D5821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B5897E9-D492-4BD2-9D3F-F96A4A9426A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6FDD3B-A01C-41B8-9622-B49EF5B0F66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A6E0AF-E6B1-45EA-8900-2BD6A0B2CA6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56330C-69B1-4652-8CB3-EAC2C7CFC88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2DCBCC-7E5C-4AFC-8B98-F99522F24A6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73AA65-A735-4957-B98D-3FB178D831B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C668BF-1CC4-403D-B274-6E53A686DB8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5AC8607-0462-4341-8141-E633E0F2351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A314843-C8D2-4CE0-B04A-DD87FB62947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84F92F-4528-4A53-9E1A-8BB2D3A2D4E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3A3A7F-F901-4FC1-B7FE-0FAEFEA9CA8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FC0A484-678C-456F-8F3F-D76E28A54F7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BB2EA44-FF0B-4DA0-8491-8A481EDBF63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3431A1-2F6A-463D-B396-F19E74CC934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8582ED-081D-45F5-ACF7-D77AEFB15E5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10AB3EF-AAA1-4904-A2B1-6794D62F418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6DFB6DB-E1F6-411B-B2C3-C9A030E153B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38B140-5524-4D03-A2B5-4B13F743BFB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614A1F-9A7E-4BAA-B219-CB1A17A8A13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Choose an efficient method for 3,998 + 2,507 and calculate.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D001AED-4CC9-46F1-880C-46ACFDD3859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497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5F64921-E817-4184-9A1A-1BD424BBEE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86AB3C-3A66-4F0B-9688-B0AD06DF13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4A7E38-E6F9-44BF-8B24-C75B22F35A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851681-BC6A-4825-AEE2-BF11E476554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EA72BE-9786-40A4-A232-42FA6E744C9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6FCFCB-CCBF-4096-8607-06E3A7758A4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2D2D12-B195-4957-9DC8-56659C401D8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327840-C812-41F9-ABED-F3C057C9779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079186-EEA1-4F5E-A2B2-B1E309C31E7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16F375-8449-4FB8-8E95-6E09ADD36FCB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1047"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and justify mental, written or calculator-supported checking methods.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62675E-6028-44B8-A811-5CDA4D84502B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CBE04B-319B-41A7-A8FC-8ECC77D33CE2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63D95D-45FC-440A-9AE1-31678A75B7B3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FC78FC-CBDA-4B95-A1BE-10D2EA710F80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D55378-BD0F-4CC7-A30E-9336A3342745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146578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B765FC6E-78D0-4C7F-B126-7A8832DDCA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C1C1F0-35EB-4DB0-94D4-EA6F6448F0F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CA0C7D9-75BD-4933-A77A-37249E6C2A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7FCDD-762B-4853-B8B8-4A5E7827A96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1EB368-5E8D-44E1-9B82-502DE4D601B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A94B7-FAFD-435D-BAE0-673550C2EC8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B460D7-2AA5-4ED9-A5F4-3E4EA1ED112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406172-B788-4808-986B-2A008AACBDE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597ED5-1DAD-449A-B67A-D8B9721C334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9581F8-5B5E-4633-A413-05886CCCFF37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3,998 + 2,507 and calculate.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DB48A4-B1E9-443A-A5D0-21C4A608BBC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2B12925-1669-401A-81E2-1AF2D9DE70E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1C6516-9DB9-4639-A345-89441FB13F3C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791B18-EADB-4B93-ACF2-495D1947F178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Notice the number structure before choosing a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71E1EDE-B794-4760-9C1A-2E499085894B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10B4BC6-E86F-4008-9A35-2B701EF462B6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57B267-9E56-42FC-AB7F-D245BDA78426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B78C442-6217-4CD0-A3C6-A7C8489CA1AA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 known fact, partition or compensation to calculate efficiently.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8970000-F2FA-4313-A89D-9DE8A3C2EC2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4B814C0-8385-435A-9F98-43B8437C708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62D4227-61BC-4003-8A5E-B95B96B01018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0752D13-1087-432B-A787-A37D6C7185B2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size of the result using estimation or an inverse operation.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0098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05137B4-BAC2-42F7-97CF-9EB08415AD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02956-D184-42C0-BDD8-E36C6171B8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50A793A-4C14-4AE1-920A-B8575018734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16237-9EB5-419B-AAC8-0F3908284FB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950507-0CED-4D47-A42B-377235C61B3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0B1095-4E2B-47EE-8C4D-14100579ECE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0BB391-D077-44E9-9AE8-4D4DDA734FE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C567CB-398F-4A65-B5EC-CBE6BC26564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CC762C-EEB5-4084-8E84-1029638136D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00FD7E-E229-4A7B-9F9B-9C4C1A5A1AF0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40926F-2A49-4791-9C0C-1EE40179833B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fr-FR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Compensation: 4,000 + 2,507 - 2 = 6,505.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6122B2-F172-42D2-BBF1-9E572DA4FDF1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3A15D5-E268-416F-A150-983A1710CEC2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086CCC-B822-4B15-B820-AA22D29D9657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1685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DDBAB7B-B18F-4E20-A2E2-250318FC06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A5BA0B-C9F1-4E77-B554-F6479DCFA98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6434F21-05F7-440F-910E-9534D29C41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9A0197-7AD1-4729-A768-AB6CC00F70A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1E3F04-CE60-4B79-BA3E-FFF15A1B533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4B56A4-A5D3-4523-B63C-7020FCF180C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11CEDC-12B3-4309-AF69-2CF8D1AAFB0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B04672-3515-4457-9FA9-5CE7E5CB69E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8B5420-4750-4A13-A6C4-1DD1790E598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FFDCD8-0322-4BF6-AC65-8C0C270970FB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84D057-B673-43AA-A326-45170F7A288A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286FA93-B6F3-4B84-8277-0049E9079978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56DF0-6CF7-447E-831B-01A17121E35C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38844A-8C61-431E-B70D-00A474682E56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90EAA3-65A0-4E26-9689-308AD4266AD8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833"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Multiply by 4 then divide by 100, or use known multiples: 252.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427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E77713C-9213-46B0-8CDC-20C0E7F94B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A6CFE2-EAA3-4B03-BB71-2C53C898C86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147D40D-3B80-4674-8950-607B37EA588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82826A-8EA8-41E6-931F-88509029643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4C7F4F-78CB-40FB-B938-B15E5167557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275D68-1D27-4E59-B040-8A66BF3295D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76B4FF-DE3D-46D1-A90F-421FE9AF7D0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81D5CF-AB68-4F5E-87F1-C7E42ED28BA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4BF605-1AFB-4FFA-81D4-97410DFB944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2EC731A-0D11-41DF-9846-9EB8017DF85D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EF2CB3-3F96-4D80-AA04-9703D271B32E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believes the longest written method is always the safest choice.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928240-9E1E-4830-8627-A804A6AAEF56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0677FE-2F8D-4810-9A9C-7FA47401DEE6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4D008-C7C7-45A4-8228-BED498712646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efficient method fits the numbers and still allows a reliable check.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3270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EE9A388-67D4-4AEC-BD0A-A2CE593903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ADAF7A-2CA7-4C38-939F-4639D964650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788B64A-9161-4B76-A782-BE73C1782FC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7658F9-D119-4AF1-87BD-2E5F3414A79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9AE6AB-F4C8-4806-88A6-5930037E00E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E78B9-D35E-4E24-902C-508599C7287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A3931D-320A-493F-B94B-10F326DB2EA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3DD0B8-BBF1-4E28-BBEB-B19A0AF2D78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7A417B-7429-4B0B-A47A-C5A9330BFD2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271A7BE-A8C0-4EEE-86BE-DC6A840C6DE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5A98331-8FCA-420F-AF8C-11F631370E7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E36646-EE09-4D88-AA38-475CBB49182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819116-470C-4D01-AAC2-C4C3D9E9219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method for 6,300 / 25.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9FE23B1-C881-4728-9ECD-21C9061C96E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8B19CAE-1A2F-4681-91CE-C548B54DF04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D57141-33EB-4EB9-92B7-B396BAB473B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08FE1C-44EA-47C0-9AEC-6652D678208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0299448-32DF-4CF1-90D1-71A6408FC0A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7B9A719-35CA-4097-B07C-50727990BAB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1A9E73-FE4B-47B6-B3B5-2CAB49243C8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1A7AD26-2F20-4924-AA3C-78FDB38FE21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Multiply by 4 then divide by 100, or use known multiples: 252.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2E3F408-C90F-4426-AEBB-1C0BF5B64C5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4915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7EBD2D7-1F71-4266-8E36-EFEFE388CD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E31ED9-20C8-4B04-A949-AFC23439432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206CED6-1B1E-43FF-B6EF-21EB8D5DCD2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689F76-AE9A-44C3-878A-2D9E563B9E8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BFD7EC-F842-4DF0-B800-6A74A44EF81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6743B0-452C-43FE-8806-57DE3123D57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42BF6A-6875-4ED1-9B9D-4376EC5B28D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7AB7AB-C3F4-4644-A3EE-79744A826A4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E3D15E-ED29-4CDE-AAD9-885A74E1CA9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A73F456-7D16-4189-BD08-59410404D2F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BF03C8F-9A72-42D8-B887-B448EB260BF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9872CA-DDA7-40B1-9CA7-873E310BC7A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FEB320-BD8A-42C9-AB93-2C0957B8B90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Would you use mental or written calculation for 7,382 x 46? Explain and solve.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0336333-3FD2-446D-AB6E-BE523AB25B1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5FCA549-A2F7-462E-8F74-976B70584B0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2538BC-6F00-441F-A474-007B8B551AD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0E2298-AD23-4E3C-BA7F-61A350D1FA9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8E3FF0A-D3FF-4B4D-A0FD-E4A900E9627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E26090C-2FEE-4912-8AD0-B2099AB7C6B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DA2ADF-9062-4718-965B-FC4F0FADA87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B7D2AD-5FDB-454A-ACE3-81B4EED54D5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8825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BE210A40-544A-4BEA-9DFF-9DF981B571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7F496C-53E8-45DA-BB74-829F98AD6CE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8CEE154-D1A7-41C9-B2E0-3CCBC169264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0DCA85-3886-45F9-AC91-A5CADCA0AAC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9CD2B3-00FF-4117-B985-608802AF693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66AF91-DF33-4118-A54D-0A1C8AB8D8D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0BBAB-B535-4C6E-B8A2-73163D64F7A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FE1A11-6DA2-4D2C-850D-3BA082CCB16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3C021B-EB5A-4A4C-AA51-6AD984DF9A9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46703B-7749-4599-B717-021A7BA0D84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one calculation best solved mentally and one best solved using a written method. Justify both choices.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2A2D1B-1245-4F94-91F0-4DB9804A2F67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1D7689-A5F3-4392-A4DE-73D728D77265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D7CE49-B5A0-4343-A651-617FEC64B7BC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9242"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justification should refer to number structure and accuracy.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5044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E112220-38A5-48AA-BDBE-F32B3231CE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8BF64A-5E49-4E7E-974D-24FE04792F1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E020F47-0256-4428-AB15-27B399F72E7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919307-1CE6-44CB-A00C-9F17D986D0B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66D79B-DF5F-41EE-B46E-92CD1417E1A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D1D2F5-A988-4CF0-BED6-2B0CABB04DF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51D8A0-6226-4566-87CD-29F2F098EC8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477025-F4EF-4189-8116-6C9EB9F65B0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4FE75C-F172-4217-8480-6B6F7847612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D525AB-A7BB-49F4-A983-BB5B5E8F4EEA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4C84A52-490A-4C01-BDF8-0871A20EE706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FA9F14-BAAD-4697-8B39-88CE1371E233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Would you use mental or written calculation for 7,382 x 46? Explain and solve.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EB49D1-DEE3-43A0-B951-816CB802CF76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50AA25-826A-43CC-A7FC-701F55DE5812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876275B-9F56-4761-ACEB-D81D8D393562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DE7289-C9EE-4C91-B629-8F1DD573D780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3774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written method is efficient; the product is 339,572.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DFEA02-EC7E-4CFA-9334-351F4B96FE82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263FE75-5A4B-4BC6-876C-FB4D70F51563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483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56AE134-483D-4407-86AC-5C4EECDC76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7C35EE-FD50-4D0E-B838-3BE0547A49A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E85B39F-9FDE-4762-A854-204E667345D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859D9-3C70-47C9-8F68-4143D833AE7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E3CA1C-E562-46A7-BF1F-518703F2AAE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FF44FD-4C0E-4759-B44F-F2D927BF4EB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F48E9E-3F40-4E2A-A668-9E68CA34268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5E76FA-A590-4F98-8D71-B8D1D5F50A1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4D3F636-BC69-40BF-A773-966807B9FE5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an efficient calculation method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4F1A089-1467-490E-8EDF-92710BA493E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C9A161E-DC65-45DC-9F78-544FF7281F3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17BFE6-6AE2-46A7-95C9-CCF2F9DC141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3C4528-58CD-4399-BE45-B007569EC3C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Would you use mental or written calculation for 7,382 x 46? Explain and solve.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2693E5-6C55-466F-B7D8-B2901823AFB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63A25F0-51F6-4E0F-92DB-C6222041902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EEC49F-7D4A-4F99-A147-0C50E96C0F4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93044CD-05CE-4A0F-941E-007EB5991D6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believes the longest written method is always the safest choice.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29A10C2-465B-4A02-B21E-715DB83BF60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55F7CDF-811F-411C-92E9-49EF5E7044A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8ED6EF9-E620-4397-B3BB-3DA75471430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B55125-BB9D-4C72-9E63-859EAEA1000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DF31F11-3F09-4F66-924A-62D29C766EA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03513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1297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2026-09-09T10:56:58Z</dcterms:created>
  <dcterms:modified xsi:type="dcterms:W3CDTF">2026-09-09T11:07:21Z</dcterms:modified>
</cp:coreProperties>
</file>