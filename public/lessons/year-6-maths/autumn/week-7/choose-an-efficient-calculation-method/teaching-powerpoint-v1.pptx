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e596b5d6da47be" /><Relationship Type="http://schemas.openxmlformats.org/officeDocument/2006/relationships/extended-properties" Target="/docProps/app.xml" Id="R4ed341ecaaec4095" /><Relationship Type="http://schemas.openxmlformats.org/officeDocument/2006/relationships/officeDocument" Target="/ppt/presentation.xml" Id="Rf3feb2d8c28344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c9fde180a446b9"/>
  </p:sldMasterIdLst>
  <p:notesMasterIdLst>
    <p:notesMasterId xmlns:r="http://schemas.openxmlformats.org/officeDocument/2006/relationships" r:id="R8ac2a4309fe147f7"/>
  </p:notesMasterIdLst>
  <p:sldIdLst>
    <p:sldId xmlns:r="http://schemas.openxmlformats.org/officeDocument/2006/relationships" id="256" r:id="R0f6a2eeee8384a11"/>
    <p:sldId xmlns:r="http://schemas.openxmlformats.org/officeDocument/2006/relationships" id="257" r:id="Rd45aeb4102df46b7"/>
    <p:sldId xmlns:r="http://schemas.openxmlformats.org/officeDocument/2006/relationships" id="258" r:id="Rf6551dd901c04a23"/>
    <p:sldId xmlns:r="http://schemas.openxmlformats.org/officeDocument/2006/relationships" id="259" r:id="R5882d2de2d354fc9"/>
    <p:sldId xmlns:r="http://schemas.openxmlformats.org/officeDocument/2006/relationships" id="260" r:id="R1a8f6040d48b44fc"/>
    <p:sldId xmlns:r="http://schemas.openxmlformats.org/officeDocument/2006/relationships" id="261" r:id="R79e9c7b98f264094"/>
    <p:sldId xmlns:r="http://schemas.openxmlformats.org/officeDocument/2006/relationships" id="262" r:id="R64afa1027bca442f"/>
    <p:sldId xmlns:r="http://schemas.openxmlformats.org/officeDocument/2006/relationships" id="263" r:id="Raa80284180d945a2"/>
    <p:sldId xmlns:r="http://schemas.openxmlformats.org/officeDocument/2006/relationships" id="264" r:id="Rcc0d5d0904c346fc"/>
    <p:sldId xmlns:r="http://schemas.openxmlformats.org/officeDocument/2006/relationships" id="265" r:id="R3ab410bd51a74f9f"/>
    <p:sldId xmlns:r="http://schemas.openxmlformats.org/officeDocument/2006/relationships" id="266" r:id="Rc9ae79d6d1d64b71"/>
    <p:sldId xmlns:r="http://schemas.openxmlformats.org/officeDocument/2006/relationships" id="267" r:id="Rafb58043892b486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ab27dd2e164c26" /><Relationship Type="http://schemas.openxmlformats.org/officeDocument/2006/relationships/slideMaster" Target="/ppt/slideMasters/slideMaster1.xml" Id="R65c9fde180a446b9" /><Relationship Type="http://schemas.openxmlformats.org/officeDocument/2006/relationships/notesMaster" Target="/ppt/notesMasters/notesMaster1.xml" Id="R8ac2a4309fe147f7" /><Relationship Type="http://schemas.openxmlformats.org/officeDocument/2006/relationships/presProps" Target="/ppt/presProps.xml" Id="Rbca71a415cb7498a" /><Relationship Type="http://schemas.openxmlformats.org/officeDocument/2006/relationships/tableStyles" Target="/ppt/tableStyles.xml" Id="Rd02246dc6baa4900" /><Relationship Type="http://schemas.openxmlformats.org/officeDocument/2006/relationships/slide" Target="/ppt/slides/slide1.xml" Id="R0f6a2eeee8384a11" /><Relationship Type="http://schemas.openxmlformats.org/officeDocument/2006/relationships/slide" Target="/ppt/slides/slide2.xml" Id="Rd45aeb4102df46b7" /><Relationship Type="http://schemas.openxmlformats.org/officeDocument/2006/relationships/slide" Target="/ppt/slides/slide3.xml" Id="Rf6551dd901c04a23" /><Relationship Type="http://schemas.openxmlformats.org/officeDocument/2006/relationships/slide" Target="/ppt/slides/slide4.xml" Id="R5882d2de2d354fc9" /><Relationship Type="http://schemas.openxmlformats.org/officeDocument/2006/relationships/slide" Target="/ppt/slides/slide5.xml" Id="R1a8f6040d48b44fc" /><Relationship Type="http://schemas.openxmlformats.org/officeDocument/2006/relationships/slide" Target="/ppt/slides/slide6.xml" Id="R79e9c7b98f264094" /><Relationship Type="http://schemas.openxmlformats.org/officeDocument/2006/relationships/slide" Target="/ppt/slides/slide7.xml" Id="R64afa1027bca442f" /><Relationship Type="http://schemas.openxmlformats.org/officeDocument/2006/relationships/slide" Target="/ppt/slides/slide8.xml" Id="Raa80284180d945a2" /><Relationship Type="http://schemas.openxmlformats.org/officeDocument/2006/relationships/slide" Target="/ppt/slides/slide9.xml" Id="Rcc0d5d0904c346fc" /><Relationship Type="http://schemas.openxmlformats.org/officeDocument/2006/relationships/slide" Target="/ppt/slides/slide10.xml" Id="R3ab410bd51a74f9f" /><Relationship Type="http://schemas.openxmlformats.org/officeDocument/2006/relationships/slide" Target="/ppt/slides/slide11.xml" Id="Rc9ae79d6d1d64b71" /><Relationship Type="http://schemas.openxmlformats.org/officeDocument/2006/relationships/slide" Target="/ppt/slides/slide12.xml" Id="Rafb58043892b486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088092b8674d1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e50956b9274b95" /><Relationship Type="http://schemas.openxmlformats.org/officeDocument/2006/relationships/notesMaster" Target="/ppt/notesMasters/notesMaster1.xml" Id="Ra9e36b41b9924cb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1e005aaff434780" /><Relationship Type="http://schemas.openxmlformats.org/officeDocument/2006/relationships/notesMaster" Target="/ppt/notesMasters/notesMaster1.xml" Id="R1f01d46ee87243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72abcebf8345d0" /><Relationship Type="http://schemas.openxmlformats.org/officeDocument/2006/relationships/notesMaster" Target="/ppt/notesMasters/notesMaster1.xml" Id="R582c9cde8b3747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c2281750da4a6d" /><Relationship Type="http://schemas.openxmlformats.org/officeDocument/2006/relationships/notesMaster" Target="/ppt/notesMasters/notesMaster1.xml" Id="R68c16971e57242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760803e5e954d24" /><Relationship Type="http://schemas.openxmlformats.org/officeDocument/2006/relationships/notesMaster" Target="/ppt/notesMasters/notesMaster1.xml" Id="R12f6acfec65842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ed0e2499f34d0b" /><Relationship Type="http://schemas.openxmlformats.org/officeDocument/2006/relationships/notesMaster" Target="/ppt/notesMasters/notesMaster1.xml" Id="Rce3b5d04d0074b1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9599c787cf44a92" /><Relationship Type="http://schemas.openxmlformats.org/officeDocument/2006/relationships/notesMaster" Target="/ppt/notesMasters/notesMaster1.xml" Id="R2dfa18bfd62644e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bbd44ec119e40fd" /><Relationship Type="http://schemas.openxmlformats.org/officeDocument/2006/relationships/notesMaster" Target="/ppt/notesMasters/notesMaster1.xml" Id="R4e683935cf06421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c0b604b405445ba" /><Relationship Type="http://schemas.openxmlformats.org/officeDocument/2006/relationships/notesMaster" Target="/ppt/notesMasters/notesMaster1.xml" Id="Rd3d7bb49a55a498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8b283612e744fd7" /><Relationship Type="http://schemas.openxmlformats.org/officeDocument/2006/relationships/notesMaster" Target="/ppt/notesMasters/notesMaster1.xml" Id="R7b08a63c4c2a4ec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7ed10fc260148bb" /><Relationship Type="http://schemas.openxmlformats.org/officeDocument/2006/relationships/notesMaster" Target="/ppt/notesMasters/notesMaster1.xml" Id="R67d40a5ebcef455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60a483b73af470c" /><Relationship Type="http://schemas.openxmlformats.org/officeDocument/2006/relationships/notesMaster" Target="/ppt/notesMasters/notesMaster1.xml" Id="R6658b8d067c84e7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Multiply by 4 then divide by 100, or use known multiples: 252. | Notice the number structure before choosing a method. | An efficient method fits the numbers and still allows a reliable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Compensation: 4,000 + 2,507 - 2 = 6,505.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Multiply by 4 then divide by 100, or use known multiples: 252.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An efficient method fits the numbers and still allows a reliable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Multiply by 4 then divide by 100, or use known multiples: 252..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A written method is efficient; the product is 339,572..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vary. The justification should refer to number structure and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A written method is efficient; the product is 339,572.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A written method is efficient; the product is 339,572. | An efficient method fits the numbers and still allows a reliable check.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d13478de7548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7f92e7c3624bc2" /><Relationship Type="http://schemas.openxmlformats.org/officeDocument/2006/relationships/slideLayout" Target="/ppt/slideLayouts/slideLayout1.xml" Id="Rccd6b541630e49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cd6b541630e49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ae48b85f4480c" /><Relationship Type="http://schemas.openxmlformats.org/officeDocument/2006/relationships/notesSlide" Target="/ppt/notesSlides/notesSlide1.xml" Id="R7388f7c0632043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fc24a2fa094d04" /><Relationship Type="http://schemas.openxmlformats.org/officeDocument/2006/relationships/notesSlide" Target="/ppt/notesSlides/notesSlide2.xml" Id="Raeb5fa9747a04c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e6b3fedf934342" /><Relationship Type="http://schemas.openxmlformats.org/officeDocument/2006/relationships/notesSlide" Target="/ppt/notesSlides/notesSlide3.xml" Id="R6ca580711ba74c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5a5f532a3c4b5f" /><Relationship Type="http://schemas.openxmlformats.org/officeDocument/2006/relationships/notesSlide" Target="/ppt/notesSlides/notesSlide4.xml" Id="R245eec55f79a41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313b7215140ab" /><Relationship Type="http://schemas.openxmlformats.org/officeDocument/2006/relationships/notesSlide" Target="/ppt/notesSlides/notesSlide5.xml" Id="R0b6742d6c32c4b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1bd2164fca475a" /><Relationship Type="http://schemas.openxmlformats.org/officeDocument/2006/relationships/notesSlide" Target="/ppt/notesSlides/notesSlide6.xml" Id="R2ce995d309244af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6ece1b8f524aa2" /><Relationship Type="http://schemas.openxmlformats.org/officeDocument/2006/relationships/image" Target="/ppt/media/image.png" Id="R93135260e236415a" /><Relationship Type="http://schemas.openxmlformats.org/officeDocument/2006/relationships/notesSlide" Target="/ppt/notesSlides/notesSlide7.xml" Id="R7bb7761c3eec4d2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2c5a871def495e" /><Relationship Type="http://schemas.openxmlformats.org/officeDocument/2006/relationships/notesSlide" Target="/ppt/notesSlides/notesSlide8.xml" Id="R68a0bf15680149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fbaedf631247ba" /><Relationship Type="http://schemas.openxmlformats.org/officeDocument/2006/relationships/notesSlide" Target="/ppt/notesSlides/notesSlide9.xml" Id="Rbcf9d87a9276449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c48d6e20542c2" /><Relationship Type="http://schemas.openxmlformats.org/officeDocument/2006/relationships/notesSlide" Target="/ppt/notesSlides/notesSlide10.xml" Id="R73b6c7e427524a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602cd8377d4f7f" /><Relationship Type="http://schemas.openxmlformats.org/officeDocument/2006/relationships/notesSlide" Target="/ppt/notesSlides/notesSlide11.xml" Id="R75580d1621b145a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6df3d3ed38437b" /><Relationship Type="http://schemas.openxmlformats.org/officeDocument/2006/relationships/notesSlide" Target="/ppt/notesSlides/notesSlide12.xml" Id="Rfaccdb08f84d4b8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E4405D-FB1F-4364-93BD-581E110B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194ECD-BD98-4FC0-A14D-0AE2EA2E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0E28EC-32BC-4800-93D3-9BD3A1AB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ABF6A9-ADFB-45B4-841F-722A2FCB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A61791-095F-447D-A1A9-6A669D8F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0EB7F-1166-4595-B19E-C2F42F3D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BB6AE7-EA6A-478A-97FE-2EF14431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F29B69-E5E5-4D51-858D-8FF07CE9D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3951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choose and justify mental, written or calculator-supported checking methods.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4A9246-A8DD-4DF2-95F2-115600B7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DC5D96-FC3D-4AD4-BCFE-69BC9A3D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CB3BE6-7D56-479B-BBA4-A115BFBE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064246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524100-AFB2-4E59-A50E-9551AC29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A95E85-949B-472E-A68A-5CD80DD0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E57FE5-3A25-42FC-8F2A-EF2040D3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7D4954-5AEA-478C-A8B7-58A1F7A7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1B30F0-F9B0-4FC1-98B5-A76F333F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480962-DC21-408C-A11B-C868A92A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91B9E9-0179-4BCA-9690-091D97E1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A0297D-E26C-4097-842B-FC57101B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53A805-2415-4367-AAA6-6995308B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4CF3EF-EEDA-4876-B9C1-330757A1E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BD20A6-832E-4D68-8440-429ADE12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0A7E11-AD41-47AB-93C7-79E8717B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D5B19D-54B1-4790-8905-AEF4E306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192500-9078-43F7-9E5E-BC7024A77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3A17D9-BC7D-442A-A331-1A96D669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5B60E6-297E-44A4-A642-C2AAC16A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3AC797-0DD4-4450-8C9C-D8792322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method for 6,300 / 25.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010C4D-61E4-4E14-B49F-3E28301DA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E9C494-7E03-4BD9-AD7D-6B19A9C8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04E11C-7C1C-41F7-AA05-3B340C3B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0D4C25-7173-40D9-B2CE-EB1B9DFA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Choose an efficient method for 3,998 + 2,507 and calculate.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F92DB1-6538-4017-8E56-0A841977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5526495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C9F3C7-BAC3-44D9-AEE1-D6EF4334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67D884-1848-4533-9B56-435922F4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41C3A9-643D-4F4C-83CE-55A6771A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16056F-4BA7-447F-B8A3-76173361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052DA-B434-40EC-A7AE-A75E0E1D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06CE8B-0388-4484-9DA5-078EB783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D1EF65-6B40-4178-AE7D-949C0DBA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AF3699-7A5D-495F-9169-A287C953E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5908E3-834F-4C43-83B6-B778508A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703146-1FCB-4C09-BEC7-5A5D139ED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047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choose and justify mental, written or calculator-supported checking methods.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787655-85B1-45C7-B38C-1711B872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1B123D-8266-485B-8846-44A51526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0B1108-C217-4CEC-B9F6-823C942D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F13F0B-371E-4D3B-B7D4-31D21BBA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0C880D-CD99-4744-B11B-BA587FBD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20717346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6C5D7B-3AAF-41D5-911D-D63A3FA6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EB4466-A241-4A02-BAAB-D8A015BD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5F688A-D10D-4ADB-8F57-A661CD31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85B0CC-D0F2-426C-AE86-FD521B05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419922-A694-40A8-A999-F6124465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EFF886-632D-44D0-90DB-44BB20C75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3368F8-82E5-478E-8200-B66E4965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15F280-7B63-4526-BD17-B4121FC7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DF7120-F993-45A2-86AD-6CA24F39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53F992-8784-4019-967C-3D822183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method for 3,998 + 2,507 and calculate.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B8E1B-E21E-40E4-9881-7F8D9EA3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6AE4AD-08CC-498B-9E2F-1BE0EEB15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9F898B-1647-421B-B54D-D8572492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Notice the number structure before choosing a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2E8E31-B833-4C4B-8F90-3F6E6E5C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C06694-D543-4549-99B1-BA9B5DF3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251661-E484-4418-98A3-92B83429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Use a known fact, partition or compensation to calculate efficiently.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5D4EF9-6323-45B2-B36C-2E4DC034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E7E413-611D-426D-A438-54D06B13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D3D24A-2496-44D8-BBC8-DC770119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Compensation: 4,000 + 2,507 - 2 = 6,505.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F073E2-B449-40E9-BC7D-11CE5A9D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244361-AC90-4A39-A011-0BAAD5EF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5DFAC6-EF68-4EC0-9A24-BB53B7C8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size of the result using estimation or an inverse operation.</a:t>
            </a:r>
          </a:p>
        </p:txBody>
      </p:sp>
    </p:spTree>
    <p:extLst>
      <p:ext uri="{BB962C8B-B14F-4D97-AF65-F5344CB8AC3E}">
        <p14:creationId xmlns:p14="http://schemas.microsoft.com/office/powerpoint/2010/main" val="2139966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EA01C2-753F-4ADB-85C6-D43D5121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46FD8-4F3D-4DD8-9FB0-D8DFCC24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FF2E2C-2A43-4577-A9A0-F49D54ED9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7DC77F-E63F-4BD0-A867-81752F60E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53FD10-1981-4978-AFA7-5E694CCE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A5BED3-4F43-4EE2-A0C8-4AD7B273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95972-A2CE-4DFC-9BB0-E07B2F68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6E5334-F07A-4251-A9A2-A6529CA1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B2DE8C-DC03-4ADE-BF86-47902286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328087-AE1E-4658-8F56-3A40F86A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2CF1AE-2424-42E3-B9D1-BC907085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Compensation: 4,000 + 2,507 - 2 = 6,505.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114B6F-8DFE-4280-90A0-8C5C935E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AEE897-01FE-439F-8924-37584EB7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63B8A8-2574-4E63-96FF-BBEE16498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3701293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FD5146-AFF9-4616-B437-3B3A4F01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7B04AD-1377-4626-AA4A-BE1C4A65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373B03-3690-4130-AE1A-C47AAA5B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96143B-7610-47CC-A311-A5F697B5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B87A43-D0A5-40E5-AFA6-57315813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33A478-2B68-4911-A090-2EE30FCB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CE4AF5-2B3A-48AF-88DA-AC6B8014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0A15E6-C7AD-4EAB-B065-D65ADA70A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44DCC-723E-4178-A56C-45F0AC7F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7E201A-D83D-410A-89FC-0A9CC597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method for 6,300 / 25.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CB697E-F6AD-4E3A-B988-92FEF4F2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6A7469-EC75-4E83-8B91-A1FD8CEC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BCF118-B8CC-4EF7-B8D8-F60CDEA2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61EB16-4D81-46D9-B93C-54CC28BEB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C6F97D-C1D6-49F0-923D-CA9D30C6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833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Multiply by 4 then divide by 100, or use known multiples: 252.</a:t>
            </a:r>
          </a:p>
        </p:txBody>
      </p:sp>
    </p:spTree>
    <p:extLst>
      <p:ext uri="{BB962C8B-B14F-4D97-AF65-F5344CB8AC3E}">
        <p14:creationId xmlns:p14="http://schemas.microsoft.com/office/powerpoint/2010/main" val="17054000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7E1873-CF4C-46B1-A8F3-8A291999E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9EB55A-713D-47FC-A044-79660FBA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BADE55-EDBE-458E-A99A-8C55B18AB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A17DA4-C007-4A20-882E-7D7DB1ED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592021-A10D-49C8-ACAF-9B1D03ECE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4338D4-0330-4609-B22B-5AD68126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3CF3F7-A197-4DA8-8AA5-6CBC15DA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8FD43C-A13B-4A4D-8693-864676F4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EFADC5-8CB2-4615-A770-6BB4E506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135260e236415a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CB2333-68EB-486A-AFFF-88522803B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586340-D6DE-4923-9CDF-C1144A97C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believes the longest written method is always the safest choice.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2A48CD-18E8-482A-A3D3-E707E6F6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1D42EF-BA0C-4F78-9020-EF75B0B4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F11551-D9CE-40DC-94EA-5AA7C8A9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An efficient method fits the numbers and still allows a reliable check.</a:t>
            </a:r>
          </a:p>
        </p:txBody>
      </p:sp>
    </p:spTree>
    <p:extLst>
      <p:ext uri="{BB962C8B-B14F-4D97-AF65-F5344CB8AC3E}">
        <p14:creationId xmlns:p14="http://schemas.microsoft.com/office/powerpoint/2010/main" val="20730370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655258-0E9E-4767-8300-D6E88061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EA4F5E-7130-4A83-B9F7-56D294A1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E04F5-D5A1-4CC1-A0FE-B0DFE02AF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54EFCA-1780-40AC-8721-45FEC5FA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3DE9A-87B1-4E41-AFC1-6632F733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41BCD0-ACFD-46F6-AA2B-F2BEE4A6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F906DC-E290-4C12-8E82-B1D483E1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33F165-DE57-4311-8E02-F1171CCC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63D790-8B21-4255-A830-E3D20F38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DC2C96-462E-410F-9BD9-77C78A95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3C577C-B25E-4F26-AD50-1DBAEB55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04A825-9730-4648-A9B1-AD2427F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0DAD6D-8A74-4140-9484-0EC0CE81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method for 6,300 / 25.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9B9E4B-54EE-4EDD-9418-E02FF8B2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F9AEF1-AD0C-436A-B1B2-99D0014C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34BFAA-13D4-48C5-BBFE-CF1DF5308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9A7FAA-A648-49F2-BE23-7152D878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681488-1BD9-4B3E-8F4B-8487CA100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CE09F7-E5C8-491A-AACF-24A13BE6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D0D231-93B2-4475-B2D9-609AEB678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0D99A8-97B7-4FBC-A131-EDEE015CB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Multiply by 4 then divide by 100, or use known multiples: 252.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6797A1-D094-4E17-8900-AD47AC18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759610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F55D57-C4AF-4C8B-A0E6-0182696E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2EF694-46D4-481A-B852-F8641B75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21A0BB-4F99-4707-A7B6-B174A54D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FAE5D1-8C63-4D73-A0D1-DD02ED62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016F05-3EDE-447A-8471-F609CFE4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690B9D-B603-42E6-9999-1AEE26B9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FE834E-8452-41E1-A229-1368DB2F1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B6DA46-279E-41CF-B731-A228B4BDA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32AD8D-1C84-41F2-A312-8FAE2D3FF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D986DE-56ED-4D98-94E4-10F4DA59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D4E2A8-0B66-40D3-BA40-A9F9FD55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39302F-44FA-4E4F-BC80-6EE5E7AC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BEBC48-64BF-4F18-B226-9EEE4F78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Would you use mental or written calculation for 7,382 x 46? Explain and solve.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DD0CFA-5280-43ED-8D34-2E497593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9B628D-8D20-4479-A327-69CBB76A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FF865C-5A0D-414B-886F-5BA15E67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E2204F-FBFD-418A-9EC1-BA18397D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7E4AE8-4B1C-41A2-9C65-ABD6F5FC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871C6E-3D1C-432C-8F3C-2C3072FF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C39173-36D1-41D7-8F32-76EA46C98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08CAE7-6A77-4429-BE1D-A7EDA30F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48081204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59C53C-30D4-4FB1-8316-86465F13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6170B4-62F5-435E-82B9-093884BE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414894-28BB-43DF-BC26-2F1646EC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356586-1ED6-4216-895E-4634CB239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2A2AF7-D2C9-4A1C-BC2B-00462763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6AF8DE-C121-4824-A84F-38C9E220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392655-9F31-42F5-A04E-40CA28DF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84C28E-1A1E-4FFA-8378-6D405EDF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43F990-4A90-4729-AA70-B11C7F68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CDB37A-35DE-4CB0-B518-593A8D96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one calculation best solved mentally and one best solved using a written method. Justify both choices.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3A41AD-B8FE-4EA1-AB66-37DB8E85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2C2430-D42E-41C7-859E-6D6B6F0C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CC6975-0A24-411C-BC31-2B4A5FED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justification should refer to number structure and accuracy.</a:t>
            </a:r>
          </a:p>
        </p:txBody>
      </p:sp>
    </p:spTree>
    <p:extLst>
      <p:ext uri="{BB962C8B-B14F-4D97-AF65-F5344CB8AC3E}">
        <p14:creationId xmlns:p14="http://schemas.microsoft.com/office/powerpoint/2010/main" val="110387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94F7BB-82DB-4C08-B7DC-239E25D9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67182D-F174-4EC7-BF34-D50B8473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9653E1-C723-4E8A-8B8A-6AEEF606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6BB9D7-76AC-4C05-A561-58EC7940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533457-64E7-4FD5-8403-1D0DBD14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0FB3E2-E920-4AEE-AA65-8D43F16D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4C60AB-1B9C-48DB-857D-A6A36701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C57FAC-398C-4CB5-B18F-15A192C9C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B072DE-E7D0-4637-B2CE-C5E6D52B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46C45A-89BF-4180-9B1A-FDDBF6C7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9BDF72-08BC-48FB-8F7E-4CF9FD6EA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0399D2-9B46-47BD-AA8D-0A6E37CFD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Would you use mental or written calculation for 7,382 x 46? Explain and solve.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489663-08D9-4DD1-9E46-EB8C404A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6307E4-5C03-4B59-AFBD-F89E898D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CC306B-9C7A-47A4-9EF6-B3337E25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FC4541-1DC0-4905-8E66-AEC843B8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3774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written method is efficient; the product is 339,572.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234A1F-9C31-40A8-A0BD-EF900F6C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252F2F-453F-479B-B279-79A03D58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78645220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AF7DB9-2A16-4569-A522-8EA0AE6F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7A8D42-F996-49C5-BA91-F0EA47C08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C1DBD7-C92E-4131-AE97-ABEF22618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BD225C-E0F4-491B-81CA-A7F83814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111F37-E07E-4168-8E08-3302BAF4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13663E-423A-4C23-A847-CCA1BB80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513CE-C811-4F8B-B101-783885AC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548EC-9FED-4D12-9B64-49C1EA73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DEAF6B-D58D-464D-B1B3-74BC98C0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8E0518-88E3-499A-8894-2BF52159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C885AB-596F-4BD3-BA04-96A4CCD4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452044-B976-400E-B651-9178E98D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FDB823-401D-4C14-BF1B-76170268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Would you use mental or written calculation for 7,382 x 46? Explain and solve.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A87E54-3B4E-47BC-B6B7-B2C2985A7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540948-D253-4D76-AE76-1259C40B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3DFD86-E80B-412B-82D6-C35D7228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508D7E-04E5-4F5D-BB74-826FFE72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believes the longest written method is always the safest choice.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7CCA29-11AB-4C9B-8302-13B094F01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652410-6918-46C2-AF50-EEBD3ADF5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169C8A-E386-4139-8805-154E528AD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0477D9-6DAF-4AD2-BFE6-47E99E91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995E3A-E357-4E1F-9D51-237B97B7E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531212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2026-09-09T20:45:38.0110000Z</dcterms:created>
  <dcterms:modified xsi:type="dcterms:W3CDTF">2026-09-09T20:45:38.0110000Z</dcterms:modified>
</coreProperties>
</file>