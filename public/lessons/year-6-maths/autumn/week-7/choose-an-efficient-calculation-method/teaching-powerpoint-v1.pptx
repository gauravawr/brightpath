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Multiply by 4 then divide by 100, or use known multiples: 252. | Notice the number structure before choosing a method. |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Choose an efficient method for 3,998 + 2,507 and calculate. Answer: Compensation: 4,000 + 2,507 - 2 = 6,505.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Multiply by 4 then divide by 100, or use known multiples: 252.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Multiply by 4 then divide by 100, or use known multiples: 252..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A written method is efficient; the product is 339,572..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justification should refer to number structure and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Choose an efficient method for 6,300 / 25. Expected: Would you use mental or written calculation for 7,382 x 46? Explain and solve. Higher: Create one calculation best solved mentally and one best solved using a written method. Justify both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A written method is efficient; the product is 339,572. | An efficient method fits the numbers and still allows a reliable check.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C7CA61F-F9E0-41B5-9D42-97CB91847F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DEBF1F-2753-461B-8B8B-E8E5F77E258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D74D1B-5E6F-4DF2-A516-F787B9C6A3C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3C77F8-4BE2-4A1D-AB23-49C9D49BE33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A3969A-79BA-44F3-A081-D7D4AF6C06A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8318DA-CEF9-4835-893A-EFE582A7943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996F61-18DC-4B50-A8F6-D4C15BD69D8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BA5055-D374-40C6-B922-10A829A1151D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96780F-F477-4365-BE5C-8D442EFE002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95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6E7D15-4F7E-494D-AB98-D911F1E1920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C442AA-AACC-453E-850A-99563F7BD8E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D97B0E-3F82-4396-9109-6905C0246B2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12190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2F2F6BB-E06E-44E8-809F-137EC12B05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078434-A193-4337-8770-91FF36F8F09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293C97-D107-4298-976D-9D06F293C7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45DE32-D65B-489A-B675-A53622F98FF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63D06E-400E-4274-9993-B0805DC1CE9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E1C6F0-CAFF-4BE1-8937-7B74D6C700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2F8308-B737-4DDB-8DD3-50629F842D2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875666-4E3E-4900-9471-D4B2508BCB0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C9E234-F3BC-46B4-9FC4-F1FA0E9D84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A9A586-DD5F-447B-9D1A-92093A3F8A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40E871-BF41-4BB6-BCED-064727D85DE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8CDA68-9710-453C-AE51-68422E81A0E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A96A46-983F-4F1D-B962-70433C11004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1CDD6A8-0B47-43FF-BD2A-B1EA1F52D93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260F801-1D9C-4EC2-83A0-6C62BDE162C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281638E-04AE-4058-BC28-EF5E12F8FD2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D40878D-C1F3-4DB3-946A-21606EA0885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F42055-1102-4546-BB12-B463387C252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4C8B9F0-75DD-4B7E-A0CD-188C5FE979E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DF1F8D7-F8A9-4127-AFE3-0C3F986CE80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E5A89C2-4020-4095-8CA8-E45906CC23E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13B0C4-48DC-4F47-8A65-E7DF368CD55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Choose an efficient method for 3,998 + 2,507 and calculate.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FE80DF-4DE0-4FE0-9E16-293E39C3176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6788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698A58B-C115-41B2-A5CB-27407950BA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A8E939-CF2F-4DE6-AA7C-7D418BA4606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23D17C-045B-407B-9066-A86F9A1492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23B4E4B-A3EA-4FD4-A1D3-C90B136886E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848BA3-054C-41AC-80CA-B47A7C99B0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9E7D1F-38AA-4DD5-A080-7A6F22CC406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AB5306-F5E1-4E87-98CB-98C75B5B341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6414FD-29F9-4280-B0C1-0D3323BEF7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02D95C-5108-43C3-8239-374223D52F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4C98A5-34A3-4926-A34F-657D1763FF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7AF1DB-7A50-4B67-ADF8-94003279A8A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047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E6CC4-FC8F-41B7-89EF-3C4BB494A137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CEE62B-7735-4E1D-8BB1-668DFFE1773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98C777-CE66-4321-A671-F34E4759C136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D80177-78FB-4D7E-9684-533F4E0C6BE3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5DA94C-DF9A-4B1A-AD04-5CE25644835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41119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6543664-E569-4B82-99DD-46C1514E5B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813F11-5BFE-491B-A69D-C181E740E77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B9695F-49A1-45F5-9D0E-7B7629506F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2CAA78-0F03-4032-ACA6-77E16562A0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A0D3C3-4A9A-4BE7-8DA7-17E62E1F11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BC6A2C-D48D-4746-B958-E0AF8FA771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62EF81-CB03-4AB7-8DA0-B696A5AAC73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14F955-1BF3-4668-86E2-B83CC159190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8C7A1B-8A81-4DF0-B34A-627B8CC941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513196-F243-4ED4-A526-970B8361971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987ACB-1472-4AB0-9B3D-7A76DBDC009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3,998 + 2,507 and calculate.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8F4A21-8AA5-4930-B010-10CE01C87F7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5FB25D5-1703-4CD2-8D49-6F45EB1A2F1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5C8CD7-2503-452E-A1B1-76B4A5B485F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1FFFAC-2DC7-4345-A640-00D982A1807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516938-7264-4A13-9529-5453175C324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B6F92D4-4C91-4661-B9AC-F702678461B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B72C5D-BD87-4CCA-AC67-10BB2C1BB13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1B8C8F-0CFD-4F2F-9BAF-422240D9564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411354-5B35-491C-BA96-BAAF41DD1C1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FEC9C0-60B0-468B-962E-2C3AB812B62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0E931F-1709-4734-9014-8F782FEF1F7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9D43E4-B028-4CEB-9045-5A2A153AFE7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4364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F7C0E45-2C5E-469E-B357-850E8897EB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4BA71E-8FA5-4CE6-A39A-A23AE1C063A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9BE338-2FD5-4CA4-B0B1-8C4C8244E5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052109-EBE5-41BA-B350-22EA105800C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0C481F-1CF4-49BB-BB5C-08E02A2537A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3D472C-237F-4C37-BE45-E8F5C19479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C6F2B-7DCB-459F-94CF-06FEB6D2004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BA4440-F1D8-472C-8054-C3FBFBEBF52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948AA9-5FD3-42DE-8002-C6D0E4097F0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8D8B2B-87E1-414C-B3A5-A30A971444E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834996-4A84-4894-A6B9-DDDD9F2F7D1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82D5CE-005E-4C78-B8CC-F44960AC752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fr-FR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Compensation: 4,000 + 2,507 - 2 = 6,505.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5DE679-C93F-4C4F-AD5A-075CC40E9902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B13D8F-788B-450C-A9E5-F8D17E95DDF0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1B80C0-CEFF-49B3-ACE1-2E0F903BBE0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339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745E4EC-FF80-4BB4-9374-2A2E254C6A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77302C-0010-4E6E-A66F-18CACA38F29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4F74C0-C150-4EBD-A559-298D24977A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F79CA29-1E96-4EB3-BF68-AC4F8CA49C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CFFF85-3FD4-4FA2-BC14-A6A7B522469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98378F-5F4F-447E-AD3A-06C13DD891D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C3777-7AA0-4BC8-95EE-08D52639588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6F6A96-62A4-4845-98B9-B86A09D5B6C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8E4B93-767F-4D50-B46A-D2B6B01DB6F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1AFE34-F31F-4FC7-A610-1F40E34A07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5858BC-7134-4722-B95D-1235273E87C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067372-9CE6-4F2C-9102-014C4818BF4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A8AD2D-4A4B-4977-A062-E6076C7D0C7C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61D540-F9A4-44B9-8C31-B115A9A89D9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D670D5-7233-4E45-B4A2-097EA04EE3F1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0C86EF-D83D-45D5-B5AA-8B4BA10A7D4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833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Multiply by 4 then divide by 100, or use known multiples: 252.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8342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8C7D38E-F1D9-4270-8CDB-16727858A7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0AF499C-BE62-4500-A24A-BF6028C15AB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721485-6213-47DF-AEEE-5B184351F7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3990E5-7D6E-421A-BDBD-1DFA2B90B7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9F5EEE-9DF5-48B5-8519-05B21D3A03B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9CC63F-7556-47D1-B2F0-0A86581AC3C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9880F6-7644-45FE-BC3F-8A2C04D47E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4CCAC6-9026-4E35-92DB-57374A6E7E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2B214-1313-47BE-B15B-569251BFCD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A7320E-AC8D-485A-801A-67CD5DA690E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62FD723-4649-4831-B3A9-2D48B7DE637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7D75CC-9DE3-4F04-BB62-68FCEE6840C8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the longest written method is always the safest choice.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A9420C-30C5-490F-8ACC-A6959FB9E39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E7077F-39C9-4C63-87ED-2DBCB3C5278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CC905E-62C2-434D-B064-ABF8CD5D9DC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efficient method fits the numbers and still allows a reliable check.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001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C0C3C6B-1B6A-493E-9943-B2C54C88B5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CFEDC5-89F0-468F-8B4B-A8BEB5F2D86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AEBA0-CAE5-470B-B724-86A7A5740E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A45333-1051-429A-BC3D-0FA1258AB97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0740CC-A34C-45B5-9FF0-DB9B8FD387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CA0CBB-AA22-4DB4-8DF5-7BCD371467B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790A66-1E42-4208-B919-FD03DB88EA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128F6-E972-4C9C-9CCA-9C7CB9C6B8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BADB2B-C38E-4D43-999B-3892746215D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399875-0080-44DE-BB51-957CA86AC8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5EAF7D-F2B5-437E-9A32-3C3F0AAC8E1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0B493E-2505-44F3-B3B4-7815E84D2A3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5D587A-43EE-4C84-934D-5DDA977A2E7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AC502A-0D4D-4FCF-9423-63F3EC4F989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7DCFDB9-60F2-452B-85DD-9A324E1DC14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D99145-C0E2-4F13-A1F1-AA05D2F2BB2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ADC345-C709-43BA-97D0-9F5840C0642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4472EF-BBC6-4C75-B18A-D49D6AF867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545E4D4-AB30-4B74-A789-09CA59F1B1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6874A6-E404-40CA-8C42-52F82106307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56954A-2DE8-4836-A7BE-158F15F3A13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C0B175-5964-4E7C-B0E8-2430444E555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Multiply by 4 then divide by 100, or use known multiples: 252.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63C419C-16B3-4C1E-BB0E-D1CF7C534A9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73306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8164D8D-27FB-45DD-A2E9-F2820DD401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68A194-5F65-4CEE-A4B1-E18514FAF10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C23289-67D2-40AF-A87F-035390BD7C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B7FEA2-9C90-4939-A90A-1A4B454F19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F7F92D-12FB-4F2F-873B-FDAC13C3065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7D988-68BF-4759-85D1-D013C4EC584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440153-F03D-4CAF-963B-BE9DBB55F34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66C5ED-B712-4F61-A635-60864E197AD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38FBD0-266A-4A56-92EC-2B99F0524B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C4B0BE-3D3E-4046-8A3F-552E2B933B0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061FDA5-15CE-4063-94F8-66A4FF4A2B4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2784052-BD30-4218-BBC0-C35DEC0FE97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3F5131-5F78-422C-8399-8DD57AC8DA4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C47E52F-8336-404E-86FA-FBB05298CCD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9A19770-7B95-433D-AD85-D0AC316C4A3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97CB689-A090-4EB0-AF1C-6F329807C70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C1566F-0370-4D19-B38A-9F8BCA18F9B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0D8E4C-9762-42B1-89C2-499F1502AD5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64D11C-116A-4439-B3FA-E78B4C6778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1121FDB-A605-439C-AB98-AC4B745D27C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0FAAA1-C65D-4E3C-A3BC-859113841FA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6E6E82E-17B3-4BAD-84EC-00E3F23D4B5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601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3FB3EAB-5614-4136-ACB6-525ADFBE92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AF8FE7-C6A1-4686-B86E-D9D2655F442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52DE5B-84B3-430F-86B2-F665AB587A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CC5F6CD-B6C9-4339-B5C6-AA670E71DA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7B5ED5-0020-4D6A-9B39-669E83708AD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A4283-21A2-4E7D-A0A0-43B93887A50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8ADC9-84B1-4E5E-9E7A-951CFA2D7F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C4176-2C55-491E-BDA9-3EF641433B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06379-FFB7-4491-AFDB-9F90FF6CB6A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F3EEF7-E0B2-4E22-8047-DB6149FA94D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09D3CE-45EA-45B7-A365-25CFC9BAFCC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one calculation best solved mentally and one best solved using a written method. Justify both choices.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5857C3-18B0-412D-8E95-B103EB06EDCE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0A3638-8476-430A-94C9-A168CC095DF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EE8166-2B5A-45AE-AB57-5BC2423723A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justification should refer to number structure and accuracy.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235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C6E162A-83C1-4D52-BE05-D96A37DBA6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71FE7F-A048-4FFB-8519-3F0C01EA996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8C27ED-C5F4-4FC3-865D-C6752AC9F8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8C7014-0339-456C-B2F0-7587988EE0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69814D-AC1C-46CA-AD2C-2CCFDB03F89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55336D-A3D7-43D6-A4D0-B4877905428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FB2738-DB27-4F3A-BC1F-657C5D62BD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5F1676-B457-44A1-8B44-CA5DCD7F20D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94A859-1559-476C-A4F1-7E70802F1F4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AB8833-EDA9-4801-8CC3-D867E13233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EC48AF3-1B11-42BC-80AA-0199AEE0BD8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B05DCC3-4938-4A38-ACC2-4F6C945AD22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692A34-4774-46E3-82D7-43538FD03FB3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94D567-F038-457C-BD21-055ED95C305A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F9CCCF-9238-402A-BF74-8B366E24E7E2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EC1FB99-E577-441A-8083-9D831765908A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E066274-F483-47B3-A1DE-2AC152CC9690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78CAB4C-4285-4D33-B83E-0FE45675A2A9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CF1C4E-4194-4C24-AABC-9AA8DDF84436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B48C5F-92A4-48AF-8749-D5074B0B7F9E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AFA63-D295-43D2-A6EE-8C9954BC7269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E50775A-FEBE-45AF-B981-8E12ECFB8A1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B717F0-99C1-466A-AC5C-D352683BC271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B8E41D-1397-4F05-9429-09DC7A288CE5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34E013-3960-42B7-AD69-4ECC281C62DD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AC58492-C39B-45F5-8D84-5AE3C9E9043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304335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F3FBBD2-72E6-470D-9386-751BE9CDE2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F96101-22D7-4B07-B9BA-A08E5D77E2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7B5586-2B26-4949-8BEF-971F927DAE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073484-10E9-492D-A566-C1C8A9420B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89F6E7-2C03-47ED-955A-E6CFB92F961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EEBDDB-20B4-4786-8375-4AC58A1535D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D5347E-3906-48CB-AA47-CE3992F15D6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448149-7846-4D1E-B82B-A8E1A7FF2E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4C2DEA-B613-4CBA-AD7C-3E1F4B84157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89F5EE-5ED1-4C7E-AF42-B13553C413E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F0BBC8-70AC-4DFB-8F15-63A59937B01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FCB188-F359-42C3-8C8C-AB49DB298AA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8BD863-CAD7-4EC4-B61E-2A4A387D32D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EDFA91-8B01-4F64-9171-09C5EF75BBA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21E80B-EB3E-4777-A1C4-23A6C1E9F39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C4D18DF-A848-4891-8CFD-E2E329F88F6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9BF10E-89AE-427C-AE7E-2ED54A6FECF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D9DBAC-7971-4D97-8E20-BA7096AF654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the longest written method is always the safest choice.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F02E6CD-E88C-4507-9A9F-F0EAE3FCEDE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4ED08F7-1821-430D-BCC8-FF888619612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61BAF4-37D0-4608-89FE-3C6DC495879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4CE362-DCB5-4EBD-8AC6-BA9E5708667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08DB3E-2918-47A6-8786-9297DD37BAB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16227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1471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2026-09-08T22:37:48Z</dcterms:created>
  <dcterms:modified xsi:type="dcterms:W3CDTF">2026-09-08T22:49:24Z</dcterms:modified>
</cp:coreProperties>
</file>