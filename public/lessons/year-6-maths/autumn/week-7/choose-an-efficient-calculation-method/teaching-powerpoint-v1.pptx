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36a91f46ae4e1f" /><Relationship Type="http://schemas.openxmlformats.org/officeDocument/2006/relationships/extended-properties" Target="/docProps/app.xml" Id="R2f734a2d497a41a9" /><Relationship Type="http://schemas.openxmlformats.org/officeDocument/2006/relationships/officeDocument" Target="/ppt/presentation.xml" Id="Rbce7efa447e44a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dfc48b57414389"/>
  </p:sldMasterIdLst>
  <p:notesMasterIdLst>
    <p:notesMasterId xmlns:r="http://schemas.openxmlformats.org/officeDocument/2006/relationships" r:id="R4e3586685c954660"/>
  </p:notesMasterIdLst>
  <p:sldIdLst>
    <p:sldId xmlns:r="http://schemas.openxmlformats.org/officeDocument/2006/relationships" id="256" r:id="R67787e0034ef4ca9"/>
    <p:sldId xmlns:r="http://schemas.openxmlformats.org/officeDocument/2006/relationships" id="257" r:id="R4b5c6731dd0549c4"/>
    <p:sldId xmlns:r="http://schemas.openxmlformats.org/officeDocument/2006/relationships" id="258" r:id="R99f1fa120fa64bbe"/>
    <p:sldId xmlns:r="http://schemas.openxmlformats.org/officeDocument/2006/relationships" id="259" r:id="R4c92dd400afb4d1b"/>
    <p:sldId xmlns:r="http://schemas.openxmlformats.org/officeDocument/2006/relationships" id="260" r:id="R7520cb4b15b4429f"/>
    <p:sldId xmlns:r="http://schemas.openxmlformats.org/officeDocument/2006/relationships" id="261" r:id="R04514f2818d64049"/>
    <p:sldId xmlns:r="http://schemas.openxmlformats.org/officeDocument/2006/relationships" id="262" r:id="R8a25ddd62936486c"/>
    <p:sldId xmlns:r="http://schemas.openxmlformats.org/officeDocument/2006/relationships" id="263" r:id="R34649777a0424e93"/>
    <p:sldId xmlns:r="http://schemas.openxmlformats.org/officeDocument/2006/relationships" id="264" r:id="R39d9d99f77e34379"/>
    <p:sldId xmlns:r="http://schemas.openxmlformats.org/officeDocument/2006/relationships" id="265" r:id="R974a1da9111a4ddc"/>
    <p:sldId xmlns:r="http://schemas.openxmlformats.org/officeDocument/2006/relationships" id="266" r:id="R65d2433136a64a1c"/>
    <p:sldId xmlns:r="http://schemas.openxmlformats.org/officeDocument/2006/relationships" id="267" r:id="R2acffa4ffb324cd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e75d7185ed44192" /><Relationship Type="http://schemas.openxmlformats.org/officeDocument/2006/relationships/slideMaster" Target="/ppt/slideMasters/slideMaster1.xml" Id="Rd5dfc48b57414389" /><Relationship Type="http://schemas.openxmlformats.org/officeDocument/2006/relationships/notesMaster" Target="/ppt/notesMasters/notesMaster1.xml" Id="R4e3586685c954660" /><Relationship Type="http://schemas.openxmlformats.org/officeDocument/2006/relationships/presProps" Target="/ppt/presProps.xml" Id="R8c421ffbf1f54647" /><Relationship Type="http://schemas.openxmlformats.org/officeDocument/2006/relationships/tableStyles" Target="/ppt/tableStyles.xml" Id="Re98e25071ed44466" /><Relationship Type="http://schemas.openxmlformats.org/officeDocument/2006/relationships/slide" Target="/ppt/slides/slide1.xml" Id="R67787e0034ef4ca9" /><Relationship Type="http://schemas.openxmlformats.org/officeDocument/2006/relationships/slide" Target="/ppt/slides/slide2.xml" Id="R4b5c6731dd0549c4" /><Relationship Type="http://schemas.openxmlformats.org/officeDocument/2006/relationships/slide" Target="/ppt/slides/slide3.xml" Id="R99f1fa120fa64bbe" /><Relationship Type="http://schemas.openxmlformats.org/officeDocument/2006/relationships/slide" Target="/ppt/slides/slide4.xml" Id="R4c92dd400afb4d1b" /><Relationship Type="http://schemas.openxmlformats.org/officeDocument/2006/relationships/slide" Target="/ppt/slides/slide5.xml" Id="R7520cb4b15b4429f" /><Relationship Type="http://schemas.openxmlformats.org/officeDocument/2006/relationships/slide" Target="/ppt/slides/slide6.xml" Id="R04514f2818d64049" /><Relationship Type="http://schemas.openxmlformats.org/officeDocument/2006/relationships/slide" Target="/ppt/slides/slide7.xml" Id="R8a25ddd62936486c" /><Relationship Type="http://schemas.openxmlformats.org/officeDocument/2006/relationships/slide" Target="/ppt/slides/slide8.xml" Id="R34649777a0424e93" /><Relationship Type="http://schemas.openxmlformats.org/officeDocument/2006/relationships/slide" Target="/ppt/slides/slide9.xml" Id="R39d9d99f77e34379" /><Relationship Type="http://schemas.openxmlformats.org/officeDocument/2006/relationships/slide" Target="/ppt/slides/slide10.xml" Id="R974a1da9111a4ddc" /><Relationship Type="http://schemas.openxmlformats.org/officeDocument/2006/relationships/slide" Target="/ppt/slides/slide11.xml" Id="R65d2433136a64a1c" /><Relationship Type="http://schemas.openxmlformats.org/officeDocument/2006/relationships/slide" Target="/ppt/slides/slide12.xml" Id="R2acffa4ffb324c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0f42f1dace94f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f9f0cb3998421c" /><Relationship Type="http://schemas.openxmlformats.org/officeDocument/2006/relationships/notesMaster" Target="/ppt/notesMasters/notesMaster1.xml" Id="R98ea85ea65eb43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9f4a17a30b1447b" /><Relationship Type="http://schemas.openxmlformats.org/officeDocument/2006/relationships/notesMaster" Target="/ppt/notesMasters/notesMaster1.xml" Id="Rb51a6e2d1c664f8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c1eb8c5ffc4a78" /><Relationship Type="http://schemas.openxmlformats.org/officeDocument/2006/relationships/notesMaster" Target="/ppt/notesMasters/notesMaster1.xml" Id="R92a47c70f75b486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fcd90a4c1b4ce9" /><Relationship Type="http://schemas.openxmlformats.org/officeDocument/2006/relationships/notesMaster" Target="/ppt/notesMasters/notesMaster1.xml" Id="Rc852fd706ddf481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ccbba8a0fd74bf5" /><Relationship Type="http://schemas.openxmlformats.org/officeDocument/2006/relationships/notesMaster" Target="/ppt/notesMasters/notesMaster1.xml" Id="Rb811cfccd064432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c3828cf8b1e4fd3" /><Relationship Type="http://schemas.openxmlformats.org/officeDocument/2006/relationships/notesMaster" Target="/ppt/notesMasters/notesMaster1.xml" Id="R755c23ea97244b7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847589ce27045b0" /><Relationship Type="http://schemas.openxmlformats.org/officeDocument/2006/relationships/notesMaster" Target="/ppt/notesMasters/notesMaster1.xml" Id="R913f2c787db045f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210bd3e71bf4426" /><Relationship Type="http://schemas.openxmlformats.org/officeDocument/2006/relationships/notesMaster" Target="/ppt/notesMasters/notesMaster1.xml" Id="R770ebea24a344e4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59e0acfe4724e18" /><Relationship Type="http://schemas.openxmlformats.org/officeDocument/2006/relationships/notesMaster" Target="/ppt/notesMasters/notesMaster1.xml" Id="Rb1eb07377dc741c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ec7dc2a88b64199" /><Relationship Type="http://schemas.openxmlformats.org/officeDocument/2006/relationships/notesMaster" Target="/ppt/notesMasters/notesMaster1.xml" Id="R0ac08aa513a34be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5d27628f91d48a0" /><Relationship Type="http://schemas.openxmlformats.org/officeDocument/2006/relationships/notesMaster" Target="/ppt/notesMasters/notesMaster1.xml" Id="Raef94d3738b54ea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7a1571fe9c145ec" /><Relationship Type="http://schemas.openxmlformats.org/officeDocument/2006/relationships/notesMaster" Target="/ppt/notesMasters/notesMaster1.xml" Id="Rf4f2632e6d9d475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place-value chart, empty number lines, strategy cards.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Multiply by 4 then divide by 100, or use known multiples: 252. | Notice the number structure before choosing a method. | An efficient method fits the numbers and still allows a reliable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mental, compensation, partition, estimate, inverse, reasonable.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Compensation: 4,000 + 2,507 - 2 = 6,505.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Multiply by 4 then divide by 100, or use known multiples: 252.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An efficient method fits the numbers and still allows a reliable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Multiply by 4 then divide by 100, or use known multiples: 252..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A written method is efficient; the product is 339,572..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vary. The justification should refer to number structure and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A written method is efficient; the product is 339,572.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A written method is efficient; the product is 339,572. | An efficient method fits the numbers and still allows a reliable check.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3d4d1601e44d5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a949d0de5e47e9" /><Relationship Type="http://schemas.openxmlformats.org/officeDocument/2006/relationships/slideLayout" Target="/ppt/slideLayouts/slideLayout1.xml" Id="Rf5ae62387f4d486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ae62387f4d486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2ec60d9dd74e23" /><Relationship Type="http://schemas.openxmlformats.org/officeDocument/2006/relationships/notesSlide" Target="/ppt/notesSlides/notesSlide1.xml" Id="Rf3004a9b3e1447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1c9ae364404fd7" /><Relationship Type="http://schemas.openxmlformats.org/officeDocument/2006/relationships/notesSlide" Target="/ppt/notesSlides/notesSlide2.xml" Id="R649d3bf14215439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5bce24dfbf48c3" /><Relationship Type="http://schemas.openxmlformats.org/officeDocument/2006/relationships/notesSlide" Target="/ppt/notesSlides/notesSlide3.xml" Id="R762837323ae645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4f56f0f3334612" /><Relationship Type="http://schemas.openxmlformats.org/officeDocument/2006/relationships/notesSlide" Target="/ppt/notesSlides/notesSlide4.xml" Id="Reb00abd7d58a4dd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66bf58737d4279" /><Relationship Type="http://schemas.openxmlformats.org/officeDocument/2006/relationships/notesSlide" Target="/ppt/notesSlides/notesSlide5.xml" Id="Rdae6cc1697274d2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de55be3f3046e6" /><Relationship Type="http://schemas.openxmlformats.org/officeDocument/2006/relationships/notesSlide" Target="/ppt/notesSlides/notesSlide6.xml" Id="Rf60c11ce69a547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1e1a34d5ed40c0" /><Relationship Type="http://schemas.openxmlformats.org/officeDocument/2006/relationships/image" Target="/ppt/media/image.png" Id="R105f639988f54dd4" /><Relationship Type="http://schemas.openxmlformats.org/officeDocument/2006/relationships/notesSlide" Target="/ppt/notesSlides/notesSlide7.xml" Id="R6659037de8d140a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28a7bc6cd64aab" /><Relationship Type="http://schemas.openxmlformats.org/officeDocument/2006/relationships/notesSlide" Target="/ppt/notesSlides/notesSlide8.xml" Id="Rf0211cef01de452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a6d673e7e42df" /><Relationship Type="http://schemas.openxmlformats.org/officeDocument/2006/relationships/notesSlide" Target="/ppt/notesSlides/notesSlide9.xml" Id="R8c41bb8c572e461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0f4f48b73243b8" /><Relationship Type="http://schemas.openxmlformats.org/officeDocument/2006/relationships/notesSlide" Target="/ppt/notesSlides/notesSlide10.xml" Id="R4f494ad11c3c4ca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b0339e34164caa" /><Relationship Type="http://schemas.openxmlformats.org/officeDocument/2006/relationships/notesSlide" Target="/ppt/notesSlides/notesSlide11.xml" Id="R3274fd9c22c040e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79fc52cb764eed" /><Relationship Type="http://schemas.openxmlformats.org/officeDocument/2006/relationships/notesSlide" Target="/ppt/notesSlides/notesSlide12.xml" Id="Raa16f393191248c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A10058-C2AD-4982-B149-D3951A55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AD6A23-B65E-483A-82A9-6697F29B6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1024B2-8277-461E-8BA0-EA2162162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1FE9E6-2D7E-4548-8F8F-2E873AB69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BDF59A-C689-43ED-9943-9914626E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E0EA84-7E09-4496-A7E7-71D3768C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A09BCA-7B02-43B5-AA2E-8CAD9524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F0848E-E4B6-4D5C-801A-71390CF8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3951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choose and justify mental, written or calculator-supported checking methods.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9070DC-97D0-4C17-9D0D-27B72C33B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4A265F-369D-406A-80A5-DF64F26BA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4D142B-35EB-47F5-9214-36754E903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1722974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34CE79-CDF7-4AA2-92CF-3649BF44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68E46F-6C76-4644-B2AA-2A8315D71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D2C57D-C16D-469A-921B-F5417F2A9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74A876-6DF4-4AB0-9384-1EB7F0A2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2CB4EC-65F7-4C2E-9032-355EEBA88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79BF4D-3638-4777-B729-88A648032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99B968-AA34-41AD-B5CF-7F218DE1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3DD2BB-4E29-4CE8-BEC0-6B1686EA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040547-EDF5-4705-A793-F1D7611D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0DE74F-6B64-423F-B0F8-5C201A75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2CD7D7-0222-4033-8BCE-B17EA868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3A69AB-072A-4373-9C5A-E31B2E9D0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9BA08E-1959-4AD0-A667-994CAB0F3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number facts and use place value, partitioning, compensation and inverse operations.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6AE833-46E0-49C9-8097-3B91B5B8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B206A8-660F-4949-A5C8-604A02701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34AD9D-CF22-451F-AC8D-402671F60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DEB394-0683-45DE-AEFA-0EC1D077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method for 6,300 / 25.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1B41A0-8C3D-4446-8648-FF62CD0B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66AD51-9D2A-45E0-AAF3-EF940193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932907-2934-4178-8B9F-B46D09C0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589B11-AEEF-49D8-A547-6075DFD4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Choose an efficient method for 3,998 + 2,507 and calculate.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47FB29-8461-4AAD-AE4C-A5450768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8135815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0EBEC6-2A72-44C4-861E-84C0DD36D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5A3C6F-22D9-4CBA-BEB6-43BD5D28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ED4C86-677F-41E9-9187-91FE45FC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445EF8-0E76-4B95-9455-C9107497D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792823-45F7-45C8-A9BF-4DF8AA37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DF7B02-CA86-4CAA-BE28-11A2F926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37EB57-95D7-4A94-9EF4-38D2E5D0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34C925-0634-4728-B838-46DF1217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3BE56B-81DE-4500-82B6-7BFD5547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F088A6-0F68-456B-A445-C81AFE6C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047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choose and justify mental, written or calculator-supported checking methods.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3919F8-388F-4D2F-8EEC-5B5D0FF8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ED60ED-56D3-4E7A-809F-A00EA55B1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Notice the number structure before choosing a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F1B770-A0B6-41D7-B12C-6C4427AFE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a known fact, partition or compensation to calculate efficiently.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942A61-F66A-4CD1-A581-BAE2C8D00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size of the result using estimation or an inverse operation.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E2F8C2-AF9F-4138-84A4-C6B1D113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mental  |  compensation  |  partition  |  estimate  |  inverse  |  reasonable</a:t>
            </a:r>
          </a:p>
        </p:txBody>
      </p:sp>
    </p:spTree>
    <p:extLst>
      <p:ext uri="{BB962C8B-B14F-4D97-AF65-F5344CB8AC3E}">
        <p14:creationId xmlns:p14="http://schemas.microsoft.com/office/powerpoint/2010/main" val="9651093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FB38EF-786A-4EEB-BF90-E6AA15C79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ABD297-5942-457B-9AE4-C95D0751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A9128D-9D8C-4C8B-901C-85FE60F9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4D8E1F-B058-4C76-9BBF-A87A9D46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7F201B-B720-4052-8445-05C41430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A5840D-0721-4BFC-9C16-C25ABACDC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A08FB4-5A7B-442E-A6AF-92E90D7D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3AC338-9F78-4C1A-A387-C36C54BC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98E910-10AF-4872-A67C-5C80EABC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C65E9F-B572-42A1-A9F7-610046F38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method for 3,998 + 2,507 and calculate.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332D9C-8E63-4655-9CFD-7B526795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694FD1-E3EA-4725-9823-B95A951A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83F3D6-522F-4354-B868-8BCDC58E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3,998 + 2,507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E0A3AC-5E80-4876-9D94-22575D00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717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033C3D-21F0-4A01-A0CD-B5585E2B4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05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E5AECC-9B5A-406B-A82D-992899DE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194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Compensate 3,998 to 4,000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1D8D8C-1BC5-43C4-8B45-404DE145E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9EA49B-BF4F-47CD-BE15-5CDF7A6A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99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185A57-E479-4D07-8BE1-A9771C56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242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4,000 + 2,507 = 6,507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CEC514-020C-47CD-8602-88A02CE81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814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A78166-B8DE-4621-A145-65FB3EA6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148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534D4E-984C-4053-84ED-1ACF41C5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291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Subtract the extra 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D145B9-7C9C-4245-A1C2-94C07FA0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89157B-F952-463C-A975-04DC8A07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19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F3E4B1-36F4-416D-BA18-C45656BCA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6,507 - 2 = 6,505</a:t>
            </a:r>
          </a:p>
        </p:txBody>
      </p:sp>
    </p:spTree>
    <p:extLst>
      <p:ext uri="{BB962C8B-B14F-4D97-AF65-F5344CB8AC3E}">
        <p14:creationId xmlns:p14="http://schemas.microsoft.com/office/powerpoint/2010/main" val="1994076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  <p:bldP spid="25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C8060F-D84E-4438-A093-8DC5025E9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BCCDF2-98DC-4298-A5C1-1F2AFD6B7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A2F7CB-3245-4C5F-881C-93453519C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D599CA-B1C2-4DFD-9233-E1C24491E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88412B-D0EC-4FB6-A978-B12A344F8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6555DC-7B94-42DB-9D40-42B834A56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EA967E-BB83-437B-9865-BFEDF1F3B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90ED0E-5A42-46EB-AE81-5DAC542ED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4C0103-991F-4AA3-92E0-3F708F9D8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1E7337-21EE-45A7-820C-E5A4DAF31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F85CB3-532F-46BE-8DE4-10A4628C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Compensation: 4,000 + 2,507 - 2 = 6,505.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23CC10-02AC-400D-A34F-E3F4DECD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523880-0FD8-42E7-96D7-11EAB8A2A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size of the result using estimation or an inverse operation.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47F96A-53F4-463C-8D09-3139370C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199007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618850-4059-4699-AA2E-5B4BD2C3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09980B-679F-4308-8DDD-1BA2DF8B5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70AC32-3A4C-45E7-9A17-72DC7682B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6EC8C-7A5E-4DCF-B823-EF8473A4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8C73FA-0CBB-4594-B67C-C3A3B6DCB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FEAA33-35E2-4644-B4AB-D2081027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C35075-AE46-4A2F-B3D9-5399A5BD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28D237-0E9A-438B-8A70-8688512B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866CE1-D47A-4AAE-820B-9D4E3B2A3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4A94EF-E990-4E95-A854-939669989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method for 6,300 / 25.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225CBE-0CDC-41E4-B62C-402A15BB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ADEEAC-82DC-4AAC-BF0A-14B94407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FC9D58-3D22-4D76-931C-49D6AD039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E7A96B-DCFD-4F3C-BCBA-5DA7DECDA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16A201-C019-4ED7-8EFA-8E27D22D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833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Multiply by 4 then divide by 100, or use known multiples: 252.</a:t>
            </a:r>
          </a:p>
        </p:txBody>
      </p:sp>
    </p:spTree>
    <p:extLst>
      <p:ext uri="{BB962C8B-B14F-4D97-AF65-F5344CB8AC3E}">
        <p14:creationId xmlns:p14="http://schemas.microsoft.com/office/powerpoint/2010/main" val="57273095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80A8D3-BB05-4376-8363-816FB98B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F45CF7-1CC7-4B0C-ACFD-D045D71D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330BF9-3AE4-444C-8EE6-89EB1DE8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505DCF-7D3C-47D0-B122-022EAEE6C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400BA2-333D-4DB5-8D83-95180F56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2026F-C8D4-4589-9CBF-7BC8EBE3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2AF26E-076F-496C-A029-49649C47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19A701-89F0-44EC-A84E-860B97C70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1B8216-3DDC-4CF0-AE22-76B0F6BF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5f639988f54dd4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E11F0-241D-4B4A-A3DC-87E6D03D7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1F9439-AB17-4C8F-A193-902A746FC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believes the longest written method is always the safest choice.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9554A4-A73C-49BA-8FBB-3C57B02D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04F8BF-AA39-4678-8885-BA737926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17613D-B3D4-482D-A345-8E0890FC2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An efficient method fits the numbers and still allows a reliable check.</a:t>
            </a:r>
          </a:p>
        </p:txBody>
      </p:sp>
    </p:spTree>
    <p:extLst>
      <p:ext uri="{BB962C8B-B14F-4D97-AF65-F5344CB8AC3E}">
        <p14:creationId xmlns:p14="http://schemas.microsoft.com/office/powerpoint/2010/main" val="6767608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FAD936-5881-46DE-A372-6CCF0BB48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18EB79-DF52-4D42-B186-1F4DFDC0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E8DABA-9244-4697-9C88-708B9C916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07CA00-21A0-4F91-913B-9D613164D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0117AB-99D9-4A97-8576-4FF3FA1D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D5A0EA-8B2F-4552-AB78-FEE5CBB7B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79E87C-E9C1-41E8-977E-FC0DDEBC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96C4BE-ABC1-410D-A902-CD73AC1C9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CE0FDC-38B1-4F53-A954-5D2B027B3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062B4A-DA05-41A4-972A-461EBF90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A5EC0B-ACDF-461F-A94E-A7292D116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260594-741A-47C2-B424-8D0CD019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EFF410-851E-4DD2-95B3-EF52788E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method for 6,300 / 25.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3DA264-B525-4A40-8804-3DB082623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F5F139-5B1F-41A2-B9AE-AD13FFE45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F07911-6669-4EFE-9011-71059BA3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3671A2-9BB8-4594-B759-D1A0273D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1637C1-DDB3-4CAE-8E61-4CAF2C81D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029B2B-5538-46CF-A26E-31E9A4BFD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F5A54D-483B-4C72-A879-D8E66540B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E4A5B6-4614-4C76-A60D-7CFF8043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Multiply by 4 then divide by 100, or use known multiples: 252.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CB1EA6-3DA4-4041-8D97-3641DF9BC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8450761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2785AE-F2CC-4F3A-BB1B-A72F2BD9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D30BBE-70C9-4DBF-9691-D3530F63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20B13A-B43A-4E33-820D-294101EC5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FCEED9-D633-46AF-BF48-D72C00C01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060C41-CD17-475C-B6A1-926F1D7C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F228D0-7A5D-40A7-96EF-511B5C4C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6A26B3-70E2-4C21-A267-C575D651A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2E43E3-8DC2-4C8B-8DD1-EE9A975C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ADBA84-027D-42B0-AA09-8A5E035B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84264E-736F-49C1-A1EB-FDF187FC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EECBE6-A421-484D-8D88-2947A17B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FC55BF-B3C0-485B-83EE-F01D2644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CA01CB-A7DA-4B71-A61B-7B8E49BDE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Would you use mental or written calculation for 7,382 x 46? Explain and solve.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0A550F-98CD-4747-9E7E-AAECB12F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DFA215-F42E-4234-99C1-B84E42A5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579132-343B-45A6-8323-D917BF9E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4095C6-F05A-4342-82C3-60802E37B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358921-2996-4194-B842-12468F66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2377B1-D00E-497C-899C-CAB5F402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81E8F9-3F65-410C-ADAE-F07E44120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C1A81B-2C08-4D87-8B21-3D5A365E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9645540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B5F3F6-74FA-4305-9291-8CF641DF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EF7072-B6C9-4D09-B2BB-8754AE06F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FF63A7-76BC-4C9A-B056-247B76A02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C768B8-AFDD-445A-AD9C-0811C8A5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506C9B-B1DB-47B7-9DA5-4893DC2F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068A95-175A-4FA3-921F-6F71E381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4DE50E-01BD-440D-8EA1-55C6113C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F7405F-70C6-4AC2-A991-96F07485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516134-2D5D-4F2A-88BE-AF43AC09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F70FC2-6B3E-4D46-B2E4-198DD3D8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one calculation best solved mentally and one best solved using a written method. Justify both choices.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B66875-E613-4E8E-8B33-FF0A9D93E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6AB532-69B0-4440-B7F1-AE31C9AA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31394D-40E3-4754-A075-AC3024D3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The justification should refer to number structure and accuracy.</a:t>
            </a:r>
          </a:p>
        </p:txBody>
      </p:sp>
    </p:spTree>
    <p:extLst>
      <p:ext uri="{BB962C8B-B14F-4D97-AF65-F5344CB8AC3E}">
        <p14:creationId xmlns:p14="http://schemas.microsoft.com/office/powerpoint/2010/main" val="188224198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955261-5B82-4662-AECE-CE8A618A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EB13A6-7127-455F-AE81-087549D8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C1F8D8-E7BB-485E-9438-7F3F43673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8A80CF-DE69-4CFA-BAC4-1DE7B389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36638-9973-49D5-BB36-E86D28B4B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BCDB23-8171-4CAF-93C4-D16897C6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EC7193-E295-401D-ADD1-ACCBE76A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5ED383-886C-4968-BC1E-133CFDB3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74C7F2-F5D1-4D8F-A6EA-88691DB73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48196C-2B8D-442A-83D8-8F5C18AA0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10C09F-5DC1-4EC9-9764-4CDA83A5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BA6708-F5BC-4A20-B816-D9D2A58B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Would you use mental or written calculation for 7,382 x 46? Explain and solve.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3D0998-6AAF-4F86-AF83-3610261AD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BFDC6D-AFE2-4B1F-81E7-58420BA5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1DEEC6-C672-4BC7-B5E5-78FAF869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C3FB2D-B436-404A-8E45-D64AA1AB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3774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 written method is efficient; the product is 339,572.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2ADC63-F8DF-41B7-847E-11A741F41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88B68E-6C1D-40F5-BB06-333156FA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684068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71975C-780F-48FB-9A34-8BC4362D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022A85-4F21-4AE1-B4C0-5CC09EA31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0FB7F5-E681-4A83-867C-22F97EEE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5B15ED-0C4F-4578-A94A-85452492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A80893-DA39-4E9C-8E6F-BE53F8186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0879DC-6C14-4E59-A70E-0FEFADC15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C81BCE-31C6-4452-9D02-F6FDA5DE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3850D9-2C90-4E33-ABE9-2EFFE1EC3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47C612-9CEF-4A2E-A153-EA435CD5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768F3D-3EB0-47E0-925F-BA228FEF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EF60F7-4B24-4242-ACFA-9F5735868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9DC320-04EB-4D18-AD8D-1B0E680C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F91046-C883-46AD-8582-AD6C7E81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Would you use mental or written calculation for 7,382 x 46? Explain and solve.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348C7D-657A-426E-B737-47102047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56D42F-883A-465B-B366-BC93ACED3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1DD9E4-9FE5-4EF1-9976-3468DAC8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A0B7F1-F81C-441C-9199-1C01CA31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believes the longest written method is always the safest choice.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8EB812-9CC3-4980-8A86-E47F9CC89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1215CB-757F-4ED9-A289-79D83007C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4875E5-4816-4FEC-AF00-DE552149C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AC755E-C8A2-4EE1-A2FF-B5F302D79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3AE5A7-7DA7-4228-9B23-701CCD1C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2034054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2026-09-09T22:14:21.8470000Z</dcterms:created>
  <dcterms:modified xsi:type="dcterms:W3CDTF">2026-09-09T22:14:21.8470000Z</dcterms:modified>
</coreProperties>
</file>