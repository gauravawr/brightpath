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a45229b4c2e4ad7" /><Relationship Type="http://schemas.openxmlformats.org/officeDocument/2006/relationships/extended-properties" Target="/docProps/app.xml" Id="Rb64804c2c703447c" /><Relationship Type="http://schemas.openxmlformats.org/officeDocument/2006/relationships/officeDocument" Target="/ppt/presentation.xml" Id="R3f8229510d3b4be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045bb499bd74f96"/>
  </p:sldMasterIdLst>
  <p:notesMasterIdLst>
    <p:notesMasterId xmlns:r="http://schemas.openxmlformats.org/officeDocument/2006/relationships" r:id="R9ff9ae9c05d6486f"/>
  </p:notesMasterIdLst>
  <p:sldIdLst>
    <p:sldId xmlns:r="http://schemas.openxmlformats.org/officeDocument/2006/relationships" id="256" r:id="R37103a0b0388436c"/>
    <p:sldId xmlns:r="http://schemas.openxmlformats.org/officeDocument/2006/relationships" id="257" r:id="R22394ddd655e4a6f"/>
    <p:sldId xmlns:r="http://schemas.openxmlformats.org/officeDocument/2006/relationships" id="258" r:id="R41863ad843434092"/>
    <p:sldId xmlns:r="http://schemas.openxmlformats.org/officeDocument/2006/relationships" id="259" r:id="Rcfc7e90e9d294774"/>
    <p:sldId xmlns:r="http://schemas.openxmlformats.org/officeDocument/2006/relationships" id="260" r:id="R5bd412e0c8a54ef8"/>
    <p:sldId xmlns:r="http://schemas.openxmlformats.org/officeDocument/2006/relationships" id="261" r:id="Rf8cc0d20f0b04b11"/>
    <p:sldId xmlns:r="http://schemas.openxmlformats.org/officeDocument/2006/relationships" id="262" r:id="Rbcb31d9c26f540c8"/>
    <p:sldId xmlns:r="http://schemas.openxmlformats.org/officeDocument/2006/relationships" id="263" r:id="Rb15eea8edd954006"/>
    <p:sldId xmlns:r="http://schemas.openxmlformats.org/officeDocument/2006/relationships" id="264" r:id="Ra20b9d47f4804878"/>
    <p:sldId xmlns:r="http://schemas.openxmlformats.org/officeDocument/2006/relationships" id="265" r:id="R0aad09471106447b"/>
    <p:sldId xmlns:r="http://schemas.openxmlformats.org/officeDocument/2006/relationships" id="266" r:id="R5f4d50347a654248"/>
    <p:sldId xmlns:r="http://schemas.openxmlformats.org/officeDocument/2006/relationships" id="267" r:id="R97bc9d0b4a4c4ef2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0dc9cff7abb473e" /><Relationship Type="http://schemas.openxmlformats.org/officeDocument/2006/relationships/slideMaster" Target="/ppt/slideMasters/slideMaster1.xml" Id="R6045bb499bd74f96" /><Relationship Type="http://schemas.openxmlformats.org/officeDocument/2006/relationships/notesMaster" Target="/ppt/notesMasters/notesMaster1.xml" Id="R9ff9ae9c05d6486f" /><Relationship Type="http://schemas.openxmlformats.org/officeDocument/2006/relationships/presProps" Target="/ppt/presProps.xml" Id="R0d0148bceee443b7" /><Relationship Type="http://schemas.openxmlformats.org/officeDocument/2006/relationships/tableStyles" Target="/ppt/tableStyles.xml" Id="Rb571a15815ed4835" /><Relationship Type="http://schemas.openxmlformats.org/officeDocument/2006/relationships/slide" Target="/ppt/slides/slide1.xml" Id="R37103a0b0388436c" /><Relationship Type="http://schemas.openxmlformats.org/officeDocument/2006/relationships/slide" Target="/ppt/slides/slide2.xml" Id="R22394ddd655e4a6f" /><Relationship Type="http://schemas.openxmlformats.org/officeDocument/2006/relationships/slide" Target="/ppt/slides/slide3.xml" Id="R41863ad843434092" /><Relationship Type="http://schemas.openxmlformats.org/officeDocument/2006/relationships/slide" Target="/ppt/slides/slide4.xml" Id="Rcfc7e90e9d294774" /><Relationship Type="http://schemas.openxmlformats.org/officeDocument/2006/relationships/slide" Target="/ppt/slides/slide5.xml" Id="R5bd412e0c8a54ef8" /><Relationship Type="http://schemas.openxmlformats.org/officeDocument/2006/relationships/slide" Target="/ppt/slides/slide6.xml" Id="Rf8cc0d20f0b04b11" /><Relationship Type="http://schemas.openxmlformats.org/officeDocument/2006/relationships/slide" Target="/ppt/slides/slide7.xml" Id="Rbcb31d9c26f540c8" /><Relationship Type="http://schemas.openxmlformats.org/officeDocument/2006/relationships/slide" Target="/ppt/slides/slide8.xml" Id="Rb15eea8edd954006" /><Relationship Type="http://schemas.openxmlformats.org/officeDocument/2006/relationships/slide" Target="/ppt/slides/slide9.xml" Id="Ra20b9d47f4804878" /><Relationship Type="http://schemas.openxmlformats.org/officeDocument/2006/relationships/slide" Target="/ppt/slides/slide10.xml" Id="R0aad09471106447b" /><Relationship Type="http://schemas.openxmlformats.org/officeDocument/2006/relationships/slide" Target="/ppt/slides/slide11.xml" Id="R5f4d50347a654248" /><Relationship Type="http://schemas.openxmlformats.org/officeDocument/2006/relationships/slide" Target="/ppt/slides/slide12.xml" Id="R97bc9d0b4a4c4ef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88e6a63604a4e4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e88a3c7eba04f71" /><Relationship Type="http://schemas.openxmlformats.org/officeDocument/2006/relationships/notesMaster" Target="/ppt/notesMasters/notesMaster1.xml" Id="R82ca0322ade1413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0cc2a44286b48b4" /><Relationship Type="http://schemas.openxmlformats.org/officeDocument/2006/relationships/notesMaster" Target="/ppt/notesMasters/notesMaster1.xml" Id="Rac4e1322f10b4d90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356fcdc79ccd4b6f" /><Relationship Type="http://schemas.openxmlformats.org/officeDocument/2006/relationships/notesMaster" Target="/ppt/notesMasters/notesMaster1.xml" Id="Rbef0f9db6cdd4573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599ac3c928248a5" /><Relationship Type="http://schemas.openxmlformats.org/officeDocument/2006/relationships/notesMaster" Target="/ppt/notesMasters/notesMaster1.xml" Id="R75023de3c143442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c21e240f5754e02" /><Relationship Type="http://schemas.openxmlformats.org/officeDocument/2006/relationships/notesMaster" Target="/ppt/notesMasters/notesMaster1.xml" Id="Rc78dcd416696414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5782cca5de24ae0" /><Relationship Type="http://schemas.openxmlformats.org/officeDocument/2006/relationships/notesMaster" Target="/ppt/notesMasters/notesMaster1.xml" Id="R16b9d07c03ea4456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b305e2c32e7f43d2" /><Relationship Type="http://schemas.openxmlformats.org/officeDocument/2006/relationships/notesMaster" Target="/ppt/notesMasters/notesMaster1.xml" Id="R79040a7fa4594178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2b14bc53fc2a492a" /><Relationship Type="http://schemas.openxmlformats.org/officeDocument/2006/relationships/notesMaster" Target="/ppt/notesMasters/notesMaster1.xml" Id="Rfa758131e29d491a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6c9f92e2cf4644aa" /><Relationship Type="http://schemas.openxmlformats.org/officeDocument/2006/relationships/notesMaster" Target="/ppt/notesMasters/notesMaster1.xml" Id="R4ac76e321ef149bb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cecd5981cbb249b8" /><Relationship Type="http://schemas.openxmlformats.org/officeDocument/2006/relationships/notesMaster" Target="/ppt/notesMasters/notesMaster1.xml" Id="Rcaa64c8ee5b34242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70c5f90cb1a9452b" /><Relationship Type="http://schemas.openxmlformats.org/officeDocument/2006/relationships/notesMaster" Target="/ppt/notesMasters/notesMaster1.xml" Id="Ra115231eb9794db5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f11f3e21d4ee4788" /><Relationship Type="http://schemas.openxmlformats.org/officeDocument/2006/relationships/notesMaster" Target="/ppt/notesMasters/notesMaster1.xml" Id="Reb59d0217c7f44c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Change the date before teaching. Check resources. Read the learning intention aloud and clarify success. Resources: Mini whiteboards, place-value chart, empty number lines, strategy cards.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each prompt on click. Use responses to identify pupils who need immediate rehearsal. Suggested responses: Pupil identifies a relevant fact, representation or method. | 402,002. | Notice the number structure before choosing a method. | Compensate by subtracting 1 after adding 500,000.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 the mathematical idea before asking pupils to solve. Define the vocabulary in context: mental, compensation, partition, estimate, inverse, reasonable. Reveal the three statements one at a time.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 do. Reveal the question, then reveal each mathematical change one click at a time. Point to the numbers and operation that changed before moving to the next line. Final answer: 735,677.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We do. Give silent thinking time before paired talk. Take one step at a time. Do not reveal the answer until every pupil has committed. Answer: 402,002.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Miro is a deliberate misconception prompt. Reveal his claim, let pupils identify the error, then reveal the correction. Do not present Miro as lacking ability. Correction: Compensate by subtracting 1 after adding 500,000.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whole-class response routines. Reveal each prompt separately. Expected answer: 402,002.. Insist on a reason, not only a numerical response.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You do. Pupils complete the core question independently before discussion. Answer: 775,449.. Circulate and note methods as well as accuracy.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after secure fluency or as the higher worksheet route. Accept different correct approaches when fully justified. Expected response: 543,211. Methods may include complementing or partitioning.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only the core independent-practice example. Give pupils time to solve and check before revealing the answer at the side. Answer: 775,449.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one exit question at a time. Answers: 775,449. | Compensate by subtracting 1 after adding 500,000.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ef504f91dca4b4d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57b18b7f0da41be" /><Relationship Type="http://schemas.openxmlformats.org/officeDocument/2006/relationships/slideLayout" Target="/ppt/slideLayouts/slideLayout1.xml" Id="R19b77d4cafea4dc5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9b77d4cafea4dc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4abbf5b550448ee" /><Relationship Type="http://schemas.openxmlformats.org/officeDocument/2006/relationships/notesSlide" Target="/ppt/notesSlides/notesSlide1.xml" Id="R7ef4f07fc17742e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f0cb1f81f6b4f83" /><Relationship Type="http://schemas.openxmlformats.org/officeDocument/2006/relationships/notesSlide" Target="/ppt/notesSlides/notesSlide2.xml" Id="Rb2e6ade4ff2e4f57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9f4e1e0357d4f78" /><Relationship Type="http://schemas.openxmlformats.org/officeDocument/2006/relationships/notesSlide" Target="/ppt/notesSlides/notesSlide3.xml" Id="Rd1218833731041a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3302925076c49d0" /><Relationship Type="http://schemas.openxmlformats.org/officeDocument/2006/relationships/notesSlide" Target="/ppt/notesSlides/notesSlide4.xml" Id="R0907ce043a044fc4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561f34c5d9f4fdf" /><Relationship Type="http://schemas.openxmlformats.org/officeDocument/2006/relationships/notesSlide" Target="/ppt/notesSlides/notesSlide5.xml" Id="R074a8339ed514be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105c30491f3495f" /><Relationship Type="http://schemas.openxmlformats.org/officeDocument/2006/relationships/notesSlide" Target="/ppt/notesSlides/notesSlide6.xml" Id="R8b878cea06084859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ec7cbe5953f4568" /><Relationship Type="http://schemas.openxmlformats.org/officeDocument/2006/relationships/image" Target="/ppt/media/image.png" Id="Red620faef6cc48f7" /><Relationship Type="http://schemas.openxmlformats.org/officeDocument/2006/relationships/notesSlide" Target="/ppt/notesSlides/notesSlide7.xml" Id="Rff80336d09724c78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97529cc9fc644bd" /><Relationship Type="http://schemas.openxmlformats.org/officeDocument/2006/relationships/notesSlide" Target="/ppt/notesSlides/notesSlide8.xml" Id="R81ce3140386e4073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9d6053bf98f45e8" /><Relationship Type="http://schemas.openxmlformats.org/officeDocument/2006/relationships/notesSlide" Target="/ppt/notesSlides/notesSlide9.xml" Id="Rd9973d1626a649a8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79a8a4390d54d47" /><Relationship Type="http://schemas.openxmlformats.org/officeDocument/2006/relationships/notesSlide" Target="/ppt/notesSlides/notesSlide10.xml" Id="Rd5a51feff2d14863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2f33aa587874715" /><Relationship Type="http://schemas.openxmlformats.org/officeDocument/2006/relationships/notesSlide" Target="/ppt/notesSlides/notesSlide11.xml" Id="R3ab829f616234df0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302a956eb6b494d" /><Relationship Type="http://schemas.openxmlformats.org/officeDocument/2006/relationships/notesSlide" Target="/ppt/notesSlides/notesSlide12.xml" Id="R811130f20f4f4f1b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9EE82D2-2AD4-438F-A715-AC10B6189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88BA04B-421E-4125-823F-6CAFA2D8C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542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4230CE2-76E2-413D-89DD-47A7CB47E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81000"/>
            <a:ext cx="2952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8324A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E771732-7263-4BF4-883A-3AA568EF5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23875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452"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39011E1-9B81-42AD-86C1-566D5D6A4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0200"/>
            <a:ext cx="8572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0942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mental addition and subtraction strategies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CC3F6E1-FAB8-4C11-AD26-142B63240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71800"/>
            <a:ext cx="80962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8324A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1F5A7A1-24AB-4E72-98CD-4D09E0083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62300"/>
            <a:ext cx="95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667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0536A8D-E3B0-4ED4-9F3D-B580060AA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71875"/>
            <a:ext cx="7524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7157"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calculate mentally with large numbers using efficient strategies.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1877DA3-154F-4828-93A3-C540BD1BC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815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C51243D-E689-4F28-99EE-BD4ECD1CB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0"/>
            <a:ext cx="10287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Mini whiteboards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9AF9D8B-B707-4886-BC76-A888EA195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571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150859340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8AEDC30-D89D-42F0-9B87-3B1E6FAD2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FE423A2-2B07-4814-A330-3A1AE5F96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A5E1B23-F128-4270-AE39-FE6DFC216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818857B-D342-4F56-838F-F167FDC94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6E96F20-494C-46D0-A074-6E4B915D1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683938B-F5D9-4D7E-AAC6-184D9AC9B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FA385C3-A03D-4F9F-AFDC-E87E5AE1A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82A4292-5AB9-4CF3-9C9C-B156FBF2D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AE0668E-B033-4F95-A499-08AC0C724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mental addition and subtraction strategies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F06022A-E160-455B-A432-5CD6D115A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BE87422-871D-4E0E-9266-A08F86787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B656423-A26E-49A1-A316-7A70E25C8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B8C15B4-C71E-4871-A41A-AF01D418A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Recall number facts and use place value, partitioning, compensation and inverse operations.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2CF3BD7-CA13-4319-BE88-4AFCA669A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F56E7EB-454B-4150-91D7-75D232C04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88EBB1E-8C2A-460D-873E-9AD688028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598A31C-1D37-4B24-B5BF-986898FA1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802,000 - 399,998 mentally.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B98651A-0831-4784-B409-57EC447D5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3C47E84-EBD2-4444-BF12-49615B229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44A8184-E770-477B-809B-31B15AB55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C244771-EC24-4310-8B93-709D5DA4C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Calculate 499,999 + 235,678 mentally.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77EEDA9-45CC-40C3-A38D-BD066BBC2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119258014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430EF50-53F7-47F1-A82C-A94FA8325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8413CE1-165B-4440-9FE2-EFA54483E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A9B49C3-0D3C-4F7C-BF2B-5652CA335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B00C3E7-C158-4AB1-ABB0-69EE7996B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8A2E439-4055-47B7-8891-7A1A67AFE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5D2A8C8-00E0-481D-95E0-83F85EC1A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57507C4-E75B-4733-BFB2-030FB662B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911DA16-B345-4C56-84CA-13668A21B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B5DDC63-9456-4CB8-9426-618294CC8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mental addition and subtraction strategies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04D9053-43B5-4AE9-B1C9-155C4CECA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28750"/>
            <a:ext cx="1047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calculate mentally with large numbers using efficient strategies.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83C5073-2E35-46CC-AA0E-338BF873D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00300"/>
            <a:ext cx="10096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0AF3970-E48A-44C5-AD21-02B76C33F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6670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Notice the number structure before choosing a method.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3EFF2DB-C360-4F28-9E22-5424CBAF4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571875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Use a known fact, partition or compensation to calculate efficiently.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1F537AA-7915-4E13-94A9-9C32067C1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47675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Check the size of the result using estimation or an inverse operation.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7DE9028-AA54-4C56-AE0C-73F15CCE2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572125"/>
            <a:ext cx="990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mental  |  compensation  |  partition  |  estimate  |  inverse  |  reasonable</a:t>
            </a:r>
          </a:p>
        </p:txBody>
      </p:sp>
    </p:spTree>
    <p:extLst>
      <p:ext uri="{BB962C8B-B14F-4D97-AF65-F5344CB8AC3E}">
        <p14:creationId xmlns:p14="http://schemas.microsoft.com/office/powerpoint/2010/main" val="810133725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BB2D917-5DE4-49D1-9AC1-CC8D44D61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07AED79-B9D0-44D4-AF13-20232C14A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D40262F-1229-4A6F-AFDA-19928E5FE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FD45BA8-5D6B-4363-B88F-13B1993F8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3578CC0-73F2-4382-9430-7F26D6F8F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771F0C3-D670-45F2-9458-73C705739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248DE8E-FF10-4DF8-9ED5-ADB44E480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22EE379-2869-4ABB-8F77-0F755A2A8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CFDE325-9983-4B69-B7B7-380DEADA3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mental addition and subtraction strategies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0FD35E4-7592-4D8C-BF09-59349661C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219200"/>
            <a:ext cx="10477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499,999 + 235,678 mentally.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6884AC7-9192-43B8-B27A-E9354569D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124075"/>
            <a:ext cx="38100" cy="3524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0266A3B-BA1F-4DBD-94EA-AAAF8BF42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20027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EA3B685-9A9C-445D-96CE-EE82EECA8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114550"/>
            <a:ext cx="95250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499,999 + 235,678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9D7B2E6-C802-4C66-99BB-14D333DF3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771775"/>
            <a:ext cx="9334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AC97E92-619E-4508-91E0-75E7E4923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90512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76C945D-680E-41FA-A5AB-CE4C8CB93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819400"/>
            <a:ext cx="95250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Think 500,000 + 235,678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F46B571-47E6-4BE1-B825-49869FA85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476625"/>
            <a:ext cx="9334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2A0F7BA-0B90-4B21-89D2-D6D9E4F67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60997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0AAB5A7-259E-44C5-BD06-E66005732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524250"/>
            <a:ext cx="95250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500,000 + 235,678 = 735,678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87ADC1F-B012-4062-8802-5B3481B46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181475"/>
            <a:ext cx="9334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6BD6CD9-F523-4679-926D-85867AB26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31482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4457CCF-2B17-484C-A77C-47166B957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229100"/>
            <a:ext cx="95250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Compensate: 735,678 - 1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8D5556C-E7C8-4A0F-B421-5B252BD80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886325"/>
            <a:ext cx="9334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F52D96E-88CC-416E-A33E-C498F584C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501967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25DCC54-CB3C-4E61-9DB3-D665BCC05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933950"/>
            <a:ext cx="95250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735,677</a:t>
            </a:r>
          </a:p>
        </p:txBody>
      </p:sp>
    </p:spTree>
    <p:extLst>
      <p:ext uri="{BB962C8B-B14F-4D97-AF65-F5344CB8AC3E}">
        <p14:creationId xmlns:p14="http://schemas.microsoft.com/office/powerpoint/2010/main" val="1582021585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3" grpId="0"/>
      <p:bldP spid="16" grpId="0"/>
      <p:bldP spid="19" grpId="0"/>
      <p:bldP spid="22" grpId="0"/>
      <p:bldP spid="25" grpId="0"/>
    </p:bldLst>
  </p:timing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27B117F-F8EA-4E16-BE2E-59767CE25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B925ACC-1F10-493D-8D6B-16EDA1C54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F6B56F1-A8D9-4174-8181-436A64496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C91DC5F-A65F-4BBF-95A5-29B7EE2D5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CB8364C-69BB-4CC1-A645-38F0207E2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7CFA3A1-D496-44D0-96A0-0770A1699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F664BD2-1B4E-4C3D-950A-99E4CA892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DCEB2FD-D683-4FF5-99EB-49258C46F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86F4256-E8EE-4020-ADCF-3D191B310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mental addition and subtraction strategies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D134602-0FD4-4E75-81E6-82287BDB5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B7C9AF6-6220-45C1-9539-D7FF413A3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047875"/>
            <a:ext cx="10191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735,677.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58F40AF-D858-47AF-9EDF-778FF2616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638550"/>
            <a:ext cx="10191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7A60C0C-CF1C-4D6E-8515-D3FDF5A83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000500"/>
            <a:ext cx="9429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Check the size of the result using estimation or an inverse operation.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3E4F642-1225-481D-B1D9-DA83E0C80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000625"/>
            <a:ext cx="942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</a:p>
        </p:txBody>
      </p:sp>
    </p:spTree>
    <p:extLst>
      <p:ext uri="{BB962C8B-B14F-4D97-AF65-F5344CB8AC3E}">
        <p14:creationId xmlns:p14="http://schemas.microsoft.com/office/powerpoint/2010/main" val="500249831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4" grpId="0"/>
    </p:bldLst>
  </p:timing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9E84384-8E37-4A9D-A7B8-1220BAA37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4E2C448-6FA7-422F-919C-4A9454E6B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7F95A5A-601F-4C2A-853C-DFB62B21B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71A4F43-A127-4F45-B24B-CE4DA86EC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558C78F-AA4E-46FA-88BE-B52FDA656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3772A0A-4FE0-4CFF-A968-EFE6BF9F1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573D07C-D2A9-441C-A028-C43A269B0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692DB6C-DF04-4809-9B82-23D16CAA2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29577B8-C9A1-4087-B4C9-6B04FCC72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mental addition and subtraction strategies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C5BF741-E9A8-4805-9749-C37F2BB8A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524000"/>
            <a:ext cx="10287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802,000 - 399,998 mentally.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19C0635-82E3-4398-B1D0-470B61909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30D1D24-555A-4516-8675-E45FF3556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76E7670-8FD7-43FE-8A66-5C1C2093F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2E92AF6-48F1-4976-88D4-85781A39C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57625"/>
            <a:ext cx="876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D557C0C-A52D-403A-A93E-4DB720BBB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810125"/>
            <a:ext cx="8763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402,002.</a:t>
            </a:r>
          </a:p>
        </p:txBody>
      </p:sp>
    </p:spTree>
    <p:extLst>
      <p:ext uri="{BB962C8B-B14F-4D97-AF65-F5344CB8AC3E}">
        <p14:creationId xmlns:p14="http://schemas.microsoft.com/office/powerpoint/2010/main" val="1636561987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</p:bldLst>
  </p:timing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E36BBCB-939B-412A-970D-E9220C394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B06F99D-5C82-4577-B136-BBD15FD05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B28A1F5-0C04-40A9-9077-940C9B81B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A258DF1-7C9D-430D-B128-0AAB44FCF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44B314A-F772-40AD-887C-C9973DE3F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AE2C6EF-CD2A-4D0A-B1DB-14EC5099C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29A0AA6-D78A-4A0C-B2FC-387E545DD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68E2030-5C0F-4256-A193-AD785A655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9D14D82-97F2-421C-AC81-72F4959B6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mental addition and subtraction strategies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d620faef6cc48f7"/>
          <a:stretch xmlns:a="http://schemas.openxmlformats.org/drawingml/2006/main"/>
        </p:blipFill>
        <p:spPr>
          <a:xfrm xmlns:a="http://schemas.openxmlformats.org/drawingml/2006/main">
            <a:off x="8056563" y="1381125"/>
            <a:ext cx="2984500" cy="44767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E1E6D24-2AF4-4086-B5F9-265EC2B55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52400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6A7A4CA-C625-4CAE-9E87-F8B7BA507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095500"/>
            <a:ext cx="6477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adds 500,000 instead of 499,999 and forgets to adjust.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AE78460-77DA-4D02-9076-49706DDE0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857625"/>
            <a:ext cx="647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1659BB5-3C2E-49AE-B8A0-6234CEB20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171950"/>
            <a:ext cx="5905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3013F2C-FF93-4DCD-800C-51EDC8857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714875"/>
            <a:ext cx="6477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Compensate by subtracting 1 after adding 500,000.</a:t>
            </a:r>
          </a:p>
        </p:txBody>
      </p:sp>
    </p:spTree>
    <p:extLst>
      <p:ext uri="{BB962C8B-B14F-4D97-AF65-F5344CB8AC3E}">
        <p14:creationId xmlns:p14="http://schemas.microsoft.com/office/powerpoint/2010/main" val="42586109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5" grpId="0"/>
    </p:bldLst>
  </p:timing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778B3F1-AF11-438B-B6E7-A2A0A11DC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EA791AA-5C20-4479-BF34-3D620F8A3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FD80615-0599-4BB8-90D5-74CB4EE2A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BAEAF85-F6E2-466B-B591-B9A149611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AC76AA0-7C00-4CF6-AD68-066DAFDE1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8DA5A98-8D35-480D-8779-3D373623C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1296D7B-B1BC-4A8A-AFC1-A0ADFEE69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6AAE4E2-32BF-4063-ABF9-6F4614D17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601D9DE-1F93-4418-809C-86C8D0DFE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mental addition and subtraction strategies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4E254DC-CBB8-459B-831E-435B4BD6C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AAFAC7A-DA04-4968-BD6E-BF2E3A94C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EF74E89-6ECE-40B4-877A-1EFE12B3D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2E1E9F9-14D4-4F06-9AAE-B565E04DA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802,000 - 399,998 mentally.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4C26C32-39B3-42E9-80B7-2EFACEC75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5491456-2C36-43F2-BBA0-E67C6106E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4D9658C-430A-42FF-A185-6C36FA7A8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3F58D2E-3009-4D2F-9722-27669D031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9238919-DA08-4AC0-85B3-62CF873BF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AD929E7-F980-4C9F-B9C4-86E7AF397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1A78B07-3B65-4DDF-A71A-233E4DD56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D252468-9326-4A11-8E6B-A342D8187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402,002.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8423A80-2ED0-44DB-9F41-BE486B341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1827370526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B2E7D04-5A74-4751-AC5D-CEB7C5569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2BF7CD3-A8FB-4E81-B4D5-40E8A5981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888D0EF-CED6-4694-82F7-4C08CD698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F31CA62-5F9D-442C-B57B-2B2DDA7B2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4ED988E-D3D4-461A-A7F6-12B6D16B7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0D884C0-07CA-4D19-AA8B-623D5A9E8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4EEED92-2509-4CBD-BC2F-75BE22253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AD192EA-9E94-4DD8-AB83-AB2AE0C21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4C92ED7-2D2C-4C78-9A5C-2A2311C03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mental addition and subtraction strategies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8EB1B93-F62B-4CDA-BBC8-BF6620CC0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7248DAB-E691-452A-8821-1E06EFCBF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CB80344-414A-47E9-A48E-E62DE0085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C3DB135-D190-49BE-BD46-26612D1CC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675,450 + 99,999.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81954A0-B2E3-4F3F-8291-BBCC79407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5495F39-41B8-43F3-A0A7-DA7022DB9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B330923-C2DD-45F1-A4C0-65E232AF0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C28E1CD-6EE2-491C-8382-3687D9F5A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2DB6F8D-826C-4276-9D34-7B763ADCF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9355A55-C1CC-49B0-A5B7-FEC4384B3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2BC2D9D-C506-4782-A53D-7B6ACA9CB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3C1A0BF-F2F3-4389-B376-4BFD7547C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</a:p>
        </p:txBody>
      </p:sp>
    </p:spTree>
    <p:extLst>
      <p:ext uri="{BB962C8B-B14F-4D97-AF65-F5344CB8AC3E}">
        <p14:creationId xmlns:p14="http://schemas.microsoft.com/office/powerpoint/2010/main" val="1289248580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223AC36-420B-43FE-BCC2-43AA8B062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59138CA-9490-4A7D-B63C-52FF5F164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6CF86A1-F2A4-4BF7-A710-4E74D7C55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8044961-D80F-403E-9FDE-874F1F97E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F9513C0-A14B-41DA-A410-3520410A9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410916F-7E62-4F13-BA9D-A41238C39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C6E0DBA-EE27-4223-8CF2-FA4093985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6D4AD96-98BB-404D-BBAF-120E79206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60AE48E-2DA5-4395-9BBF-3F3850477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mental addition and subtraction strategies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2BBA62A-70A6-4D6A-873E-E464508E7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10191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two mental methods for 1,000,000 - 456,789.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10B5F6F-C14A-4367-B25F-817F31CB7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143250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860824F-B210-4BCB-83D2-AB6A4C229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143375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A5F995A-1BE1-4AFC-AA69-68B146EAF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1435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543,211. Methods may include complementing or partitioning.</a:t>
            </a:r>
          </a:p>
        </p:txBody>
      </p:sp>
    </p:spTree>
    <p:extLst>
      <p:ext uri="{BB962C8B-B14F-4D97-AF65-F5344CB8AC3E}">
        <p14:creationId xmlns:p14="http://schemas.microsoft.com/office/powerpoint/2010/main" val="681110289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</p:bldLst>
  </p:timing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6913D39-7252-4919-B1DF-12AD97C43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E60EAAD-AC10-481A-9F52-49FAE9BAA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CFA481B-405D-4A7A-B84F-ACC9D2A3F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5E5E4F3-ED86-4D76-BF5A-EC93FD380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851F8B7-5309-4518-BE0F-C93791ACB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FB3E410-B8C7-4EC4-A1D2-E63DBA0C0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9DD95CF-5888-49D8-8845-EB1F44056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3556F25-8768-48A5-838F-B263A399B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71A3FB2-A62F-4C30-9794-6072C923C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mental addition and subtraction strategies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19B595C-2FA3-4088-9BEF-14A494224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76375"/>
            <a:ext cx="666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Try this example independently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007C595-DF4C-4FE4-894A-3A77D15D7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47875"/>
            <a:ext cx="68580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58CA8A3-8B24-47A8-84E7-8C85032B5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00300"/>
            <a:ext cx="61150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675,450 + 99,999.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A800F76-9985-42E3-B5E3-645266ADE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95750"/>
            <a:ext cx="581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Show your method and check your answer.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429A373-CD92-457F-8B24-E3480EB06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666875"/>
            <a:ext cx="2619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B055E66-17A6-44F8-93DB-69A681210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190750"/>
            <a:ext cx="3048000" cy="2714625"/>
          </a:xfrm>
          <a:prstGeom xmlns:a="http://schemas.openxmlformats.org/drawingml/2006/main" prst="roundRect">
            <a:avLst>
              <a:gd name="adj" fmla="val 280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4288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8F2CC38-9AD2-4C1C-9418-D7B7260B3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619375"/>
            <a:ext cx="2381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775,449.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8FDBCAF-A745-4D62-A8D5-E6F79D9DE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000500"/>
            <a:ext cx="2381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825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how you know.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D35888A-11C8-47C8-8F40-28D390761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334000"/>
            <a:ext cx="781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answer appears on click after pupils have committed.</a:t>
            </a:r>
          </a:p>
        </p:txBody>
      </p:sp>
    </p:spTree>
    <p:extLst>
      <p:ext uri="{BB962C8B-B14F-4D97-AF65-F5344CB8AC3E}">
        <p14:creationId xmlns:p14="http://schemas.microsoft.com/office/powerpoint/2010/main" val="1149585217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</p:bldLst>
  </p:timing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7571F99-499D-4F61-A913-527CC9D86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F04E1EE-12D5-44A3-A106-9FCA71B8E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94150CD-338D-4C86-826F-D08F0DA11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1678AAF-B956-45A7-9FB9-953E8D7FD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08E7123-0A35-4F57-8D0C-DC65867BF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63F3F1B-D351-4724-A091-3F0F05CB9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51F568D-6BAC-475E-82EE-446BD3BB0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C34C8F9-1731-4375-852A-291BBAE55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33A93AD-96DA-4CB2-A0D2-52C46C4DA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mental addition and subtraction strategies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BE11DB3-40BC-4266-8E75-4E364AC5F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8230C4A-9BCD-48AD-8A14-B75419C46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13C1CDA-3DD2-4193-BD1A-149A1DB45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52DD757-7312-44A0-9F95-830317727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675,450 + 99,999.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2637200-43B0-4E21-8DF0-F3E35B014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BFA9450-415D-4C2C-976C-342A885EF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0B9BBAA-C1A7-4150-BA12-8273487AC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007D6CB-EC09-4031-801F-44F4CC91C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adds 500,000 instead of 499,999 and forgets to adjust.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3195539-1A91-4849-B51D-42F522587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96117F6-7C44-4D1C-84FF-1081D48B8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BDBD65F-B2B8-4B5A-9274-D694AFBFC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253C858-BCF3-4206-BFBE-50663E566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F130AB7-2446-40F4-BEAA-E4932E45F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1725723156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2026-09-09T22:14:15.0240000Z</dcterms:created>
  <dcterms:modified xsi:type="dcterms:W3CDTF">2026-09-09T22:14:15.0240000Z</dcterms:modified>
</coreProperties>
</file>