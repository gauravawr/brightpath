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402,002. | Notice the number structure before choosing a method. | Compensate by subtracting 1 after adding 500,000.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499,999 + 235,678 mentally. Answer: 735,677.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402,002.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Compensate by subtracting 1 after adding 500,000.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402,002..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775,449..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543,211. Methods may include complementing or partitioning.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802,000 - 399,998 mentally. Expected: Calculate 675,450 + 99,999. Higher: Explain two mental methods for 1,000,000 - 456,789.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775,449. | Compensate by subtracting 1 after adding 500,000.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CDEA0EC-30FD-4333-9968-5638D336B0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9D0F1A-09A8-47F2-BA60-147BB4782CAB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76A2C60-3EE8-4F04-B3E1-7D35920C6D56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C8F19B-CFC3-4914-973A-6E6C7983E72F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E017F0-9097-49C6-8100-BDD11EABA638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7  |  Day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4015A4-9131-4AF7-9749-7424E8561CB6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42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66BAFB4-39E1-4E40-B897-5354CB02197E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D72A68-8B42-4AC2-9E8F-D207627C95D5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2E4696-8873-4778-9914-A94E2AF07F52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157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mentally with large numbers using efficient strategies.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BBD667-F40A-42CA-BE26-C8E36C0B5C56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612F96-A720-42FB-AFB9-5FFEFABDDD82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B50C4C-CB31-4244-BF91-8C6966D659E0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7476293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F64E3C4-A445-4034-B574-CE65AFFDD4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536DB4-7E0F-4E2E-B7D2-07C1C1AC6BF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EBEC24-7EE7-4273-A6CD-BCF0503A4D9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60F3C6C-240C-45B3-88A8-F5BB5CC6796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CE8127-2C12-4382-B4E4-7B34D3FE7A4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D925EBC-2A5A-4551-80D2-195EA1EC5F0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65CAD4-636F-4F4E-AC45-84EB64EA374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4E0701-11A4-4822-BBF7-805B488F286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B5C7A2-EFD4-40B0-9A69-53CF26F3BA4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8624E5-B7A2-4140-9CFE-FC88D415F13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6D9E898-C530-43DF-8176-622B24FF043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BDB0A6-243B-4CDC-A9A6-B66D8BA32AA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4686054-28F5-4A6A-AA3D-DC15636102A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0CE50E-3662-4559-BD3D-560B687D426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22019E5-2AC2-4F08-884F-D50BF9585B5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4B4DE5D-9317-487E-B119-B6A511650F7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A53F2F-292F-43C8-8D8A-270CC50332A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0BACD3-F95D-4A20-811A-67D4BB08EEA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802,000 - 399,998 mentally.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711B98D-FA91-49B1-A46A-D3EA8D882EF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A2A2F54-A05C-44DE-AAF9-1B5D1539C0B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5663F67-D13A-4BC9-8B2E-D0C9C4BDF6F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0640A8C-1BFB-4417-A2DD-CD026F00E4D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499,999 + 235,678 mentally.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53AFD7D-A773-4444-9605-4F737C96308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532754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265475B-F950-4994-9C39-B09F7CD73F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9B0734-FCF6-48D0-A46B-8F1D906E853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06A858-F2FE-403E-A2B0-85771436D35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DD2D5F5-A0B0-4B47-A9B8-567CA9BF42F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718E19-5ED4-4B98-8B4F-E6D687A239C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03D233-B071-46F7-9A9A-1BAF12F7081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4A74A7-D1C5-430A-B06E-826C3550558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1E19DC-C905-4259-9F48-39C86F3930A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FDD291-8C19-4E81-9280-ACC34430535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1C08AD-1E14-4116-86B2-B328820DE24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CC62EE-E444-4869-A6F3-2ABF2EF06DBA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mentally with large numbers using efficient strategies.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C490E-0660-4F95-BF0A-BDBDF70B670A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07A8AE-E39B-463B-8F1F-8DB5FFC3B821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37ED56-27F9-463E-8FB0-ACC6CF547C8B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86A34D-F1DE-4E85-969D-64AD3E50908C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CABD32-6A52-4639-BD8A-DF3EF43232FF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1581899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0A9515E2-299A-4C2B-AB61-15F873AA10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35C3A2-DE19-4476-95F4-4F1B8405859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6E4219-A544-4B06-B137-5677B5E232C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48705A-910B-44D6-B477-8D118D1CECE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323D5A-A015-4F2E-941B-9C8C025C485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E12374-5E62-4B7D-B3E2-B3015E7CD96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ACF70E-BA48-42AE-AAAF-7E029A2D4CE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462626-23D2-4B1D-9568-97ADF2B6DDE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748764-FCFB-484A-88E7-1CD3081C96C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0FBB47-00D5-469C-9316-9EE485DCBD5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1EFE53-81B5-406E-AD5A-F0D4F633CEF3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499,999 + 235,678 mentally.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B178EF-C972-4B41-8ABF-C6243D613EA7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8918C96-0AAF-4018-A213-E2D988C6A87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5FB087-4492-4A82-9984-E1B60A6840AD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850895-5A85-49D2-88D2-D28A00D43B15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Notice the number structure before choosing a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44D7FE7-7280-41D8-8ACA-B6C74797859F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A436F70-30F6-405D-8644-C387E7F7945F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3167C23-912C-43B7-9643-0B44D125C7A5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32E431D-F927-4347-95B7-048478031A4D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 known fact, partition or compensation to calculate efficiently.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2A8F4F-B267-4B90-8737-CDD1BB5ADD53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BA3C2CE-718C-4876-9631-4DC3130F779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059A50C-3414-4EB5-8D92-5D9E52B74688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6608C0-9508-4D29-8907-83C52102AD98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size of the result using estimation or an inverse operation.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4534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B09D40B-4AB2-4521-81CE-07D980087A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BA4C8FC-DB61-4677-BB7B-8126DF8F628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E26549-2EA7-4BE4-A5F8-4F8FF27D09E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29E84B7-4A33-4B7F-8617-7B3A665BE9C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FFDB99-9C40-4C39-8F12-E113A5CE2DF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D47CB5-B2DB-4429-B2EB-BC179C7FB08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F9029E-4DCA-448B-AA7A-1126ABE81B0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68FC68-44C5-46CE-9D04-B3695BAF714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E52EE4-DCF8-453D-B349-3216A8E7D7C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030821-EA7D-44F0-B536-29BCF359184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A082F7-AC86-433B-9F6C-41658FCF22B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D4A3301-07C8-45FD-B1CA-5A2B4CB70E0A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735,677.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E49EB2-85A3-4889-AFE9-23E6C7E9410C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023C77-36C8-4902-9C72-8713B36138E7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E3F14D-C856-4C17-AA69-A7433AB2E73D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19687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D7136D1-307D-42BF-BFD5-94FCE8F3D1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6C7616-6FEB-4B93-A7B4-83CFB5249AE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57486F-B8AB-413D-8AAD-431C862C69C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22D28EE-DE0B-4182-A33D-035628A6713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608D18-72F8-4EFD-91EB-ED1151284B2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DE8D8A-BB27-456F-AC8E-A6713F31037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D5AB79-D54F-45E4-A6D9-710BE5F09CB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3AF831-7554-47B9-A4F1-CE470BAC10C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71CAE5-1091-4610-8D92-7901FF89531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F7015D-4DE6-477D-997A-82A5FC5579C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8E8198-E8C4-4766-8513-422AA743B7B1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802,000 - 399,998 mentally.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C56567-F9BD-428A-8928-52015B80139B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9F2E7F-181C-47F6-BC05-684F36F0BE58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2346C2-D267-48D7-B421-7AEFA22192D6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201FC5-CC2B-4FD9-BEF7-9CD6D895BF22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83E14D1-C429-4462-AF44-EA3739F84360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402,002.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51078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103A4AA-26C0-49E1-8F69-43EA7E2CCEE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7B63C8-6F50-4D33-B66E-6A853DB85D0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E33D30-E07B-41F3-8D58-9366E7F04E4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24A9B62-59C1-4905-A83C-531237BF34C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BC5A8A-B9DF-4C48-A653-2A75F8311E2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C13C4D-E0F6-43BD-985C-E285614D2E9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EE2B40-7D17-4C74-9447-9144C510D21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C64C-707C-4591-A2A6-5A8BA9F56AD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F4D454-4AB7-4442-976C-180B813EE33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4E7F15-4A4F-40D1-A69E-C60E166091F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8437B1F-84BD-450B-8622-E4C8932CB807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F03585-0D6D-4BD8-A347-BB026E9B0672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500,000 instead of 499,999 and forgets to adjust.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132F63-75B8-45C4-9BC5-860E159669F8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962ED5-E868-4118-8D7D-F537E76A2D9B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E3BAB2-DA57-4A68-B69A-1C4A900AC672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Compensate by subtracting 1 after adding 500,000.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03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05AD028-D48A-44A0-A7AF-AC95E77964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4E9A29-062C-46C8-94E9-9E0CCB553EF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38707A-DFDD-4F7A-979E-B1F5ADB1465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6B6D452-2C9A-4A77-8C91-1E8524C86C7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A774B4-0BD6-4A29-9AA9-850DE0A8A26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53C53B-946D-473A-8DF1-CCC819AB4D5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A750B3-775C-4AE3-B26A-1C7A9D69679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AA65EC-4B88-42D4-B036-CABF59B30F4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C798A9-9994-4998-BC64-6254DD11B94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8A9587-F7D9-4423-83AD-42F20AE85FE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0929E9C-3F64-4976-9992-2ABD010B7F0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1E94EAC-E0B3-4B20-A277-27FAFEB889D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D5BE6C1-6A13-4183-A1CA-21716B588B7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00EA15-7EC7-4CBB-897E-167D3E99DD2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802,000 - 399,998 mentally.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133B318-3EED-4039-82BA-16D11BDC28D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20E921-2FBC-4721-817A-89B0F4BE0BA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3BE14E-98D4-4E71-B827-ACD9FB5B637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5D2B4A-AC3D-4C3D-8B1F-B40638E90FD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09DE53D-58EF-4919-AF0C-54C3DA685D4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DB297E8-C0D4-4650-ACC3-2A4E9874D5C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17F546-A918-497E-9166-F36857B1782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826309-4CDA-4F90-9771-6C556095CB2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402,002.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7B1D75-C4A4-4CA3-A8E7-66D17BBA151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24486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A5FDC61-80AC-45AE-8D10-5C2FEBDF9E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625267-7D74-4DD4-AA5A-9CAC19E8731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4D5CD2-4F74-466B-8129-7D9472073B2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A3A37F8-2C8A-4018-864B-2EAB0934E71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368952-57F4-4FA3-8F98-20E4D3688F6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0EED7-25DA-4101-9A1C-94AA8365F45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99394C-72B5-4B68-88D5-8F9D4F31C88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3C136F-3F2A-476C-949B-1EEB99DFAF6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96D135-8C0A-47F2-94E7-C4DC2C268A9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6CC77F-BFDA-44B6-971D-37535B69DB5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CDE09F9-1B68-497D-B287-6CA41D87111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2A476E3-2EC9-4D73-8C38-DE831390A3A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458BB5-603D-4B68-A290-6B6FBEE5124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D13B3F-47F2-45BE-A61B-D25DC35B8FB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675,450 + 99,999.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956EF00-7277-4D74-8F60-BB59936E543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79F7700-51EF-4EC2-B5A3-0C4BAE79CE3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ACF717-9879-43E9-A595-1637C3391BF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ADB0B6-7389-4BA3-A290-DBEE972FA25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D88DBBC-B4D2-405A-A76B-04CC5CA282C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8B9B61C-97A0-44A6-97D9-4ED69A06A40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41C687-40F7-40BA-85A1-0C0C63549BA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3656C0F-BFA2-4873-A386-A84F0BFE0BC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0395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55EFCB1-1146-462C-8810-094C01A401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7B059D-F362-47B8-9CCF-CD724BBA115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15BC0E-8EF5-4B84-8978-4E089899DE5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5743C76-5C78-4AF9-8E74-CC8306A9ADF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8E2B7A-AAA2-4E72-BD8A-3C1D9572BF5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365D87-B266-4A0E-ACE1-5A40777079F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DA9BD7-AB85-4B9D-9B80-1F7B0DDC321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93ED8A-B674-4E33-98EA-042E4FBB355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A3670C-C4D7-49F6-88A3-69F7D9DCD7D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A3C43C-A927-4F11-A644-2238158EC09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573567-0522-43FE-B022-22BF16A27096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two mental methods for 1,000,000 - 456,789.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1B28CF-B6D1-4A0E-9F1F-FAF1729A106F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631821-680F-43F8-955D-E5581C9E4C1F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8038A2-B5D4-4B32-8560-713E30BE143D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543,211. Methods may include complementing or partitioning.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3805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131D0091-68F1-4B53-BFF3-EF0441CDF1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91EA154-6F9C-42AF-8560-7E55776CDEB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379F2A-1FD7-487F-BDA3-5AE53A5B479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DBBAAFA-B26E-4794-861C-6C7140123E3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FAC665-BD66-467B-8DA2-92A2CBBC50E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9A65E4-D1D2-4DC4-8F38-F6C06575888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1910B1-AA2E-49C5-A799-28C46F278DD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1594B7-32C7-40CB-9354-102C6C17601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7B2437-E401-447E-BCFB-5F933FD2E34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237E0-C438-45A9-AAC5-D8BCC73EFC6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CD595C-F182-41FE-BBDD-831BF0621987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0E2AC14-EC44-4E30-8B9D-31783FE2F3D1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8CE62A-4B46-42F9-9817-26321D76F814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97745F-614A-483C-A2DC-EAEBDF7B598C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C68253-7EEB-4C39-9C7F-962500BDEF42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BC651A-77E4-49E3-AE7A-D6DAA804D34A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84C96C3-4E5B-46AE-B0C6-310D90FDC49A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F490DC-E1AA-4C26-9970-163355CAAC57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230993-227C-457E-9C2F-91037A06006A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513175-6E4F-4EF0-8559-048169912BDC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825210-006C-467B-BD0D-30CCF246572E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0AF96FC-8567-4148-820A-9E82F8823461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0C1022-783B-4346-B930-74F65C9C3488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324EC76-9EB2-4D6A-B4E6-24F181FEECDE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500F6F8-517E-4A6E-9196-B451C4B90AD7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6964BD5-FE36-45BC-AA2D-427855A21964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20542468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599E01B-F0B5-46CE-9CF2-59789B52AF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C458D-E81D-4F9C-AC8B-C8CA5B920F6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9C8C04-8B6A-4A38-8577-B4A20F07C40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5DF72CC-F750-4A5D-9EAD-CC471C9FB8F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3836CB-C003-4351-A8CB-E32D1D1512F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159AE8-DCF7-42F9-ACFE-ECF5AF3D0F5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C677E3-4981-4EFF-BB5F-6E797CF3EAD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E3FB42-61BB-4ED3-A3E7-DBD45E0D65E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9659C4-C694-4F79-A5A6-1538D2E0E9A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FB5827-9325-41B6-9196-4E183F2D377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39649BD-D2D2-4B29-B87A-6BA9054E74B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4BD0386-B805-4DF3-95D2-70F91C17785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84F120-DD1D-4201-B5DD-89BF4C1D599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34B9E8-90C1-4422-B44A-F2C6062E806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675,450 + 99,999.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EAA0F8A-104B-449B-8C8B-33E22129694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85F49CD-C8A6-46D0-80C0-450373DDC83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1A2961-1355-42CD-B6C5-3654B60417F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05F28FB-3855-47F4-B5FF-C1513FC6F85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500,000 instead of 499,999 and forgets to adjust.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D54E7A5-B8F8-49F8-8D9C-478BC607B2A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6059A9C-93AD-45C3-BBF3-F704024A31C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EEB55C3-AB32-4989-9B4A-BC8B48B469B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2474CA-05AD-40F7-9363-DBD3F8DC925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475449C-B244-4B81-9107-5D489E06C02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3170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1270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2026-09-08T22:37:19Z</dcterms:created>
  <dcterms:modified xsi:type="dcterms:W3CDTF">2026-09-08T22:49:02Z</dcterms:modified>
</cp:coreProperties>
</file>