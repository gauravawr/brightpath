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Use mental addition and subtraction strategies.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addition and subtraction strategies.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2BBEEE2A-D104-4BF2-8B7E-5ECCD4E48213}"/>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3281" b="1">
                <a:solidFill>
                  <a:srgbClr val="1D4ED8"/>
                </a:solidFill>
                <a:latin typeface="Arial"/>
                <a:ea typeface="Arial"/>
                <a:cs typeface="Arial"/>
              </a:defRPr>
            </a:pPr>
            <a:r>
              <a:rPr sz="3281" b="1">
                <a:solidFill>
                  <a:srgbClr val="1D4ED8"/>
                </a:solidFill>
                <a:latin typeface="Arial"/>
                <a:ea typeface="Arial"/>
                <a:cs typeface="Arial"/>
              </a:rPr>
              <a:t>Use mental addition and subtraction strategies</a:t>
            </a:r>
          </a:p>
        </p:txBody>
      </p:sp>
      <p:sp>
        <p:nvSpPr>
          <p:cNvPr id="2" name="object-2">
            <a:extLst>
              <a:ext uri="{FF2B5EF4-FFF2-40B4-BE49-F238E27FC236}">
                <a16:creationId xmlns:a16="http://schemas.microsoft.com/office/drawing/2014/main" id="{B876F623-926E-46A8-B84E-4C2499E082F5}"/>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0F7A511D-4149-47A6-B4D9-30D92D62DF7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226D401-1456-4238-AEF0-395F0871A22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5" name="object-5">
            <a:extLst>
              <a:ext uri="{FF2B5EF4-FFF2-40B4-BE49-F238E27FC236}">
                <a16:creationId xmlns:a16="http://schemas.microsoft.com/office/drawing/2014/main" id="{1F08F356-D22E-4AC1-BA36-23F97CC12FF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8B95B876-2BB4-4D0B-97DE-FE5A67A8615F}"/>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calculate mentally with large numbers using efficient strategies.</a:t>
            </a:r>
          </a:p>
        </p:txBody>
      </p:sp>
    </p:spTree>
    <p:extLst>
      <p:ext uri="{BB962C8B-B14F-4D97-AF65-F5344CB8AC3E}">
        <p14:creationId xmlns:p14="http://schemas.microsoft.com/office/powerpoint/2010/main" val="553395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40E7AC1C-F00C-4EDA-9915-2B8BCD97C9A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E64AA31-6926-4D07-B50B-FA3974C2841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499,999 + 235,678 efficiently.</a:t>
            </a:r>
          </a:p>
        </p:txBody>
      </p:sp>
      <p:sp>
        <p:nvSpPr>
          <p:cNvPr id="3" name="object-3">
            <a:extLst>
              <a:ext uri="{FF2B5EF4-FFF2-40B4-BE49-F238E27FC236}">
                <a16:creationId xmlns:a16="http://schemas.microsoft.com/office/drawing/2014/main" id="{691B4ABE-BADE-49E7-9FB0-1CA77A3C97D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4C5B20B-2E7F-4099-BD96-827896D24B7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5" name="object-5">
            <a:extLst>
              <a:ext uri="{FF2B5EF4-FFF2-40B4-BE49-F238E27FC236}">
                <a16:creationId xmlns:a16="http://schemas.microsoft.com/office/drawing/2014/main" id="{0291EFE0-B28B-447C-95D4-827E8EC39FE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803FDF76-8AA4-4497-BF58-897F61139EE1}"/>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500,000 + 235,678 =</a:t>
            </a:r>
          </a:p>
        </p:txBody>
      </p:sp>
      <p:sp>
        <p:nvSpPr>
          <p:cNvPr id="7" name="object-7">
            <a:extLst>
              <a:ext uri="{FF2B5EF4-FFF2-40B4-BE49-F238E27FC236}">
                <a16:creationId xmlns:a16="http://schemas.microsoft.com/office/drawing/2014/main" id="{2A9A0A8E-C755-4388-8842-9FDB6F5F5DAA}"/>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735,678</a:t>
            </a:r>
          </a:p>
        </p:txBody>
      </p:sp>
      <p:sp>
        <p:nvSpPr>
          <p:cNvPr id="8" name="object-8">
            <a:extLst>
              <a:ext uri="{FF2B5EF4-FFF2-40B4-BE49-F238E27FC236}">
                <a16:creationId xmlns:a16="http://schemas.microsoft.com/office/drawing/2014/main" id="{828FEF5D-5030-4864-BD02-B9BF818174FD}"/>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735,678 − 1 =</a:t>
            </a:r>
          </a:p>
        </p:txBody>
      </p:sp>
      <p:sp>
        <p:nvSpPr>
          <p:cNvPr id="9" name="object-9">
            <a:extLst>
              <a:ext uri="{FF2B5EF4-FFF2-40B4-BE49-F238E27FC236}">
                <a16:creationId xmlns:a16="http://schemas.microsoft.com/office/drawing/2014/main" id="{5777EE55-3D45-446B-B67A-6CC01B5035C8}"/>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735,677</a:t>
            </a:r>
          </a:p>
        </p:txBody>
      </p:sp>
    </p:spTree>
    <p:extLst>
      <p:ext uri="{BB962C8B-B14F-4D97-AF65-F5344CB8AC3E}">
        <p14:creationId xmlns:p14="http://schemas.microsoft.com/office/powerpoint/2010/main" val="61942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1B075D04-C60B-4F35-974B-9A44461498A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54602DD-968B-445C-A624-D34570B52F1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334D05A-9B7F-4147-BD3B-DD755E8CAC0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499,999 + 235,779 efficiently.</a:t>
            </a:r>
          </a:p>
        </p:txBody>
      </p:sp>
      <p:sp>
        <p:nvSpPr>
          <p:cNvPr id="4" name="object-4">
            <a:extLst>
              <a:ext uri="{FF2B5EF4-FFF2-40B4-BE49-F238E27FC236}">
                <a16:creationId xmlns:a16="http://schemas.microsoft.com/office/drawing/2014/main" id="{66EC3A0A-9481-4BA1-9B49-6FA759F8961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F4F89A3-28C3-413B-AB31-0A49BB930EE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6" name="object-6">
            <a:extLst>
              <a:ext uri="{FF2B5EF4-FFF2-40B4-BE49-F238E27FC236}">
                <a16:creationId xmlns:a16="http://schemas.microsoft.com/office/drawing/2014/main" id="{F583328F-AC16-4B0E-BCC9-BE2DB7F7126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E953C96A-3101-4A42-9287-0DF1E1A56766}"/>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500,000 + 235,779 =</a:t>
            </a:r>
          </a:p>
        </p:txBody>
      </p:sp>
      <p:sp>
        <p:nvSpPr>
          <p:cNvPr id="8" name="object-8">
            <a:extLst>
              <a:ext uri="{FF2B5EF4-FFF2-40B4-BE49-F238E27FC236}">
                <a16:creationId xmlns:a16="http://schemas.microsoft.com/office/drawing/2014/main" id="{DDA68AC5-B6E3-4249-BD08-714EB0279DB8}"/>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735,779</a:t>
            </a:r>
          </a:p>
        </p:txBody>
      </p:sp>
      <p:sp>
        <p:nvSpPr>
          <p:cNvPr id="9" name="object-9">
            <a:extLst>
              <a:ext uri="{FF2B5EF4-FFF2-40B4-BE49-F238E27FC236}">
                <a16:creationId xmlns:a16="http://schemas.microsoft.com/office/drawing/2014/main" id="{B3E482AF-5710-496A-B4CF-0EF638725BFE}"/>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735,779 − 1 =</a:t>
            </a:r>
          </a:p>
        </p:txBody>
      </p:sp>
      <p:sp>
        <p:nvSpPr>
          <p:cNvPr id="10" name="object-10">
            <a:extLst>
              <a:ext uri="{FF2B5EF4-FFF2-40B4-BE49-F238E27FC236}">
                <a16:creationId xmlns:a16="http://schemas.microsoft.com/office/drawing/2014/main" id="{558B9DA6-E663-4D0D-AC36-C40ADBD0390A}"/>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735,778</a:t>
            </a:r>
          </a:p>
        </p:txBody>
      </p:sp>
    </p:spTree>
    <p:extLst>
      <p:ext uri="{BB962C8B-B14F-4D97-AF65-F5344CB8AC3E}">
        <p14:creationId xmlns:p14="http://schemas.microsoft.com/office/powerpoint/2010/main" val="53890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EF07BF53-C003-4CA6-A864-8BB51AA3C19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F3DBFF8-85C8-42B3-87FC-1B7D972956A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499,999 + 235,880 efficiently.</a:t>
            </a:r>
          </a:p>
        </p:txBody>
      </p:sp>
      <p:sp>
        <p:nvSpPr>
          <p:cNvPr id="3" name="object-3">
            <a:extLst>
              <a:ext uri="{FF2B5EF4-FFF2-40B4-BE49-F238E27FC236}">
                <a16:creationId xmlns:a16="http://schemas.microsoft.com/office/drawing/2014/main" id="{79E867B2-1F77-4AC0-9A3E-68B46DE6A07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A25E8E4-85EF-44BE-BFA5-66F3307C9DE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5" name="object-5">
            <a:extLst>
              <a:ext uri="{FF2B5EF4-FFF2-40B4-BE49-F238E27FC236}">
                <a16:creationId xmlns:a16="http://schemas.microsoft.com/office/drawing/2014/main" id="{6087FEEE-6C38-49A3-8AFB-3FC2655C465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0B2E2939-D375-4C41-AA43-7AA2B6C4AAAE}"/>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500,000 + 235,880 =</a:t>
            </a:r>
          </a:p>
        </p:txBody>
      </p:sp>
      <p:sp>
        <p:nvSpPr>
          <p:cNvPr id="7" name="object-7">
            <a:extLst>
              <a:ext uri="{FF2B5EF4-FFF2-40B4-BE49-F238E27FC236}">
                <a16:creationId xmlns:a16="http://schemas.microsoft.com/office/drawing/2014/main" id="{6CADACCB-CF6F-4F57-BDED-FA7272AAB65B}"/>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735,880</a:t>
            </a:r>
          </a:p>
        </p:txBody>
      </p:sp>
      <p:sp>
        <p:nvSpPr>
          <p:cNvPr id="8" name="object-8">
            <a:extLst>
              <a:ext uri="{FF2B5EF4-FFF2-40B4-BE49-F238E27FC236}">
                <a16:creationId xmlns:a16="http://schemas.microsoft.com/office/drawing/2014/main" id="{3F058E3A-F955-4430-BF3C-50A2AFAE6855}"/>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735,880 − 1 =</a:t>
            </a:r>
          </a:p>
        </p:txBody>
      </p:sp>
      <p:sp>
        <p:nvSpPr>
          <p:cNvPr id="9" name="object-9">
            <a:extLst>
              <a:ext uri="{FF2B5EF4-FFF2-40B4-BE49-F238E27FC236}">
                <a16:creationId xmlns:a16="http://schemas.microsoft.com/office/drawing/2014/main" id="{D330B316-0F6D-447A-AB1B-CC338A46ED71}"/>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735,879</a:t>
            </a:r>
          </a:p>
        </p:txBody>
      </p:sp>
    </p:spTree>
    <p:extLst>
      <p:ext uri="{BB962C8B-B14F-4D97-AF65-F5344CB8AC3E}">
        <p14:creationId xmlns:p14="http://schemas.microsoft.com/office/powerpoint/2010/main" val="100784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53199313-E48F-4D75-9A2E-4374E2DB600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942C18C5-5130-4D93-BC42-0646B22B826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307778B-0BCE-4558-8026-959434FC08B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499,999 + 235,981 efficiently.</a:t>
            </a:r>
          </a:p>
        </p:txBody>
      </p:sp>
      <p:sp>
        <p:nvSpPr>
          <p:cNvPr id="4" name="object-4">
            <a:extLst>
              <a:ext uri="{FF2B5EF4-FFF2-40B4-BE49-F238E27FC236}">
                <a16:creationId xmlns:a16="http://schemas.microsoft.com/office/drawing/2014/main" id="{DD9313AF-96E2-4FF6-8703-BCC3445F0B5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4E3A579-9481-4CEC-B3A3-1A595DBA56D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6" name="object-6">
            <a:extLst>
              <a:ext uri="{FF2B5EF4-FFF2-40B4-BE49-F238E27FC236}">
                <a16:creationId xmlns:a16="http://schemas.microsoft.com/office/drawing/2014/main" id="{1615B783-0220-4289-8CEC-C861EE8F3DD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1108E3CE-28BC-411B-8A8D-756835EF5EBD}"/>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500,000 + 235,981 =</a:t>
            </a:r>
          </a:p>
        </p:txBody>
      </p:sp>
      <p:sp>
        <p:nvSpPr>
          <p:cNvPr id="8" name="object-8">
            <a:extLst>
              <a:ext uri="{FF2B5EF4-FFF2-40B4-BE49-F238E27FC236}">
                <a16:creationId xmlns:a16="http://schemas.microsoft.com/office/drawing/2014/main" id="{D66B9504-1D20-4555-8DC2-12001D8FA9B4}"/>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735,981</a:t>
            </a:r>
          </a:p>
        </p:txBody>
      </p:sp>
      <p:sp>
        <p:nvSpPr>
          <p:cNvPr id="9" name="object-9">
            <a:extLst>
              <a:ext uri="{FF2B5EF4-FFF2-40B4-BE49-F238E27FC236}">
                <a16:creationId xmlns:a16="http://schemas.microsoft.com/office/drawing/2014/main" id="{38EEB1B7-E024-438C-839C-75BEC047BED7}"/>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735,981 − 1 =</a:t>
            </a:r>
          </a:p>
        </p:txBody>
      </p:sp>
      <p:sp>
        <p:nvSpPr>
          <p:cNvPr id="10" name="object-10">
            <a:extLst>
              <a:ext uri="{FF2B5EF4-FFF2-40B4-BE49-F238E27FC236}">
                <a16:creationId xmlns:a16="http://schemas.microsoft.com/office/drawing/2014/main" id="{D722EE75-FCDC-49E8-9132-60ABD1C5E913}"/>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735,980</a:t>
            </a:r>
          </a:p>
        </p:txBody>
      </p:sp>
    </p:spTree>
    <p:extLst>
      <p:ext uri="{BB962C8B-B14F-4D97-AF65-F5344CB8AC3E}">
        <p14:creationId xmlns:p14="http://schemas.microsoft.com/office/powerpoint/2010/main" val="18464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074008BD-5C49-4C76-A7B8-8FFB64E0DD7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98D96D4-4759-4F03-A003-75376FCFF84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AD9E6A0-1DF4-460C-983A-346687E2DA3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7C7ED452-D055-42DC-B1AA-45F1847E2BB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801F885-F1BE-478A-B2B1-7173D3C0E40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6" name="object-6">
            <a:extLst>
              <a:ext uri="{FF2B5EF4-FFF2-40B4-BE49-F238E27FC236}">
                <a16:creationId xmlns:a16="http://schemas.microsoft.com/office/drawing/2014/main" id="{D4063F3C-CE2D-4CBC-B0D5-674A9D82B07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D5CB8FE9-161D-4ED5-BFFB-5A01C9EBDF33}"/>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A6D70CA7-2BA6-4A92-B9FB-F936856DB34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499,999 + 235,678 mentally.</a:t>
            </a:r>
          </a:p>
        </p:txBody>
      </p:sp>
      <p:sp>
        <p:nvSpPr>
          <p:cNvPr id="9" name="object-9">
            <a:extLst>
              <a:ext uri="{FF2B5EF4-FFF2-40B4-BE49-F238E27FC236}">
                <a16:creationId xmlns:a16="http://schemas.microsoft.com/office/drawing/2014/main" id="{BC02FA94-5976-439C-A22B-29AEDA433100}"/>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8A6A9241-9CF4-4AE4-8035-E2271A377704}"/>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802,000 - 399,998 mentally.</a:t>
            </a:r>
          </a:p>
        </p:txBody>
      </p:sp>
      <p:sp>
        <p:nvSpPr>
          <p:cNvPr id="11" name="object-11">
            <a:extLst>
              <a:ext uri="{FF2B5EF4-FFF2-40B4-BE49-F238E27FC236}">
                <a16:creationId xmlns:a16="http://schemas.microsoft.com/office/drawing/2014/main" id="{2F97F13F-EB8B-4029-9F43-12CCB1E923D1}"/>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5F9FDDFE-0656-4AC9-85F9-1A21C8C7C045}"/>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675,450 + 99,999.</a:t>
            </a:r>
          </a:p>
        </p:txBody>
      </p:sp>
      <p:sp>
        <p:nvSpPr>
          <p:cNvPr id="13" name="object-13">
            <a:extLst>
              <a:ext uri="{FF2B5EF4-FFF2-40B4-BE49-F238E27FC236}">
                <a16:creationId xmlns:a16="http://schemas.microsoft.com/office/drawing/2014/main" id="{994D8A29-3894-4145-B991-52175F4F4A76}"/>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3A29358B-C37C-4B9A-AB3B-313702211AD1}"/>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Calculate 499,999 + 235,678 mentally.</a:t>
            </a:r>
          </a:p>
        </p:txBody>
      </p:sp>
      <p:sp>
        <p:nvSpPr>
          <p:cNvPr id="15" name="object-15">
            <a:extLst>
              <a:ext uri="{FF2B5EF4-FFF2-40B4-BE49-F238E27FC236}">
                <a16:creationId xmlns:a16="http://schemas.microsoft.com/office/drawing/2014/main" id="{E3434DAC-96D4-4BC7-9623-E7F2124E8DD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DAA2DD57-89B5-4248-8234-670376F3260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Calculate 802,000 - 399,998 mentally.</a:t>
            </a:r>
          </a:p>
        </p:txBody>
      </p:sp>
      <p:sp>
        <p:nvSpPr>
          <p:cNvPr id="17" name="object-17">
            <a:extLst>
              <a:ext uri="{FF2B5EF4-FFF2-40B4-BE49-F238E27FC236}">
                <a16:creationId xmlns:a16="http://schemas.microsoft.com/office/drawing/2014/main" id="{EC80AC8F-8BD6-489D-91BE-8FA3E3C6EC4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6FC21635-3350-4E6A-944C-71755B94D1D3}"/>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Calculate 675,450 + 99,999.</a:t>
            </a:r>
          </a:p>
        </p:txBody>
      </p:sp>
      <p:sp>
        <p:nvSpPr>
          <p:cNvPr id="19" name="object-19">
            <a:extLst>
              <a:ext uri="{FF2B5EF4-FFF2-40B4-BE49-F238E27FC236}">
                <a16:creationId xmlns:a16="http://schemas.microsoft.com/office/drawing/2014/main" id="{C664328C-226A-4ABB-80F3-3947DAC73EEF}"/>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99FF6DDB-BE20-48EF-86F5-D3028C63A7F7}"/>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Explain two mental methods for 1,000,000 - 456,789.</a:t>
            </a:r>
          </a:p>
        </p:txBody>
      </p:sp>
      <p:sp>
        <p:nvSpPr>
          <p:cNvPr id="21" name="object-21">
            <a:extLst>
              <a:ext uri="{FF2B5EF4-FFF2-40B4-BE49-F238E27FC236}">
                <a16:creationId xmlns:a16="http://schemas.microsoft.com/office/drawing/2014/main" id="{9CD4FBE5-9FE1-45DF-879F-98DE56BF0552}"/>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95C8D8AC-21D2-4375-8154-203E51ECFD3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adds 500,000 instead of 499,999 and forgets to adjust.</a:t>
            </a:r>
          </a:p>
        </p:txBody>
      </p:sp>
      <p:sp>
        <p:nvSpPr>
          <p:cNvPr id="23" name="object-23">
            <a:extLst>
              <a:ext uri="{FF2B5EF4-FFF2-40B4-BE49-F238E27FC236}">
                <a16:creationId xmlns:a16="http://schemas.microsoft.com/office/drawing/2014/main" id="{480CF150-A130-4D96-901E-CBE26FDC22A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3074C113-B510-4192-AED2-0B95E6393EC6}"/>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02FE0A0E-8BDB-4F0E-9805-8D12A9187A5D}"/>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E8AA34C7-1C7E-45E8-98CE-AF1A8235F436}"/>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Calculate 675,450 + 99,999.</a:t>
            </a:r>
          </a:p>
        </p:txBody>
      </p:sp>
    </p:spTree>
    <p:extLst>
      <p:ext uri="{BB962C8B-B14F-4D97-AF65-F5344CB8AC3E}">
        <p14:creationId xmlns:p14="http://schemas.microsoft.com/office/powerpoint/2010/main" val="786923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5ABD6749-155D-44E7-9956-EE3A298B858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AEFA1C6F-EE07-4AD6-8FFD-435C79E3279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6459F2B0-3658-4897-B93B-BE0B259FA0D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B9C7B31E-2A0B-4D8C-91F2-9D1663F2FBC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addition and subtraction strategies</a:t>
            </a:r>
          </a:p>
        </p:txBody>
      </p:sp>
      <p:sp>
        <p:nvSpPr>
          <p:cNvPr id="5" name="object-5">
            <a:extLst>
              <a:ext uri="{FF2B5EF4-FFF2-40B4-BE49-F238E27FC236}">
                <a16:creationId xmlns:a16="http://schemas.microsoft.com/office/drawing/2014/main" id="{5D42EB95-FED8-4184-8E35-2F59728FE16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5550418B-7436-4523-BEEB-E42F01DC3C0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E39723A3-2500-4327-B4A1-0D61DB925019}"/>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735,677.</a:t>
            </a:r>
          </a:p>
        </p:txBody>
      </p:sp>
      <p:sp>
        <p:nvSpPr>
          <p:cNvPr id="8" name="object-8">
            <a:extLst>
              <a:ext uri="{FF2B5EF4-FFF2-40B4-BE49-F238E27FC236}">
                <a16:creationId xmlns:a16="http://schemas.microsoft.com/office/drawing/2014/main" id="{066AC58A-3DAE-4AFB-88A2-E1609AF86FC0}"/>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23FE8A95-491A-437D-9D06-2DCD2801322F}"/>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402,002.</a:t>
            </a:r>
          </a:p>
        </p:txBody>
      </p:sp>
      <p:sp>
        <p:nvSpPr>
          <p:cNvPr id="10" name="object-10">
            <a:extLst>
              <a:ext uri="{FF2B5EF4-FFF2-40B4-BE49-F238E27FC236}">
                <a16:creationId xmlns:a16="http://schemas.microsoft.com/office/drawing/2014/main" id="{6B736E99-DEB1-4F10-8982-81B2944EA36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980D4E88-73D9-4618-8058-4C92821D1D20}"/>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775,449.</a:t>
            </a:r>
          </a:p>
        </p:txBody>
      </p:sp>
      <p:sp>
        <p:nvSpPr>
          <p:cNvPr id="12" name="object-12">
            <a:extLst>
              <a:ext uri="{FF2B5EF4-FFF2-40B4-BE49-F238E27FC236}">
                <a16:creationId xmlns:a16="http://schemas.microsoft.com/office/drawing/2014/main" id="{7669F8E7-40EA-4BE1-BFEC-29CCBA246C84}"/>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CB292695-3508-4FA2-9D8D-932A0D7E0AE8}"/>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735,677.</a:t>
            </a:r>
          </a:p>
        </p:txBody>
      </p:sp>
      <p:sp>
        <p:nvSpPr>
          <p:cNvPr id="14" name="object-14">
            <a:extLst>
              <a:ext uri="{FF2B5EF4-FFF2-40B4-BE49-F238E27FC236}">
                <a16:creationId xmlns:a16="http://schemas.microsoft.com/office/drawing/2014/main" id="{DB7BB642-6E87-431B-8CA1-0632C28529CB}"/>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9A939741-CD9C-42AE-8710-2B8FBC9D3585}"/>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402,002. Method or representation may vary.</a:t>
            </a:r>
          </a:p>
        </p:txBody>
      </p:sp>
      <p:sp>
        <p:nvSpPr>
          <p:cNvPr id="16" name="object-16">
            <a:extLst>
              <a:ext uri="{FF2B5EF4-FFF2-40B4-BE49-F238E27FC236}">
                <a16:creationId xmlns:a16="http://schemas.microsoft.com/office/drawing/2014/main" id="{B6B449CD-330E-4AAC-BB10-855B12B5423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12B0374B-CD72-4000-ADFA-C5A3EC71602E}"/>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775,449. A valid check must be shown.</a:t>
            </a:r>
          </a:p>
        </p:txBody>
      </p:sp>
      <p:sp>
        <p:nvSpPr>
          <p:cNvPr id="18" name="object-18">
            <a:extLst>
              <a:ext uri="{FF2B5EF4-FFF2-40B4-BE49-F238E27FC236}">
                <a16:creationId xmlns:a16="http://schemas.microsoft.com/office/drawing/2014/main" id="{1D08934D-772B-4ABE-8455-6BD6881973B7}"/>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5624F3E2-F78F-4B6B-B82D-5BFA51CC17A3}"/>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543,211. Methods may include complementing or partitioning.</a:t>
            </a:r>
          </a:p>
        </p:txBody>
      </p:sp>
      <p:sp>
        <p:nvSpPr>
          <p:cNvPr id="20" name="object-20">
            <a:extLst>
              <a:ext uri="{FF2B5EF4-FFF2-40B4-BE49-F238E27FC236}">
                <a16:creationId xmlns:a16="http://schemas.microsoft.com/office/drawing/2014/main" id="{ADA5FEEA-E443-46AF-B3C3-A235176830FA}"/>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DCE61384-40CD-43BD-A82A-4DA1D59289F7}"/>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Compensate by subtracting 1 after adding 500,000.</a:t>
            </a:r>
          </a:p>
        </p:txBody>
      </p:sp>
      <p:sp>
        <p:nvSpPr>
          <p:cNvPr id="22" name="object-22">
            <a:extLst>
              <a:ext uri="{FF2B5EF4-FFF2-40B4-BE49-F238E27FC236}">
                <a16:creationId xmlns:a16="http://schemas.microsoft.com/office/drawing/2014/main" id="{BA349C45-8188-4524-8BE5-99A21B36B66E}"/>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60462854-C64E-48DB-935A-5F3320E4AB3B}"/>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66CA0F44-94DC-4E0F-91E8-1C4E56629714}"/>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588FE6F7-767B-4672-B04F-38FCBA1BA66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0856569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891</Words>
  <Application>Microsoft Office PowerPoint</Application>
  <DocSecurity>0</DocSecurity>
  <PresentationFormat>Custom</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2026-09-14T13:14:18Z</dcterms:created>
  <dcterms:modified xsi:type="dcterms:W3CDTF">2026-09-14T13:18:40Z</dcterms:modified>
</cp:coreProperties>
</file>