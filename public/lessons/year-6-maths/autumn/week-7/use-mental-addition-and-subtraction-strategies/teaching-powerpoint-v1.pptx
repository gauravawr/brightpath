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6:32.533" v="59"/>
      <pc:docMkLst>
        <pc:docMk/>
      </pc:docMkLst>
      <pc:sldChg chg="modSp mod modAnim">
        <pc:chgData name="Garima Sharma" userId="c5ca40beb9a8554c" providerId="LiveId" clId="{2265D429-760C-4FF0-9653-4AF4BA9B0970}" dt="2026-09-09T11:06:30.613" v="5"/>
        <pc:sldMkLst>
          <pc:docMk/>
          <pc:sldMk cId="164938290" sldId="257"/>
        </pc:sldMkLst>
        <pc:spChg chg="mod">
          <ac:chgData name="Garima Sharma" userId="c5ca40beb9a8554c" providerId="LiveId" clId="{2265D429-760C-4FF0-9653-4AF4BA9B0970}" dt="2026-09-09T11:06:30.526" v="0" actId="20577"/>
          <ac:spMkLst>
            <pc:docMk/>
            <pc:sldMk cId="164938290" sldId="257"/>
            <ac:spMk id="13" creationId="{88BAE4D8-EC45-4F61-A451-50F31225EADF}"/>
          </ac:spMkLst>
        </pc:spChg>
        <pc:spChg chg="mod">
          <ac:chgData name="Garima Sharma" userId="c5ca40beb9a8554c" providerId="LiveId" clId="{2265D429-760C-4FF0-9653-4AF4BA9B0970}" dt="2026-09-09T11:06:30.564" v="2" actId="20577"/>
          <ac:spMkLst>
            <pc:docMk/>
            <pc:sldMk cId="164938290" sldId="257"/>
            <ac:spMk id="17" creationId="{78BC77A4-2756-42F5-B60D-CE03FAF622FC}"/>
          </ac:spMkLst>
        </pc:spChg>
        <pc:spChg chg="mod">
          <ac:chgData name="Garima Sharma" userId="c5ca40beb9a8554c" providerId="LiveId" clId="{2265D429-760C-4FF0-9653-4AF4BA9B0970}" dt="2026-09-09T11:06:30.612" v="4" actId="20577"/>
          <ac:spMkLst>
            <pc:docMk/>
            <pc:sldMk cId="164938290" sldId="257"/>
            <ac:spMk id="21" creationId="{EE9AA0AB-53C8-4782-969A-E8351799E1B9}"/>
          </ac:spMkLst>
        </pc:spChg>
      </pc:sldChg>
      <pc:sldChg chg="modSp mod modAnim">
        <pc:chgData name="Garima Sharma" userId="c5ca40beb9a8554c" providerId="LiveId" clId="{2265D429-760C-4FF0-9653-4AF4BA9B0970}" dt="2026-09-09T11:06:30.803" v="11"/>
        <pc:sldMkLst>
          <pc:docMk/>
          <pc:sldMk cId="1060288394" sldId="258"/>
        </pc:sldMkLst>
        <pc:spChg chg="mod">
          <ac:chgData name="Garima Sharma" userId="c5ca40beb9a8554c" providerId="LiveId" clId="{2265D429-760C-4FF0-9653-4AF4BA9B0970}" dt="2026-09-09T11:06:30.750" v="6" actId="20577"/>
          <ac:spMkLst>
            <pc:docMk/>
            <pc:sldMk cId="1060288394" sldId="258"/>
            <ac:spMk id="12" creationId="{81687FF3-2884-4C74-AB48-3630244F9FA7}"/>
          </ac:spMkLst>
        </pc:spChg>
        <pc:spChg chg="mod">
          <ac:chgData name="Garima Sharma" userId="c5ca40beb9a8554c" providerId="LiveId" clId="{2265D429-760C-4FF0-9653-4AF4BA9B0970}" dt="2026-09-09T11:06:30.773" v="8" actId="20577"/>
          <ac:spMkLst>
            <pc:docMk/>
            <pc:sldMk cId="1060288394" sldId="258"/>
            <ac:spMk id="13" creationId="{78E8EAFE-4E2E-4022-8EE3-CCA7A12A4BE6}"/>
          </ac:spMkLst>
        </pc:spChg>
        <pc:spChg chg="mod">
          <ac:chgData name="Garima Sharma" userId="c5ca40beb9a8554c" providerId="LiveId" clId="{2265D429-760C-4FF0-9653-4AF4BA9B0970}" dt="2026-09-09T11:06:30.802" v="10" actId="20577"/>
          <ac:spMkLst>
            <pc:docMk/>
            <pc:sldMk cId="1060288394" sldId="258"/>
            <ac:spMk id="14" creationId="{AF0EE6D0-14D9-415E-AE36-9E8FCB952588}"/>
          </ac:spMkLst>
        </pc:spChg>
      </pc:sldChg>
      <pc:sldChg chg="modSp mod modAnim">
        <pc:chgData name="Garima Sharma" userId="c5ca40beb9a8554c" providerId="LiveId" clId="{2265D429-760C-4FF0-9653-4AF4BA9B0970}" dt="2026-09-09T11:06:31.056" v="17"/>
        <pc:sldMkLst>
          <pc:docMk/>
          <pc:sldMk cId="1322727151" sldId="259"/>
        </pc:sldMkLst>
        <pc:spChg chg="mod">
          <ac:chgData name="Garima Sharma" userId="c5ca40beb9a8554c" providerId="LiveId" clId="{2265D429-760C-4FF0-9653-4AF4BA9B0970}" dt="2026-09-09T11:06:30.960" v="12" actId="20577"/>
          <ac:spMkLst>
            <pc:docMk/>
            <pc:sldMk cId="1322727151" sldId="259"/>
            <ac:spMk id="14" creationId="{0FC12B37-CDC5-4D57-9D3F-A80446B6F0D2}"/>
          </ac:spMkLst>
        </pc:spChg>
        <pc:spChg chg="mod">
          <ac:chgData name="Garima Sharma" userId="c5ca40beb9a8554c" providerId="LiveId" clId="{2265D429-760C-4FF0-9653-4AF4BA9B0970}" dt="2026-09-09T11:06:31.011" v="14" actId="20577"/>
          <ac:spMkLst>
            <pc:docMk/>
            <pc:sldMk cId="1322727151" sldId="259"/>
            <ac:spMk id="18" creationId="{72BC6994-A59A-4FD3-AC00-D243920358C0}"/>
          </ac:spMkLst>
        </pc:spChg>
        <pc:spChg chg="mod">
          <ac:chgData name="Garima Sharma" userId="c5ca40beb9a8554c" providerId="LiveId" clId="{2265D429-760C-4FF0-9653-4AF4BA9B0970}" dt="2026-09-09T11:06:31.053" v="16" actId="20577"/>
          <ac:spMkLst>
            <pc:docMk/>
            <pc:sldMk cId="1322727151" sldId="259"/>
            <ac:spMk id="22" creationId="{69EBFCF2-C1BB-488D-B4C6-4494DACEBEA9}"/>
          </ac:spMkLst>
        </pc:spChg>
      </pc:sldChg>
      <pc:sldChg chg="modSp mod modAnim">
        <pc:chgData name="Garima Sharma" userId="c5ca40beb9a8554c" providerId="LiveId" clId="{2265D429-760C-4FF0-9653-4AF4BA9B0970}" dt="2026-09-09T11:06:31.197" v="23"/>
        <pc:sldMkLst>
          <pc:docMk/>
          <pc:sldMk cId="686684081" sldId="260"/>
        </pc:sldMkLst>
        <pc:spChg chg="mod">
          <ac:chgData name="Garima Sharma" userId="c5ca40beb9a8554c" providerId="LiveId" clId="{2265D429-760C-4FF0-9653-4AF4BA9B0970}" dt="2026-09-09T11:06:31.145" v="18" actId="20577"/>
          <ac:spMkLst>
            <pc:docMk/>
            <pc:sldMk cId="686684081" sldId="260"/>
            <ac:spMk id="11" creationId="{1F159AA7-025F-4672-B358-534A9771B819}"/>
          </ac:spMkLst>
        </pc:spChg>
        <pc:spChg chg="mod">
          <ac:chgData name="Garima Sharma" userId="c5ca40beb9a8554c" providerId="LiveId" clId="{2265D429-760C-4FF0-9653-4AF4BA9B0970}" dt="2026-09-09T11:06:31.176" v="20" actId="20577"/>
          <ac:spMkLst>
            <pc:docMk/>
            <pc:sldMk cId="686684081" sldId="260"/>
            <ac:spMk id="13" creationId="{3E36327E-6EC1-41C2-A72C-81B73155D840}"/>
          </ac:spMkLst>
        </pc:spChg>
        <pc:spChg chg="mod">
          <ac:chgData name="Garima Sharma" userId="c5ca40beb9a8554c" providerId="LiveId" clId="{2265D429-760C-4FF0-9653-4AF4BA9B0970}" dt="2026-09-09T11:06:31.194" v="22" actId="20577"/>
          <ac:spMkLst>
            <pc:docMk/>
            <pc:sldMk cId="686684081" sldId="260"/>
            <ac:spMk id="14" creationId="{15115E24-343F-4E0B-BC36-3C555055291D}"/>
          </ac:spMkLst>
        </pc:spChg>
      </pc:sldChg>
      <pc:sldChg chg="modSp mod modAnim">
        <pc:chgData name="Garima Sharma" userId="c5ca40beb9a8554c" providerId="LiveId" clId="{2265D429-760C-4FF0-9653-4AF4BA9B0970}" dt="2026-09-09T11:06:31.322" v="27"/>
        <pc:sldMkLst>
          <pc:docMk/>
          <pc:sldMk cId="521883634" sldId="261"/>
        </pc:sldMkLst>
        <pc:spChg chg="mod">
          <ac:chgData name="Garima Sharma" userId="c5ca40beb9a8554c" providerId="LiveId" clId="{2265D429-760C-4FF0-9653-4AF4BA9B0970}" dt="2026-09-09T11:06:31.302" v="24" actId="20577"/>
          <ac:spMkLst>
            <pc:docMk/>
            <pc:sldMk cId="521883634" sldId="261"/>
            <ac:spMk id="14" creationId="{A19E6506-3D77-4F52-98C7-89DBEB82602B}"/>
          </ac:spMkLst>
        </pc:spChg>
        <pc:spChg chg="mod">
          <ac:chgData name="Garima Sharma" userId="c5ca40beb9a8554c" providerId="LiveId" clId="{2265D429-760C-4FF0-9653-4AF4BA9B0970}" dt="2026-09-09T11:06:31.319" v="26" actId="20577"/>
          <ac:spMkLst>
            <pc:docMk/>
            <pc:sldMk cId="521883634" sldId="261"/>
            <ac:spMk id="15" creationId="{99718873-96CB-4139-94A6-60B621A46A26}"/>
          </ac:spMkLst>
        </pc:spChg>
      </pc:sldChg>
      <pc:sldChg chg="modSp mod modAnim">
        <pc:chgData name="Garima Sharma" userId="c5ca40beb9a8554c" providerId="LiveId" clId="{2265D429-760C-4FF0-9653-4AF4BA9B0970}" dt="2026-09-09T11:06:31.463" v="31"/>
        <pc:sldMkLst>
          <pc:docMk/>
          <pc:sldMk cId="1236162300" sldId="262"/>
        </pc:sldMkLst>
        <pc:spChg chg="mod">
          <ac:chgData name="Garima Sharma" userId="c5ca40beb9a8554c" providerId="LiveId" clId="{2265D429-760C-4FF0-9653-4AF4BA9B0970}" dt="2026-09-09T11:06:31.419" v="28" actId="20577"/>
          <ac:spMkLst>
            <pc:docMk/>
            <pc:sldMk cId="1236162300" sldId="262"/>
            <ac:spMk id="12" creationId="{CE08B3D8-A445-44B4-A041-8258ECFB705A}"/>
          </ac:spMkLst>
        </pc:spChg>
        <pc:spChg chg="mod">
          <ac:chgData name="Garima Sharma" userId="c5ca40beb9a8554c" providerId="LiveId" clId="{2265D429-760C-4FF0-9653-4AF4BA9B0970}" dt="2026-09-09T11:06:31.459" v="30" actId="20577"/>
          <ac:spMkLst>
            <pc:docMk/>
            <pc:sldMk cId="1236162300" sldId="262"/>
            <ac:spMk id="15" creationId="{34E35F8E-FE7F-4633-8802-6244C8F43A0B}"/>
          </ac:spMkLst>
        </pc:spChg>
      </pc:sldChg>
      <pc:sldChg chg="modSp mod modAnim">
        <pc:chgData name="Garima Sharma" userId="c5ca40beb9a8554c" providerId="LiveId" clId="{2265D429-760C-4FF0-9653-4AF4BA9B0970}" dt="2026-09-09T11:06:31.856" v="37"/>
        <pc:sldMkLst>
          <pc:docMk/>
          <pc:sldMk cId="704233982" sldId="263"/>
        </pc:sldMkLst>
        <pc:spChg chg="mod">
          <ac:chgData name="Garima Sharma" userId="c5ca40beb9a8554c" providerId="LiveId" clId="{2265D429-760C-4FF0-9653-4AF4BA9B0970}" dt="2026-09-09T11:06:31.589" v="32" actId="20577"/>
          <ac:spMkLst>
            <pc:docMk/>
            <pc:sldMk cId="704233982" sldId="263"/>
            <ac:spMk id="13" creationId="{7362003D-CFF6-492E-AF78-78DDF81F1FA3}"/>
          </ac:spMkLst>
        </pc:spChg>
        <pc:spChg chg="mod">
          <ac:chgData name="Garima Sharma" userId="c5ca40beb9a8554c" providerId="LiveId" clId="{2265D429-760C-4FF0-9653-4AF4BA9B0970}" dt="2026-09-09T11:06:31.811" v="34" actId="20577"/>
          <ac:spMkLst>
            <pc:docMk/>
            <pc:sldMk cId="704233982" sldId="263"/>
            <ac:spMk id="17" creationId="{730A1A7A-D3BE-4D20-83E2-B078F911E084}"/>
          </ac:spMkLst>
        </pc:spChg>
        <pc:spChg chg="mod">
          <ac:chgData name="Garima Sharma" userId="c5ca40beb9a8554c" providerId="LiveId" clId="{2265D429-760C-4FF0-9653-4AF4BA9B0970}" dt="2026-09-09T11:06:31.853" v="36" actId="20577"/>
          <ac:spMkLst>
            <pc:docMk/>
            <pc:sldMk cId="704233982" sldId="263"/>
            <ac:spMk id="21" creationId="{FC0C0BB5-C290-4006-A2A5-3FD94BBF4A68}"/>
          </ac:spMkLst>
        </pc:spChg>
      </pc:sldChg>
      <pc:sldChg chg="modSp mod modAnim">
        <pc:chgData name="Garima Sharma" userId="c5ca40beb9a8554c" providerId="LiveId" clId="{2265D429-760C-4FF0-9653-4AF4BA9B0970}" dt="2026-09-09T11:06:32.038" v="43"/>
        <pc:sldMkLst>
          <pc:docMk/>
          <pc:sldMk cId="1656172804" sldId="264"/>
        </pc:sldMkLst>
        <pc:spChg chg="mod">
          <ac:chgData name="Garima Sharma" userId="c5ca40beb9a8554c" providerId="LiveId" clId="{2265D429-760C-4FF0-9653-4AF4BA9B0970}" dt="2026-09-09T11:06:31.963" v="38" actId="20577"/>
          <ac:spMkLst>
            <pc:docMk/>
            <pc:sldMk cId="1656172804" sldId="264"/>
            <ac:spMk id="13" creationId="{FF34F0C8-E692-4A42-8458-76E3332FD088}"/>
          </ac:spMkLst>
        </pc:spChg>
        <pc:spChg chg="mod">
          <ac:chgData name="Garima Sharma" userId="c5ca40beb9a8554c" providerId="LiveId" clId="{2265D429-760C-4FF0-9653-4AF4BA9B0970}" dt="2026-09-09T11:06:32.001" v="40" actId="20577"/>
          <ac:spMkLst>
            <pc:docMk/>
            <pc:sldMk cId="1656172804" sldId="264"/>
            <ac:spMk id="17" creationId="{F556C1A7-7C93-41BE-B39C-398DD19C582F}"/>
          </ac:spMkLst>
        </pc:spChg>
        <pc:spChg chg="mod">
          <ac:chgData name="Garima Sharma" userId="c5ca40beb9a8554c" providerId="LiveId" clId="{2265D429-760C-4FF0-9653-4AF4BA9B0970}" dt="2026-09-09T11:06:32.036" v="42" actId="20577"/>
          <ac:spMkLst>
            <pc:docMk/>
            <pc:sldMk cId="1656172804" sldId="264"/>
            <ac:spMk id="21" creationId="{E87F313D-A0B8-460F-BA1C-5C505065AD6E}"/>
          </ac:spMkLst>
        </pc:spChg>
      </pc:sldChg>
      <pc:sldChg chg="modSp mod modAnim">
        <pc:chgData name="Garima Sharma" userId="c5ca40beb9a8554c" providerId="LiveId" clId="{2265D429-760C-4FF0-9653-4AF4BA9B0970}" dt="2026-09-09T11:06:32.186" v="49"/>
        <pc:sldMkLst>
          <pc:docMk/>
          <pc:sldMk cId="633808860" sldId="265"/>
        </pc:sldMkLst>
        <pc:spChg chg="mod">
          <ac:chgData name="Garima Sharma" userId="c5ca40beb9a8554c" providerId="LiveId" clId="{2265D429-760C-4FF0-9653-4AF4BA9B0970}" dt="2026-09-09T11:06:32.143" v="44" actId="20577"/>
          <ac:spMkLst>
            <pc:docMk/>
            <pc:sldMk cId="633808860" sldId="265"/>
            <ac:spMk id="11" creationId="{21ED9F68-9345-483C-853A-6BCB37A14430}"/>
          </ac:spMkLst>
        </pc:spChg>
        <pc:spChg chg="mod">
          <ac:chgData name="Garima Sharma" userId="c5ca40beb9a8554c" providerId="LiveId" clId="{2265D429-760C-4FF0-9653-4AF4BA9B0970}" dt="2026-09-09T11:06:32.164" v="46" actId="20577"/>
          <ac:spMkLst>
            <pc:docMk/>
            <pc:sldMk cId="633808860" sldId="265"/>
            <ac:spMk id="12" creationId="{0DEAAD3C-932F-4C69-BE00-535FC9B1EC27}"/>
          </ac:spMkLst>
        </pc:spChg>
        <pc:spChg chg="mod">
          <ac:chgData name="Garima Sharma" userId="c5ca40beb9a8554c" providerId="LiveId" clId="{2265D429-760C-4FF0-9653-4AF4BA9B0970}" dt="2026-09-09T11:06:32.183" v="48" actId="20577"/>
          <ac:spMkLst>
            <pc:docMk/>
            <pc:sldMk cId="633808860" sldId="265"/>
            <ac:spMk id="13" creationId="{9A2AC9DF-CDC7-49E6-B14B-D5AA4AEA2EE6}"/>
          </ac:spMkLst>
        </pc:spChg>
      </pc:sldChg>
      <pc:sldChg chg="modSp mod modAnim">
        <pc:chgData name="Garima Sharma" userId="c5ca40beb9a8554c" providerId="LiveId" clId="{2265D429-760C-4FF0-9653-4AF4BA9B0970}" dt="2026-09-09T11:06:32.359" v="53"/>
        <pc:sldMkLst>
          <pc:docMk/>
          <pc:sldMk cId="1722748738" sldId="266"/>
        </pc:sldMkLst>
        <pc:spChg chg="mod">
          <ac:chgData name="Garima Sharma" userId="c5ca40beb9a8554c" providerId="LiveId" clId="{2265D429-760C-4FF0-9653-4AF4BA9B0970}" dt="2026-09-09T11:06:32.337" v="50" actId="20577"/>
          <ac:spMkLst>
            <pc:docMk/>
            <pc:sldMk cId="1722748738" sldId="266"/>
            <ac:spMk id="16" creationId="{BCC17DF0-2167-4A2C-8DE9-4FE2700FA91E}"/>
          </ac:spMkLst>
        </pc:spChg>
        <pc:spChg chg="mod">
          <ac:chgData name="Garima Sharma" userId="c5ca40beb9a8554c" providerId="LiveId" clId="{2265D429-760C-4FF0-9653-4AF4BA9B0970}" dt="2026-09-09T11:06:32.356" v="52" actId="20577"/>
          <ac:spMkLst>
            <pc:docMk/>
            <pc:sldMk cId="1722748738" sldId="266"/>
            <ac:spMk id="17" creationId="{3117E7D9-A15C-4DA8-B571-06D6D48B00A9}"/>
          </ac:spMkLst>
        </pc:spChg>
      </pc:sldChg>
      <pc:sldChg chg="modSp mod modAnim">
        <pc:chgData name="Garima Sharma" userId="c5ca40beb9a8554c" providerId="LiveId" clId="{2265D429-760C-4FF0-9653-4AF4BA9B0970}" dt="2026-09-09T11:06:32.533" v="59"/>
        <pc:sldMkLst>
          <pc:docMk/>
          <pc:sldMk cId="390999208" sldId="267"/>
        </pc:sldMkLst>
        <pc:spChg chg="mod">
          <ac:chgData name="Garima Sharma" userId="c5ca40beb9a8554c" providerId="LiveId" clId="{2265D429-760C-4FF0-9653-4AF4BA9B0970}" dt="2026-09-09T11:06:32.456" v="54" actId="20577"/>
          <ac:spMkLst>
            <pc:docMk/>
            <pc:sldMk cId="390999208" sldId="267"/>
            <ac:spMk id="13" creationId="{99BB02CE-DBD2-4717-8390-95454E9A19B8}"/>
          </ac:spMkLst>
        </pc:spChg>
        <pc:spChg chg="mod">
          <ac:chgData name="Garima Sharma" userId="c5ca40beb9a8554c" providerId="LiveId" clId="{2265D429-760C-4FF0-9653-4AF4BA9B0970}" dt="2026-09-09T11:06:32.495" v="56" actId="20577"/>
          <ac:spMkLst>
            <pc:docMk/>
            <pc:sldMk cId="390999208" sldId="267"/>
            <ac:spMk id="17" creationId="{32F98980-0839-45AB-A981-343D4E916A15}"/>
          </ac:spMkLst>
        </pc:spChg>
        <pc:spChg chg="mod">
          <ac:chgData name="Garima Sharma" userId="c5ca40beb9a8554c" providerId="LiveId" clId="{2265D429-760C-4FF0-9653-4AF4BA9B0970}" dt="2026-09-09T11:06:32.528" v="58" actId="20577"/>
          <ac:spMkLst>
            <pc:docMk/>
            <pc:sldMk cId="390999208" sldId="267"/>
            <ac:spMk id="21" creationId="{78FE3980-9273-410B-A733-18C71325727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402,002. | Notice the number structure before choosing a method. | Compensate by subtracting 1 after adding 500,000.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499,999 + 235,678 mentally. Answer: 735,677.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402,002.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Compensate by subtracting 1 after adding 500,000.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402,002..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775,449..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543,211. Methods may include complementing or partitioning.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775,449.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775,449. | Compensate by subtracting 1 after adding 500,000.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C5AA66A-6F9B-4BF1-B2A7-1528E09243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112912-1BC3-4C30-ABC5-22EE0C7953B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76EF92A-4BC7-4AF0-ACD0-487009A5F5C1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E970EF-A194-4BCA-99DC-36151F0497C8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0B598C-585F-45AB-9086-D4659773A8D0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7D1F843-11AC-404F-A9AB-FD415653123B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8252AF-96DA-44D0-A5C4-C201D737ADE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24726A-BFF0-498E-B6F8-918FCA46D43A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157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mentally with large numbers using efficient strategies.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12EC33-AA4A-4387-8CB0-CBDCC85E72EE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B4885E-70BC-4613-B5C2-D867DC153133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49B786-0CF5-43E0-BCF7-BB6E18E1F95E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347370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4ADE644-76CB-4E09-A614-64CE47FBEC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0C6B9F-DBF8-4C4A-8735-526C876FFB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581D8FA-B9C2-4A13-B291-3C7EEF891C1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175FF4-AC09-4FD7-9CB9-C514F2B66A4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E1DE4F-48D2-41A7-A822-7FB21B7C73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B1F08C-1735-499C-B8BD-C46FEC026F2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1CFD46-BFD4-45EB-9A20-CA85DE4770E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9BFD34-9CFB-4F14-98A2-E1ADF4A392F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833B07-6213-423A-9F21-715D86DA9BA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6E6810-A347-487F-90DE-D62EE2EBDA6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A7F6309-4D3B-4760-A44B-1E4047B8173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53FE0F-D154-49AE-8C92-511C2F2CBE1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BAE4D8-EC45-4F61-A451-50F31225EAD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7CA227-8CAB-4A91-84D4-49475412B66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061905A-FD3D-4AB8-BA75-5870A1F60DD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582350-598E-46B7-A598-2FC8A229B1F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BC77A4-2756-42F5-B60D-CE03FAF622F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9A811A4-CC54-4621-9BB2-489563CCC71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4CEC81B-5D92-4547-A4FC-FACF8D9F666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465B3C-F28B-443D-B46A-6718F65FA41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9AA0AB-53C8-4782-969A-E8351799E1B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499,999 + 235,678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88FD1D-BC72-4381-8172-53B214C1B27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493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D22CAE1-9AFF-41F6-96CF-1FFF10362F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AFDFDA-0436-4FE0-AE48-4FF9CC505E5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49CB7-01D2-4FEE-B728-133BA2160A3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854E42-583A-45BE-8A20-89E65E2F1BE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4AB6A5-C4F9-4860-90AC-9B69E7FF29B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890D70-027A-46B2-AB4C-0803F68ADD4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573315-D460-4D18-99C8-E91E3888EB3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4C7255-BA0A-4606-B365-BFD6601DE95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8DA80C-8C44-46EC-9881-CC706AF1B4B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8A614E-AB5F-4496-ADEB-9B8F82B7544F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mentally with large numbers using efficient strategies.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874C76-8DDE-4C27-91BD-443D33DDFA95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87FF3-2884-4C74-AB48-3630244F9FA7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E8EAFE-4E2E-4022-8EE3-CCA7A12A4BE6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0EE6D0-14D9-415E-AE36-9E8FCB952588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CE6F0A-28E8-444F-9546-4256C8627A41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106028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EFCAE5A-2EA5-4FB4-89C8-DEFB3DA8D7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4DAB19-8A79-42C6-94F8-C217CD37C73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B0E4415-8540-4F4E-967A-3AC0BCB3F13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1A88EB-9EDB-4D76-987C-E032C7028B2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D8CE76-EE23-49CC-AF6D-6D556850629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5C3C76-C779-43CC-9B60-A6118CDA51B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D8B349-72B0-4B91-A8F8-6697539F328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96543A-E140-4B6D-9BD4-CCEB42AE80A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3E3E5-EE87-439D-A998-5D75C64CB72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F0AFAA-40A5-4DE9-9C4E-456A2B7EB74A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499,999 + 235,678 mentally.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0CE570-6E5E-4772-9F84-89FB4B4E6AE9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868200-EFDB-4BB1-B8B9-4A6453B7CC8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A05926-1D3A-4CB3-97BB-1162D7498356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C12B37-CDC5-4D57-9D3F-A80446B6F0D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C91A44-4368-4250-A385-5A2279548F2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3AA1269-4A73-49AB-91EA-1941A6A411F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35460B-1F54-4362-BC89-E82AAB3CB309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BC6994-A59A-4FD3-AC00-D243920358C0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1923C2A-9F85-4494-B335-D0E1B83B03DA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23270FF-DDA9-4A06-806F-B45D44985F9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0E91553-9C6F-4CCF-AA7D-292495DE0FE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EBFCF2-C1BB-488D-B4C6-4494DACEBEA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727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A53AC5B-0508-43C6-85E5-78F6736AC3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9FC46F-1E46-41AC-825B-1A927F0EE8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20D0C2-D1B2-4533-A00E-7BCBAF3D723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8F49EE-0394-480B-A286-5883DE7C0E8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446EEE-5C20-46F5-9CD2-C7A2BE85D0A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50CE37-7CA8-4C3D-9888-C3D9317D3BC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9103A6-11BC-41E8-B0DB-776AC72F3AF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CDCF04-FAC6-47E6-AE21-3AE2A990CFB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498A76-B8B5-4422-BA33-363C62E2732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F752B6-DFC9-41F0-B98C-7426A146F22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159AA7-025F-4672-B358-534A9771B819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735,677.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FD051F-9667-44C0-A6F2-52E9FDB573EB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36327E-6EC1-41C2-A72C-81B73155D840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115E24-343F-4E0B-BC36-3C555055291D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8668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307DDCC-23B2-4EDE-8DD8-823C89589B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F6507A-EBFE-4D79-A4D9-5621E3557C1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5A6328-13CD-4A89-915F-F4DA0DAD0D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552271-20C4-44BD-9B7C-3C70B848A52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2E6C53-8533-4204-AE1D-6E7D6D32752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8625C0-0666-46A7-9635-8F73F9DDDB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568677-F8F5-4E36-BCCE-FEA1D8DB654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FE4E09-7E42-441A-9027-826D528393A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3ADD39-4126-4607-96E1-2E6A245DAA4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9228A-B7B4-4CCF-85E1-0EB510393B7A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19A4FB-672C-40D1-ACFB-FB1F87A8B8E3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9BFF0A-9257-4552-9EC0-B8CE344B6A8E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823DE9-951E-44ED-A5DF-4EF83F87F8A4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9E6506-3D77-4F52-98C7-89DBEB82602B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718873-96CB-4139-94A6-60B621A46A2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402,002.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188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BDFE792-AEC5-4648-8289-77E33965E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C21204-A19C-4433-9619-3C5ABA4F48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9DCD245-3A68-4448-9A1A-B68AE67C53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98AD26-25B9-4A60-8B15-3A41149D312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716576-4C07-4666-A755-76AE915733D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496644-8B61-4895-9DA1-76AB24C3FF7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1933B-157A-499E-BDE4-DD355663ED8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400B23-0E86-4AAE-8328-7484CDC1AA9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D7A818-EF80-494C-B8AE-CC777B7EA54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4230FAD-3388-4F2D-A190-8C95095F61C0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08B3D8-A445-44B4-A041-8258ECFB705A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500,000 instead of 499,999 and forgets to adjust.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04EA9A0-6840-4054-9F21-C59DD24D9C34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4174C7-80DD-4094-9933-9F5EEC477D5A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E35F8E-FE7F-4633-8802-6244C8F43A0B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Compensate by subtracting 1 after adding 500,000.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6162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6657D5B-BDB6-45CC-8078-58DC4C3E17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BF1D77-7E77-41DD-9D7F-F940AD6A7F3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9A1038F-F7D8-4350-992E-BDB5810AA1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D1E5AF-9F16-4D5D-81E2-BEBC7F71C1A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5521B-008B-4E2F-B960-77C09C3DCE7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9E48CE-1010-4D35-8680-7FCAC12F863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C7B058-D3E9-4FF5-BBE5-B2F10C3811C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BCA57-39E0-468C-9865-6D9D3ECED50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23FC75-A85B-4D89-8D82-94D93D2E6DB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9D156EC-311C-4643-8C31-8ECBFBFD533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E00819F-BD94-43A6-8541-67B22C5C611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4648B4-2141-4B3F-A395-7712757DBAD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62003D-CFF6-492E-AF78-78DDF81F1FA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7D232B-E278-4CB9-90D4-D43C368492A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B7AF261-E375-4380-8351-46D8191A2BD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D0FF3E-E2C9-4687-88A6-4822F0897B4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30A1A7A-D3BE-4D20-83E2-B078F911E08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952018D-EE88-4FFB-9EDA-5C300708A80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DF0161A-744B-4CBB-9C06-2D1B6B2FD58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CB7A4CD-29C8-403B-AC96-5044F8ED514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0C0BB5-C290-4006-A2A5-3FD94BBF4A6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402,002.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A45696-BDAB-4D99-A1EE-4C6BF3725A7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0423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89B1F5C-23AA-4DA4-8038-0DA4166B63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A749FF-B79A-4BBF-9A21-C4AC7EA52E3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1E09554-2474-40EA-B8C4-28B7B5969B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0AB5D7-39CA-4DFF-A8F0-DEBB445C345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FB5CD5-CB28-4182-A4B4-37E1A2CCAD2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F6C0E0-88A1-4B41-9822-FE4E83BA6A7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AA06CC-1CE7-4B4C-AD34-AEC9DE1D05F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098AE8-7DE8-4808-945C-308572CEFEF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CAD1E6-4AB2-434B-9C4E-CC370E98ECB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8838FAB-8929-4805-9275-6D0D5052EC7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14EE717-210A-4685-94AE-6C8CBD50FD9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78DC2B-4E35-41D4-B36F-4101999AB96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34F0C8-E692-4A42-8458-76E3332FD08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D996CE7-3F30-4655-AC5B-C21D487E9B9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0A80E1B-7368-47C5-A326-5CBA64DDCDD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D4FBA5-FAC4-4847-B075-58C0E48D52A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56C1A7-7C93-41BE-B39C-398DD19C582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792CB13-12BA-4132-A75E-26F05D3B405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CA2C929-D06F-4FB0-A357-AD8C84778EA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8B83ED-52E0-43EF-81D0-16843EB071B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87F313D-A0B8-460F-BA1C-5C505065AD6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617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BEE3F6A-1F18-441A-A6FB-3CCBDD638D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A8640B-C232-43C6-88BF-D49FEF148D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D83D273-BF68-4D10-9700-55A20B6F8AE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8DF640-DB03-429B-B24B-9790A6DD2F7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78692A-55E4-424F-BC28-ACA0F59D21E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643BA6-DB3B-4696-88D5-112EB9FDE1F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F6C9D3-B410-48E2-B8F5-7873A2D336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9755F0-4175-4BE7-B2B3-3CF97EFB338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FBFB90-CFFF-4BBD-A8F0-2BFEC1F7A17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97E633-6A49-4471-A02C-BD15AE48E7F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two mental methods for 1,000,000 - 456,789.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ED9F68-9345-483C-853A-6BCB37A14430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EAAD3C-932F-4C69-BE00-535FC9B1EC27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2AC9DF-CDC7-49E6-B14B-D5AA4AEA2EE6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543,211. Methods may include complementing or partitioning.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33808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C83AA74F-02A0-4898-B934-35C92E8992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FD6035-1A78-4365-8FF0-C1FE17494B7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B712F19-6528-4B1D-9126-48A911CDB74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87F063-AB30-401B-8401-C730B3C2EE6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F529C9-77EE-4A0E-B1B1-D37A1B76A31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83C4B9-D9AD-444B-BC25-934DE3D255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10CA35-7209-4BB7-970C-12C28D886CB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FF3916-1A60-41D1-AC55-A4FAD4AECC4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169FDC-44D8-40D6-9785-1A104A99AE4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757F6C-CA3F-4C97-B0FF-82C1706AD5CF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4EAB55-4395-42DF-BDA9-DD13CBDA4F84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4609B3-35A8-413B-B42C-D6DD44BA8047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8ECDEF-3D00-47F9-BB01-339D0724B2A7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FA4F99-53B7-4C86-97B1-24DF05678E68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688B285-7214-4887-B888-F6BF93FE41EF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17DF0-2167-4A2C-8DE9-4FE2700FA91E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775,449.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17E7D9-A15C-4DA8-B571-06D6D48B00A9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29C7DC-11A9-4DAE-8CA9-75BB6971EB77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2274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C547E64-DECB-47C4-8CA7-5B5EC5C0D5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1A2976-5F9C-49E9-8F31-AF8D7D3119E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20924D-E30C-459B-A261-75701D86517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56A498-500A-4732-9CD1-80B7EA3682D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32E4D8-E042-48B5-82E9-24527AF2078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0394BE-FFF8-4359-B14C-968968CE1DB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EE3189-C72D-4B24-9972-361B6E0C579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8A3CE5-9337-4A58-9B3B-AAD6B7D4D21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5A1FBD-FA18-4BFE-8D7E-BBEF625D605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502647-704D-4515-B748-23795B907CB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EAB80B4-F91D-42C2-AF03-6205D8C3A06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CC6C69-C81F-4C53-836D-15CC19D712F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BB02CE-DBD2-4717-8390-95454E9A19B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1BD93C2-F8E6-4B1B-91CB-3CD6D091BDA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E361002-A9AB-4DD9-B9EA-F78EF8E816D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98B5ED-2CEF-4B32-9348-3737F12EF17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F98980-0839-45AB-A981-343D4E916A1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500,000 instead of 499,999 and forgets to adjust.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7543EFA-4547-4CF0-BACF-13173493C93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9A61FB5-84C0-4FA7-B0FC-48E3623B165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D3AAAD-40C9-4131-BBC8-FE7641CA766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8FE3980-9273-410B-A733-18C71325727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8585B8-6052-471E-ABA8-AE7D2250415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9099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1091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2026-09-09T10:56:42Z</dcterms:created>
  <dcterms:modified xsi:type="dcterms:W3CDTF">2026-09-09T11:06:32Z</dcterms:modified>
</cp:coreProperties>
</file>