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cc41d2d1d6441c" /><Relationship Type="http://schemas.openxmlformats.org/officeDocument/2006/relationships/extended-properties" Target="/docProps/app.xml" Id="R5466bb5047de458f" /><Relationship Type="http://schemas.openxmlformats.org/officeDocument/2006/relationships/officeDocument" Target="/ppt/presentation.xml" Id="Rae754a4834ba43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471d2556f94b70"/>
  </p:sldMasterIdLst>
  <p:notesMasterIdLst>
    <p:notesMasterId xmlns:r="http://schemas.openxmlformats.org/officeDocument/2006/relationships" r:id="R4fcf56471ba94f5b"/>
  </p:notesMasterIdLst>
  <p:sldIdLst>
    <p:sldId xmlns:r="http://schemas.openxmlformats.org/officeDocument/2006/relationships" id="256" r:id="Rd989f1f1b73641d2"/>
    <p:sldId xmlns:r="http://schemas.openxmlformats.org/officeDocument/2006/relationships" id="257" r:id="Ra0c933ebd4f144a7"/>
    <p:sldId xmlns:r="http://schemas.openxmlformats.org/officeDocument/2006/relationships" id="258" r:id="Rdf2e4184dfc84b1a"/>
    <p:sldId xmlns:r="http://schemas.openxmlformats.org/officeDocument/2006/relationships" id="259" r:id="Rf905bdbeabb846f3"/>
    <p:sldId xmlns:r="http://schemas.openxmlformats.org/officeDocument/2006/relationships" id="260" r:id="R125665c2fe444506"/>
    <p:sldId xmlns:r="http://schemas.openxmlformats.org/officeDocument/2006/relationships" id="261" r:id="Rb390cc6ccd06464e"/>
    <p:sldId xmlns:r="http://schemas.openxmlformats.org/officeDocument/2006/relationships" id="262" r:id="Rdf5d43348ef64e46"/>
    <p:sldId xmlns:r="http://schemas.openxmlformats.org/officeDocument/2006/relationships" id="263" r:id="R15598fbf6073446a"/>
    <p:sldId xmlns:r="http://schemas.openxmlformats.org/officeDocument/2006/relationships" id="264" r:id="Re3638b63131347b4"/>
    <p:sldId xmlns:r="http://schemas.openxmlformats.org/officeDocument/2006/relationships" id="265" r:id="R7a7b7eebdd734f8c"/>
    <p:sldId xmlns:r="http://schemas.openxmlformats.org/officeDocument/2006/relationships" id="266" r:id="R8058a9dfdfb84e41"/>
    <p:sldId xmlns:r="http://schemas.openxmlformats.org/officeDocument/2006/relationships" id="267" r:id="Re2f30d89ba6a48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313dfd6ef4494d" /><Relationship Type="http://schemas.openxmlformats.org/officeDocument/2006/relationships/slideMaster" Target="/ppt/slideMasters/slideMaster1.xml" Id="R70471d2556f94b70" /><Relationship Type="http://schemas.openxmlformats.org/officeDocument/2006/relationships/notesMaster" Target="/ppt/notesMasters/notesMaster1.xml" Id="R4fcf56471ba94f5b" /><Relationship Type="http://schemas.openxmlformats.org/officeDocument/2006/relationships/presProps" Target="/ppt/presProps.xml" Id="R7c29c3292d2848e3" /><Relationship Type="http://schemas.openxmlformats.org/officeDocument/2006/relationships/tableStyles" Target="/ppt/tableStyles.xml" Id="Rf1a308d29d5a4db6" /><Relationship Type="http://schemas.openxmlformats.org/officeDocument/2006/relationships/slide" Target="/ppt/slides/slide1.xml" Id="Rd989f1f1b73641d2" /><Relationship Type="http://schemas.openxmlformats.org/officeDocument/2006/relationships/slide" Target="/ppt/slides/slide2.xml" Id="Ra0c933ebd4f144a7" /><Relationship Type="http://schemas.openxmlformats.org/officeDocument/2006/relationships/slide" Target="/ppt/slides/slide3.xml" Id="Rdf2e4184dfc84b1a" /><Relationship Type="http://schemas.openxmlformats.org/officeDocument/2006/relationships/slide" Target="/ppt/slides/slide4.xml" Id="Rf905bdbeabb846f3" /><Relationship Type="http://schemas.openxmlformats.org/officeDocument/2006/relationships/slide" Target="/ppt/slides/slide5.xml" Id="R125665c2fe444506" /><Relationship Type="http://schemas.openxmlformats.org/officeDocument/2006/relationships/slide" Target="/ppt/slides/slide6.xml" Id="Rb390cc6ccd06464e" /><Relationship Type="http://schemas.openxmlformats.org/officeDocument/2006/relationships/slide" Target="/ppt/slides/slide7.xml" Id="Rdf5d43348ef64e46" /><Relationship Type="http://schemas.openxmlformats.org/officeDocument/2006/relationships/slide" Target="/ppt/slides/slide8.xml" Id="R15598fbf6073446a" /><Relationship Type="http://schemas.openxmlformats.org/officeDocument/2006/relationships/slide" Target="/ppt/slides/slide9.xml" Id="Re3638b63131347b4" /><Relationship Type="http://schemas.openxmlformats.org/officeDocument/2006/relationships/slide" Target="/ppt/slides/slide10.xml" Id="R7a7b7eebdd734f8c" /><Relationship Type="http://schemas.openxmlformats.org/officeDocument/2006/relationships/slide" Target="/ppt/slides/slide11.xml" Id="R8058a9dfdfb84e41" /><Relationship Type="http://schemas.openxmlformats.org/officeDocument/2006/relationships/slide" Target="/ppt/slides/slide12.xml" Id="Re2f30d89ba6a48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294baa7f344c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d6be36357d44cd" /><Relationship Type="http://schemas.openxmlformats.org/officeDocument/2006/relationships/notesMaster" Target="/ppt/notesMasters/notesMaster1.xml" Id="Rd33028ddc4724b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d09de33c8148b3" /><Relationship Type="http://schemas.openxmlformats.org/officeDocument/2006/relationships/notesMaster" Target="/ppt/notesMasters/notesMaster1.xml" Id="R00f801ffa44a43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6042e0d0704be3" /><Relationship Type="http://schemas.openxmlformats.org/officeDocument/2006/relationships/notesMaster" Target="/ppt/notesMasters/notesMaster1.xml" Id="R455782c400ab45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0a8d28e1f042b8" /><Relationship Type="http://schemas.openxmlformats.org/officeDocument/2006/relationships/notesMaster" Target="/ppt/notesMasters/notesMaster1.xml" Id="R1ab166da886444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59a893bb3e4cbd" /><Relationship Type="http://schemas.openxmlformats.org/officeDocument/2006/relationships/notesMaster" Target="/ppt/notesMasters/notesMaster1.xml" Id="Rfa5ce69baf5040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ffc27a916b4138" /><Relationship Type="http://schemas.openxmlformats.org/officeDocument/2006/relationships/notesMaster" Target="/ppt/notesMasters/notesMaster1.xml" Id="R914a98777f6f43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235e7243ff4df1" /><Relationship Type="http://schemas.openxmlformats.org/officeDocument/2006/relationships/notesMaster" Target="/ppt/notesMasters/notesMaster1.xml" Id="R405a831580bf43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10963922794c94" /><Relationship Type="http://schemas.openxmlformats.org/officeDocument/2006/relationships/notesMaster" Target="/ppt/notesMasters/notesMaster1.xml" Id="R979c30ec708540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f7d7b7014549ec" /><Relationship Type="http://schemas.openxmlformats.org/officeDocument/2006/relationships/notesMaster" Target="/ppt/notesMasters/notesMaster1.xml" Id="R2703a65893984d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4e64b00f214d2b" /><Relationship Type="http://schemas.openxmlformats.org/officeDocument/2006/relationships/notesMaster" Target="/ppt/notesMasters/notesMaster1.xml" Id="R0906a600f3aa44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65280a91b9e4abf" /><Relationship Type="http://schemas.openxmlformats.org/officeDocument/2006/relationships/notesMaster" Target="/ppt/notesMasters/notesMaster1.xml" Id="Rca2b215f0b9b48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7a741f212a4f6d" /><Relationship Type="http://schemas.openxmlformats.org/officeDocument/2006/relationships/notesMaster" Target="/ppt/notesMasters/notesMaster1.xml" Id="Rfab2ae9e68ae4a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402,002. | Notice the number structure before choosing a method. | Compensate by subtracting 1 after adding 500,000.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735,677.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402,002.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Compensate by subtracting 1 after adding 500,000.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402,002..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775,449..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543,211. Methods may include complementing or partitioning.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775,449.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775,449. | Compensate by subtracting 1 after adding 500,000.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b0e8481aff4d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9d47978d954df2" /><Relationship Type="http://schemas.openxmlformats.org/officeDocument/2006/relationships/slideLayout" Target="/ppt/slideLayouts/slideLayout1.xml" Id="R2a7ae8c26bdc4c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7ae8c26bdc4c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ca098cc63f45b7" /><Relationship Type="http://schemas.openxmlformats.org/officeDocument/2006/relationships/notesSlide" Target="/ppt/notesSlides/notesSlide1.xml" Id="R61f5d599bc7745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ca19bd4af473a" /><Relationship Type="http://schemas.openxmlformats.org/officeDocument/2006/relationships/notesSlide" Target="/ppt/notesSlides/notesSlide2.xml" Id="R3124db32e39f49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f66e6cce44b91" /><Relationship Type="http://schemas.openxmlformats.org/officeDocument/2006/relationships/notesSlide" Target="/ppt/notesSlides/notesSlide3.xml" Id="Rbe8bbdfac3b64b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cbf5ad78a413b" /><Relationship Type="http://schemas.openxmlformats.org/officeDocument/2006/relationships/notesSlide" Target="/ppt/notesSlides/notesSlide4.xml" Id="Ra8f3f1b50c5f41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0a0677717467e" /><Relationship Type="http://schemas.openxmlformats.org/officeDocument/2006/relationships/notesSlide" Target="/ppt/notesSlides/notesSlide5.xml" Id="Ra522a3e572c644b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83b9e560e48c0" /><Relationship Type="http://schemas.openxmlformats.org/officeDocument/2006/relationships/notesSlide" Target="/ppt/notesSlides/notesSlide6.xml" Id="Ree05ecda061943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c623fd18a411b" /><Relationship Type="http://schemas.openxmlformats.org/officeDocument/2006/relationships/image" Target="/ppt/media/image.png" Id="Ra08fd369a4194ded" /><Relationship Type="http://schemas.openxmlformats.org/officeDocument/2006/relationships/notesSlide" Target="/ppt/notesSlides/notesSlide7.xml" Id="Rfc0047c69fca40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670f3572946df" /><Relationship Type="http://schemas.openxmlformats.org/officeDocument/2006/relationships/notesSlide" Target="/ppt/notesSlides/notesSlide8.xml" Id="R5ab91f00904144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4760f6c799459a" /><Relationship Type="http://schemas.openxmlformats.org/officeDocument/2006/relationships/notesSlide" Target="/ppt/notesSlides/notesSlide9.xml" Id="R2c53fbe610ac4a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8ea93279d4646" /><Relationship Type="http://schemas.openxmlformats.org/officeDocument/2006/relationships/notesSlide" Target="/ppt/notesSlides/notesSlide10.xml" Id="R44d74611bb3e40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7ec34789b64f9e" /><Relationship Type="http://schemas.openxmlformats.org/officeDocument/2006/relationships/notesSlide" Target="/ppt/notesSlides/notesSlide11.xml" Id="R3fb32d1128c44e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23d813bad4698" /><Relationship Type="http://schemas.openxmlformats.org/officeDocument/2006/relationships/notesSlide" Target="/ppt/notesSlides/notesSlide12.xml" Id="Racd8f2b28d6243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26593-7CBB-4591-9281-4E5194C7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13A630-91BF-4322-924E-183D839C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70D4A-1A6B-4002-A515-02BA33C6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50F253-4A6B-41D5-98EE-428BADD3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B5A5F-758C-45E2-9CAD-A4509D94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EB59A-2CCC-43C7-A313-73C156CC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3984A-9D70-4DDC-A8E4-258CDE66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EAF092-D025-49D3-947C-5557950C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157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mentally with large numbers using efficient strategies.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33FE41-CC06-440E-8DDC-65145B82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984265-635B-47BF-B5F2-FF734B6D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1F81BD-F78A-4A46-8579-A2EC5B77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579641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B76DC3-0C4A-4BC3-9AD9-CC8925E0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5ED35-42EE-4563-AD58-E6633565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8799C2-37A4-49EA-AEC9-8290E72E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D97A1-BBA1-4D83-A3B0-05C7200F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98647-6B92-47F2-90C8-C300B92C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6B551B-C180-4375-8677-BD0A163F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A73A7-85F2-4850-B94D-50FAF7CF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F4158-9152-4B66-9D55-35E5A7DE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92DA5-F665-4D76-B6B7-33101E78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AA10C-FC0D-4170-BD32-0F3ABACC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A4C7F6-EE34-4615-B5A2-C9121775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AC1999-FD52-4F2B-8D2D-AF992C55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F534AE-F424-40E3-99DB-0D606DD1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73D782-2088-4F79-801F-ECC71681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446F98-00D7-46A8-A32D-1A993C61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CF4C4B-24F0-45DE-9C02-0813ECAD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CBC30-557A-4DCE-8B72-0F262672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E3062A-4150-4648-82A9-B585931F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20AB4B-2F96-4C79-890B-F5A7D3E5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5E359B-8CCD-43DC-8650-EFD78EA5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5175EF-C60E-4904-AB4A-2051D417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499,999 + 235,678 mentally.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BB7BF4-F4F2-4324-AF5F-9A78F7DF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531150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4A5ADD-6A66-456A-9F5C-A8427EC7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4794A-7C62-44B1-A47D-2FBABB08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33740-2FAB-42E9-B000-235EBE31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A74EE8-007E-41F6-9708-85F2C76C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1608D-0E6E-4679-BFB9-989C8472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4EDEA-2881-42FB-B972-1A07B86F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E8BC55-EC1E-444E-97A4-48B1B5BC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096DF2-90AA-4912-8B09-3F680C1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34704-5989-453C-9DF2-F7C1F18A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955643-CA67-4749-8E13-5511A740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mentally with large numbers using efficient strategies.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782210-2A95-4D72-BCC3-77207B48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A364A4-1663-49EE-812A-782565BB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85A344-6E11-43D7-A62C-3B0C18E0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3941E3-1054-44C4-8EF7-FB468970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89EE05-AA42-4F77-AE51-3EBB08B6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13304977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F18203-12D9-46E2-92BB-2A1D8E29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CE2F4-4A09-4C21-B45C-0E6D6B81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1BB516-CF6C-4521-AD37-269B6ED7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36448D-49D1-4F94-A12E-4ADCBB35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B6CE7-5984-4391-8CA8-21BCF94D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5213B2-0C4B-4E5A-847F-89433DAE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1820A1-E9C0-4E1D-A8D7-021BC9A7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4EC39-9D3C-461F-B757-337A70C5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609C4A-98A4-4B9B-ABBA-280F70D8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5DDC32-09E6-4456-A649-FE33BF99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499,999 + 235,678 mentally.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824CDA-D9AC-44B4-A657-CACF1339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394CB-66C3-4160-A5C1-5379D377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7A1B8-B029-4DFD-AB8F-B5C7284C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Notice the number structure before choosing a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9135A-6496-4AF9-A9A6-D34EC6AE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A06EDE-716E-4694-9127-A4C506AB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7F2B31-6FBF-428F-B776-1B3B1B2E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a known fact, partition or compensation to calculate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2A09E4-6345-4CB0-B217-A5B115B9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E3A793-BD10-401E-8583-7E2D550B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2315B2-6045-42DF-A729-0EC48286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735,677.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AEAEE0-DEF4-44BB-BC17-41CB93F3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76574F-246A-4972-8EF7-2BBAD507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E6F156-6A69-489C-B3C7-F0923372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size of the result using estimation or an inverse operation.</a:t>
            </a:r>
          </a:p>
        </p:txBody>
      </p:sp>
    </p:spTree>
    <p:extLst>
      <p:ext uri="{BB962C8B-B14F-4D97-AF65-F5344CB8AC3E}">
        <p14:creationId xmlns:p14="http://schemas.microsoft.com/office/powerpoint/2010/main" val="17925129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59178B-E428-493B-91D9-906C48E0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DCF59D-8F79-4B5E-A6B7-E843332B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FBC494-4659-4E95-9512-75AA5238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FCFEF-8958-461E-96BD-78583B8E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B6051-4DDB-408E-9224-D615452B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4DBBE-25E3-42A7-821B-98BE31B8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5B1F59-A87F-4D09-8077-0279EBCD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03DC2D-29DD-4870-B9A8-7A89BFF6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3F3749-7C59-4639-854A-C7634B60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ABC3E6-11A3-40DF-ADE3-892136F8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CB172-2F88-456B-9FB5-C6309AD6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735,677.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FA46BA-EF99-436C-BACC-8B2090C6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E56E1-0470-4213-9EE6-9FEBD3E0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6108DC-10CB-4DF8-BB50-DD682078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43550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CF4C13-D443-423C-9D34-7EE6DB54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DC387-BF15-46C2-AC05-4D993E2E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8C618-0AD9-47AB-931E-E74D0B48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039A6-2090-4B87-AEE1-97FE8AFC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41AE8-1AC9-49E9-B869-F871188F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B98B34-4291-4218-AFC5-BF16064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A66932-337D-4BD7-8B9A-AAC9358D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8A206-5244-4769-BC10-8B2DFCD5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F0DAAF-5053-48B4-AD1C-C91D9614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F24C73-7660-46CF-982F-33576EE5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37E9F-D675-49D6-BEBE-FB4354D7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20F652-B1F2-4B0C-9B0D-42FFC1F2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B5B57F-91C4-462D-ACE6-8ECE66BF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3F0738-1F02-4E88-B1A4-9E7DA6F2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AD4446-75CF-4BC0-B5B9-EB351996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402,002.</a:t>
            </a:r>
          </a:p>
        </p:txBody>
      </p:sp>
    </p:spTree>
    <p:extLst>
      <p:ext uri="{BB962C8B-B14F-4D97-AF65-F5344CB8AC3E}">
        <p14:creationId xmlns:p14="http://schemas.microsoft.com/office/powerpoint/2010/main" val="6966117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09154-5891-4761-9CE8-1B9546C1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0B836-6679-4A12-BE1B-44E49A23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55426-0AE1-4067-A22F-FCF6A0A6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563CD-AEC0-4ACD-9FC5-4FB6FB83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D6F42-7AAD-463A-9EA8-B441058C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9D71F0-9BAB-49AB-9A15-B0E28A32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FF703A-8968-4A72-BC55-51AE81DD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7E14F-190D-4362-A06D-325FE0FB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AC31DE-D660-4510-88DA-E88910CD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8fd369a4194de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1D7B6-C2BE-41AC-A53A-A889C712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6D632-5ADB-4787-A276-98349091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500,000 instead of 499,999 and forgets to adjust.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00601-278E-4F11-A0C3-4AB4EC80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ACA0DB-E44E-4AD7-A166-1D720CFD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817CD-50F5-4A96-91AF-0B91C74B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Compensate by subtracting 1 after adding 500,000.</a:t>
            </a:r>
          </a:p>
        </p:txBody>
      </p:sp>
    </p:spTree>
    <p:extLst>
      <p:ext uri="{BB962C8B-B14F-4D97-AF65-F5344CB8AC3E}">
        <p14:creationId xmlns:p14="http://schemas.microsoft.com/office/powerpoint/2010/main" val="9016724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6738AD-3CB7-4147-972C-6FD119D8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CE5421-0E1A-4112-97CC-6C1654DF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BF635-BE93-45B8-BCAC-F31B749E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B16DD9-1CA6-4435-ACF3-991D474F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42306-ACAC-4A27-BC6E-646B0A3D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72BEF6-8159-4814-B796-6AE1D265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3FE01-4762-4C93-A7E9-D30A631D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479FA4-E4BB-4245-B5B2-D28BCDA5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7524F9-AFBA-4173-AB32-C1F73E7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ABE232-5D73-4044-A06E-E7B1BF2D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F1AAC0-54D6-4AD7-8A00-39B82492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E2A48-2D31-4039-B80B-016C1FB9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C5F861-661C-40FB-90C2-FD33BDC1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633EA4-CFA7-4064-89FD-771F59E2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AB70F-73AE-4D08-82E8-7E0BF97F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464573-CF72-4D85-B7CF-5F7F9F87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2BE475-D638-45C9-B2E2-585E0D00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690D47-0328-4B4A-AF8E-AEBDA2C9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96A04C-2208-40B8-B480-8661DB54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F50A1B-7DEC-4E2C-A66B-4919C441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3DBA21-0FD8-4044-A328-5ED2F274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402,002.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3998CA-F5AA-4BCB-9CB4-F2E8634A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755214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407DDF-0D19-40C3-95C6-6819302F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C88E3E-221C-43DF-AD41-81829E9B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49B1FD-8008-4F62-A09C-1B4B46C1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DCEC2-8100-4689-B36F-A8F28519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6CF43-FC90-4DFD-AB83-68DDD7DF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390BD8-1BDA-4E76-9B4A-B357C2E3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26477-D00A-492E-8022-F99CA1B9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600F4-FE94-40B6-B64D-1263D4CA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CAF111-1A4F-4D67-BBBC-9038BF4D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7DFB45-C4E2-4F06-A503-D56AD37C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619AB0-5D12-426B-8E26-C32B60C4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DB785-06F7-4702-BC61-783F39D7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CE798F-0C5B-44AC-A7A6-3E249671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694B5-63BD-4FB5-B018-43A5B6CC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F5B913-62D5-422A-900A-7E81ABB1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826E42-662C-40F2-A452-94DD0113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801D39-0C9D-415F-861E-C4B4DC37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AEECEF-BFBE-4B9B-BA89-8DD092A2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2F5849-0BB2-49A3-B784-69253F8C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44C91F-B142-4C8C-8CF9-1A838A10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9963D9-4F71-4B69-A9D7-DAAA5AF1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996314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A13684-90C9-4BCC-A1C3-4B3F4FEC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AF9742-ADED-4DE4-B60A-193244C9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39020-987C-4261-B939-1AFE2437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DADFC-5AF0-4CB8-B76A-6DFE53F6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2C0629-F6D7-41E6-9564-3A732658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3ED47-45A5-400E-A7AD-3E8F4437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5BB96-D745-4F00-9773-CB0F1F4D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34F4D-8DC9-4088-A581-FC70BACD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09821B-D423-4F4E-B318-39186657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A3A0B0-E91D-42A9-84A2-57290C84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two mental methods for 1,000,000 - 456,789.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374F69-92BF-4A4C-8967-8189D795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DC7933-A32B-4DB0-A388-4401FE50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FF191F-D609-45D8-A713-29534B18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543,211. Methods may include complementing or partitioning.</a:t>
            </a:r>
          </a:p>
        </p:txBody>
      </p:sp>
    </p:spTree>
    <p:extLst>
      <p:ext uri="{BB962C8B-B14F-4D97-AF65-F5344CB8AC3E}">
        <p14:creationId xmlns:p14="http://schemas.microsoft.com/office/powerpoint/2010/main" val="6931780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52B2A4-56A1-4039-8950-6EB7083F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2FE6EA-08B8-4F77-9896-2AFE8ECD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6A49CE-587E-4DC2-AF11-2CE3EE1D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78B78-AE76-496B-B6F7-D62E350C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5FE06-CA3C-4E42-9A04-F7D8EFE8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B8BB2-AA96-4D31-8D27-52BD8DE8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CDEB6-43AB-4387-827D-0FC24417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96F4C-FBDE-4C5A-B603-6BCAEEC7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27B62-1405-48C5-8538-4C720326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D27BF-DD35-4190-844D-5B106EBF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B98C64-BF25-468A-B0BE-2A8EA51B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CC24F-4CB6-49F3-ABE0-4F189C6B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89AC1A-E1AF-4E1E-B4F9-40F2644D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1DBFF3-DF70-4C85-9A00-E9C6CB3E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03860E-449C-4F3B-A05D-AEC0A513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62F287-DEA6-43E0-B649-42C8924C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775,449.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DE6D14-3491-4578-88E0-8B917498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674569-CE6D-4805-81CE-5A704123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052900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498EC-9AF8-4042-A2C1-E9C20C50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3ACD89-893C-4028-8514-D037980A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032108-B883-40CE-8073-F90C1F8B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43391-058C-41FF-8F2D-18256A3F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37180-DE08-4299-A0D0-8EE4C22A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1F496-7A2E-47E8-B45B-A293DB16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F09A49-0836-4932-A624-12CCA236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9E52D6-BCDF-4D3F-B0A3-BC430BEA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C3E2F-D798-4C18-9947-2F80F474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9241D-92FD-4348-B969-E74923C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CA0B5-A2A6-4ADF-B1F9-2F63895E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2AFC07-CC34-42D6-8616-DA037513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7A0AA2-36F6-44CF-B9C4-717355E8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A7E5A-E12C-4CE6-AC06-89DEB4E8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3CB349-F032-42DE-9CCE-D33323AF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6903D-D5ED-46A1-8B9E-1042D653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97759E-3445-4A1E-B59D-D7CE659E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500,000 instead of 499,999 and forgets to adjust.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90788F-6F66-4958-8026-1E8DCADB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23B6CF-13AE-4455-970C-CB4A3989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BD5827-D5E2-4008-AE80-5A96B984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86083A-9DBD-4E7B-9192-2B376568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CD5917-A1A6-4A83-960C-E3D51884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525968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2026-09-09T20:45:32.6620000Z</dcterms:created>
  <dcterms:modified xsi:type="dcterms:W3CDTF">2026-09-09T20:45:32.6620000Z</dcterms:modified>
</coreProperties>
</file>