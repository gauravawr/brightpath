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About 90,000 / 30 = 3,000. | Notice the number structure before choosing a method. | Choose compatible rounded values that keep the calculation easy and reasonably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Estimate 6,782 x 49. Answer: About 6,800 x 50 = 340,000.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About 90,000 / 30 = 3,000.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Choose compatible rounded values that keep the calculation easy and reasonably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About 90,000 / 30 = 3,000..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About 490,000 + 220,000 - 100,000 = 610,000..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The product should be about 7,200 x 60 = 432,000, so the displayed answer is far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Estimate 92,410 / 31. Expected: Estimate 487,205 + 218,770 - 96,420. Higher: A calculator shows 7,204 x 58 = 41,783. Explain without exact calculation why it is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About 490,000 + 220,000 - 100,000 = 610,000. | Choose compatible rounded values that keep the calculation easy and reasonably close.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31D04A9-E347-43F0-B7F7-E85F007E5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1BE650-2AB1-47EA-9D4D-C9348359E2B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35A382-3043-4D3A-8C8D-A4B6B57E6ADD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1FD2F4-0DB7-4B00-AF26-7398EF9C9CA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863DDD-F8E9-4861-8558-5551A24B530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041104-87EB-49FB-B18C-25F83BEE7E1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190577-75FB-4DD8-9808-117C0F69244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B365B-3046-4FDA-9324-C561AB60B68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23E956-DFF1-4592-94D5-A22F53D3195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answers and identify unreasonable results.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A3E76A-DD36-4521-AE28-DCC16A964E5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6E9FCA-A13F-4337-AF38-ACC2B1B6417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F95788-067E-4195-B796-7A7D10F00EF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9438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FC02652-BC09-4315-B77E-E133C5DCB7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457233-5C6B-4AEF-99BE-AAB41706270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DDBA88-442C-420E-88E2-4268C4FB60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332A6E-ABAB-41E1-BD49-2F9BE3F8C0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F875A-D024-4C46-BE92-E9BF96AABFB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0D515-3A01-474D-9917-7F4CB5C9A4A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EF2847-C7CF-4299-812E-9FC80A081E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0F3A-DFA1-42B3-8C22-821B5529A78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DB22D2-9AE3-40CB-BDFF-7E8923649F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AC6446-9EAB-45AE-B5CF-9904AD8E8B1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5CD67C-1BB8-4DD5-B7EB-4AAF6747190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3E1BB0-061F-402A-88AE-86040B5B9F5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79E710-EDF1-4B9F-B0B9-08AC30F45E9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23133D-F64B-46AC-9DC0-AC4DCBCDCC8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D65692B-0AD2-4E1F-BB39-ABFE94D4AAB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A3FBEBE-D5D3-48C8-8AA0-0DCADA53DEA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1516F5-BFA5-4E40-9AC9-DC3A21FA59D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02E0F08-8307-4EC9-8733-86E93281145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FB9442-270C-4875-8608-BB560ACBE55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5E92B64-67A5-4193-B8C2-22F42513DCE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B68D07-D290-493E-90C5-17FCA2E8276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E8AD80-39EF-4BF6-83CD-2B41E14D639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6,782 x 49.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C8460-7D9E-43F0-B31B-9C55DA07588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18122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C584627-33AB-4ACD-8DD6-00034A1B04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83B0A8-919E-45A4-8041-3B92B588597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97FCD0-348F-4977-817C-A9BFACB414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E9E642-402C-4C74-A474-28FB024764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8D9F64-F471-4C13-AC97-6A6B14F357A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526C72-D53E-406E-A361-506CE2E8C87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3E97A5-FD9A-48EE-9AC5-80C2497E18C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AA2744-90E5-4A94-9626-378379C5D60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68A615-D35E-47DB-87AC-858B847F0F5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DDBBFD-06F6-4902-91DF-24EA65E1ABB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16D0B0-EB83-4A7B-927C-9BED50E6D59E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answers and identify unreasonable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9F7350-BE4D-4C10-B6A7-87646FBF31B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52751B-6D12-4D2C-AE58-185C948B34EC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80303E-D702-4CC5-9DCF-10BD0D44A17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1EDD10-3AE9-4D53-ADA7-CAC1235FC01B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F8E2C9-D369-4346-B129-0A57D848957E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2042506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2E814AB-1C84-4B69-8DD4-CF30792AC0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413DD8-A80D-42DF-817B-8C0B631C48A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C01931-A855-4433-9231-0A4C2EE911F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4B0727-488B-4B7A-A9B6-CB842A4D98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897DA7-E033-47A6-9711-432D8CEB553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7250B3-0F3F-4005-898A-CA5F514DCD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513698-8109-4E5F-A7EB-207F547B2F0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4F7D5A-FC33-4FB9-82E4-AA22CA59B8C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87C5F5-529C-477D-9683-ECE9B4CD1D9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B86F8B-9AC3-4DA4-8E0A-158E08C44E8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D9D60E-D2FF-48FB-B574-B0D33F01117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6,782 x 49.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ECE41F-301D-4192-B702-532CDC5A219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1A2BED4-F3A9-42CC-BE96-EB8D5A271AB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4C0528-1721-4072-8F06-D854215B8A9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93C19-EEB3-41BA-8C74-2CFDF111018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A3CA31-60B1-455F-BDD0-0BE5F22586F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22D8FE5-87D6-48E2-BBBB-37EB1BB9818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93A792-1532-465D-805F-81120F44996D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FFF462-BE95-4122-AF8F-9BF2328E9A7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EADCA0-D0F9-4225-B95C-11CCE437B67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F596073-8038-43CE-B223-9D9DB0F18E9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D7764E-B59D-4AE5-9DE0-AA37812871E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68BEF4-8093-45CB-A314-F08566B2CE5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0545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18559E5-C14E-4A02-B8C6-4AB21074C5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DA2B0D-0EB0-4C3C-B6EA-1E2AB01EA68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595E9E-5813-40B8-A4AF-3374A7A2A8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951F32-7A3C-4BC8-B12A-1E98F0F80B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BCB73D-6607-48EA-BBA3-29021AC4764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5134EB-4C4A-42B2-92E9-AE7A65ABDDE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E4D7DA-25E7-4396-8C4F-1D5F49AA653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766784-9CD2-4D24-BDC0-3B3BBE36CC5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23DAD9-79A7-423D-B48F-49E880386A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BED364-2B76-4CB0-BFE0-61D6C25374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BA718A-F91C-47E1-A2F8-618EEF50C0C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F5A36-A5F6-4634-A866-BF3BF2D1AE5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6,800 x 50 = 340,000.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68CCEA-7DD4-41C9-9A55-032647975402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5A50C8-D8FB-4D2B-8E49-67B80575A97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32E9CF-A768-42D4-8805-7D9E0009B07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308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6BEF886-FACE-444C-A721-D4589DAC38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C10FCF-EF0D-423B-8FCB-C4657E9122F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6E38FD-4FA9-40A7-B2A0-C49D87B0A8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F564004-D2F3-4897-9822-1E77BAEAAD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B1C7E7-D1C6-43CA-87E3-506DE517ADE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0334A-C803-456A-B2F2-AB7045B923A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A2C55E-D366-4882-8BF0-61D3642598A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BE303A-635E-4A4C-A356-AF9EA2703A7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AAAAA8-2BF0-4430-B2A4-0AB04C0381D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6114FF-3893-4F2F-96C0-E1E3C8E51CB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B2C89B-777C-4EDC-A775-28DF961394E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BBC364-5723-4B73-9692-BE19CFFB8DA9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C90C3D-A227-4785-9E13-95296B39B88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C7E9FD-20AE-4C90-B91F-72EE0C0FA6AE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497F94-C4DA-43FE-A3B9-360B89A1687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B97C19-8E51-440B-AA67-9AE1D63C1FDE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90,000 / 30 = 3,000.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81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24E7939-3DD1-4770-B2B5-CAA2662C89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2279A8-5F4A-47CC-876D-2CE0E5B1729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F5C120-D7A2-4A63-AB51-B0C55BBB0F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0C7B05-2F01-440E-9C00-DD619943D7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CBDC77-3836-4C6A-8726-86855235840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974E91-210A-4FC3-9607-E2F88909F1B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ADC7C4-08EF-4C2C-BEF4-81427303BF4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8DE693-1CA6-45D2-8085-0BDCAA11569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FC97F8-EC4F-4F8E-8429-B4A5062EF8E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7D0B75-F5CB-4E22-B9BB-F10C09B979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36C602-CF42-4176-9109-4D96DA2B8EFC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7943BF-13AC-440E-8EEE-E899265E3456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every number to one significant digit even when this gives a poor estimate.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037EA-C0F6-465D-9196-AB96A4B7E1F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2C66C2-3AB3-42C6-B75A-7E26FBC962B5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32D8BE-6444-4D9F-9241-EFE7BC5CAFC3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Choose compatible rounded values that keep the calculation easy and reasonably close.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580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021D96A-56BD-4510-A89C-8701263BD5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347F1C-83B0-40D8-A18A-0DBF791CE4A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D407C7-98A5-4CEA-BC39-876A3474AB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6950DE-F45B-487F-B09A-5939E9261C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916A8B-FD26-4BE7-AEFD-016F4B16D1B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AD5379-F6D9-49E8-A70B-3B596F7C1FC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480326-25F3-4622-A468-0CCEB9FFAD2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EEEBF0-31FA-46AE-AE33-2E6AB4C469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D8F171-38AE-40B8-B53B-4819C506356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FEAFF5-55F5-4E5B-AC27-1434E7E182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76BDD6-B81B-4948-9A08-D8B789E1300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FDF1876-3D10-465A-BFB6-28F34B96D9A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053D9-829E-4713-9E34-F2613A2990B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D20BC3-5A5D-4082-9167-FCADA55BE1C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136E005-2DA7-4558-AAA3-43680282455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D3080CF-0249-47DC-B2AC-609EEEC4B7E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870BC2-C44A-4D20-9CD2-4D8BEA99BB8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BF5576-0161-490A-9C5F-12F6F4E2C56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E93FB1-DFB5-4BAD-9724-2B4815DE7FD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1AAD450-5AD0-4CDD-B6B8-C84B4DAB7B8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C00C79-D286-4C85-8AED-28C342CAB94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C1EBB3-96A2-48D4-B50F-8C68F889BD4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90,000 / 30 = 3,000.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D85860-4592-44DE-AE5A-D55C9AD92C0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9840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81E478C-6BA5-4BE1-8AAE-787F82D95C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CAA741-33EE-4C24-BF59-1236354B7F4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5AB4C7-5486-437F-A735-1094C58DB2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00AC31-209D-4D81-9F13-1877AA5B42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10F383-7AFC-4AD8-9395-CF71A77EF6A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CCBF26-B27F-40CC-842B-D85406474D0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5DD1E1-4050-47B0-9C71-1BDCBF678F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F08C41-A0A7-40C2-9E63-AA9E60ABDD2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BA44E0-B3DB-45F7-89C0-B9D357BD3A9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2BC0FE-7AD2-4BAA-B277-9D9BF2BF73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E60066B-1A7E-4979-AE36-8BE348E472D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E58FB64-3033-4633-949A-E8E4702C41B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CA5AFD-13A7-4509-9928-88AB79EAF8E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384B67-A503-4F59-8924-F7D297E1788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0ED76E-74B2-476A-997E-D655063FCB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02882EF-63C4-4D5B-93D7-C1964899220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7930A8-8967-4FD3-B0D7-AF0EBDBEEE9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910D3B-DBB5-4274-85AD-68DFE2E2454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CB1B8F7-3226-46F4-98D5-E77E0204A80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567DE74-83A7-41AE-99D2-55902ECD851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E6C5CF-75CF-4932-A055-7434C2CCB67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7CF7A60-B150-46B3-B9AA-2EB72BAF53E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871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8913572-2598-4BAA-808B-0F5DAAD2F0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112E0D-8B8A-4061-B376-D1295577206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7B9AF1-F1BD-42DD-AA9F-BFF0660C44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F0C0B6-F9B2-4830-B90E-9CFF1AB353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D74A08-10EA-41C9-957C-58F9B6C15B2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24FC0F-FBA2-4AEE-973A-6AD94D4BE35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A036D4-C0F7-44D0-9439-197E9E752FB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0BD2C8-9C8E-47E3-ADE4-968E3F0BFC5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E6E3A2-1F5F-4C91-B763-FD0037E742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0EE662-FB1A-48DB-9FA0-C77BA115A4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E93910-F819-45AB-932F-D3D153E3B3B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calculator shows 7,204 x 58 = 41,783. Explain without exact calculation why it is wrong.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329539-2EE5-4B0E-9786-1E9E1FEC4B91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EFC7F5-0AE1-46E1-A6E6-D681322D20C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8CD7F5-943D-46AA-BECC-CD3919D3C8E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The product should be about 7,200 x 60 = 432,000, so the displayed answer is far too small.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154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CFD7315-4BA7-46B6-B2E0-591FABE484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C19C1-6714-4C18-B6BE-EB3ABC70D30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FAA3F5-CC43-476C-872C-E8C4619C74F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2ED853-D1D3-4B4B-8AD1-6C46B8C428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0211B2-F377-4A68-9F3B-2F8459F60B5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251E98-C41B-43A2-9969-544D19CF6C4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D627C0-B7FD-426B-B471-D4C8B613BF9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19CE38-C19F-4FE2-8154-AB3BE992CF4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170E0F-931C-4A8B-BFF6-A7CD39642D8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43C14A-AB89-44DA-8304-C19C9BDB4B3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9FA02B-4C10-4E8C-B3BF-1B890DE56F5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580F38-CF4E-4A60-A0EA-82422212A64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4B274F-C2DC-4E64-8924-F524DF253E6A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AF426C-2D8C-40BE-B024-018A0016E77A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0BAC7A-8A18-4ABD-8350-8300657B23C1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183A5B-3260-4759-B457-DE80698C03E0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DB727BF-4A28-49C9-B361-A9AF9AE0C21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EBA544-C668-4A7A-8DE9-B3342665E6E1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55AF6D2-295E-46A9-91C5-4131C7F4D02E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3F8BC7-9ABB-4AF4-ACE8-9C5F5372589F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FB7C54-0573-47F6-9A29-4EC51A43832B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2377B7-E51A-4C79-A95F-55EA054BFC58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D36AF3-F299-4DA8-8E8C-FCF259A4DAD0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ACC454B-38E2-429E-98C7-52E2E3BD44FC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45B66E-8708-4485-AFD0-13A0BCE4C92B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D6CB1F-BFEB-49EC-AF2C-B59786530D41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64899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EDABD41-60DC-4629-8FE3-318900A2CA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29B8B1-41EE-4BDE-901F-C4967A99277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09FEC5-887A-4990-BA8E-AF3BA80423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9A9AF7-E565-43CD-ADF0-2DF6C4EDF1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DFEE53-6636-4545-A615-E2DA6F9F536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8EBA2F-8E50-4F3B-A175-2C590DDC0C4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A82A4E-7EE4-4D95-B5CC-C132C4249A4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D70668-1D36-4828-90FD-65D41541C3D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A11486-F766-4D00-9F7B-A00F4CCB90A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E0FBAD-29A5-4FA8-9CB1-3DE8FAC1ED6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858717B-D4CC-4DC3-B785-5F31B344B26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D12D47-99D8-4987-9CEF-D9FB8CD1498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B9E029-014C-4D12-9C90-D172E1680E3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67D3DB-5EE5-4ECA-BE97-1C0BD226543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909F8D1-8101-4DAD-B669-95358D1CB63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ABA3F9B-6AE4-42C3-8BE3-82FEE233D72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C3B0D5-395C-47BC-A8A3-57A4B69AE71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9569A-6597-4ACB-B6F3-9852DFAB053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every number to one significant digit even when this gives a poor estimate.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06C7282-7202-4E5F-BC1D-9988848742B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74D074-6079-4392-A95B-46818D2F4C8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270D2F-8FF9-4A18-BABB-C0757B2424E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8E131D5-7929-4E28-BF08-A135C8DFB0F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F6014D-47B4-4F48-9BDC-DE8B045CB94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34276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1372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2026-09-08T22:37:31Z</dcterms:created>
  <dcterms:modified xsi:type="dcterms:W3CDTF">2026-09-08T22:49:12Z</dcterms:modified>
</cp:coreProperties>
</file>