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ec0a2064df4b41" /><Relationship Type="http://schemas.openxmlformats.org/officeDocument/2006/relationships/extended-properties" Target="/docProps/app.xml" Id="R04d64dff265f4b80" /><Relationship Type="http://schemas.openxmlformats.org/officeDocument/2006/relationships/officeDocument" Target="/ppt/presentation.xml" Id="R7a8cbcd4d6b0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2f0404c15475e"/>
  </p:sldMasterIdLst>
  <p:notesMasterIdLst>
    <p:notesMasterId xmlns:r="http://schemas.openxmlformats.org/officeDocument/2006/relationships" r:id="R0754c79da07c4b92"/>
  </p:notesMasterIdLst>
  <p:sldIdLst>
    <p:sldId xmlns:r="http://schemas.openxmlformats.org/officeDocument/2006/relationships" id="256" r:id="R6afd00b8b8094ba5"/>
    <p:sldId xmlns:r="http://schemas.openxmlformats.org/officeDocument/2006/relationships" id="257" r:id="R2bcfc9a6820f4ba7"/>
    <p:sldId xmlns:r="http://schemas.openxmlformats.org/officeDocument/2006/relationships" id="258" r:id="R07e09a4fa0df4f32"/>
    <p:sldId xmlns:r="http://schemas.openxmlformats.org/officeDocument/2006/relationships" id="259" r:id="Reaeaa63985d6476e"/>
    <p:sldId xmlns:r="http://schemas.openxmlformats.org/officeDocument/2006/relationships" id="260" r:id="R993c959af2ed42dd"/>
    <p:sldId xmlns:r="http://schemas.openxmlformats.org/officeDocument/2006/relationships" id="261" r:id="R6ad0e8a70ce74962"/>
    <p:sldId xmlns:r="http://schemas.openxmlformats.org/officeDocument/2006/relationships" id="262" r:id="Rde2cd7669c664940"/>
    <p:sldId xmlns:r="http://schemas.openxmlformats.org/officeDocument/2006/relationships" id="263" r:id="R960e63143126479e"/>
    <p:sldId xmlns:r="http://schemas.openxmlformats.org/officeDocument/2006/relationships" id="264" r:id="R1afaf143958b4069"/>
    <p:sldId xmlns:r="http://schemas.openxmlformats.org/officeDocument/2006/relationships" id="265" r:id="Ra3598427da44412f"/>
    <p:sldId xmlns:r="http://schemas.openxmlformats.org/officeDocument/2006/relationships" id="266" r:id="R66f9afb7f0f34a3e"/>
    <p:sldId xmlns:r="http://schemas.openxmlformats.org/officeDocument/2006/relationships" id="267" r:id="R03e1617339f944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cede0bda8e492c" /><Relationship Type="http://schemas.openxmlformats.org/officeDocument/2006/relationships/slideMaster" Target="/ppt/slideMasters/slideMaster1.xml" Id="R2482f0404c15475e" /><Relationship Type="http://schemas.openxmlformats.org/officeDocument/2006/relationships/notesMaster" Target="/ppt/notesMasters/notesMaster1.xml" Id="R0754c79da07c4b92" /><Relationship Type="http://schemas.openxmlformats.org/officeDocument/2006/relationships/presProps" Target="/ppt/presProps.xml" Id="Rd3f53464d5b84dbf" /><Relationship Type="http://schemas.openxmlformats.org/officeDocument/2006/relationships/tableStyles" Target="/ppt/tableStyles.xml" Id="Rd7e76e6f2e854d3e" /><Relationship Type="http://schemas.openxmlformats.org/officeDocument/2006/relationships/slide" Target="/ppt/slides/slide1.xml" Id="R6afd00b8b8094ba5" /><Relationship Type="http://schemas.openxmlformats.org/officeDocument/2006/relationships/slide" Target="/ppt/slides/slide2.xml" Id="R2bcfc9a6820f4ba7" /><Relationship Type="http://schemas.openxmlformats.org/officeDocument/2006/relationships/slide" Target="/ppt/slides/slide3.xml" Id="R07e09a4fa0df4f32" /><Relationship Type="http://schemas.openxmlformats.org/officeDocument/2006/relationships/slide" Target="/ppt/slides/slide4.xml" Id="Reaeaa63985d6476e" /><Relationship Type="http://schemas.openxmlformats.org/officeDocument/2006/relationships/slide" Target="/ppt/slides/slide5.xml" Id="R993c959af2ed42dd" /><Relationship Type="http://schemas.openxmlformats.org/officeDocument/2006/relationships/slide" Target="/ppt/slides/slide6.xml" Id="R6ad0e8a70ce74962" /><Relationship Type="http://schemas.openxmlformats.org/officeDocument/2006/relationships/slide" Target="/ppt/slides/slide7.xml" Id="Rde2cd7669c664940" /><Relationship Type="http://schemas.openxmlformats.org/officeDocument/2006/relationships/slide" Target="/ppt/slides/slide8.xml" Id="R960e63143126479e" /><Relationship Type="http://schemas.openxmlformats.org/officeDocument/2006/relationships/slide" Target="/ppt/slides/slide9.xml" Id="R1afaf143958b4069" /><Relationship Type="http://schemas.openxmlformats.org/officeDocument/2006/relationships/slide" Target="/ppt/slides/slide10.xml" Id="Ra3598427da44412f" /><Relationship Type="http://schemas.openxmlformats.org/officeDocument/2006/relationships/slide" Target="/ppt/slides/slide11.xml" Id="R66f9afb7f0f34a3e" /><Relationship Type="http://schemas.openxmlformats.org/officeDocument/2006/relationships/slide" Target="/ppt/slides/slide12.xml" Id="R03e1617339f9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26359ab504b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f8500d22244965" /><Relationship Type="http://schemas.openxmlformats.org/officeDocument/2006/relationships/notesMaster" Target="/ppt/notesMasters/notesMaster1.xml" Id="R78c9a35eca4f4a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eea2c62334505" /><Relationship Type="http://schemas.openxmlformats.org/officeDocument/2006/relationships/notesMaster" Target="/ppt/notesMasters/notesMaster1.xml" Id="Rc573f5f9f86c43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5a17884ad49a1" /><Relationship Type="http://schemas.openxmlformats.org/officeDocument/2006/relationships/notesMaster" Target="/ppt/notesMasters/notesMaster1.xml" Id="R7b0fbeb018b342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f2a6104bd041a4" /><Relationship Type="http://schemas.openxmlformats.org/officeDocument/2006/relationships/notesMaster" Target="/ppt/notesMasters/notesMaster1.xml" Id="R268f664229ec43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56de341b7c4fb8" /><Relationship Type="http://schemas.openxmlformats.org/officeDocument/2006/relationships/notesMaster" Target="/ppt/notesMasters/notesMaster1.xml" Id="R9d69c90ac8884f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0d14f42a364975" /><Relationship Type="http://schemas.openxmlformats.org/officeDocument/2006/relationships/notesMaster" Target="/ppt/notesMasters/notesMaster1.xml" Id="Ra4ab42a40d00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c4d3c250254ecd" /><Relationship Type="http://schemas.openxmlformats.org/officeDocument/2006/relationships/notesMaster" Target="/ppt/notesMasters/notesMaster1.xml" Id="Rb60a77b3d1dd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884ca71cc54732" /><Relationship Type="http://schemas.openxmlformats.org/officeDocument/2006/relationships/notesMaster" Target="/ppt/notesMasters/notesMaster1.xml" Id="R5fba0579ea9b48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261a97434e4fd1" /><Relationship Type="http://schemas.openxmlformats.org/officeDocument/2006/relationships/notesMaster" Target="/ppt/notesMasters/notesMaster1.xml" Id="R2c71607213084b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d6a52e77804033" /><Relationship Type="http://schemas.openxmlformats.org/officeDocument/2006/relationships/notesMaster" Target="/ppt/notesMasters/notesMaster1.xml" Id="R5b0e82c757ce45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b6f87f27e84e94" /><Relationship Type="http://schemas.openxmlformats.org/officeDocument/2006/relationships/notesMaster" Target="/ppt/notesMasters/notesMaster1.xml" Id="R1e95724d7b3643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128953c5844ea2" /><Relationship Type="http://schemas.openxmlformats.org/officeDocument/2006/relationships/notesMaster" Target="/ppt/notesMasters/notesMaster1.xml" Id="R4d276adfe5764b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place-value chart, empty number lines, strategy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About 90,000 / 30 = 3,000. | Notice the number structure before choosing a method. | Choose compatible rounded values that keep the calculation easy and reasonably close.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mental, compensation, partition, estimate, inverse, reasonable.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About 6,800 x 50 = 340,000.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About 90,000 / 30 = 3,000.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Choose compatible rounded values that keep the calculation easy and reasonably close.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About 90,000 / 30 = 3,000..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About 490,000 + 220,000 - 100,000 = 610,000..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The product should be about 7,200 x 60 = 432,000, so the displayed answer is far too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About 490,000 + 220,000 - 100,000 = 610,000.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About 490,000 + 220,000 - 100,000 = 610,000. | Choose compatible rounded values that keep the calculation easy and reasonably close.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9293e2b3543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c769532184436b" /><Relationship Type="http://schemas.openxmlformats.org/officeDocument/2006/relationships/slideLayout" Target="/ppt/slideLayouts/slideLayout1.xml" Id="R39e83e56a34340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e83e56a34340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7850e6f8e4944" /><Relationship Type="http://schemas.openxmlformats.org/officeDocument/2006/relationships/notesSlide" Target="/ppt/notesSlides/notesSlide1.xml" Id="Re237a57dc15048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5a98ea1f14c1d" /><Relationship Type="http://schemas.openxmlformats.org/officeDocument/2006/relationships/notesSlide" Target="/ppt/notesSlides/notesSlide2.xml" Id="Rdcbfb2d1baa643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a980be8ae45ff" /><Relationship Type="http://schemas.openxmlformats.org/officeDocument/2006/relationships/notesSlide" Target="/ppt/notesSlides/notesSlide3.xml" Id="R1ff0b2d952044d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a1d9051e84626" /><Relationship Type="http://schemas.openxmlformats.org/officeDocument/2006/relationships/notesSlide" Target="/ppt/notesSlides/notesSlide4.xml" Id="R250c83ebf9564a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e18058dcd4433" /><Relationship Type="http://schemas.openxmlformats.org/officeDocument/2006/relationships/notesSlide" Target="/ppt/notesSlides/notesSlide5.xml" Id="R9a344c812389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5ce6c7db84551" /><Relationship Type="http://schemas.openxmlformats.org/officeDocument/2006/relationships/notesSlide" Target="/ppt/notesSlides/notesSlide6.xml" Id="R00f16be0223b4e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4e59c3c3f49e7" /><Relationship Type="http://schemas.openxmlformats.org/officeDocument/2006/relationships/image" Target="/ppt/media/image.png" Id="R2ee76ff9226449c9" /><Relationship Type="http://schemas.openxmlformats.org/officeDocument/2006/relationships/notesSlide" Target="/ppt/notesSlides/notesSlide7.xml" Id="Rd24c009ab8a141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2c62382a444e2" /><Relationship Type="http://schemas.openxmlformats.org/officeDocument/2006/relationships/notesSlide" Target="/ppt/notesSlides/notesSlide8.xml" Id="R7015e68ef78248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5b9867253464b" /><Relationship Type="http://schemas.openxmlformats.org/officeDocument/2006/relationships/notesSlide" Target="/ppt/notesSlides/notesSlide9.xml" Id="Rce81922bf30b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94079db564bb1" /><Relationship Type="http://schemas.openxmlformats.org/officeDocument/2006/relationships/notesSlide" Target="/ppt/notesSlides/notesSlide10.xml" Id="Rab106e62bb2549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962db52be4874" /><Relationship Type="http://schemas.openxmlformats.org/officeDocument/2006/relationships/notesSlide" Target="/ppt/notesSlides/notesSlide11.xml" Id="R8b62bc1ed05c4b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d3a4fdd5944ed" /><Relationship Type="http://schemas.openxmlformats.org/officeDocument/2006/relationships/notesSlide" Target="/ppt/notesSlides/notesSlide12.xml" Id="Rc525f0a83eb349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6E551-2955-4BE5-8F73-BD70DD5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105A5-C060-4615-AD78-8569CBC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1ACD2-BFB1-4379-AE69-94558EAC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20AFB-848C-4899-B63F-5C22EA98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2667D-DC92-49A3-A503-35808B0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E6E58-827C-4DBD-A919-BF52E55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4EA4F-34E9-48BB-83CC-9A55924C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586B1-9B03-4E70-BA72-EC8D68EB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estimate answers and identify unreasonable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5BE8E-4CDE-40E4-96C0-CF56727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336CC-09A1-40EE-8DA7-F52BF1A9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D86E5-8D5C-4A3C-8EC5-A2D5EC8A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126682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4930C-1DFA-4985-BDED-3A634148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4596F-F0C3-45AB-9D5A-884CA477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D61A5-1DA7-4800-9D57-AB385A2A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5F2D-CB11-43E9-8E51-DFA24C18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BB8A5-A78E-4343-BA88-A252E01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B5638-D397-4FE0-8400-8C354CD2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020FE-3118-44AD-89E8-99541A0E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3BE9C-E57D-4448-9B47-623FD1B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18BC5-E6D1-4B0D-9E99-0CAC4899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025D1-C583-42CA-B547-BB3ECC8A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6851E-C0B4-41D1-BD43-58020B76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A2BD1-0BB3-4447-A2BC-7AD94BB4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8E0CE-F415-4E6B-85E4-0A298BE6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Recall number facts and use place value, partitioning, compensation and inverse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1734D-FE0F-41F2-8723-15CAB63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E5BB7-A3D8-48A4-A575-58919B9A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C7ED8-9940-42CD-960D-4FD5B54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370DE-2321-4B7E-95B7-8D0C52C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92,410 / 31.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A197A-0C1D-4474-8ED1-2CF53020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5ABF9-84EE-4046-877A-C835A5E6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62F99-EE3F-4336-8FC9-8807C11C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83421-96FB-4F21-A51C-A65E7DEA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Estimate 6,782 x 49.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5AD36-35DC-4C68-A189-CA9ACD5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996062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C22F1-B3BA-48AF-8246-34A153E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8C051-9677-4EFD-8989-81964167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DD53A-3F24-4AFD-81A4-52BB60C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4DA0-4CE0-4BF7-B58F-CF77D76F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4B7E7-C904-4857-813D-B25774F2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3E9D7-DBFC-49A0-A746-3A540556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9148B-CB13-4633-B722-EE86AFF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78AFB-269C-4046-8F87-9F5AB8C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2A435-E010-4694-A105-B1B3151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B16F4-DE88-403C-A67F-8F098EFF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estimate answers and identify unreasonable results.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4C48E-BD91-49D2-8E74-9776F92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5A182-2653-4743-A867-AFEA14D7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Notice the number structure before choosing a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89228-9AC9-485A-82A5-B82B93E8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Use a known fact, partition or compensation to calculate efficiently.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976B9-E1F1-4673-BCEA-3E4E60C9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size of the result using estimation or an inverse operation.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22210-44D4-42B1-BEDA-E01960D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mental  |  compensation  |  partition  |  estimate  |  inverse  |  reasonable</a:t>
            </a:r>
          </a:p>
        </p:txBody>
      </p:sp>
    </p:spTree>
    <p:extLst>
      <p:ext uri="{BB962C8B-B14F-4D97-AF65-F5344CB8AC3E}">
        <p14:creationId xmlns:p14="http://schemas.microsoft.com/office/powerpoint/2010/main" val="18212247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CC59C-5B8C-4F6E-953B-DCF9CFC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E00CD-BB85-4865-8995-C2305A76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FA9F8-8496-4C9B-98E2-C76011CA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02F82-9E27-45FE-9852-33E9D5F3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059A9-AC7B-44FF-95A5-3417CD2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53090-71C6-4CBF-BBAB-C5CCAD1D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567B8-E57B-415D-BB2F-24F69676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30E51-4096-439B-89BC-9D552888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98DB6-0EA1-4EB8-9775-44CC59B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354D0-548F-41A0-83FB-299E47C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6,782 x 49.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43A89-3DF7-44F7-9E52-6A974D2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0DB9B-4D1B-4352-BCB3-E08B82C1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C7844-8115-447A-988C-7F42B20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6,782 × 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EC10E-A3AC-4D2E-988D-CF34D17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A8C04-4FC6-4C80-86FA-6CA0E01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71514-4C4E-4959-A246-6A10B4D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6,782 → 6,800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CC501-DC15-4608-8A94-8A6FD8F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14C18-7971-4018-B18C-B7263F29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FADFD-5926-40A5-A8A9-20EF9E27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49 →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EBEBC-FD1A-491B-A0AE-AE72B0C8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ABA25-D2C2-4770-9F49-0DF2F45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C96D4-F883-48EC-9B3D-250FF8A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6,800 × 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31676-D0C4-4389-AD0B-B4F7D389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A8BD0-6AAC-4C2C-9552-FC38756D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4DFF3-B982-4D19-A40F-A12FA44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Estimate = 340,000</a:t>
            </a:r>
          </a:p>
        </p:txBody>
      </p:sp>
    </p:spTree>
    <p:extLst>
      <p:ext uri="{BB962C8B-B14F-4D97-AF65-F5344CB8AC3E}">
        <p14:creationId xmlns:p14="http://schemas.microsoft.com/office/powerpoint/2010/main" val="15839373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02EEE-FC40-4E64-8CCB-5F63AC59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BE4F2-13C2-4787-B4BD-DA68C742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0B30D-56A4-41DA-B3B0-63A4246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290A1-B78E-40BB-A762-C0D01241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CD6E4-25A9-4419-9398-105DD94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4AFF1-DA46-4EC4-8CC3-E0EBCC67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543AB-DCB2-45D7-8768-08EBD98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99965-EE9D-46F7-8769-F591C674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C0102-4B89-4DE1-92BC-143D626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85E54-17AD-44B0-AB40-DC2EB71F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63E5D-0BB4-4588-8537-D41CE386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About 6,800 x 50 = 340,000.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4777B-A5E2-4892-97D4-F02168C3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EABFA-621B-43B0-ABAF-F5A615F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size of the result using estimation or an inverse operation.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5292C-81AB-4ED9-9528-3661E7EC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0197990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FD65A-6F7A-4371-B6D1-F0E1373A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BD915-9574-4D34-BA0A-5CDCC30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31553-43E4-4434-9100-44314C6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7CF4A-A237-40AD-A3B1-BB1DDC38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2B44E-C918-4204-9A05-E7BEE3A4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B19F9-38B5-4477-8FEB-D22FA043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1CF66-7788-4870-B604-03586278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B2744-4A57-4FE5-877D-A8D5D8BF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2DB08-1DE6-4AC0-9FF3-06CC3ED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36468-EDEF-4E5F-8AB9-E37C3AAD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92,410 / 31.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3F508-6DA9-49E9-9F2E-C6F9D055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DD84F-44E9-4442-A0D6-4C19162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43009-C77F-4D01-9846-9F235015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7332B-40E2-4A02-86E9-47F9214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9338E-6EEF-4FD8-982C-8BB44FC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About 90,000 / 30 = 3,000.</a:t>
            </a:r>
          </a:p>
        </p:txBody>
      </p:sp>
    </p:spTree>
    <p:extLst>
      <p:ext uri="{BB962C8B-B14F-4D97-AF65-F5344CB8AC3E}">
        <p14:creationId xmlns:p14="http://schemas.microsoft.com/office/powerpoint/2010/main" val="2247728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600F8-25E8-4128-8691-31DF448D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78450-AC5B-4A0F-AC59-E179C369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77111-756D-4D35-B521-0116E518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86EFB-9F3F-445F-8EB3-3DB1E545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61122-C9F9-4640-ACA5-984A075D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4AE72-6061-43F9-BA05-84A4F66C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DEC9E-00A1-4DBD-AE7B-BAFEA0B3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7629B-A9D3-4191-A20F-FC3D9054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BE998-396C-41C4-B4AE-72E0B9FD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76ff9226449c9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9B3B3-727C-4192-AA5A-FCB703AB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D2BA7-D7E4-40B2-A828-546E21C4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rounds every number to one significant digit even when this gives a poor estimate.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71EB4-7EEF-4F1D-BAD6-991D765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6F972-8622-4086-80F3-635ABAE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ACD52-2140-4550-963D-FD9366E6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Choose compatible rounded values that keep the calculation easy and reasonably close.</a:t>
            </a:r>
          </a:p>
        </p:txBody>
      </p:sp>
    </p:spTree>
    <p:extLst>
      <p:ext uri="{BB962C8B-B14F-4D97-AF65-F5344CB8AC3E}">
        <p14:creationId xmlns:p14="http://schemas.microsoft.com/office/powerpoint/2010/main" val="2210049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6EB4B-08AA-4D4C-B466-0D93D95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068B6-621D-4592-B7CC-13288A7E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0B91E-F344-4297-A924-A491EE49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F7CFB-3252-4A56-B5C6-4946C5A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ADC85-BED5-45B9-9975-C204F702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37B9C-62DD-4EA2-85A8-1E533231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5FD00-89FE-4CDF-96B9-6CA26811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6BD81-65B1-4D8C-BC0F-89CABE5A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38242-C4A8-4166-833E-E9083CF6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8239B-B7F3-4A4E-BAAB-5BEF77E8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01C09-5CEF-4A71-B7BD-8FA052F6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FD288-2543-480F-9DAC-E8681B58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654B9-E05B-4B1E-B32E-29B9FC16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92,410 / 31.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A3560-A8F6-48F6-AFA4-360DD4A3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0E036-CDEC-4901-9CEE-3BFD3906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6DD31-D573-453A-898E-6CB8CB1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7ECB8-C948-4CF6-A3B1-7D4DA8F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170D0-2553-4510-B84C-3C81515B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C9E4C-9724-4433-A80F-BFBDA7B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9BDA6-57E4-4C68-B0CC-3BB98AF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11028-43CE-403B-BA97-88246101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About 90,000 / 30 = 3,000.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8D727-2231-434B-A3A0-A9200C82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7708453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41B57-8905-4406-8B00-C1F7663A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C6469-322F-4CAA-9B88-1F49B80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5DFFC-68B5-4BDD-BB5E-5660665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62CC9-E766-4A18-BAD3-F2B34E5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53BEE-FBD1-4059-A177-5B192FCB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FFB8A-2E97-4AAF-A15F-E5462842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3E11A-5E52-4FBC-8D7D-0A70ECA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F02FB-47BB-4B5D-91B3-CA44EC3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7951D-0509-4046-8BF1-5E1C7B9C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9F208-C8BF-4FD3-ABA4-F64045BF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A6427-09B5-4202-9342-61F94296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2C743-55D8-491F-AB2C-0740F099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B46B7-F5A1-4AC2-804C-2A68C734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487,205 + 218,770 - 96,420.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19DEE-FE6E-41A4-BE86-A78A34A4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7642E-5468-4078-B289-CF4FF944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C705B-A11C-4583-B0D0-AE01A62E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0DC9C-5690-4EF0-A464-2885B58F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3D66E-51E1-47D9-9782-983E68E6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327F1-39EB-4D81-9EFE-AE45A69C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7B7BF-7DA1-4A48-9F32-85984AC7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1489D-CFB4-4AC3-A26D-23057203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3805441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70509-9552-4C74-9E99-90CF562B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BA8F6-718F-4D35-BF81-8B88CEEB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FC32E-3F6C-4A26-974D-C530404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D611D-6049-4F1E-8275-0274CED4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4C06D-3B16-44C0-80B8-A0A7A89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F5324-C7EF-4506-BA3B-27A69FE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BA054-CA65-4B64-8FD4-0768762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77CF0-1EEF-4311-9796-F10A490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CA80D-0E41-4AA6-8A98-ED6A89F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0C3C9-9BA6-4F9A-941E-BDF4319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calculator shows 7,204 x 58 = 41,783. Explain without exact calculation why it is wrong.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F096C-A905-4089-8BD5-8214ACFF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8400F-5200-4DE3-84D8-6C3A5590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5BE53-0886-457D-B234-8C41134E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The product should be about 7,200 x 60 = 432,000, so the displayed answer is far too small.</a:t>
            </a:r>
          </a:p>
        </p:txBody>
      </p:sp>
    </p:spTree>
    <p:extLst>
      <p:ext uri="{BB962C8B-B14F-4D97-AF65-F5344CB8AC3E}">
        <p14:creationId xmlns:p14="http://schemas.microsoft.com/office/powerpoint/2010/main" val="4024909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25997-970C-4111-B09F-64DCE3C5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39A05-E823-4EA4-A009-1DBB068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AC5C2-48C6-4C6F-828E-A418C33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98409-A9B3-40B3-8346-F90107F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B12F6-FA35-499D-8859-2F7692EB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EEADB-C3B3-4396-9C10-A8E79C60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EAB56-1A73-465F-9A92-80A5937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A94B7-3E5B-43ED-9544-3E97849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2925C-C29E-4721-AD7F-304008C3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BD4B3-72DC-44E5-9D7F-2B9680AC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32A4D-36AD-447C-91E6-0D88FA30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D72A5-11D6-4595-8400-4A8F01C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487,205 + 218,770 - 96,420.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79137-9176-4C14-A46A-69FB2C7E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51F9C-4021-4199-B089-0B8FCF3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94E24-089C-4687-B187-8E8DB478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83311-0333-45F7-A0D6-A2D53FE0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4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About 490,000 + 220,000 - 100,000 = 610,000.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328CA-6AB7-4EB6-8E57-671529D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6444C-DAB8-41C6-B4C8-7AA9EEB5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5533622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925EF-C299-4FCA-A6A9-6F1C55AF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2C0E8-354D-464F-B395-B30C3C9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B60BD-3779-44C2-AB16-D766EBE7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B19EB-8B2D-4B34-B293-918833D8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3953E-C36E-4878-B814-1FA45F8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98469-D319-4620-B1ED-8223285A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EE0E2-46C2-4E30-BF74-BB821AA7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DFC3C-E9A0-4690-9F67-29D676B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819E1-E7FC-4D6D-A5C9-43F8E7D7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Estimate the size of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74873-B459-424E-9115-8189F38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56E57-5FE0-4A64-9BAE-E42F0340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C2BB9-B66E-476A-A9E3-A83EA61E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9E621-A0A9-4F24-A15D-0380506B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Estimate 487,205 + 218,770 - 96,420.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48C1C-6C83-4A6C-9F83-6DFB2364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6872D-D45F-4CB3-B9E0-B11E9FFC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5EE12-7D49-4716-9837-2955F5C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6CB8A-7E3A-4099-A522-4860755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rounds every number to one significant digit even when this gives a poor estimate.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C599A-174B-4F1E-8B5A-00ABE30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88522-442D-450A-9124-E086EB35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2106B-8227-479F-B65A-0C10D815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5E78B-286D-4732-99BF-2EAE0587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27509-BA74-4A47-82BC-B8A4CC6C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132604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2026-09-09T22:14:18.2550000Z</dcterms:created>
  <dcterms:modified xsi:type="dcterms:W3CDTF">2026-09-09T22:14:18.2550000Z</dcterms:modified>
</coreProperties>
</file>