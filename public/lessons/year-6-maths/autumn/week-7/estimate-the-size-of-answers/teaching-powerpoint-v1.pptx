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d3c7012a8d543a2" /><Relationship Type="http://schemas.openxmlformats.org/officeDocument/2006/relationships/extended-properties" Target="/docProps/app.xml" Id="R8ba0a0a8c781478b" /><Relationship Type="http://schemas.openxmlformats.org/officeDocument/2006/relationships/officeDocument" Target="/ppt/presentation.xml" Id="R2a1b9ac6959849b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1802f1e62414aab"/>
  </p:sldMasterIdLst>
  <p:notesMasterIdLst>
    <p:notesMasterId xmlns:r="http://schemas.openxmlformats.org/officeDocument/2006/relationships" r:id="R84f757a5c4b04863"/>
  </p:notesMasterIdLst>
  <p:sldIdLst>
    <p:sldId xmlns:r="http://schemas.openxmlformats.org/officeDocument/2006/relationships" id="256" r:id="R0ec042ea96ba4eee"/>
    <p:sldId xmlns:r="http://schemas.openxmlformats.org/officeDocument/2006/relationships" id="257" r:id="R7319d9eea4e74462"/>
    <p:sldId xmlns:r="http://schemas.openxmlformats.org/officeDocument/2006/relationships" id="258" r:id="Ra6196e7aa03d499c"/>
    <p:sldId xmlns:r="http://schemas.openxmlformats.org/officeDocument/2006/relationships" id="259" r:id="R9695b42e2d4644fc"/>
    <p:sldId xmlns:r="http://schemas.openxmlformats.org/officeDocument/2006/relationships" id="260" r:id="Rc34431ba15724b1e"/>
    <p:sldId xmlns:r="http://schemas.openxmlformats.org/officeDocument/2006/relationships" id="261" r:id="Rc33c5191b5674778"/>
    <p:sldId xmlns:r="http://schemas.openxmlformats.org/officeDocument/2006/relationships" id="262" r:id="R8798cb610f3b4e40"/>
    <p:sldId xmlns:r="http://schemas.openxmlformats.org/officeDocument/2006/relationships" id="263" r:id="R9b5c7c9ded2945c5"/>
    <p:sldId xmlns:r="http://schemas.openxmlformats.org/officeDocument/2006/relationships" id="264" r:id="Rf7f8a05d1a1d44c5"/>
    <p:sldId xmlns:r="http://schemas.openxmlformats.org/officeDocument/2006/relationships" id="265" r:id="R883d7f1b7fc14616"/>
    <p:sldId xmlns:r="http://schemas.openxmlformats.org/officeDocument/2006/relationships" id="266" r:id="Re6d14f9e84c2415d"/>
    <p:sldId xmlns:r="http://schemas.openxmlformats.org/officeDocument/2006/relationships" id="267" r:id="R092f96478b624d6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8b6228816954c3b" /><Relationship Type="http://schemas.openxmlformats.org/officeDocument/2006/relationships/slideMaster" Target="/ppt/slideMasters/slideMaster1.xml" Id="R81802f1e62414aab" /><Relationship Type="http://schemas.openxmlformats.org/officeDocument/2006/relationships/notesMaster" Target="/ppt/notesMasters/notesMaster1.xml" Id="R84f757a5c4b04863" /><Relationship Type="http://schemas.openxmlformats.org/officeDocument/2006/relationships/presProps" Target="/ppt/presProps.xml" Id="R21e4c54460c8497c" /><Relationship Type="http://schemas.openxmlformats.org/officeDocument/2006/relationships/tableStyles" Target="/ppt/tableStyles.xml" Id="R15b1eeb2130645c2" /><Relationship Type="http://schemas.openxmlformats.org/officeDocument/2006/relationships/slide" Target="/ppt/slides/slide1.xml" Id="R0ec042ea96ba4eee" /><Relationship Type="http://schemas.openxmlformats.org/officeDocument/2006/relationships/slide" Target="/ppt/slides/slide2.xml" Id="R7319d9eea4e74462" /><Relationship Type="http://schemas.openxmlformats.org/officeDocument/2006/relationships/slide" Target="/ppt/slides/slide3.xml" Id="Ra6196e7aa03d499c" /><Relationship Type="http://schemas.openxmlformats.org/officeDocument/2006/relationships/slide" Target="/ppt/slides/slide4.xml" Id="R9695b42e2d4644fc" /><Relationship Type="http://schemas.openxmlformats.org/officeDocument/2006/relationships/slide" Target="/ppt/slides/slide5.xml" Id="Rc34431ba15724b1e" /><Relationship Type="http://schemas.openxmlformats.org/officeDocument/2006/relationships/slide" Target="/ppt/slides/slide6.xml" Id="Rc33c5191b5674778" /><Relationship Type="http://schemas.openxmlformats.org/officeDocument/2006/relationships/slide" Target="/ppt/slides/slide7.xml" Id="R8798cb610f3b4e40" /><Relationship Type="http://schemas.openxmlformats.org/officeDocument/2006/relationships/slide" Target="/ppt/slides/slide8.xml" Id="R9b5c7c9ded2945c5" /><Relationship Type="http://schemas.openxmlformats.org/officeDocument/2006/relationships/slide" Target="/ppt/slides/slide9.xml" Id="Rf7f8a05d1a1d44c5" /><Relationship Type="http://schemas.openxmlformats.org/officeDocument/2006/relationships/slide" Target="/ppt/slides/slide10.xml" Id="R883d7f1b7fc14616" /><Relationship Type="http://schemas.openxmlformats.org/officeDocument/2006/relationships/slide" Target="/ppt/slides/slide11.xml" Id="Re6d14f9e84c2415d" /><Relationship Type="http://schemas.openxmlformats.org/officeDocument/2006/relationships/slide" Target="/ppt/slides/slide12.xml" Id="R092f96478b624d6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f3dfa4527754c4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893e69267e24fc6" /><Relationship Type="http://schemas.openxmlformats.org/officeDocument/2006/relationships/notesMaster" Target="/ppt/notesMasters/notesMaster1.xml" Id="R35185d144e3245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b4fb220b5834137" /><Relationship Type="http://schemas.openxmlformats.org/officeDocument/2006/relationships/notesMaster" Target="/ppt/notesMasters/notesMaster1.xml" Id="R7602411ee893461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c4751ca47d4cc7" /><Relationship Type="http://schemas.openxmlformats.org/officeDocument/2006/relationships/notesMaster" Target="/ppt/notesMasters/notesMaster1.xml" Id="R53f9ab32132b42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13e43055e6c4913" /><Relationship Type="http://schemas.openxmlformats.org/officeDocument/2006/relationships/notesMaster" Target="/ppt/notesMasters/notesMaster1.xml" Id="Rd1fbe1f0bcb9498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b17764467424587" /><Relationship Type="http://schemas.openxmlformats.org/officeDocument/2006/relationships/notesMaster" Target="/ppt/notesMasters/notesMaster1.xml" Id="R7f3f788cbf9a427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63b264986324cea" /><Relationship Type="http://schemas.openxmlformats.org/officeDocument/2006/relationships/notesMaster" Target="/ppt/notesMasters/notesMaster1.xml" Id="R7624098ad6034b8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0b11772574e4cfd" /><Relationship Type="http://schemas.openxmlformats.org/officeDocument/2006/relationships/notesMaster" Target="/ppt/notesMasters/notesMaster1.xml" Id="Rff381643e323452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5b91fd691a94ac2" /><Relationship Type="http://schemas.openxmlformats.org/officeDocument/2006/relationships/notesMaster" Target="/ppt/notesMasters/notesMaster1.xml" Id="R1f26fd1fa3dd4f1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5bcdaade2f244b7" /><Relationship Type="http://schemas.openxmlformats.org/officeDocument/2006/relationships/notesMaster" Target="/ppt/notesMasters/notesMaster1.xml" Id="Rdc4dda43b214482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d631487c7294b6c" /><Relationship Type="http://schemas.openxmlformats.org/officeDocument/2006/relationships/notesMaster" Target="/ppt/notesMasters/notesMaster1.xml" Id="Rcab6679573334a6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312a21130b24ca1" /><Relationship Type="http://schemas.openxmlformats.org/officeDocument/2006/relationships/notesMaster" Target="/ppt/notesMasters/notesMaster1.xml" Id="R0f97c23c64dc4b9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f349169684d40dd" /><Relationship Type="http://schemas.openxmlformats.org/officeDocument/2006/relationships/notesMaster" Target="/ppt/notesMasters/notesMaster1.xml" Id="R9c16fb691d3b41c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place-value chart, empty number lines, strategy cards.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About 90,000 / 30 = 3,000. | Notice the number structure before choosing a method. | Choose compatible rounded values that keep the calculation easy and reasonably close.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mental, compensation, partition, estimate, inverse, reasonable.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About 6,800 x 50 = 340,000.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About 90,000 / 30 = 3,000.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Choose compatible rounded values that keep the calculation easy and reasonably close.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About 90,000 / 30 = 3,000..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About 490,000 + 220,000 - 100,000 = 610,000..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The product should be about 7,200 x 60 = 432,000, so the displayed answer is far too small.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About 490,000 + 220,000 - 100,000 = 610,000.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About 490,000 + 220,000 - 100,000 = 610,000. | Choose compatible rounded values that keep the calculation easy and reasonably close.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ec75bdf8d14ec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c1544503e2e4b06" /><Relationship Type="http://schemas.openxmlformats.org/officeDocument/2006/relationships/slideLayout" Target="/ppt/slideLayouts/slideLayout1.xml" Id="Ra58cb774bdc647f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58cb774bdc647f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4c74bd84954e9e" /><Relationship Type="http://schemas.openxmlformats.org/officeDocument/2006/relationships/notesSlide" Target="/ppt/notesSlides/notesSlide1.xml" Id="R4cf276dbfad643a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ecc65f7c754c5b" /><Relationship Type="http://schemas.openxmlformats.org/officeDocument/2006/relationships/notesSlide" Target="/ppt/notesSlides/notesSlide2.xml" Id="R9a5f92acc954409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246d18496b4661" /><Relationship Type="http://schemas.openxmlformats.org/officeDocument/2006/relationships/notesSlide" Target="/ppt/notesSlides/notesSlide3.xml" Id="Ra4afbcce6136409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8f3bc5d3614a9d" /><Relationship Type="http://schemas.openxmlformats.org/officeDocument/2006/relationships/notesSlide" Target="/ppt/notesSlides/notesSlide4.xml" Id="Rf5418be6188749d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f21245d5144523" /><Relationship Type="http://schemas.openxmlformats.org/officeDocument/2006/relationships/notesSlide" Target="/ppt/notesSlides/notesSlide5.xml" Id="Rf3e1e036c0534f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05450f9f2943e1" /><Relationship Type="http://schemas.openxmlformats.org/officeDocument/2006/relationships/notesSlide" Target="/ppt/notesSlides/notesSlide6.xml" Id="Reed375246341439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a4895328c41d1" /><Relationship Type="http://schemas.openxmlformats.org/officeDocument/2006/relationships/image" Target="/ppt/media/image.png" Id="R09a3b670aa194706" /><Relationship Type="http://schemas.openxmlformats.org/officeDocument/2006/relationships/notesSlide" Target="/ppt/notesSlides/notesSlide7.xml" Id="R71a7453c9ac4491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626a0df5ec47cf" /><Relationship Type="http://schemas.openxmlformats.org/officeDocument/2006/relationships/notesSlide" Target="/ppt/notesSlides/notesSlide8.xml" Id="R407e51d895a340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74d9b46d074e3c" /><Relationship Type="http://schemas.openxmlformats.org/officeDocument/2006/relationships/notesSlide" Target="/ppt/notesSlides/notesSlide9.xml" Id="R4d373617454f4fb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93a35fadbe46ac" /><Relationship Type="http://schemas.openxmlformats.org/officeDocument/2006/relationships/notesSlide" Target="/ppt/notesSlides/notesSlide10.xml" Id="Rb8c8cb239143403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436a9df8724ad8" /><Relationship Type="http://schemas.openxmlformats.org/officeDocument/2006/relationships/notesSlide" Target="/ppt/notesSlides/notesSlide11.xml" Id="R1bcf457bfb334b4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e299e8f5fe493d" /><Relationship Type="http://schemas.openxmlformats.org/officeDocument/2006/relationships/notesSlide" Target="/ppt/notesSlides/notesSlide12.xml" Id="R5efefc525d6444c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4D1C28-0AC8-47B4-9058-FCB080EC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AC4857-F28A-4F49-BC18-474EE83EC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C1ED1A-D63E-4303-B624-FBA19E164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EEB85D-66AD-4472-BF89-93C1075B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3D0D49-5580-4E14-AA90-B3FE9816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C1DEEF-7FAF-4BAD-A760-211A7616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6BD670-A758-4ED3-92A5-5A5C3DCEB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733A5B-955F-4AB6-BAF1-475488F8F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estimate answers and identify unreasonable results.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8B77E4-6518-4829-90E6-BA5A6C3A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06F515-B758-42D6-AA79-321470C8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5E0FF4-866F-40CB-8108-93CBC8D1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5109729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F03D44-C3EB-4CC6-BCE7-68A56F490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4C5165-1050-46DE-909A-D248E006B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A23464-428E-479A-B562-F22206DE4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D81594-3AA6-4F01-8ACB-30A02F98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E50B39-60CC-4B5F-9913-902541C6D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0154E9-1CE1-4370-9A11-C69AC9824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44E962-4F51-4724-8DA8-9BF3956C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F4CE69-6383-49E6-BEAF-E20BD958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06FE77-5C6E-4EB6-9B35-6E970BBA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461616-6499-4AB8-9CE7-06E9DF0E1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5A1119-B0C7-4038-AD89-4D803E63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82D619-92C2-4B24-B010-62AFEB14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4F709A-5AD1-4E43-864B-FAF72EA0F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number facts and use place value, partitioning, compensation and inverse operations.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022DBF-F723-4A13-8878-E5B45030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CD4AC0-533C-42B9-B270-0A416095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8380A3-5B87-49D5-B2EB-E1C656AFF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7B054C-2EDB-405E-8E83-01FFEC3CB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92,410 / 31.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94BED7-7D31-4ADF-A15D-AF6DB786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B537B5-25B4-4807-AD5D-D84717ED5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CFDD32-85F3-4BEB-AD6E-A4F7944C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8BE401-5DF6-4DF2-8858-27A2B20F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Estimate 6,782 x 49.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0F9BAA-0377-4A36-905F-C9C6B5ABB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847156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9E3AB3-1A0F-4531-A25A-905C131A5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D30209-90F4-494D-BDDB-528C60E2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975C61-D6BE-4BDC-B42D-A4B13C2DE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7B7401-849F-4EFD-8A3D-3B712CAF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A59F84-6FBE-42C6-99C6-EFE9FAA9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3AFBE2-96D6-4E5C-A94F-623BEE54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851BB7-0B2C-42E0-A9F8-37CDA7B7A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B3E30B-0519-4BA5-B479-F37398B3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0D8D0F-C2B2-4C92-953B-57903969D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3F3F31-F06E-40F3-8054-EA8EFF857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estimate answers and identify unreasonable results.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D67BFA-7611-41AC-A4F0-06E9FD4E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68D6B5-0550-4DE1-B834-73C63C73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Notice the number structure before choosing a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64F61B-E281-41F8-B258-EAF84796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a known fact, partition or compensation to calculate efficiently.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4FA02C-58EE-4590-998E-26945DF4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size of the result using estimation or an inverse operation.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A651BA-59E9-4AD2-97CE-75960121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mental  |  compensation  |  partition  |  estimate  |  inverse  |  reasonable</a:t>
            </a:r>
          </a:p>
        </p:txBody>
      </p:sp>
    </p:spTree>
    <p:extLst>
      <p:ext uri="{BB962C8B-B14F-4D97-AF65-F5344CB8AC3E}">
        <p14:creationId xmlns:p14="http://schemas.microsoft.com/office/powerpoint/2010/main" val="6152742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522F00-EC24-4D4B-8E4C-024BF724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E92947-BF2E-496A-8236-D1EE81DF2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79B586-3DAE-4152-947F-C89300494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6649BC-F3C5-4524-91CA-E6BAA9DA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6C42BB-3692-41DC-A354-737B22C12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271A56-3160-488C-ABEF-1852E166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EEEEEB-C8A6-442D-A6BF-47B1892C0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D28E59-A85B-49F3-954C-7DDCAD28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5DCB6-4098-419B-BB5D-1F4C3E14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05DD56-41FD-44B8-BF92-C1076866D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6,782 x 49.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378D34-0A4E-4352-A8FB-6404BBF9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DB29C0-19A3-4A4A-931D-8EED87A1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FEF9C7-295A-4D2C-848A-88675B264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Notice the number structure before choosing a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2EB794-4715-4747-80F3-60F59F0E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D0BB34-BD72-491B-B904-9B0D6957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78D24F-3DCD-4EA3-BDAC-103A3D3D7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Use a known fact, partition or compensation to calculate efficiently.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F9367D-6839-4C0B-A9AF-576E96BC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8ADF15-CF6C-4824-8D89-5AB40492F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762BA1-C7F7-4A8C-911F-3CC873183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About 6,800 x 50 = 340,000.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D6EB9B-9EE5-42DE-B9CC-A438B0CA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B3A861-144D-4040-B956-7E924CD8E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B6D78F-6150-44CE-8F2C-0657B42A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size of the result using estimation or an inverse operation.</a:t>
            </a:r>
          </a:p>
        </p:txBody>
      </p:sp>
    </p:spTree>
    <p:extLst>
      <p:ext uri="{BB962C8B-B14F-4D97-AF65-F5344CB8AC3E}">
        <p14:creationId xmlns:p14="http://schemas.microsoft.com/office/powerpoint/2010/main" val="5695961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2CF823-0650-4E4C-8DC3-F037A4564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C7F199-F0AB-4EC1-8D78-7446CF8F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24017E-DD48-4A41-96C9-30CC55682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1569D1-C7D9-444E-AEF5-4C88CB2F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371936-C5D0-4EC8-8C17-2DB8C8EA6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534C7A-114A-457B-9B3B-20C465A4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BD3B14-4F89-4815-918C-8568AD3C3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1E4D75-31C7-414A-80AD-DDEF4591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BD77FE-A069-4C68-8AA8-951A374EC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EFE0B5-1C36-45EA-ACF7-DEEC58A1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709C9A-2522-4C7A-B974-62F571E6A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About 6,800 x 50 = 340,000.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11DBCB-A9DB-4F04-A181-F99C886A8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AC1A4A-0D2D-42D6-B8C4-EE8FD63F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size of the result using estimation or an inverse operation.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750172-8A06-4B8A-8D61-EBD841F0F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9814698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2D7165-1AA0-4C15-95B0-2F3A7DD1D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7D7D93-27E6-43F6-8AA4-CC2E25473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C9A1CA-0475-454C-904C-970B5B5D5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38D081-6005-495D-975B-68F1CDDA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08702C-1F05-45DC-A8A2-5DFD5B08E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C0BA59-A84E-41CD-B43B-5E5F4398F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CB59EA-1AE0-4528-9534-65CC66D03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8046D8-D047-4531-8E5F-7B60B900E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6CA601-4E75-415F-818E-461491BE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96098D-0B26-443A-9009-0087A17A7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92,410 / 31.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2A8D25-9979-4EE2-B4F4-ED9EC575E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941D6A-0DBB-4803-8394-73D32624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BF08AC-3B6E-4A83-B6F0-FEC0BB1E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D42A63-C6D3-4BEE-A51E-E2F435F7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86F986-65CE-4670-BB2E-EADA2ADD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About 90,000 / 30 = 3,000.</a:t>
            </a:r>
          </a:p>
        </p:txBody>
      </p:sp>
    </p:spTree>
    <p:extLst>
      <p:ext uri="{BB962C8B-B14F-4D97-AF65-F5344CB8AC3E}">
        <p14:creationId xmlns:p14="http://schemas.microsoft.com/office/powerpoint/2010/main" val="13864042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7B9516-D0CE-4990-A950-DF098533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463618-87F8-4D8A-989C-8B2A36B9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13DE0A-19F1-43AF-8F5F-ABE42FD87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FBE612-0389-4BDC-BF24-F72CC8DD5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2B4B4C-D07A-41B3-A144-8087395F8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AFCE22-539B-4D3B-84DE-DC4FEC573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82BEBA-72F1-4CF6-871A-3F7EA4459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F7AFBB-4D0A-40EC-A11F-D421FC18F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ADBB8F-C6E1-4EEC-AB5F-3D31BB04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a3b670aa194706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10847E-76EF-42A2-AA30-1F844790C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86D030-D680-494B-8F94-E8A761A92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rounds every number to one significant digit even when this gives a poor estimate.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0060DB-8FA4-43B6-AF12-04E0D3B36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24A2AD-727D-4B97-88B4-3A218563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E6E11A-BB7C-441C-B881-4DA587D2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Choose compatible rounded values that keep the calculation easy and reasonably close.</a:t>
            </a:r>
          </a:p>
        </p:txBody>
      </p:sp>
    </p:spTree>
    <p:extLst>
      <p:ext uri="{BB962C8B-B14F-4D97-AF65-F5344CB8AC3E}">
        <p14:creationId xmlns:p14="http://schemas.microsoft.com/office/powerpoint/2010/main" val="13748806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8636E4-AB16-45A4-8962-A369F50C3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B39691-C49F-4753-BDCA-348EE1E4C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D2657B-60F1-42D7-91DB-9C1920BE7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450CA5-59E2-40CD-AAA1-2C94EFE6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75A8FD-88E3-4BC9-931B-A66D4BA8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B72164-E88B-45C0-AE1F-D7B67A45A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99AE12-A8A8-465E-A458-EC0E489D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DCFAF1-7867-4F86-99FD-E1493AE8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6B146A-9683-4678-9A8A-867FFD88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08F00B-44AD-4565-A4D9-45DF8466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776398-1559-4E22-BAE9-5CF33DFA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73F50-807C-4BE0-9EDB-FB1287123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1EDF40-5763-49DE-A16A-9E80374BB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92,410 / 31.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D2B1B0-838C-43B1-88FE-99C3E9902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980C24-7DB5-435C-826C-4753DD0B5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5885B2-93F9-4F95-845C-5D1BDB936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4289A1-5FD3-4404-9665-65194557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ABB892-5CC5-4F4B-A7F1-4D573416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EC3A31-A399-470F-827E-AF604A8A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A939B7-F247-4626-8F14-0A81DAEAD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3F2BDE-47BF-4101-A730-8812DC3F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About 90,000 / 30 = 3,000.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BB6D87-9C20-44D2-BF63-14B686C97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1304490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E01A4D-2EF4-4585-AE26-7BC8467C5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A7E512-2ABF-4547-9BD3-53E25F54E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EB1196-CED4-4F76-A5BF-62B01F21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4CE9CB-393E-49BA-A042-08E2FDD7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32B51B-F11F-4DA9-B42C-3AE18E625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343C88-121A-4685-8456-A73A27D78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A3F675-D850-4EB6-B4FF-88E40EFB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F3B984-E811-4A69-846F-7F4C47E9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B5D439-832C-4AA4-AB2B-ABEF6F41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CE247-10D0-4A4D-8CF2-32FE8B01D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F9B5A1-D4DF-419A-A991-3166C6187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697A42-2FD3-4CB0-B44E-D82ABEA7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7DAD86-D484-4E7B-9D0E-226F765AD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487,205 + 218,770 - 96,420.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CC7C04-9EC8-4B7A-8243-C7AE5296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936684-7107-4E32-AD01-CC606CB9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7F8E82-7C07-42B2-9AEB-1EB265CC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10628C-D054-473D-AF0E-8E5235E0B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89A141-1656-4E44-BE76-C624CE7EE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44D84C-675C-439C-A185-4856CB3C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0BC34C-6702-4B26-A107-0F93BB8B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8256E6-46C7-4E33-9675-D41A84A1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8200099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BC3388-D6BC-480D-AA18-2CE9C4E0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4D2D09-05EA-4075-8D3F-7C03D0A0C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D5E59D-3FD9-4A06-AC23-877FE6F3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026951-7FAD-4118-8780-62D4DA0F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E302B4-BC27-4088-B1A2-2D86CF44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0D308F-B3D9-44B1-9568-3B3E5AF27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DCA588-B459-471A-93CE-38A40AAD1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0E33DC-9BB0-43DB-956D-A7D86AE5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8DDA68-8C61-496F-9529-18AA4F705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14D7F3-A787-4497-A02C-D695CFA3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calculator shows 7,204 x 58 = 41,783. Explain without exact calculation why it is wrong.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C2DFFB-6D2D-4D86-B8D2-3E1529E0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CF143F-D398-46C3-92CF-D6C022ED8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309820-B326-43F2-87CE-187F137FE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The product should be about 7,200 x 60 = 432,000, so the displayed answer is far too small.</a:t>
            </a:r>
          </a:p>
        </p:txBody>
      </p:sp>
    </p:spTree>
    <p:extLst>
      <p:ext uri="{BB962C8B-B14F-4D97-AF65-F5344CB8AC3E}">
        <p14:creationId xmlns:p14="http://schemas.microsoft.com/office/powerpoint/2010/main" val="13650197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ADC82A-CE38-4C35-A0E9-306E1A262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3FF90E-ECEA-4CD6-A46E-8BF200B9E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CC9418-935D-4A8F-BB43-67FCEE5E2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E8A274-1362-45D5-A794-392AD53F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83AAF9-698C-487B-B9DE-4FBA594EB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CE9505-DF21-4A4D-9F2C-F63637547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D9EE6A-286B-4236-9633-9108C0683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77BE06-6F0B-4967-A0B7-D2D52588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F2F524-8CC4-42BA-9C6B-FE62AE35D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26CA38-F4B8-4F65-83A0-F67323B0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71AF4B-41CA-4C46-8918-851FC7E77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427BB9-2446-4080-B337-475D2C40E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487,205 + 218,770 - 96,420.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62C62E-8639-4126-ABD0-A7CD47C3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A49D8A-6E7F-4A74-99BF-9857472F7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BB1BE8-D075-4387-840B-9EB3ECA2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8015B1-7B64-4085-B42D-C542043A7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5348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About 490,000 + 220,000 - 100,000 = 610,000.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7B340A-F1CC-4956-A64E-DE937900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C3C697-C128-4568-942C-6B8E35B74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31513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6325B4-EB53-450C-B5F5-FA5CF0CF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E1B054-B4DD-422D-8C23-D5F97F75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CE686F-4C05-498C-9380-C3E98DC38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BD23C3-DA88-4859-AFB1-7CC3629D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02A45D-3714-45F9-9021-11E522370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EB7C8F-6D21-47F5-A21C-5F430277C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87B24D-EE2D-445E-A06A-02A69CA35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221944-A109-452F-A719-0E81458D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E4C418-4F5E-4492-9B2B-B6206DC8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the size of answers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3F557A-E6CA-4132-B7D6-B0A20675F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A0C03A-5CBD-4FCA-8E6C-F70F24220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071047-3A94-4797-B326-EBF0EC08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0AEC86-212F-4752-9642-2CBA1E0D0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487,205 + 218,770 - 96,420.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E13124-994D-4B83-8D27-F01A1D48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72EB7F-6D7B-4C23-8B0A-0E10CA524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D3CD12-9339-45A7-9A21-EAD4A0F4A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04844F-13DF-4BFC-9125-BF91D27E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rounds every number to one significant digit even when this gives a poor estimate.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0AFAEC-0ECF-43C3-8653-8AAFC256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F78A26-B382-4987-B47C-9CFD52FB3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BE15A8-270B-4B45-A44C-145D7CCB2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21E41F-8226-4AD3-AF40-4183E051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FD1A09-EBA4-45EF-B5E2-353A76E1F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882685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2026-09-09T20:45:35.1080000Z</dcterms:created>
  <dcterms:modified xsi:type="dcterms:W3CDTF">2026-09-09T20:45:35.1080000Z</dcterms:modified>
</coreProperties>
</file>