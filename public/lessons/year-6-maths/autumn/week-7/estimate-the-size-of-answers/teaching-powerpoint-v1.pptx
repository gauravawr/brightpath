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57.194" v="59"/>
      <pc:docMkLst>
        <pc:docMk/>
      </pc:docMkLst>
      <pc:sldChg chg="modSp mod modAnim">
        <pc:chgData name="Garima Sharma" userId="c5ca40beb9a8554c" providerId="LiveId" clId="{2265D429-760C-4FF0-9653-4AF4BA9B0970}" dt="2026-09-09T11:06:54.645" v="5"/>
        <pc:sldMkLst>
          <pc:docMk/>
          <pc:sldMk cId="12090103" sldId="257"/>
        </pc:sldMkLst>
        <pc:spChg chg="mod">
          <ac:chgData name="Garima Sharma" userId="c5ca40beb9a8554c" providerId="LiveId" clId="{2265D429-760C-4FF0-9653-4AF4BA9B0970}" dt="2026-09-09T11:06:54.527" v="0" actId="20577"/>
          <ac:spMkLst>
            <pc:docMk/>
            <pc:sldMk cId="12090103" sldId="257"/>
            <ac:spMk id="13" creationId="{F6C72C0B-7CAE-4D0C-AF1F-417147AE279D}"/>
          </ac:spMkLst>
        </pc:spChg>
        <pc:spChg chg="mod">
          <ac:chgData name="Garima Sharma" userId="c5ca40beb9a8554c" providerId="LiveId" clId="{2265D429-760C-4FF0-9653-4AF4BA9B0970}" dt="2026-09-09T11:06:54.571" v="2" actId="20577"/>
          <ac:spMkLst>
            <pc:docMk/>
            <pc:sldMk cId="12090103" sldId="257"/>
            <ac:spMk id="17" creationId="{A46C49F5-CACA-4FC4-A3AB-F0ABE5376763}"/>
          </ac:spMkLst>
        </pc:spChg>
        <pc:spChg chg="mod">
          <ac:chgData name="Garima Sharma" userId="c5ca40beb9a8554c" providerId="LiveId" clId="{2265D429-760C-4FF0-9653-4AF4BA9B0970}" dt="2026-09-09T11:06:54.640" v="4" actId="20577"/>
          <ac:spMkLst>
            <pc:docMk/>
            <pc:sldMk cId="12090103" sldId="257"/>
            <ac:spMk id="21" creationId="{56BE712F-C5FA-466F-97E9-BEF191AC0B5A}"/>
          </ac:spMkLst>
        </pc:spChg>
      </pc:sldChg>
      <pc:sldChg chg="modSp mod modAnim">
        <pc:chgData name="Garima Sharma" userId="c5ca40beb9a8554c" providerId="LiveId" clId="{2265D429-760C-4FF0-9653-4AF4BA9B0970}" dt="2026-09-09T11:06:54.900" v="11"/>
        <pc:sldMkLst>
          <pc:docMk/>
          <pc:sldMk cId="255331157" sldId="258"/>
        </pc:sldMkLst>
        <pc:spChg chg="mod">
          <ac:chgData name="Garima Sharma" userId="c5ca40beb9a8554c" providerId="LiveId" clId="{2265D429-760C-4FF0-9653-4AF4BA9B0970}" dt="2026-09-09T11:06:54.832" v="6" actId="20577"/>
          <ac:spMkLst>
            <pc:docMk/>
            <pc:sldMk cId="255331157" sldId="258"/>
            <ac:spMk id="12" creationId="{B4C266BC-25E0-4443-A8D8-F95E93474180}"/>
          </ac:spMkLst>
        </pc:spChg>
        <pc:spChg chg="mod">
          <ac:chgData name="Garima Sharma" userId="c5ca40beb9a8554c" providerId="LiveId" clId="{2265D429-760C-4FF0-9653-4AF4BA9B0970}" dt="2026-09-09T11:06:54.860" v="8" actId="20577"/>
          <ac:spMkLst>
            <pc:docMk/>
            <pc:sldMk cId="255331157" sldId="258"/>
            <ac:spMk id="13" creationId="{07C26E6C-56DC-4AE6-99C6-5892979E7D1E}"/>
          </ac:spMkLst>
        </pc:spChg>
        <pc:spChg chg="mod">
          <ac:chgData name="Garima Sharma" userId="c5ca40beb9a8554c" providerId="LiveId" clId="{2265D429-760C-4FF0-9653-4AF4BA9B0970}" dt="2026-09-09T11:06:54.896" v="10" actId="20577"/>
          <ac:spMkLst>
            <pc:docMk/>
            <pc:sldMk cId="255331157" sldId="258"/>
            <ac:spMk id="14" creationId="{CFC48C52-EE9E-4F0F-B40D-E6B2AEF1BBA1}"/>
          </ac:spMkLst>
        </pc:spChg>
      </pc:sldChg>
      <pc:sldChg chg="modSp mod modAnim">
        <pc:chgData name="Garima Sharma" userId="c5ca40beb9a8554c" providerId="LiveId" clId="{2265D429-760C-4FF0-9653-4AF4BA9B0970}" dt="2026-09-09T11:06:55.150" v="17"/>
        <pc:sldMkLst>
          <pc:docMk/>
          <pc:sldMk cId="1598040992" sldId="259"/>
        </pc:sldMkLst>
        <pc:spChg chg="mod">
          <ac:chgData name="Garima Sharma" userId="c5ca40beb9a8554c" providerId="LiveId" clId="{2265D429-760C-4FF0-9653-4AF4BA9B0970}" dt="2026-09-09T11:06:55.056" v="12" actId="20577"/>
          <ac:spMkLst>
            <pc:docMk/>
            <pc:sldMk cId="1598040992" sldId="259"/>
            <ac:spMk id="14" creationId="{95C53141-CDD0-4110-AB29-D379D05D7C20}"/>
          </ac:spMkLst>
        </pc:spChg>
        <pc:spChg chg="mod">
          <ac:chgData name="Garima Sharma" userId="c5ca40beb9a8554c" providerId="LiveId" clId="{2265D429-760C-4FF0-9653-4AF4BA9B0970}" dt="2026-09-09T11:06:55.103" v="14" actId="20577"/>
          <ac:spMkLst>
            <pc:docMk/>
            <pc:sldMk cId="1598040992" sldId="259"/>
            <ac:spMk id="18" creationId="{54E8F2AD-E023-403D-AEAF-8D21730AE993}"/>
          </ac:spMkLst>
        </pc:spChg>
        <pc:spChg chg="mod">
          <ac:chgData name="Garima Sharma" userId="c5ca40beb9a8554c" providerId="LiveId" clId="{2265D429-760C-4FF0-9653-4AF4BA9B0970}" dt="2026-09-09T11:06:55.146" v="16" actId="20577"/>
          <ac:spMkLst>
            <pc:docMk/>
            <pc:sldMk cId="1598040992" sldId="259"/>
            <ac:spMk id="22" creationId="{5B67ADDC-37C4-48F2-9AC3-73EB1C651B82}"/>
          </ac:spMkLst>
        </pc:spChg>
      </pc:sldChg>
      <pc:sldChg chg="modSp mod modAnim">
        <pc:chgData name="Garima Sharma" userId="c5ca40beb9a8554c" providerId="LiveId" clId="{2265D429-760C-4FF0-9653-4AF4BA9B0970}" dt="2026-09-09T11:06:55.293" v="23"/>
        <pc:sldMkLst>
          <pc:docMk/>
          <pc:sldMk cId="910601932" sldId="260"/>
        </pc:sldMkLst>
        <pc:spChg chg="mod">
          <ac:chgData name="Garima Sharma" userId="c5ca40beb9a8554c" providerId="LiveId" clId="{2265D429-760C-4FF0-9653-4AF4BA9B0970}" dt="2026-09-09T11:06:55.246" v="18" actId="20577"/>
          <ac:spMkLst>
            <pc:docMk/>
            <pc:sldMk cId="910601932" sldId="260"/>
            <ac:spMk id="11" creationId="{48ABB8E5-8EC2-4CF1-8739-A2490B9CE2D2}"/>
          </ac:spMkLst>
        </pc:spChg>
        <pc:spChg chg="mod">
          <ac:chgData name="Garima Sharma" userId="c5ca40beb9a8554c" providerId="LiveId" clId="{2265D429-760C-4FF0-9653-4AF4BA9B0970}" dt="2026-09-09T11:06:55.271" v="20" actId="20577"/>
          <ac:spMkLst>
            <pc:docMk/>
            <pc:sldMk cId="910601932" sldId="260"/>
            <ac:spMk id="13" creationId="{90206A2B-EF3E-4258-8851-E025AE427C3A}"/>
          </ac:spMkLst>
        </pc:spChg>
        <pc:spChg chg="mod">
          <ac:chgData name="Garima Sharma" userId="c5ca40beb9a8554c" providerId="LiveId" clId="{2265D429-760C-4FF0-9653-4AF4BA9B0970}" dt="2026-09-09T11:06:55.291" v="22" actId="20577"/>
          <ac:spMkLst>
            <pc:docMk/>
            <pc:sldMk cId="910601932" sldId="260"/>
            <ac:spMk id="14" creationId="{1D52655B-00BF-4C65-8BF6-06B04BDFDA69}"/>
          </ac:spMkLst>
        </pc:spChg>
      </pc:sldChg>
      <pc:sldChg chg="modSp mod modAnim">
        <pc:chgData name="Garima Sharma" userId="c5ca40beb9a8554c" providerId="LiveId" clId="{2265D429-760C-4FF0-9653-4AF4BA9B0970}" dt="2026-09-09T11:06:55.483" v="27"/>
        <pc:sldMkLst>
          <pc:docMk/>
          <pc:sldMk cId="2066515747" sldId="261"/>
        </pc:sldMkLst>
        <pc:spChg chg="mod">
          <ac:chgData name="Garima Sharma" userId="c5ca40beb9a8554c" providerId="LiveId" clId="{2265D429-760C-4FF0-9653-4AF4BA9B0970}" dt="2026-09-09T11:06:55.457" v="24" actId="20577"/>
          <ac:spMkLst>
            <pc:docMk/>
            <pc:sldMk cId="2066515747" sldId="261"/>
            <ac:spMk id="14" creationId="{F8ECCEE3-F75F-463F-99D1-ADB03765BA45}"/>
          </ac:spMkLst>
        </pc:spChg>
        <pc:spChg chg="mod">
          <ac:chgData name="Garima Sharma" userId="c5ca40beb9a8554c" providerId="LiveId" clId="{2265D429-760C-4FF0-9653-4AF4BA9B0970}" dt="2026-09-09T11:06:55.480" v="26" actId="20577"/>
          <ac:spMkLst>
            <pc:docMk/>
            <pc:sldMk cId="2066515747" sldId="261"/>
            <ac:spMk id="15" creationId="{66EF8667-2DA6-4999-B97A-04FE3FEA6986}"/>
          </ac:spMkLst>
        </pc:spChg>
      </pc:sldChg>
      <pc:sldChg chg="modSp mod modAnim">
        <pc:chgData name="Garima Sharma" userId="c5ca40beb9a8554c" providerId="LiveId" clId="{2265D429-760C-4FF0-9653-4AF4BA9B0970}" dt="2026-09-09T11:06:55.654" v="31"/>
        <pc:sldMkLst>
          <pc:docMk/>
          <pc:sldMk cId="140779402" sldId="262"/>
        </pc:sldMkLst>
        <pc:spChg chg="mod">
          <ac:chgData name="Garima Sharma" userId="c5ca40beb9a8554c" providerId="LiveId" clId="{2265D429-760C-4FF0-9653-4AF4BA9B0970}" dt="2026-09-09T11:06:55.619" v="28" actId="20577"/>
          <ac:spMkLst>
            <pc:docMk/>
            <pc:sldMk cId="140779402" sldId="262"/>
            <ac:spMk id="12" creationId="{6CF931CC-0F6D-47B0-9AE6-B62906525B74}"/>
          </ac:spMkLst>
        </pc:spChg>
        <pc:spChg chg="mod">
          <ac:chgData name="Garima Sharma" userId="c5ca40beb9a8554c" providerId="LiveId" clId="{2265D429-760C-4FF0-9653-4AF4BA9B0970}" dt="2026-09-09T11:06:55.651" v="30" actId="20577"/>
          <ac:spMkLst>
            <pc:docMk/>
            <pc:sldMk cId="140779402" sldId="262"/>
            <ac:spMk id="15" creationId="{68C7824E-4A5D-4895-850F-D28C20C97F7A}"/>
          </ac:spMkLst>
        </pc:spChg>
      </pc:sldChg>
      <pc:sldChg chg="modSp mod modAnim">
        <pc:chgData name="Garima Sharma" userId="c5ca40beb9a8554c" providerId="LiveId" clId="{2265D429-760C-4FF0-9653-4AF4BA9B0970}" dt="2026-09-09T11:06:55.900" v="37"/>
        <pc:sldMkLst>
          <pc:docMk/>
          <pc:sldMk cId="144492279" sldId="263"/>
        </pc:sldMkLst>
        <pc:spChg chg="mod">
          <ac:chgData name="Garima Sharma" userId="c5ca40beb9a8554c" providerId="LiveId" clId="{2265D429-760C-4FF0-9653-4AF4BA9B0970}" dt="2026-09-09T11:06:55.803" v="32" actId="20577"/>
          <ac:spMkLst>
            <pc:docMk/>
            <pc:sldMk cId="144492279" sldId="263"/>
            <ac:spMk id="13" creationId="{70A990C1-18F0-4047-A832-91BD8CDC5AB5}"/>
          </ac:spMkLst>
        </pc:spChg>
        <pc:spChg chg="mod">
          <ac:chgData name="Garima Sharma" userId="c5ca40beb9a8554c" providerId="LiveId" clId="{2265D429-760C-4FF0-9653-4AF4BA9B0970}" dt="2026-09-09T11:06:55.844" v="34" actId="20577"/>
          <ac:spMkLst>
            <pc:docMk/>
            <pc:sldMk cId="144492279" sldId="263"/>
            <ac:spMk id="17" creationId="{9D004BA0-977A-42FF-831F-A82BFFDB34D6}"/>
          </ac:spMkLst>
        </pc:spChg>
        <pc:spChg chg="mod">
          <ac:chgData name="Garima Sharma" userId="c5ca40beb9a8554c" providerId="LiveId" clId="{2265D429-760C-4FF0-9653-4AF4BA9B0970}" dt="2026-09-09T11:06:55.897" v="36" actId="20577"/>
          <ac:spMkLst>
            <pc:docMk/>
            <pc:sldMk cId="144492279" sldId="263"/>
            <ac:spMk id="21" creationId="{E2A8391F-5E8F-40DC-941B-D286EE7F06AB}"/>
          </ac:spMkLst>
        </pc:spChg>
      </pc:sldChg>
      <pc:sldChg chg="modSp mod modAnim">
        <pc:chgData name="Garima Sharma" userId="c5ca40beb9a8554c" providerId="LiveId" clId="{2265D429-760C-4FF0-9653-4AF4BA9B0970}" dt="2026-09-09T11:06:56.138" v="43"/>
        <pc:sldMkLst>
          <pc:docMk/>
          <pc:sldMk cId="180254228" sldId="264"/>
        </pc:sldMkLst>
        <pc:spChg chg="mod">
          <ac:chgData name="Garima Sharma" userId="c5ca40beb9a8554c" providerId="LiveId" clId="{2265D429-760C-4FF0-9653-4AF4BA9B0970}" dt="2026-09-09T11:06:56.038" v="38" actId="20577"/>
          <ac:spMkLst>
            <pc:docMk/>
            <pc:sldMk cId="180254228" sldId="264"/>
            <ac:spMk id="13" creationId="{107478C1-6B4A-48C0-A62A-AB5217F66777}"/>
          </ac:spMkLst>
        </pc:spChg>
        <pc:spChg chg="mod">
          <ac:chgData name="Garima Sharma" userId="c5ca40beb9a8554c" providerId="LiveId" clId="{2265D429-760C-4FF0-9653-4AF4BA9B0970}" dt="2026-09-09T11:06:56.087" v="40" actId="20577"/>
          <ac:spMkLst>
            <pc:docMk/>
            <pc:sldMk cId="180254228" sldId="264"/>
            <ac:spMk id="17" creationId="{CE0140AF-7E02-4899-A14B-D8E3EA61A73A}"/>
          </ac:spMkLst>
        </pc:spChg>
        <pc:spChg chg="mod">
          <ac:chgData name="Garima Sharma" userId="c5ca40beb9a8554c" providerId="LiveId" clId="{2265D429-760C-4FF0-9653-4AF4BA9B0970}" dt="2026-09-09T11:06:56.136" v="42" actId="20577"/>
          <ac:spMkLst>
            <pc:docMk/>
            <pc:sldMk cId="180254228" sldId="264"/>
            <ac:spMk id="21" creationId="{4E27A297-D6F6-42DF-BD51-6ACECA67D2FB}"/>
          </ac:spMkLst>
        </pc:spChg>
      </pc:sldChg>
      <pc:sldChg chg="modSp mod modAnim">
        <pc:chgData name="Garima Sharma" userId="c5ca40beb9a8554c" providerId="LiveId" clId="{2265D429-760C-4FF0-9653-4AF4BA9B0970}" dt="2026-09-09T11:06:56.355" v="49"/>
        <pc:sldMkLst>
          <pc:docMk/>
          <pc:sldMk cId="1966083053" sldId="265"/>
        </pc:sldMkLst>
        <pc:spChg chg="mod">
          <ac:chgData name="Garima Sharma" userId="c5ca40beb9a8554c" providerId="LiveId" clId="{2265D429-760C-4FF0-9653-4AF4BA9B0970}" dt="2026-09-09T11:06:56.295" v="44" actId="20577"/>
          <ac:spMkLst>
            <pc:docMk/>
            <pc:sldMk cId="1966083053" sldId="265"/>
            <ac:spMk id="11" creationId="{5C6F8355-74A6-44B2-84CE-6E129C7E5503}"/>
          </ac:spMkLst>
        </pc:spChg>
        <pc:spChg chg="mod">
          <ac:chgData name="Garima Sharma" userId="c5ca40beb9a8554c" providerId="LiveId" clId="{2265D429-760C-4FF0-9653-4AF4BA9B0970}" dt="2026-09-09T11:06:56.326" v="46" actId="20577"/>
          <ac:spMkLst>
            <pc:docMk/>
            <pc:sldMk cId="1966083053" sldId="265"/>
            <ac:spMk id="12" creationId="{D6C928EE-04AF-41EA-BF94-E16E260A6915}"/>
          </ac:spMkLst>
        </pc:spChg>
        <pc:spChg chg="mod">
          <ac:chgData name="Garima Sharma" userId="c5ca40beb9a8554c" providerId="LiveId" clId="{2265D429-760C-4FF0-9653-4AF4BA9B0970}" dt="2026-09-09T11:06:56.354" v="48" actId="20577"/>
          <ac:spMkLst>
            <pc:docMk/>
            <pc:sldMk cId="1966083053" sldId="265"/>
            <ac:spMk id="13" creationId="{42EED64B-0B04-4AF3-B203-077E799B3A3F}"/>
          </ac:spMkLst>
        </pc:spChg>
      </pc:sldChg>
      <pc:sldChg chg="modSp mod modAnim">
        <pc:chgData name="Garima Sharma" userId="c5ca40beb9a8554c" providerId="LiveId" clId="{2265D429-760C-4FF0-9653-4AF4BA9B0970}" dt="2026-09-09T11:06:56.560" v="53"/>
        <pc:sldMkLst>
          <pc:docMk/>
          <pc:sldMk cId="1298882149" sldId="266"/>
        </pc:sldMkLst>
        <pc:spChg chg="mod">
          <ac:chgData name="Garima Sharma" userId="c5ca40beb9a8554c" providerId="LiveId" clId="{2265D429-760C-4FF0-9653-4AF4BA9B0970}" dt="2026-09-09T11:06:56.538" v="50" actId="20577"/>
          <ac:spMkLst>
            <pc:docMk/>
            <pc:sldMk cId="1298882149" sldId="266"/>
            <ac:spMk id="16" creationId="{D8AAA504-6C4A-41E5-90AF-30B0813206C8}"/>
          </ac:spMkLst>
        </pc:spChg>
        <pc:spChg chg="mod">
          <ac:chgData name="Garima Sharma" userId="c5ca40beb9a8554c" providerId="LiveId" clId="{2265D429-760C-4FF0-9653-4AF4BA9B0970}" dt="2026-09-09T11:06:56.558" v="52" actId="20577"/>
          <ac:spMkLst>
            <pc:docMk/>
            <pc:sldMk cId="1298882149" sldId="266"/>
            <ac:spMk id="17" creationId="{270681BE-5ABC-4A4C-8710-8221F0307DFC}"/>
          </ac:spMkLst>
        </pc:spChg>
      </pc:sldChg>
      <pc:sldChg chg="modSp mod modAnim">
        <pc:chgData name="Garima Sharma" userId="c5ca40beb9a8554c" providerId="LiveId" clId="{2265D429-760C-4FF0-9653-4AF4BA9B0970}" dt="2026-09-09T11:06:57.194" v="59"/>
        <pc:sldMkLst>
          <pc:docMk/>
          <pc:sldMk cId="190523749" sldId="267"/>
        </pc:sldMkLst>
        <pc:spChg chg="mod">
          <ac:chgData name="Garima Sharma" userId="c5ca40beb9a8554c" providerId="LiveId" clId="{2265D429-760C-4FF0-9653-4AF4BA9B0970}" dt="2026-09-09T11:06:57.109" v="54" actId="20577"/>
          <ac:spMkLst>
            <pc:docMk/>
            <pc:sldMk cId="190523749" sldId="267"/>
            <ac:spMk id="13" creationId="{9B8C99A1-B001-44F5-BD14-A10E4F2E1F2E}"/>
          </ac:spMkLst>
        </pc:spChg>
        <pc:spChg chg="mod">
          <ac:chgData name="Garima Sharma" userId="c5ca40beb9a8554c" providerId="LiveId" clId="{2265D429-760C-4FF0-9653-4AF4BA9B0970}" dt="2026-09-09T11:06:57.148" v="56" actId="20577"/>
          <ac:spMkLst>
            <pc:docMk/>
            <pc:sldMk cId="190523749" sldId="267"/>
            <ac:spMk id="17" creationId="{A8B0B567-6F9E-4C77-A6FE-35E98A2C3144}"/>
          </ac:spMkLst>
        </pc:spChg>
        <pc:spChg chg="mod">
          <ac:chgData name="Garima Sharma" userId="c5ca40beb9a8554c" providerId="LiveId" clId="{2265D429-760C-4FF0-9653-4AF4BA9B0970}" dt="2026-09-09T11:06:57.191" v="58" actId="20577"/>
          <ac:spMkLst>
            <pc:docMk/>
            <pc:sldMk cId="190523749" sldId="267"/>
            <ac:spMk id="21" creationId="{682CE8B7-3201-4CF1-BE1F-88454514DB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About 90,000 / 30 = 3,000. | Notice the number structure before choosing a method. |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6,782 x 49. Answer: About 6,800 x 50 = 340,000.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About 90,000 / 30 = 3,000.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About 90,000 / 30 = 3,000..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About 490,000 + 220,000 - 100,000 = 610,000..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The product should be about 7,200 x 60 = 432,000, so the displayed answer is far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About 490,000 + 220,000 - 100,000 = 610,000.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About 490,000 + 220,000 - 100,000 = 610,000. | Choose compatible rounded values that keep the calculation easy and reasonably close.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ED41E39-73B6-4F84-8703-A160B9D333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B71ACA-50D7-4524-8BEA-FE54631FDC5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2EB2AA-5426-4B95-A7F1-F56515DC7C7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EFE9D1-59C9-436E-B8C9-1690981C0ED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81E8AC-36D6-4F17-BE0E-8F5D0B431C9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0A6735-D157-40B8-84F7-53A675F5122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AE3A12-AD17-42E3-B970-518688E79FF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E61A18-A5F1-45B3-ADAF-B903201046C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54EC99-6D98-4321-ACD0-8AA2B2159C1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4C88A9-147C-4FDD-A777-E2774113232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E9B52-8A75-4AA6-86E1-5B000BFBEFB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23471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2F65A89-1584-4A34-8B20-D39B51B745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2D8E86-3E0C-47FB-8272-CF2A3B27A3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8579EC-1069-4DDD-A91C-762EC76386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8A7DB0-AC3D-4DF9-9A22-9931E0C345F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7988B1-F805-46FE-87FD-5D08B78BE5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EF679-4262-4C58-8372-76CC97497D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9CE448-AA69-4822-836F-1CC7A625106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67F6A2-7A13-481B-8C2C-D00CED22B5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6A2D37-0F89-45FD-84CC-FE00599CA45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C3B3B8C-CF4B-4BDF-9FE4-C126F4D37CB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12F5CD7-7273-4F79-8557-7C703A55535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CD1730-B8C4-41F7-8817-4530F679F5A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C72C0B-7CAE-4D0C-AF1F-417147AE279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C0A3AD-553F-4D70-A880-B9A10308F62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24C6BBB-E528-479E-AECD-7D67A468DED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C400AA-48C0-463C-8DC9-371DEF9CD56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6C49F5-CACA-4FC4-A3AB-F0ABE537676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198709-D8D1-4F1A-AEED-4A707A742E6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41E3DAC-0E6B-40BB-82EF-31C1B6967D9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854A13-BC0B-4154-A895-D39E93D1E09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BE712F-C5FA-466F-97E9-BEF191AC0B5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6,782 x 49.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12FD3A-D1C6-4997-909E-1D9E81D739B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090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7B0205C-D82F-4BE3-908F-EDE937BAC9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ECF625-229A-4863-B6C4-D1A321EFBF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5F42DC-3D2D-4F6F-BB08-C34B557AD7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8E06F7-6D0B-4F5B-BE33-C10FFD4F05C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F5DACE-8581-4EDD-8573-49FB37B7F0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779589-141A-4DA7-978D-A7445C88F9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78EFE-F734-44B5-94BE-2193D12EB7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A0A7FA-6A98-45DA-BF8D-6313F05C07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4DEC-ED01-462D-B031-19AF5BDE81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6C07D3-0CDB-4AAA-B50F-9AFC6C38438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FBE846-891B-42DB-B4FB-5FA7C878F46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C266BC-25E0-4443-A8D8-F95E9347418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C26E6C-56DC-4AE6-99C6-5892979E7D1E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C48C52-EE9E-4F0F-B40D-E6B2AEF1BBA1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1B8FC0-88CE-4317-BC62-399FE28C617F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255331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E56D7BE-7039-4487-A05E-E4604D2F49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89F068-7376-4444-8F14-CAA9DE2F19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0A1FEE-A23C-41B1-BB97-EA01FE88BB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BDC97B-BC2D-444E-82F1-C07AC439C44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646FD6-7BD8-4AAD-8E9E-BDF32479BBD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39411C-A793-4C0F-9119-4211358C409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7280E5-958C-4D44-9EF8-2B4861840D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EDF445-365D-4552-BEA6-818F3D557E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CFC49B-8CD9-420A-BA97-0F08FB5FC14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B8360-2811-4E01-96E6-82BC474EB2F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6,782 x 49.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58B612-6D4E-40DF-ADCD-7390B80E2F0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8F5E1E-D443-4EE3-B86A-55DFEFCB69E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61AF09-0D4E-414D-AB21-989B5F2027EB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C53141-CDD0-4110-AB29-D379D05D7C2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27A553-BDB6-40A1-83A3-935DA2CBFC5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7A86809-5EA9-4217-ACC9-AA5C4A6FE02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DB2F5F-E04C-41AA-BEE8-89F35A15B2E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E8F2AD-E023-403D-AEAF-8D21730AE99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DF6EA1-F280-476D-B71F-9D678F893C5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158FEC7-FF61-4260-9EE2-59A7A56C1AB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82E3D7-14EF-4207-A9C1-09E893E4E35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67ADDC-37C4-48F2-9AC3-73EB1C651B8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8040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1734F11-3172-4EB7-8A51-87B4684EC2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170857-8151-4BE1-96CB-3FA097E710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CB17C9-6D51-42F6-A164-0F7E5BF182E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45AA1B-FB92-4C70-8A33-DE026CBD0A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3C62ED-336C-4C28-AB47-7106569D0D4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2F6ED7-29E4-4C90-9858-5EA8F764765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EF29B0-39C8-45C5-AA2B-AB7D933E76F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4A47FB-F218-4994-A68C-8171710025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B9D14C-8B06-4397-B40A-00A1E0D805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C1545-57E6-4CB9-8FE8-0CB1DA199B6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ABB8E5-8EC2-4CF1-8739-A2490B9CE2D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6,800 x 50 = 340,000.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BDB36C-F1F4-40DF-BE83-6C72AB732DF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206A2B-EF3E-4258-8851-E025AE427C3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52655B-00BF-4C65-8BF6-06B04BDFDA6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60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3E7B74C-1AC1-4CBF-8B51-956E15DE65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1EB5DE-15C3-428A-8023-7D6D10DDE4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23A4B7-EA8A-48AF-B3DF-31FB031EF2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90CCC2-6946-4D30-B541-7ADE7667DD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FCDEC-9A1F-4014-9A5D-1A84926328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7E802F-6B43-459B-A0DC-C8E731F888E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459BE4-6C96-4A1B-941D-0A83ABE826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0A0B98-477F-4D63-9EBF-4683367F386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0879FD-F9EF-4DBE-B39C-72816BECEE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80ABEB-8BD0-4F16-B050-E382596C874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7A727-0B32-4391-8903-67B0BDA99F8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584C84-77B0-473E-8297-F0A0DB9CD006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978A47-6F89-4C74-8A5E-B1993ED7B03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ECCEE3-F75F-463F-99D1-ADB03765BA4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EF8667-2DA6-4999-B97A-04FE3FEA698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90,000 / 30 = 3,000.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651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49B3DF5-02F1-43A0-9DA7-2EC5A7C9DC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EE8C7-78D0-45BD-B4E1-1CE0A25F81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7A30B15-D662-4F09-8CAD-E343CFD6D1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CA6AEA-4494-4470-A336-D028500BD6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33080A-A7C7-4F09-A7B9-969129251C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59C5A-76DE-438B-9C0D-F95AD306EE9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F1731-346D-45A5-8D3C-4BC1435411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90E14C-33E0-424F-B613-B0B4A8A5F1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2F241F-F757-46BC-B8A0-BE616F9F7B1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968E3F-C880-499D-901A-F8799757FF1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F931CC-0F6D-47B0-9AE6-B62906525B7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every number to one significant digit even when this gives a poor estimate.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C5D60D-8AC1-495F-A70A-C13B1517CC1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55765B-42AE-4D06-99CF-3F0A534AB4A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C7824E-4A5D-4895-850F-D28C20C97F7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Choose compatible rounded values that keep the calculation easy and reasonably close.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79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734CB16-BB9C-4E80-A961-4F21FFC14E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4790B6-5819-4DF3-B9F5-4E84957B84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C447AA-F027-445D-B1DE-9D3B11BB5A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06652D-ED24-465A-8A1A-54108C1D599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D8A591-46FC-4A11-9F6A-79FD637292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2BBE1F-C9B9-4CD2-8E1D-634EF2ECDD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002EB4-5555-4B3A-AC94-FCA8A4567D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4DAD35-1A4A-41EA-AA52-27ADF3FB57D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D54D3A-E8E1-4D78-B2CE-93B09043A60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D08AAE-0169-4924-94A1-5D709E8595F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83DBE10-1B44-433A-9BC5-38BF0F500B7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CFB429-60B9-4025-8396-200CEBEC5B9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A990C1-18F0-4047-A832-91BD8CDC5AB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88EFC2-EE3E-49E5-98AE-C54E7A90137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AF597C-A56F-4E20-9652-489274893AE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3DE889-EB96-4497-BB6A-4413B1A367F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004BA0-977A-42FF-831F-A82BFFDB34D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73EF90B-280F-4A47-B7A3-6F4DE77BFA5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02296A-B654-4C52-B984-25324D63040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12100-D795-4B50-B230-22B9D11302F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A8391F-5E8F-40DC-941B-D286EE7F06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90,000 / 30 = 3,000.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75FCA07-CC35-4A79-A39C-9E8322714E8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449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193ECFC-92B6-44DE-B017-821DDAD80B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38E9E0-8890-4F7D-8569-C3D548CCBB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ABB4DC-9290-4DE9-9D30-CC639B3015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4515DC-0D5C-44E9-B82C-DFA2777636D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2D286-9FFA-48AB-835E-34A7CA7B930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7147B3-A5C2-4114-BCDE-B1F617B14A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6DF35A-2CE8-42BA-BB9D-60999961EE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22517-ADF2-4FB0-A5FE-69733EB6611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664398-CA65-41A3-9425-7E794E92FD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ED7AD57-1AC5-4EBB-AA66-EED7C1FCF7F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E271DB5-BD0A-4DCC-A8C8-EA7669260FF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E00117-C8A8-42F6-BE63-5639FCC1F7C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7478C1-6B4A-48C0-A62A-AB5217F6677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1FBA77F-1028-48D9-9F85-F43E2DAC504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56EAE4-8C9B-406B-8D4D-8D53505F129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DD6115-F343-4F56-B9A0-D869065508E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0140AF-7E02-4899-A14B-D8E3EA61A73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BC170BE-E298-4880-80A1-2BD1B7EFE9B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A674A19-ECDC-40B2-B750-4DC04FC6D17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905551-7F8B-4C06-BE4B-0F0B3BD6D17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27A297-D6F6-42DF-BD51-6ACECA67D2F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254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DDAB19-8C08-4B2B-8975-0AE9C10A55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40A83D-48FC-4BA6-99B7-D22852FA96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95BF89F-CFF9-43E9-AE0F-A42F91EC8A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48CB1-E8B7-4337-8F22-5424769A04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6D353-F3F8-4DC8-8D5D-E12E6D364D4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196AEF-62D0-472C-96E6-6DACC6BB89C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59A288-F0F4-4B86-B7F4-0C8C28A28A9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3FFB3-8BA1-485B-AC93-6AC4FDC37B3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0685F9-3ABD-4268-A845-45A7E19110C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13A5C0-A790-47C5-A158-A6A7B2F5548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calculator shows 7,204 x 58 = 41,783. Explain without exact calculation why it is wrong.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6F8355-74A6-44B2-84CE-6E129C7E550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C928EE-04AF-41EA-BF94-E16E260A691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EED64B-0B04-4AF3-B203-077E799B3A3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The product should be about 7,200 x 60 = 432,000, so the displayed answer is far too small.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608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01DD360-50F3-4963-B532-5FCC7AAA44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FC472E-F3EE-43DB-AFE2-A8BE78DC91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022E82-05DC-4E40-9C8C-70B31CD94F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0A0158-C9F2-457B-80B1-916A1D7C7A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EF24B7-8A82-4246-97CB-B705B29755D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C813D3-5AC2-4B1B-B40C-1428C2CCF92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72E8F8-D812-4955-A053-80D4F02CAE1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D698F0-EFD9-4854-9A9B-8D19419F6FC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1C3917-321D-49FE-919A-2C6D067E5C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E9ED2-A336-4BFE-B1A3-C07213B4E14B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4FB885-2D0D-464F-8825-5F8EE6E38B91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F79FC1-ADD2-43DF-9A53-D53C0E8F98C2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7E66B3-E781-450C-85E7-5CBD6E87351A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9A7A5B-939B-4F81-8F54-D1EF38D5595E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60AB0-71E4-4A33-B6AD-017DD67B7D0C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AAA504-6C4A-41E5-90AF-30B0813206C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5348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About 490,000 + 220,000 - 100,000 = 610,000.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0681BE-5ABC-4A4C-8710-8221F0307DFC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79A93F-44CE-408C-8059-25169100C04A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9888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314A676-50A9-40B0-9FC8-03AA48130B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9A950-DC5F-42CE-B4C1-C0DCFA833B4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78795C1-AFFC-49F5-8448-0E40085E73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0726B-41AB-45AF-88A1-37E3CAFA6D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B25053-918F-4E2D-B1C6-4FB6A2EF3AF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6A5B0-E94F-4B09-9C2F-E5BCAB6A583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3AD7E-219F-4E6A-AD80-6E77F4C0F8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385C9D-2FEE-4BB3-83F5-DC123DA4940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DA6A71-3053-4D31-806B-61A4EE40A6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079466-E3B3-4563-B2CF-273FCD6EC4C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120660A-9B58-41DF-BD53-FE21CA46965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5B3D70-695C-43D0-BA27-7DD15D42929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8C99A1-B001-44F5-BD14-A10E4F2E1F2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1D6C7A-A0F7-4487-815A-0352CB749BC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6ACEEDC-E93B-422A-AF4A-4AFC1B6A3B6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E69BE9-41DD-4CAB-BC63-BD8D2D54BB9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B0B567-6F9E-4C77-A6FE-35E98A2C314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every number to one significant digit even when this gives a poor estimate.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0A1630C-1EFC-415B-A765-045A31BA636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1887875-1A41-4EC0-AC4A-819C2BA361C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8C0FE3-F61E-4E66-B4AD-101F7657375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2CE8B7-3201-4CF1-BE1F-88454514DBD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6A6574-27E8-402A-A184-BB51F97161C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523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1199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2026-09-09T10:56:49Z</dcterms:created>
  <dcterms:modified xsi:type="dcterms:W3CDTF">2026-09-09T11:06:57Z</dcterms:modified>
</cp:coreProperties>
</file>