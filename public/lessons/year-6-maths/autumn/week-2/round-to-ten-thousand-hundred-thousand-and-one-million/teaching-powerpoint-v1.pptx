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4f9fcaa84d4d2f" /><Relationship Type="http://schemas.openxmlformats.org/officeDocument/2006/relationships/extended-properties" Target="/docProps/app.xml" Id="R007a1043ddb3405b" /><Relationship Type="http://schemas.openxmlformats.org/officeDocument/2006/relationships/officeDocument" Target="/ppt/presentation.xml" Id="Rc67804b3b73a4f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832fb4d82843ba"/>
  </p:sldMasterIdLst>
  <p:notesMasterIdLst>
    <p:notesMasterId xmlns:r="http://schemas.openxmlformats.org/officeDocument/2006/relationships" r:id="R69b573fd7a0f4d5a"/>
  </p:notesMasterIdLst>
  <p:sldIdLst>
    <p:sldId xmlns:r="http://schemas.openxmlformats.org/officeDocument/2006/relationships" id="256" r:id="R5b7e82c274b347f7"/>
    <p:sldId xmlns:r="http://schemas.openxmlformats.org/officeDocument/2006/relationships" id="257" r:id="R2b654aee920b43a4"/>
    <p:sldId xmlns:r="http://schemas.openxmlformats.org/officeDocument/2006/relationships" id="258" r:id="R40252aab29994332"/>
    <p:sldId xmlns:r="http://schemas.openxmlformats.org/officeDocument/2006/relationships" id="259" r:id="R5e4edebf46ce43f3"/>
    <p:sldId xmlns:r="http://schemas.openxmlformats.org/officeDocument/2006/relationships" id="260" r:id="Ra2b019abf1a843da"/>
    <p:sldId xmlns:r="http://schemas.openxmlformats.org/officeDocument/2006/relationships" id="261" r:id="R3fa8d471ba2943d7"/>
    <p:sldId xmlns:r="http://schemas.openxmlformats.org/officeDocument/2006/relationships" id="262" r:id="R4dbe13dc742b4260"/>
    <p:sldId xmlns:r="http://schemas.openxmlformats.org/officeDocument/2006/relationships" id="263" r:id="R9edf4ae191fe4c41"/>
    <p:sldId xmlns:r="http://schemas.openxmlformats.org/officeDocument/2006/relationships" id="264" r:id="R979d30005df94c62"/>
    <p:sldId xmlns:r="http://schemas.openxmlformats.org/officeDocument/2006/relationships" id="265" r:id="Ra93d5d402b56425e"/>
    <p:sldId xmlns:r="http://schemas.openxmlformats.org/officeDocument/2006/relationships" id="266" r:id="R1eeb5c62a17f4d29"/>
    <p:sldId xmlns:r="http://schemas.openxmlformats.org/officeDocument/2006/relationships" id="267" r:id="R8798c88b82be4b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02d05045d84e6f" /><Relationship Type="http://schemas.openxmlformats.org/officeDocument/2006/relationships/slideMaster" Target="/ppt/slideMasters/slideMaster1.xml" Id="R18832fb4d82843ba" /><Relationship Type="http://schemas.openxmlformats.org/officeDocument/2006/relationships/notesMaster" Target="/ppt/notesMasters/notesMaster1.xml" Id="R69b573fd7a0f4d5a" /><Relationship Type="http://schemas.openxmlformats.org/officeDocument/2006/relationships/presProps" Target="/ppt/presProps.xml" Id="R765fc9083b54447b" /><Relationship Type="http://schemas.openxmlformats.org/officeDocument/2006/relationships/tableStyles" Target="/ppt/tableStyles.xml" Id="R0085ecf9d94241ba" /><Relationship Type="http://schemas.openxmlformats.org/officeDocument/2006/relationships/slide" Target="/ppt/slides/slide1.xml" Id="R5b7e82c274b347f7" /><Relationship Type="http://schemas.openxmlformats.org/officeDocument/2006/relationships/slide" Target="/ppt/slides/slide2.xml" Id="R2b654aee920b43a4" /><Relationship Type="http://schemas.openxmlformats.org/officeDocument/2006/relationships/slide" Target="/ppt/slides/slide3.xml" Id="R40252aab29994332" /><Relationship Type="http://schemas.openxmlformats.org/officeDocument/2006/relationships/slide" Target="/ppt/slides/slide4.xml" Id="R5e4edebf46ce43f3" /><Relationship Type="http://schemas.openxmlformats.org/officeDocument/2006/relationships/slide" Target="/ppt/slides/slide5.xml" Id="Ra2b019abf1a843da" /><Relationship Type="http://schemas.openxmlformats.org/officeDocument/2006/relationships/slide" Target="/ppt/slides/slide6.xml" Id="R3fa8d471ba2943d7" /><Relationship Type="http://schemas.openxmlformats.org/officeDocument/2006/relationships/slide" Target="/ppt/slides/slide7.xml" Id="R4dbe13dc742b4260" /><Relationship Type="http://schemas.openxmlformats.org/officeDocument/2006/relationships/slide" Target="/ppt/slides/slide8.xml" Id="R9edf4ae191fe4c41" /><Relationship Type="http://schemas.openxmlformats.org/officeDocument/2006/relationships/slide" Target="/ppt/slides/slide9.xml" Id="R979d30005df94c62" /><Relationship Type="http://schemas.openxmlformats.org/officeDocument/2006/relationships/slide" Target="/ppt/slides/slide10.xml" Id="Ra93d5d402b56425e" /><Relationship Type="http://schemas.openxmlformats.org/officeDocument/2006/relationships/slide" Target="/ppt/slides/slide11.xml" Id="R1eeb5c62a17f4d29" /><Relationship Type="http://schemas.openxmlformats.org/officeDocument/2006/relationships/slide" Target="/ppt/slides/slide12.xml" Id="R8798c88b82be4b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ea299b2b3746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f36eb04cd54741" /><Relationship Type="http://schemas.openxmlformats.org/officeDocument/2006/relationships/notesMaster" Target="/ppt/notesMasters/notesMaster1.xml" Id="R5848f899fd3049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ffb83c24cf44d5" /><Relationship Type="http://schemas.openxmlformats.org/officeDocument/2006/relationships/notesMaster" Target="/ppt/notesMasters/notesMaster1.xml" Id="R7d7f350e99f241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f899cb355a4868" /><Relationship Type="http://schemas.openxmlformats.org/officeDocument/2006/relationships/notesMaster" Target="/ppt/notesMasters/notesMaster1.xml" Id="R1858ea25b2ec4e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5cd7c99de543de" /><Relationship Type="http://schemas.openxmlformats.org/officeDocument/2006/relationships/notesMaster" Target="/ppt/notesMasters/notesMaster1.xml" Id="R871ed3c8350946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cd1bafcd4847b8" /><Relationship Type="http://schemas.openxmlformats.org/officeDocument/2006/relationships/notesMaster" Target="/ppt/notesMasters/notesMaster1.xml" Id="R5c766a8d3865470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ea5541ab204afb" /><Relationship Type="http://schemas.openxmlformats.org/officeDocument/2006/relationships/notesMaster" Target="/ppt/notesMasters/notesMaster1.xml" Id="Rfa2e5e61bcc940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2a6779047344f9" /><Relationship Type="http://schemas.openxmlformats.org/officeDocument/2006/relationships/notesMaster" Target="/ppt/notesMasters/notesMaster1.xml" Id="R27ab6806466a4c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270ccadddc24b9a" /><Relationship Type="http://schemas.openxmlformats.org/officeDocument/2006/relationships/notesMaster" Target="/ppt/notesMasters/notesMaster1.xml" Id="R61d937964cd94de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a6c2408e2054133" /><Relationship Type="http://schemas.openxmlformats.org/officeDocument/2006/relationships/notesMaster" Target="/ppt/notesMasters/notesMaster1.xml" Id="Rdc5b89a9a9934d3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b50e3f9c28f4ad3" /><Relationship Type="http://schemas.openxmlformats.org/officeDocument/2006/relationships/notesMaster" Target="/ppt/notesMasters/notesMaster1.xml" Id="Rda9e92cf03834a1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b312d23f12942c4" /><Relationship Type="http://schemas.openxmlformats.org/officeDocument/2006/relationships/notesMaster" Target="/ppt/notesMasters/notesMaster1.xml" Id="R32060b7e13e247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43ce626e6e44202" /><Relationship Type="http://schemas.openxmlformats.org/officeDocument/2006/relationships/notesMaster" Target="/ppt/notesMasters/notesMaster1.xml" Id="Rfcc2d5e41b6740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3,500,000. | Underline the place named in the question. | After rounding, every digit to the right becomes zero.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6,750,000; 6,700,000; 7,000,000.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3,500,000.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After rounding, every digit to the right becomes zero.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3,500,000..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8,000,000..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6,499,999.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8,000,000.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8,000,000. | After rounding, every digit to the right becomes zero.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fd4e5ca5604e6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b0b88303dc482f" /><Relationship Type="http://schemas.openxmlformats.org/officeDocument/2006/relationships/slideLayout" Target="/ppt/slideLayouts/slideLayout1.xml" Id="R93bf9e50d5af4c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3bf9e50d5af4c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63b9a83664df9" /><Relationship Type="http://schemas.openxmlformats.org/officeDocument/2006/relationships/notesSlide" Target="/ppt/notesSlides/notesSlide1.xml" Id="R33eaa3c04e6f4d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bbd92ff874302" /><Relationship Type="http://schemas.openxmlformats.org/officeDocument/2006/relationships/notesSlide" Target="/ppt/notesSlides/notesSlide2.xml" Id="R8eda2ab8c6dc41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8d640ffae4849" /><Relationship Type="http://schemas.openxmlformats.org/officeDocument/2006/relationships/notesSlide" Target="/ppt/notesSlides/notesSlide3.xml" Id="R189815029b31451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49fa8efa34f1e" /><Relationship Type="http://schemas.openxmlformats.org/officeDocument/2006/relationships/notesSlide" Target="/ppt/notesSlides/notesSlide4.xml" Id="Rf344f603655e45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6140cdca04ebf" /><Relationship Type="http://schemas.openxmlformats.org/officeDocument/2006/relationships/notesSlide" Target="/ppt/notesSlides/notesSlide5.xml" Id="R16dbc5eeb8174d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4f60501974009" /><Relationship Type="http://schemas.openxmlformats.org/officeDocument/2006/relationships/notesSlide" Target="/ppt/notesSlides/notesSlide6.xml" Id="Rb59cf1e732cb4b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0ba6b2ad5405f" /><Relationship Type="http://schemas.openxmlformats.org/officeDocument/2006/relationships/image" Target="/ppt/media/image.png" Id="R27d0371ffc1d4574" /><Relationship Type="http://schemas.openxmlformats.org/officeDocument/2006/relationships/notesSlide" Target="/ppt/notesSlides/notesSlide7.xml" Id="Rd8eb1ac71d9746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33791871144137" /><Relationship Type="http://schemas.openxmlformats.org/officeDocument/2006/relationships/notesSlide" Target="/ppt/notesSlides/notesSlide8.xml" Id="R022397d3eb0941c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6f0c3ddb5b4b74" /><Relationship Type="http://schemas.openxmlformats.org/officeDocument/2006/relationships/notesSlide" Target="/ppt/notesSlides/notesSlide9.xml" Id="Rb035c85e953a42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5d0d8596ae4fa0" /><Relationship Type="http://schemas.openxmlformats.org/officeDocument/2006/relationships/notesSlide" Target="/ppt/notesSlides/notesSlide10.xml" Id="R50feff4f80a442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6f09d5cb7941e5" /><Relationship Type="http://schemas.openxmlformats.org/officeDocument/2006/relationships/notesSlide" Target="/ppt/notesSlides/notesSlide11.xml" Id="Raa4d99278bf54d4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b5208473f4185" /><Relationship Type="http://schemas.openxmlformats.org/officeDocument/2006/relationships/notesSlide" Target="/ppt/notesSlides/notesSlide12.xml" Id="Re21d1dc866e9429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4489ED-5651-46C2-8B8A-7B07EF74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5B9DED-9E0B-473B-9DD9-595E5309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124DB1-9B4E-4CD9-9AC7-1049A296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875ECF-BFF3-4825-9CF5-490DE237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F693A7-37EE-432E-B2FF-A6298C6A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F0B58-CBBB-4BB8-B41C-A5E2A725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79FC10-4F44-4E5D-8A8D-3E8B479E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271347-4471-4CF8-B166-76BDEEF4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large whole numbers to greater powers of ten.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26011D-6958-4F30-A026-0E95C2DC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EEF566-2B0C-45DE-AFB9-4E2DCBE8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3128D1-23CC-4ED0-B0DC-B96C6CF9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719795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FE1D13-03C4-4D98-8388-C77C5B20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006919-717A-4081-AD85-2940DBAC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0D9574-2BDC-479E-8BDD-C2ECDF5B0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4A677-41AC-40E6-8904-EFDBCFD2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D5570-4F9E-4631-B2C9-EB1BB3F2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685531-2712-4A91-A95A-BFDB7E98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1E65F3-1E63-4CEF-8C76-6B44D76A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ED6329-C19B-49EA-BA03-20C205F8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7BEA29-3C4B-4DDD-82B3-4CC26CA9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742E4D-3CE2-4C4C-B267-C0E4528C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CE4B1A-0BF2-43D3-816E-04D085C2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A05FBE-4B56-4095-B5C9-3C312958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99CAE4-C253-469D-8B53-2C520072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D580A7-745C-4AC1-B05C-72C2DA6D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B5AFB9-F649-4DF7-BC26-A5894A2A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405DC8-9B57-41BC-8323-5A7D0184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0437EB-26B8-4F5B-B320-036966BA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3,451,200 to the nearest 100,000.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D0398B-8B0E-4A7F-ADE6-4086DB27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BE1FAF-E2F9-44DD-89E9-573A1759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2A3256-7F57-4180-8AA4-7FEFBFBD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1CD06E-6FBB-4488-A516-ED142F0B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Round 6,748,219 to the nearest 10,000, 100,000 and 1,000,000.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481736-110F-40DC-BA40-206BB803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119963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55AE9E-778E-41CE-BEEB-F336C21A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E9E07F-C4B6-4165-977D-790BACBB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F997AA-8D7A-42F1-9E97-FD0CB4E5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082194-3C07-4EE8-B4A5-93933F94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7784E0-105C-4E25-B7D3-0A55A8DA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475F16-5D6E-41D0-A786-1FAED7F6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53BD0A-41D0-4B74-8495-98B589DC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D44231-B0E1-448B-944C-02A14BA3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4D4FA8-7612-4E88-BF63-8CE68951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47C2BC-8E80-4BEA-82F0-8AFC1FA6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large whole numbers to greater powers of ten.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F46004-301C-4B71-990F-36D4A05A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48F7B3-3614-415E-B326-ECD1606F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C24353-7699-476E-9B56-CFE4B4672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C9EECA-C833-4410-AD89-DCD9E7AB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4474F0-23A8-42EE-9E65-8ED6FB45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16214305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787CBF-B795-4881-B50D-9FB20D5B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F6FC2-5E55-416C-9AC9-A883B269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483616-EBBE-4306-8833-45D7C4AE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81CB4-C5D2-4E8B-BA8A-5360C0F0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5B03C-26CF-4E50-BC3B-AA7D3C8B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B0928B-835F-4A8C-B223-C0D57A35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F349C4-EC7F-42B0-A097-BC2E9B52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0E4D2E-DFD1-4919-8318-96004C07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571AA-4D05-4F2A-9D06-A0BD0FA2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06C50D-0D54-450F-8AD1-1CC28AF4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6,748,219 to the nearest 10,000, 100,000 and 1,000,000.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429F01-8331-4152-A1A4-E084EF68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1A77A9-5CC5-4487-B066-507ABFE9B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9E4F2B-4B9C-4338-ABCF-DBA0DBD2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Nearest 10,000: 8,219 ≥ 5,000 → 6,750,000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CC9A66-1396-4148-9CD8-B3A4C210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548AD5-1F24-4C8D-98CD-58F6A809D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052E5E-0EEA-4703-B95F-9111F50E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Nearest 100,000: 48,219 &lt; 50,000 → 6,700,000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CDB201-B84C-4313-9870-15AD48B3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3B5FF5-0DFE-4FCB-A9CB-BFE83924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4EE62C-D700-43DC-A05D-CB7EC29A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Nearest 1,000,000: 748,219 ≥ 500,000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5E853F-5CE0-4182-A14E-69926B81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D95D7E-31D0-4F18-91BF-AC9764DA7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8CF5C3-0048-4264-85E8-D2521424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6,748,219 → 7,000,000</a:t>
            </a:r>
          </a:p>
        </p:txBody>
      </p:sp>
    </p:spTree>
    <p:extLst>
      <p:ext uri="{BB962C8B-B14F-4D97-AF65-F5344CB8AC3E}">
        <p14:creationId xmlns:p14="http://schemas.microsoft.com/office/powerpoint/2010/main" val="1763086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8CBC67-E58E-4047-9A65-F46F1C6A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D63B62-770F-4CFF-A6B9-A9EB62DA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A29236-5ECA-4190-9606-C0622DFA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4F5A56-850D-4F1D-A069-6BA9D2FE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0DF976-C057-4171-8971-346B885F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79E553-72A8-4849-83C3-532CEC63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A01495-0884-4A3E-AD92-A3AE5037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7C885C-318D-48EA-9294-D69F4EB7C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CA6855-E11C-4B40-BB1D-3D5BEAAB6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BD916-363D-49D3-80AD-59AD3699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0C3E1-D9ED-4D2E-9571-9BD00B5E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6,750,000; 6,700,000; 7,000,000.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DCDE1B-FF57-4055-82DC-A01810D6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376939-B5FE-4B26-B1DD-321C1A3E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75C41E-7976-4D0E-9052-BE5899C8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4488441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855391-A295-4302-ACB9-C75C2B7D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54D7B3-0470-468C-BAA6-3357E31C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5E65C5-DC9C-4466-B325-DA71EACA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32EE0F-E764-458C-A51B-82E3944F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E31BC9-077C-4B68-A6D0-0656C980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4D42D0-5C0B-4EA6-AB2D-4E999623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5184C-2A02-43BE-8AD3-762FD73D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CDB7B8-7D05-43DE-AFE9-70EC4B50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7AE92E-77AD-4899-ABE8-F354BEED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1C432A-4F6F-49E7-BAAD-A8C51C32D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3,451,200 to the nearest 100,000.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FB928B-E8A9-4E0C-80B1-D011A9F66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E0CE83-F2BF-47FF-9F66-C8B8EBB2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4A4CBA-AFCF-494A-B264-12BC9BEA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38F0DB-6AA6-4E25-B5C5-FCEE9D494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CDB645-E6A1-4949-BEAD-342A279F8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3,500,000.</a:t>
            </a:r>
          </a:p>
        </p:txBody>
      </p:sp>
    </p:spTree>
    <p:extLst>
      <p:ext uri="{BB962C8B-B14F-4D97-AF65-F5344CB8AC3E}">
        <p14:creationId xmlns:p14="http://schemas.microsoft.com/office/powerpoint/2010/main" val="12163896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40510E-DE9D-430D-926F-03A655DD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CD1F9E-ADFF-43F5-87A0-90E99A36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B73A4C-9467-4E5C-8913-94079881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E6E19-436D-41E0-9B9F-EA5100CE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845AB3-D871-451D-9FD6-BB9DA960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DC2344-7E9A-40AA-A334-416C2250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420001-67F5-4615-8A4D-004DC4D7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4D9013-41E3-4966-9D28-1DF13DC4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56703B-ACC7-4BF2-A0FC-266F6939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d0371ffc1d457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5D1E77-DA35-4735-B7BC-98828639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DA6D11-ABBA-48B2-894A-AB2E5A10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keeps all the digits after the rounding place unchanged.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B583FB-9363-423F-97D3-0DA909CE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924A6C-E34E-49B9-A60E-E49C43A4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D15AEE-599B-4474-9C19-985FCF9F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After rounding, every digit to the right becomes zero.</a:t>
            </a:r>
          </a:p>
        </p:txBody>
      </p:sp>
    </p:spTree>
    <p:extLst>
      <p:ext uri="{BB962C8B-B14F-4D97-AF65-F5344CB8AC3E}">
        <p14:creationId xmlns:p14="http://schemas.microsoft.com/office/powerpoint/2010/main" val="16564802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C2D581-8999-46D2-B245-A26EFCE9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3C8B3-75CF-4AB9-A349-6CD9C9E5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506508-9A81-41CC-B938-A017E682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482AF0-D63B-4B50-A7FF-6FCF29C4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4BE2AC-3F53-40FA-9E11-E3845667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12064D-081E-4FB7-B591-4A83DA47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2213E5-D061-4C1C-B54B-63473E59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934CE8-B2F9-416F-9539-A1FC6131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2A9FA7-2478-4D6D-A3AA-DE6A51A4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1DD704-EF53-4AF9-BB98-73DF7A9F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04CFF6-5447-4BE0-B309-7B455DEB0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36E3C-6229-4275-8837-19F800A2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786E6A-64E7-46AF-A801-52857765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3,451,200 to the nearest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B4A99C-C3EF-4B4B-AF39-679308A4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B6C789-4BB0-4644-8764-4E278203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C8FC80-7FF8-4DBC-9DB4-1F2A38FE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CC330B-760D-481B-8813-E05259B5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FFC4A7-9CF9-4F1D-A5AC-EEA73705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F265F9-12C2-4B8A-B7ED-7EF816EE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F6F1FE-3056-4172-8808-47C79AC5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8DF6A5-2545-4C29-B2B3-351A6BAF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3,500,000.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55CBD4-3DB1-45AD-952C-83EFD25A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400807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E82683-C374-4639-814E-8BC22862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3D367D-4DC8-4346-A933-7E445268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134EC6-3BC9-434C-9BCE-6FAB29E8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174A56-87C4-4EE6-90AB-F57396B0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DFDB7F-23F3-4EFB-9AD1-CBC271F4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6D5DE9-DFE1-4944-A500-D9563BC0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7252DC-6F2A-4D1F-A3EC-8E5182F7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055AEF-FA3E-4CBD-9814-5C6D647F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FB3DE9-46CC-4F49-807D-AFB31313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473367-2D5F-4CD9-A46B-C8D7A902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B1EB38-6988-401B-97B8-030953BB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C7FD77-A722-4358-9624-D9C340FD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C60887-5F4F-4828-8367-B3B038C19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8,249,999 to the nearest 1,000,000.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947A-4C45-4AE8-87CA-E10934F1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1A1190-9EE0-42EB-95EE-63C38ECF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1900EA-8925-4050-B6DD-126C969B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D2C133-188D-459E-A2C1-2E1FC920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3EB4D9-04B4-4000-8826-5A841E3F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4AA0E0-9AD5-481C-8837-E8CA80D1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F6DCB1-BD2E-41DA-9EE4-B90D4C752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14FD37-FA9F-4108-BF49-F46F86A6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6605391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B1DC68-72BF-4D3B-9940-6DA277D7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9F966E-AD97-438D-88DB-18F4C449C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E49680-92D0-45CA-A810-F42AC7CF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003B01-3EFE-4330-B46D-18D3B4745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AEF903-7DF4-4E53-9A18-BEECC9F2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05420E-BBE1-4AF2-AA94-8EC613AA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750EE9-BE03-4432-9BF3-D3FF5FA3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543CFD-C45E-41F8-B053-E1678A63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4AA3E5-2403-40BC-ADD4-6C271D02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D67F1C-94CD-4491-AA61-0C640B26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greatest number that rounds to 6,000,000 to the nearest million.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88C19D-9182-4A4D-8A5E-D8164569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7D0DF7-203C-4892-AE96-D9EF62B6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8E330C-502F-461C-80C9-BDB9D2CF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6,499,999.</a:t>
            </a:r>
          </a:p>
        </p:txBody>
      </p:sp>
    </p:spTree>
    <p:extLst>
      <p:ext uri="{BB962C8B-B14F-4D97-AF65-F5344CB8AC3E}">
        <p14:creationId xmlns:p14="http://schemas.microsoft.com/office/powerpoint/2010/main" val="10039560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583AD5-7C99-40D8-BDC9-2F521116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3B67BD-8A3B-45B8-B9A5-7A8AE77D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AF32D6-AEEC-43EE-B5FE-DA80CF74F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3D56D-88A0-41D0-970E-5EEB0537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3591D2-D3B4-4A89-8BC0-B064194D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F18690-7DAF-4C1C-BA4F-D7475B93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6BF99D-006C-447C-BDD2-F012DE41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01856E-F588-4ED3-8DB2-3C528054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77AB81-5CD8-4AD3-BF4A-B5B32A6E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157C8A-5D59-4C4F-8C3A-A2EAAAA7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BD9FF7-1E87-4AF8-ADDB-9D40E269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204A16-96A2-4E55-BE43-565AD2DB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8,249,999 to the nearest 1,000,000.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77BEDE-3F9D-40EF-B78D-4FF3AA6B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A16481-1D53-4DB3-94CC-130C2C2C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1AE952-BFEC-4734-9CD2-32F11DABA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2D901B-918B-4247-B082-B152E689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8,000,000.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14F75E-2669-4E42-90F9-0BE43B29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CAF515-7E61-4F51-9036-2A60BB89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9271184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CC0DC2-6841-486D-9E98-754B4C68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3E9ECF-F670-4373-92AE-0FA5CAFF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E2C442-E407-48C1-9BFC-5E89C02A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5DA145-0019-4EDA-8543-568ABC5E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407437-FD78-4181-B81D-02E8DEC7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89966C-A3BA-456C-A7E1-477F0A3B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E238E7-27DD-4CB8-B17F-80661A1C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77BE5D-BAAC-4986-9DCF-BD147BBE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219DA0-E643-47E5-95B9-40AF68561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AA34D9-8C3B-48C9-963E-1263B4DB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5ABAA0-7219-4A44-BD6C-EB96BB94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4F90B7-5843-4EAA-8AE2-54A48388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34CDC5-74DC-4581-909A-C14BBE91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8,249,999 to the nearest 1,000,000.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7F3D50-A938-485E-9131-2F2684FFF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E65D14-38C6-4C8D-8205-C2B26BD5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09335F-F944-4B95-AD78-D919B8B9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8A0C6B-7B26-4DC5-9D48-E5B69320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keeps all the digits after the rounding place unchanged.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8CCEBB-8A25-40A4-BB3C-E21C6C67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298819-9325-42E5-9BB5-41C333E5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60FD47-2622-40CE-9768-362D072EC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086145-413C-4FA1-B824-B1247150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7A9D55-F8AA-4F46-89A4-8A69AF45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746189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2026-09-09T22:13:34.5660000Z</dcterms:created>
  <dcterms:modified xsi:type="dcterms:W3CDTF">2026-09-09T22:13:34.5660000Z</dcterms:modified>
</coreProperties>
</file>