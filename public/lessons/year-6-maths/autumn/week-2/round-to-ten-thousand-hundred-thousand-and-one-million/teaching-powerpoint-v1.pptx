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3,500,000. | Underline the place named in the question. | After rounding, every digit to the right becomes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6,748,219 to the nearest 10,000, 100,000 and 1,000,000. Answer: 6,750,000; 6,700,000; 7,000,000.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3,500,000.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After rounding, every digit to the right becomes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3,500,000..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8,000,000..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6,499,999.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8,000,000.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8,000,000. | After rounding, every digit to the right becomes zero.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13E1EE7-3D6A-4BBE-8B7D-3C3598ADA1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315B17-4700-44E2-87F2-F13E98225B9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927598-1022-4FE5-9918-2BF7E22F2D8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71B231-225B-4871-846E-B6E09A2F0B6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7DD03A-94BE-4982-9A47-503CD60F9C4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1951BA-E803-4B34-9216-BCE3683685A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D93F06-2071-4938-ACB2-86606699766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DEEBA1-3CC9-4114-B0A8-8EB27ECF4EB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E238B2-67AF-4676-BE7B-E02B9CD688E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CD5C9D-455F-4B7E-9D04-07B9EA29735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1CB5AF-EAA9-4367-8D8B-826970F3534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49710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724AA73-8257-46BA-8368-BA24C84FB8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2CED12-0B72-402B-AE57-908A71B245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D4C88-C971-4577-8C0A-60A2CFC0CB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4595DA-7070-411E-B86C-7E1CF1E1E7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FFFE66-6E96-4208-994F-0C619A0995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47BC6D-1D43-45FB-BE78-C815FFA2DA9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8EFA19-3D7F-44C5-B4C2-28164EFD12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A8125A-F8C9-4AC9-A286-F321B44FD2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F2359-C87D-4331-B27A-494DB828BC1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0461C0-3821-4905-B571-DED08C5CB8C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CD75BCF-3CEE-4C48-9651-DAD08F9A7F4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4D3423-B680-48F3-8425-E46D60259FE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E541C4-153A-4EB2-8145-B7341A12C53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A80A96-FD50-48DC-A9CB-B886A25452A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40354A8-139E-485E-B079-3CF0D0863D9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119CC6-6553-4C97-AF96-214B2BA8D44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70B1E0-DD81-4047-B49C-AAB601B617F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48A686-F198-4AEC-BB81-BC314028A3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1D6C4D2-E075-4E53-BC2C-D691558CD43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067368-038B-495B-A45C-9AE83C9C41C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4970F6-C04F-432C-9C02-635BB2E2327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6,748,219 to the nearest 10,000, 100,000 and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62FFB1-A2A6-4C45-B30F-34CF5724CAA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4554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846A4EA-3927-451C-91CB-1877ACC060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C366F4-465F-46DC-B6B0-0223C5BB44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64696BF-C4E3-42BF-B0C2-CCCD5A3E7D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A45DA0-7F83-4ECF-BB12-7CAAE9BD9F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3A04C9-00B3-401D-ABA1-B109F757CD9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1554FB-2280-4538-8F9A-585ACD174B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B2389-CF5B-48E8-948B-33D2ADFEAB9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80CB7B-CD30-4686-B289-A62D05890DE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3D4BCF-9E3E-4263-9D5F-0106DE3770C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86EAF-9813-40F8-A9C3-3924B16C30F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C6A7B3-6C99-431D-9C5D-C6A254B8078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CBC6E6-BA40-4C93-8199-A63D1EEE1DE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2C960A-7F97-4953-B9BA-142BE644857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D0047-FAF2-46E5-8388-BD4A3CA4E2D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B67920-CF8B-4D3C-A9A7-1EFF67B26058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5815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106B1E7-041C-4B6E-846C-ACA6E48BAF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D66D7-194D-4329-A4A5-FA8D0B01F7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8DD945-65FF-417F-95C7-14C2AC0C28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6FC0AE-2AB6-40DA-8E62-F618DF41704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6E034C-ECAE-4880-95A5-D7CAFF35C9E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F16536-B513-4740-904B-629E2106F02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F980F7-C0DB-4048-9CC8-2424577CC9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29CEC8-326B-49B0-8B76-F9EB11F736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C26A58-2569-4E5E-BD21-BF7FF6650B0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5FE2FC-10AD-47C8-ACDC-9F724B00FC4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6,748,219 to the nearest 10,000, 100,000 and 1,000,000.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B4EF47-AD13-4ACE-8FE0-F84B6290CAE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9BF5D8-7B56-48DB-9B8F-6356471C717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BAF1D5-9356-40A5-9FB5-FEC6CCCFDCC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ADAC2B-7FC6-4424-B6FF-8406E0F9D44C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3BD35B-0E83-476B-AE4A-AD0A1AFC99B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D15769A-74FE-48D3-B613-B5935CCE4FD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AE6676-A134-4917-A03D-8B91A8A7911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215B95-9146-428F-9BFF-205A4A47DF0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E3D212-BBC2-41AB-811F-0E492DD261E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BBE96AE-6323-43FE-9EA6-A373B58CD8C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68C56D-26CC-47DE-9837-D595152608F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9EEE90-BF2D-4525-89AC-C92ADC6A2DF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3827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E4CF80-29E1-4F40-98EE-440FF58B74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9218F9-FD61-4CB9-A8C6-9979EC722F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AE2F67-9C70-473F-BA78-5D9FFF7D83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DDEBAB-B27D-463B-85B2-E87930BCD28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DEF1C8-4DCC-44B1-A485-2F8F71A76C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0B4A33-EEDA-491C-9DDF-53B15DD235B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0E9D91-836B-46A1-A899-4FBD9D93450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54DA80-C9E2-4BFB-B6D7-7CA4BA68B46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69F641-AF7D-41AC-9254-82BDE09970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83BF84-B26E-40B5-8602-1175C592C92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776931-A6B4-4435-A595-5EBD93B3DDC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6,750,000; 6,700,000; 7,000,000.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A5A2D5-9F7F-4F3C-8521-B6AE8A1C5B1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25A9E5-7E74-49C6-84FD-989A3EB8CB2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4642D2-B01B-4E9B-B16C-A81CE73F2A7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513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D95141-C1CD-4935-9E24-736300CB07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57588F-E9D0-405E-8AC2-6B58BBA9AD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D6B46C-4C92-48D5-B807-9D888FB131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2B4A71-9BC9-4700-A094-FD9B5E52DF5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76AA37-3C51-4AF6-9AA0-3B761EDE586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43576D-71DE-46C7-9B7C-07C43FA99D6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3726CC-245B-444E-B4FC-90140C96570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D44E1-18E8-4621-88C2-59BCB91CD0F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01330-4C38-40EA-96C4-B3CB836F09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1D7BB8-0B5E-4D1D-9E2D-5A3D1B12B2D7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CD947E-BDAC-4226-A342-972D934BAA8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76FABB-1EB9-436C-B988-5B62BBD751B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E0A891-843F-4651-941E-878D0A96560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44016C-B8CD-48A5-961A-3B40FD38825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700862-A11E-4E7A-8314-0BD673C16440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3,500,000.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6528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877B81-65EF-4DF6-A539-19A0F2FFF6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8F884E-E403-409D-82E9-F9149F9528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4611DE-3F3C-4384-909B-89FA0F2056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2C34AE-D5F9-4D5E-B8C3-6B589E2FA5B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D8F931-8A72-4DCC-9C4C-D7BC98A7A27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AFCCB0-1600-42C7-8EA1-831E70E8B9A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77E9B2-9A19-40C4-BBD6-71E74BD6E92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1EBD51-2C47-43CB-B2F9-94C655C035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66EDB1-EDF4-4519-8ADD-FF8B99CBCA8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D663A52-AC99-45CD-B396-A931F3BC5C7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312A0A-01C3-475C-AD69-A50D63BB61E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keeps all the digits after the rounding place unchanged.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65B4B-233C-4164-A4A4-CD919BDA8EEC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B9E1F-C51D-47CE-B86D-730F187E3A2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42911F-601B-4B6F-9E8C-C58B8B8D8E6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rounding, every digit to the right becomes zero.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6360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3B949AA-077C-4FE4-A763-787C0808B1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CC969E-DC67-4073-AA0E-35075D7998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A2DBFD-9A38-4523-81DF-A8C91F053C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765DE7-374A-468F-B643-34302755E4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564CB3-06A2-4A06-B05A-AA67CE8F950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170F96-CFEA-44E0-B868-CD593437EE6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DE926C-4AE5-477D-8111-193F245C6F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8AB107-3D9F-49F3-937A-9FD17E5D1AF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B2EEA1-7B1F-480D-B3BB-CF798C34E7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2505130-30C2-4611-9FD8-EC192537CD9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77AB05-15C1-4686-BF89-365D0A3D79D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45302-4E1C-4609-8ED1-F8C4A7E3CD0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3985AA-36B3-4A45-80F2-C260E3E3E81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455B72B-7D6D-414D-B300-B9E7DA3234F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6B7079-CD7A-49D7-8D57-53C51B0F944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8E8C1F-4E72-4A82-AB0A-37D49C67D0F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AF4C06-25FC-4FB7-A083-7181B323FBB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F4F5DC3-41D7-465C-AA87-C4E84C53000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44E6D22-01D1-4B66-83EC-BA18D3C403B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9CE1F4-7E8F-4241-9C06-40DDAB51966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D832F3-591A-453F-857C-779D4C482EC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3,500,000.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9D81F3-5D21-484C-B907-D367C24A167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23631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E98ADC-DC38-4517-9F05-01C5B4E81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EB44B2-D043-413E-BED6-2414B644AA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792895-C1BB-4B51-9D89-28E92180B9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4D77B0-CED5-497E-A4DE-070515B36D1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EE9198-0F38-481A-A384-68CA496B46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D3A90-D1B9-4BFC-9732-74570608B0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574757-BE06-4F39-984B-FD7CA08432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E8EEA-DAC9-4436-85E8-76F166A200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F46C0B-C481-467B-9D62-27D48A48478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0C663D-B4C1-467A-B032-B22C7838A59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193BC6E-173A-4E79-8B3D-A153AE952F6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DB21E-FD9A-43D4-84FF-FC7BF2B8855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1F8B1-CC84-460A-9488-8C16D52FEBE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589A692-8B30-4732-9A5B-61EC7FE9CCA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F53E425-3E28-476E-9CD0-1EA4A8D7E56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386041-3192-4C47-9159-C6FACF37400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47C8BA-9F5D-47FE-9E7F-ED7B978F82E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6D7C490-3052-4E3A-8B65-219FDF66727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0C9965-4E54-4543-87E5-DCB8949651A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798264-F4AD-44BA-AD7A-082FE47F45B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52E8A3-B8F8-4C2A-81A0-0E5701FE037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118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B48DD1B-4E2C-42E7-AF3A-7F084F79A5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34AFA4-DAED-4384-9C19-F750E6D100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3133937-D0AC-4A40-8FFC-E3EB86B204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15E485-3697-4B96-9993-7126EF9B6A3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10CB24-1D85-4332-8B3E-279550FAB87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ED5D51-0C0E-4E45-9EA8-EBF67149C1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A5A093-30B9-48A4-88C8-6761939D1D6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57AB89-06B1-4FAA-A6C3-6974F1D1750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C53CAF-6B00-4093-9DCC-81BED7A8ACD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8425C1-39F9-45DC-8CC1-0E1BDBF3526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greatest number that rounds to 6,000,000 to the nearest million.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94ECF1-AD8A-4A5A-9932-ACB80161119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3A670C-BA93-4D98-BED1-E98331CFEB1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02AB55-5DAF-40AD-A466-F14B87D5D8E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6,499,999.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670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6F6A311-6208-45CD-BC34-93D6B42B1F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343643-903E-41F0-BD84-12AD3D1C3BF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80D3EE-5EF3-4DC2-8AB1-92D86F58E4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FE097-F1DC-4724-842B-DA97A45CCA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C988C5-97AA-45BC-972D-A31F3F3D357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2D3ECE-19D9-4805-A3BC-2F2A002B4A7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5DE9F1-7D93-4D02-A6E8-C2A62829F8F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4D59B7-A964-4FCB-AC15-36A8C3E15D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DA45EF-F501-4566-BA65-F1C326CD8F9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F3A198-EBC4-4838-97B3-561985B3CDD3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8EDDA9-4336-49C5-9397-2D779B1C4377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3EB43E-1AAC-47D2-9C38-A29298D13BFD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16A358-703B-4E06-9B5E-A38EC42BBDBF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5CBD4A-7E52-4846-9F33-DD5CF6D45FEB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A6BA289-6EE0-47E1-ADFA-E936B9F0377B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02311E-0570-424B-A1D4-EB243266D1D5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9FA8B6-BF3F-47D8-ADF0-949DFC814BC3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A18F88-4B18-4B0B-AC6C-B7DDD07D53C9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9580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EFA1C71-A2A5-4F26-9A5C-98078004F3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01A361-FDA3-446A-8802-4227426000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E0A668E-AF48-48D9-998F-F5974030F3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CF8C45-CBEE-486C-842B-D2A6D4D80C6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1D535F-7380-4166-A7D7-B4F58BA70A4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6B8D32-9061-42FB-A2A7-822D7D5230B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00880D-5A48-43CB-B800-247615FD26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34FE11-F2C4-4820-A21C-E1F67F24766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3DD6D7-5822-42BA-B5B0-C1DBC26261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F716DE-FA94-4CEE-92CB-CD5FFB8D464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A4D95AE-E65E-4F09-A2A8-92C0CFCC6CA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80D1E8-24FE-4E36-A811-B6B1F59FF8B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2C0A30-CC94-431C-B9FE-F9B7CE85B11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06A058-6B14-4C0A-B59F-131D3D66723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F5D3B87-E521-4688-8F09-358994C19B6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65432-951A-4EAB-B705-D7A2ADC7C0C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7ADB4C-690F-4EB6-982F-0AB3BC085DC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keeps all the digits after the rounding place unchanged.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E3804C9-140B-49D3-AEF5-3247F31EE9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173838E-E1C5-489D-A9A1-67E547092CC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AF3328A-BDA7-48FB-A600-00A90045447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F7E5DE-7003-4907-AF9D-41E2287F277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8902E-2A0D-4B20-A9E4-5A6D9D3E96B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1870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2026-09-09T10:55:52Z</dcterms:created>
  <dcterms:modified xsi:type="dcterms:W3CDTF">2026-09-09T11:01:52Z</dcterms:modified>
</cp:coreProperties>
</file>