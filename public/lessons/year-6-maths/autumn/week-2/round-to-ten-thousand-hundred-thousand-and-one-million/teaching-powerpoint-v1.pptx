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Open number lines, place-value chart, digit cards,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3,500,000. | Underline the place named in the question. | After rounding, every digit to the right becomes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round, nearest, boundary, multiple, accuracy,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Round 6,748,219 to the nearest 10,000, 100,000 and 1,000,000. Answer: 6,750,000; 6,700,000; 7,000,000.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3,500,000.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After rounding, every digit to the right becomes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3,500,000..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8,000,000..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6,499,999.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Round 3,451,200 to the nearest 100,000. Expected: Round 8,249,999 to the nearest 1,000,000. Higher: Find the greatest number that rounds to 6,000,000 to the nearest million.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8,000,000. | After rounding, every digit to the right becomes zero.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7A1D452-F6E5-4D9F-960B-27185204396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518D93-C65F-4C0E-B3B8-7EB7E16BAEDF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FC0FE18-C959-48DF-AC94-E1651EF7EE69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1BD408-E7C5-4441-8D16-48AF099AD3E4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9E0662C-7E78-4E85-B729-8963DCCDEFD4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6D9184-E29D-4E8B-B79F-4939CF65C86D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33B8E22-2F5E-47D6-A657-861FFA0C374B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C6DCF9-94E3-43FB-9D16-6AEBF226DC91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134B9C-4AB3-41C3-8F43-E5CCA20A62E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5482462-D9B8-452E-B2E6-63B9B4AE5FC9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41EB7-2688-4A8D-A896-896E6EDCFF40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Open number lines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7C1758-7D9D-4AA7-A49B-F17ED636D09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704560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96B5F62-D0C1-47AF-929C-8E6E8A970A0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98825C-BFC3-44FB-B1A6-EB63D3632FE5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6507D4-914C-4A45-8EEE-B70DC3FE9D3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5C77916-9940-4A8F-86B9-A656EF7916F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0A22FFB-A67E-443A-AD92-83B2E787435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4752B92-4F02-4709-B971-D438F0DCAAC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035A0E-9D26-4D12-B8DB-6CDFD109E64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9AEAA9-98E4-4BB8-AF36-C749215F7E5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A844A2-7824-42A2-80DC-2E0548471B9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52FE384-E37F-4BC1-8933-AB12A3754B0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23337AC-2CD8-4D34-97F1-188BC87991A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E93549F-39DC-4116-958D-F40ADE255F6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68E8472-068C-42BE-B460-8DCB55C04F8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F497C2A-910E-40F3-A128-747EC8126B4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Round whole numbers to the nearest 10, 100, 1,000, 10,000 and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EFDA1B93-4E8B-4D9B-AB89-C98CC6880931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3D331AB-97CA-4D3A-8C14-10A4238F10F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EB82A0B-4418-423A-87C5-1AD67740EA1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6BD1B0C-F2CB-4C2C-995E-F4C798194CA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41303E3-A950-41A2-BAE8-6A0C55D7086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F323C85-A9FE-4A9C-924C-6E16C274C77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C19EF4-0E66-4A7B-884B-B119BE4FCE34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58A53C8-5E10-4B08-A538-F064930B493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Round 6,748,219 to the nearest 10,000, 100,000 and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9F389F2-C2C9-4918-89FF-AE953746ACE5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195573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B2592BB-5B32-437A-B266-A0BD5CA96AA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AD574A-FA17-4328-B7B2-EF7428969512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5ED809-2311-4439-82AD-15D960FA190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4E2D789-B439-4D3A-B464-B56AEABF01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3F9F12-A2F5-4064-9E4B-287F126AE88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0F5F58-1F10-4920-8DC3-530E74F8F44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7747A86-065C-451B-A598-6EDE02E9FB9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E8A5D-3A45-4017-8E3A-F5BB9ADD599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0918F0B-EFF6-4A73-AF31-9C8F53CECA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62EE35-59F1-4BCD-9E70-A1C6E79C21A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5FD7E43-1239-410C-88A8-E596D86F549F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round large whole numbers to greater powers of ten.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BFB561-BED7-4991-A19D-832CFEED8FB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18E909-5663-41C9-9587-C2833F26606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Underline the place named in the question.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FBD8DF-1663-4E16-B866-C634A8F42357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Check the digit immediately to its right or locate the two boundaries.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560749-D74B-46CF-AD82-68781972D9AF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C232DB6-AD56-4C78-AE7E-2EC15D74E699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round  |  nearest  |  boundary  |  multiple  |  accuracy  |  estimate</a:t>
            </a:r>
          </a:p>
        </p:txBody>
      </p:sp>
    </p:spTree>
    <p:extLst>
      <p:ext uri="{BB962C8B-B14F-4D97-AF65-F5344CB8AC3E}">
        <p14:creationId xmlns:p14="http://schemas.microsoft.com/office/powerpoint/2010/main" val="130729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99F27B1-DC41-4A8C-866D-39442924EA2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46797B9-B26B-4AC1-A32A-1376043D477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3B8B0D-52FA-4D66-B8E2-008F61845C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114DA3B-34E9-4BF7-B4CE-B5084D69609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AB608C-54DD-4B77-9D87-0CFEE01461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A1CAE2-DB9D-4E2D-AC58-35AB7D68448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D5D9AB-37F6-4501-9EC7-F48D95BCD00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C86DBC8-E685-4632-A371-DE94ECB7E3C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E8EA9-1E0A-4E2F-AB5A-EA65D828531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2F1E89-3A4B-4882-9E2D-2D9A0245C7B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043628-5A69-4F80-B61C-AF9CA6B3CFAF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6,748,219 to the nearest 10,000, 100,000 and 1,000,000.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EC25C3-F5E7-48D1-942A-5D524366D29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31200FD-281F-4C61-84CA-DDA71E59F198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BFFE44-3D14-490E-8CE7-900E59ECE152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0AF85DD-598A-467C-B6AA-178382FD733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Underline the place named in the question.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EE3760-D3C1-43D5-950A-489B701C7D0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38A0256-2139-4234-9C7C-972E4347BA5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64EBF47-52C9-481C-9C8B-7D491A3F32AD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5D493C7-FF1A-43A0-B8A1-FCDFB9AB1129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digit immediately to its right or locate the two boundaries.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FDDF31-098C-4C09-BD3A-22DF8E91BD81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3757889-B8DF-4CBF-B330-1BA3670FD274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FC835A1-D3E4-409C-85AA-C57B93AB9104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663FD39-E638-4FC5-8DEF-20B003E11C84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to the nearer multiple and replace following digits with zeros.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3394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4CFF81A-C6E6-4548-A773-BB989C6613C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92024F-BB43-4B5C-A63F-70FCE034539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FA9856-0133-479B-8A8B-31804926381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A3DC8C-920A-4EF8-A69D-6991D0A655B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EF535C-55FC-44CE-976F-8F2903B9CE1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C220B2-B104-4CDE-8382-28576F3F8F4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BF02D1-7E05-431F-9A7B-18487B1216B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E1FE830-53CF-4F6C-B743-394925ABD2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5CAD13-EFD4-4390-86D7-F13F4B2D6A3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E3DBBA3-EBC7-4AAE-881A-C7F886D0302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862493-4666-46C8-B9AF-6E01AED8F6E3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ED287AC-1A11-40A2-BD7A-17B7A3700DB0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6,750,000; 6,700,000; 7,000,000.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E5666DA-A52E-4910-A125-730D468930BF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5B6C92D-6726-4344-B899-FA52E467F2F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Round to the nearer multiple and replace following digits with zeros.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68D389-5228-4D82-A658-C3C0B2AA693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4973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ED65CD03-6375-411D-942E-BEAA9176A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2B3CB7-A378-4312-8AC6-990E6F3634D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6E006F-705D-431E-B632-91633D33D69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87D2245-2DBE-4FAB-BEC6-12711CCFB5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DE25A5-F8EE-426F-B01E-4B1645E7A19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D03CBC-FEE8-48F5-B70C-B980E259428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C1E914-D506-4DA1-B6BA-C2F71063183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8A07C7-FA91-462C-A874-21EE0C13483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0674368-8ECB-4CEF-8A33-7FA13D6FA2A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7B5B23-62AD-4E92-B917-123859DA789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3A1344-5900-4ED5-AC5B-BCD09B9B2FE4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61E2FF-3424-4508-8F3F-9BD50698E7E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5EB23B-F257-442B-A801-12EA2EE9EC65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8823CA-1A64-4834-B74C-0E414BF44A42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AA5791D-7E8D-46D6-A241-678A103930E3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07EDC70-1808-4D14-AF72-02536C2097A7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3,500,000.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37280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3414791-B4CF-4450-991F-6CB9A28FD2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EE2264-4255-4AE6-AADF-45F8E3A0EA4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8EA052-8AA7-4CB9-B5E4-7A679CE96F9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EEEF404-D6E6-4871-9D5B-753F82CC346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8D859A-594C-49E0-A784-792649AE14A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2D866A-6908-4E26-85F9-E55EC4CAAA0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C2BCCD-E1C9-4684-BB37-BB6955068E8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A4EC9-A8BD-46CA-A725-A2A4735C993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9D24ABF-EA7B-47E6-944E-ADDE8ED8F8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ACFB8C-65E4-4B6B-BF04-29BB5EA1308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ED68BE2-8B63-4ADE-AF3D-9BA453C6B12E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8D4B53-76EB-4C8B-ACC4-EF56E52889C3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keeps all the digits after the rounding place unchanged.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9FD762D-191B-4049-9C2F-FA9BB9161EFA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645DC55-DA10-45F8-A43B-AD2C4E53132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DE2B26-6217-4ED0-A734-58B01F929C58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After rounding, every digit to the right becomes zero.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0654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F550D64F-07BC-4864-90A0-660A9A1648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785C27-8B76-4A35-98E7-1FA24F6D21C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09E13F-E53A-4762-934D-CA1232B41AC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472898A-5829-40B0-B502-D5C81BD9036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44B9F9-E650-4D7C-9BD8-56B67D27B07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5E1E6A-F9EF-499F-AFF6-80E9B100DA1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E0659F-361D-4453-985C-C3CE10F669E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9ED42A-9516-4273-9D3F-43A21C5849A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2D99A6-7478-41FE-94DE-8E4FA5438CC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7BBE783-4ED8-47E7-AD98-5F8E2FCA201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8FADE95-70E2-4995-851E-258895F988F9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4441B76-291B-4D15-AED4-FC2B18B98A1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E17F0-EB8D-461E-B40C-A0CB662ABF3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A1B746-0852-4A97-AFB9-6C14CCABE946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3,451,200 to the nearest 100,000.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BFE12F2-CE65-4C0A-AA96-42751940EB0D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D3572C4-D39F-4F2C-B0FE-34463DFDA05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4DEFC5-AD08-4577-826D-6721C21B3F0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B2D7700-646B-4E02-904F-3789317F822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151CDA33-C974-4455-8129-0880DF4B68BB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EBD304F-0354-4157-BBCB-8EA8EEAB182A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4C35FAA-CF94-4753-8B0B-817F3B239C7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B075BB1-8FB1-4BFD-A5A6-73CB9D122E45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3,500,000.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E524E97-7621-4341-ABC9-7EF725FBF18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8353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0ADE641-EA6D-48DA-96AB-BCCD0945F3C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5E7E108-D5FD-4D85-836A-DDA907E93F5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88C11B-E9D7-4A1B-AEDA-31F66710828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9DE5A8E-8B2D-40FE-8FF7-3879B828212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B88B79-312E-4B10-A621-9DEB5C7103A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9E4C65-1D93-48DB-92BA-BE24AD89CBC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F8D2F67-8C28-42BD-A5F4-F3E5EEB8E29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ED2C60-FE95-42BF-9CFC-309AD62AD9A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946920-D446-4645-9C18-33FB68EC605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82EBE7-A0A6-4774-9ED8-929D67ACEB5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BD0BB50-466B-4AB2-8B3B-D4CE45CC3D9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37D018-B679-4119-8BAC-3F244D9A1E2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F4CE1F-91AE-4A2C-B313-2AC0E0892A09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253CC7-998A-4B01-A0A6-01C68F9A193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1D67FFB-DA39-4ED5-93D6-27F3CD25C58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40F5074-07B8-4AE9-827A-09B1F7970D71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BA31B-6766-4630-8323-5FBEFD43B9F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BD3CAF-D595-466A-989E-1B23E18B6A1A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F043D6E-554B-41C9-B2DE-B64D7B855C8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A39F3C7-0D7E-43FA-93AC-837801E8D96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2C292D8-A6D7-4121-9AEF-F287AC62B0F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B30F50-FFF1-4BF9-85ED-E68E0B346E0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3951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7ACBBC9-BC5C-41E8-9B2E-9ADE9F89DD9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0564E9A-F932-4E67-9953-A251A215F76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DD7175-1E2E-4C94-93D0-8DE170EB023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236B328-F005-48CD-959F-4211D5E400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D3D436-3C7D-48EE-9AE4-4E4B38B2CCC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E2D56-873C-48F5-9052-161DF8B855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3E766-20E7-46A0-8DC1-BC4C1228B7E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BF16B65-AA61-4D87-9330-5F2CBE61CB8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87DBEF0-59A1-42B2-94AD-20630332012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B0A258-FCC7-4C3B-9F20-9B0F6FB9C95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4A4F1-1808-4D09-9DE4-9E56C4E3E3C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greatest number that rounds to 6,000,000 to the nearest million.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DCB4DF3-F9BA-4B6C-B41D-7751B64D52EB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6E60724-4B4D-4B7C-BD8A-C29A5FFCB7E3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D4BC26E-EB36-4C0E-8C37-62499CFB7187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6,499,999.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72587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2E6EC6B8-E972-4E98-A468-0800E855023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F1C69BB-C313-4E75-886D-D78616437C7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D77FA0-6F71-4714-86CF-D577C69AB69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CF2796A-2F02-4843-B128-A80826C111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1536D4-9706-4C1A-97E4-C14FA439BD0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4ECB92-5661-41F0-AA07-8A83B3FF31A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C66FED0-1D1A-4693-9C2B-863CA2A78AD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12B461-AE5B-4BA1-9F05-643BDD0AFD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C996D3-1C29-4D53-B44B-5AC26237567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AA3370-F63C-48ED-8B2C-D1AE4C7330DE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6E20DDD-0DE4-4F18-8914-6FC96AD3316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0AA344-F063-41A3-8E37-14330E464B33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D1D3BD-22D9-411F-93BD-4DFEC1B19DCA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AEC00A-7E08-4507-A825-63D42A9A602B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491F65F-84D0-4CE5-B7B5-A09CAF4293F4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518962F-3621-425D-9062-23010CE980A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F575295-1CDC-44BC-874D-2EA4D8773415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AE57CF8-8E43-4F5F-9423-C413BE7AA94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9F955C6-E20C-4221-8565-BDC4EC31421E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9163084-61C9-4E60-B5B7-C63A8F17F981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7317E4-0879-468A-91EF-07E7DD363027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0DA4A49-961F-46E3-ADE8-5EF284103A3E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01F2B1-380F-486B-A7C7-6FFC88B3F783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9BD3BF-5BE2-482A-9CD2-22066E710494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6B006FA-98AE-4D12-821E-A024E2CB9132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B77898E-F8C0-42D7-8CD4-7199207774FB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5907811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B1B7CAC-0D19-4E9A-A932-CF90330263E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BE4C2F-8872-4F10-8200-65B3E127D7F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2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5B8EF4-F6B2-42B1-8AE8-EB855CD02E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D8E32FD-2316-4CD4-93ED-83DD528C48C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10421C3-735B-4F12-B5AD-BB5158D26FA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A35EB0-0B16-4699-B5DA-7F4CE5AAF11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6F0FFD-3CA2-4039-9D93-6570C9F6892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ABC49C-DDFE-435D-8C9A-51D85D22202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6BDE864-BBBF-4681-8E3E-89EF0AD6DFC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1EF0E4-5EBE-44FA-AB4C-B47274D535F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Round to ten thousand, hundred thousand and one million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39C0E03-413D-4B58-AEE2-23CB383CFED2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9140A3B-25CE-4593-94D6-9DCA7A6814A4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99E6A1-7C7F-4F56-A0BB-FF97437AE01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5F1530E-FD1D-4471-ABFA-52249AFF5C8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Round 8,249,999 to the nearest 1,000,000.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C38669-C630-4E1B-A291-5026624895C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BC8230A-FA30-4847-A3DB-311A233796CD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5804E2-2F8F-43C6-8FF9-DEC4A908DAF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513F58-4EED-4292-B252-419215713EC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keeps all the digits after the rounding place unchanged.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57AFD8A2-B1B4-4E96-8FD9-3E4BF93D88EA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E4F10C4-D608-453F-968E-BAFC6569843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83DB8C-6BAC-4F4E-BA53-2C09911E47C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A4A6B54-43AC-4AB1-9FB1-FBCA78AB5EB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9EEE162-95FA-41FB-8C48-C1028026EA2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54296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1359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2026-09-08T22:34:43Z</dcterms:created>
  <dcterms:modified xsi:type="dcterms:W3CDTF">2026-09-08T22:41:45Z</dcterms:modified>
</cp:coreProperties>
</file>