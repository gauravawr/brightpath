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52952df5fa44810" /><Relationship Type="http://schemas.openxmlformats.org/officeDocument/2006/relationships/extended-properties" Target="/docProps/app.xml" Id="Rc5628aa468744447" /><Relationship Type="http://schemas.openxmlformats.org/officeDocument/2006/relationships/officeDocument" Target="/ppt/presentation.xml" Id="R536a7afc23ec402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9d809a56e294147"/>
  </p:sldMasterIdLst>
  <p:notesMasterIdLst>
    <p:notesMasterId xmlns:r="http://schemas.openxmlformats.org/officeDocument/2006/relationships" r:id="R2541e93f1cf8469b"/>
  </p:notesMasterIdLst>
  <p:sldIdLst>
    <p:sldId xmlns:r="http://schemas.openxmlformats.org/officeDocument/2006/relationships" id="256" r:id="R3a663a2ac8b54a2b"/>
    <p:sldId xmlns:r="http://schemas.openxmlformats.org/officeDocument/2006/relationships" id="257" r:id="R742dd55c0dd04199"/>
    <p:sldId xmlns:r="http://schemas.openxmlformats.org/officeDocument/2006/relationships" id="258" r:id="R37bb59538de24b78"/>
    <p:sldId xmlns:r="http://schemas.openxmlformats.org/officeDocument/2006/relationships" id="259" r:id="R06ff8147bb4b45a5"/>
    <p:sldId xmlns:r="http://schemas.openxmlformats.org/officeDocument/2006/relationships" id="260" r:id="R1d743401944d4e66"/>
    <p:sldId xmlns:r="http://schemas.openxmlformats.org/officeDocument/2006/relationships" id="261" r:id="Rd3ecab9c51b24590"/>
    <p:sldId xmlns:r="http://schemas.openxmlformats.org/officeDocument/2006/relationships" id="262" r:id="R46b2ecf6b5734262"/>
    <p:sldId xmlns:r="http://schemas.openxmlformats.org/officeDocument/2006/relationships" id="263" r:id="R251cea2433a74202"/>
    <p:sldId xmlns:r="http://schemas.openxmlformats.org/officeDocument/2006/relationships" id="264" r:id="R8e9bf0979f2444be"/>
    <p:sldId xmlns:r="http://schemas.openxmlformats.org/officeDocument/2006/relationships" id="265" r:id="Ra23d43f0d2794409"/>
    <p:sldId xmlns:r="http://schemas.openxmlformats.org/officeDocument/2006/relationships" id="266" r:id="Rddd07f07b66149af"/>
    <p:sldId xmlns:r="http://schemas.openxmlformats.org/officeDocument/2006/relationships" id="267" r:id="Rafdf8f0131764a7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caeef8463154538" /><Relationship Type="http://schemas.openxmlformats.org/officeDocument/2006/relationships/slideMaster" Target="/ppt/slideMasters/slideMaster1.xml" Id="R69d809a56e294147" /><Relationship Type="http://schemas.openxmlformats.org/officeDocument/2006/relationships/notesMaster" Target="/ppt/notesMasters/notesMaster1.xml" Id="R2541e93f1cf8469b" /><Relationship Type="http://schemas.openxmlformats.org/officeDocument/2006/relationships/presProps" Target="/ppt/presProps.xml" Id="R42acca7cc3ae46fc" /><Relationship Type="http://schemas.openxmlformats.org/officeDocument/2006/relationships/tableStyles" Target="/ppt/tableStyles.xml" Id="Ra1b72cdfb1cb4ab5" /><Relationship Type="http://schemas.openxmlformats.org/officeDocument/2006/relationships/slide" Target="/ppt/slides/slide1.xml" Id="R3a663a2ac8b54a2b" /><Relationship Type="http://schemas.openxmlformats.org/officeDocument/2006/relationships/slide" Target="/ppt/slides/slide2.xml" Id="R742dd55c0dd04199" /><Relationship Type="http://schemas.openxmlformats.org/officeDocument/2006/relationships/slide" Target="/ppt/slides/slide3.xml" Id="R37bb59538de24b78" /><Relationship Type="http://schemas.openxmlformats.org/officeDocument/2006/relationships/slide" Target="/ppt/slides/slide4.xml" Id="R06ff8147bb4b45a5" /><Relationship Type="http://schemas.openxmlformats.org/officeDocument/2006/relationships/slide" Target="/ppt/slides/slide5.xml" Id="R1d743401944d4e66" /><Relationship Type="http://schemas.openxmlformats.org/officeDocument/2006/relationships/slide" Target="/ppt/slides/slide6.xml" Id="Rd3ecab9c51b24590" /><Relationship Type="http://schemas.openxmlformats.org/officeDocument/2006/relationships/slide" Target="/ppt/slides/slide7.xml" Id="R46b2ecf6b5734262" /><Relationship Type="http://schemas.openxmlformats.org/officeDocument/2006/relationships/slide" Target="/ppt/slides/slide8.xml" Id="R251cea2433a74202" /><Relationship Type="http://schemas.openxmlformats.org/officeDocument/2006/relationships/slide" Target="/ppt/slides/slide9.xml" Id="R8e9bf0979f2444be" /><Relationship Type="http://schemas.openxmlformats.org/officeDocument/2006/relationships/slide" Target="/ppt/slides/slide10.xml" Id="Ra23d43f0d2794409" /><Relationship Type="http://schemas.openxmlformats.org/officeDocument/2006/relationships/slide" Target="/ppt/slides/slide11.xml" Id="Rddd07f07b66149af" /><Relationship Type="http://schemas.openxmlformats.org/officeDocument/2006/relationships/slide" Target="/ppt/slides/slide12.xml" Id="Rafdf8f0131764a7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2af5255e8b34a6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e15ceeb95474553" /><Relationship Type="http://schemas.openxmlformats.org/officeDocument/2006/relationships/notesMaster" Target="/ppt/notesMasters/notesMaster1.xml" Id="R8ab6b18fbd414ad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e668a841f49484d" /><Relationship Type="http://schemas.openxmlformats.org/officeDocument/2006/relationships/notesMaster" Target="/ppt/notesMasters/notesMaster1.xml" Id="R116f5fd29ef644c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a25b0c3adc5462c" /><Relationship Type="http://schemas.openxmlformats.org/officeDocument/2006/relationships/notesMaster" Target="/ppt/notesMasters/notesMaster1.xml" Id="R4105da00e33b408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986dd9fbf954341" /><Relationship Type="http://schemas.openxmlformats.org/officeDocument/2006/relationships/notesMaster" Target="/ppt/notesMasters/notesMaster1.xml" Id="R65cedf2bb66b4cc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c7c55782afa4f0e" /><Relationship Type="http://schemas.openxmlformats.org/officeDocument/2006/relationships/notesMaster" Target="/ppt/notesMasters/notesMaster1.xml" Id="Ra841115a042e472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803dba2788e4038" /><Relationship Type="http://schemas.openxmlformats.org/officeDocument/2006/relationships/notesMaster" Target="/ppt/notesMasters/notesMaster1.xml" Id="Ra2d88f06f9a8401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cc4d3d321d5453e" /><Relationship Type="http://schemas.openxmlformats.org/officeDocument/2006/relationships/notesMaster" Target="/ppt/notesMasters/notesMaster1.xml" Id="R9c03878528a64f5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278f2dcb4c44c13" /><Relationship Type="http://schemas.openxmlformats.org/officeDocument/2006/relationships/notesMaster" Target="/ppt/notesMasters/notesMaster1.xml" Id="Rc394b9084bcc47b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bf2622c84914b9a" /><Relationship Type="http://schemas.openxmlformats.org/officeDocument/2006/relationships/notesMaster" Target="/ppt/notesMasters/notesMaster1.xml" Id="R5f8cc5a86fc0474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b21f56097d24061" /><Relationship Type="http://schemas.openxmlformats.org/officeDocument/2006/relationships/notesMaster" Target="/ppt/notesMasters/notesMaster1.xml" Id="R289eec47448f4aa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37dec0137bd408f" /><Relationship Type="http://schemas.openxmlformats.org/officeDocument/2006/relationships/notesMaster" Target="/ppt/notesMasters/notesMaster1.xml" Id="Rc18dd5b7c57e473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ee392ff02054db8" /><Relationship Type="http://schemas.openxmlformats.org/officeDocument/2006/relationships/notesMaster" Target="/ppt/notesMasters/notesMaster1.xml" Id="Re1db3d6a34324f0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Open number lines, place-value chart, digit cards, highlighters,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3,500,000. | Underline the place named in the question. | After rounding, every digit to the right becomes zero.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round, nearest, boundary, multiple, accuracy, estimate.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6,750,000; 6,700,000; 7,000,000.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3,500,000.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After rounding, every digit to the right becomes zero.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3,500,000..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8,000,000..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6,499,999.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8,000,000.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8,000,000. | After rounding, every digit to the right becomes zero.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787d4c3598441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6c523f21dca43b9" /><Relationship Type="http://schemas.openxmlformats.org/officeDocument/2006/relationships/slideLayout" Target="/ppt/slideLayouts/slideLayout1.xml" Id="Rf091548ce5a3462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091548ce5a3462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741397701842b2" /><Relationship Type="http://schemas.openxmlformats.org/officeDocument/2006/relationships/notesSlide" Target="/ppt/notesSlides/notesSlide1.xml" Id="R63eb10ab37104b7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81eebdbba348f4" /><Relationship Type="http://schemas.openxmlformats.org/officeDocument/2006/relationships/notesSlide" Target="/ppt/notesSlides/notesSlide2.xml" Id="Ra46e2b674b2d48a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e779baf9ea40cb" /><Relationship Type="http://schemas.openxmlformats.org/officeDocument/2006/relationships/notesSlide" Target="/ppt/notesSlides/notesSlide3.xml" Id="R53e4385d4fc04ed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77dcaa5f64421c" /><Relationship Type="http://schemas.openxmlformats.org/officeDocument/2006/relationships/notesSlide" Target="/ppt/notesSlides/notesSlide4.xml" Id="Rf22cc288f7fd464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14da603cf2460b" /><Relationship Type="http://schemas.openxmlformats.org/officeDocument/2006/relationships/notesSlide" Target="/ppt/notesSlides/notesSlide5.xml" Id="R0cc813de92f2410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108b2ccdf3447c" /><Relationship Type="http://schemas.openxmlformats.org/officeDocument/2006/relationships/notesSlide" Target="/ppt/notesSlides/notesSlide6.xml" Id="R95c7225e56f54b6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32bd08530b440d" /><Relationship Type="http://schemas.openxmlformats.org/officeDocument/2006/relationships/image" Target="/ppt/media/image.png" Id="Rfe78ba8775014fea" /><Relationship Type="http://schemas.openxmlformats.org/officeDocument/2006/relationships/notesSlide" Target="/ppt/notesSlides/notesSlide7.xml" Id="Rf2eaa46ced9f4eb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551af3eeab46b2" /><Relationship Type="http://schemas.openxmlformats.org/officeDocument/2006/relationships/notesSlide" Target="/ppt/notesSlides/notesSlide8.xml" Id="R2d3b4dc83b0a470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21153613204353" /><Relationship Type="http://schemas.openxmlformats.org/officeDocument/2006/relationships/notesSlide" Target="/ppt/notesSlides/notesSlide9.xml" Id="Rfaed5bf6283748e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327607b35c4282" /><Relationship Type="http://schemas.openxmlformats.org/officeDocument/2006/relationships/notesSlide" Target="/ppt/notesSlides/notesSlide10.xml" Id="Recf5a627efdf452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3ef8a8fd9c4ca0" /><Relationship Type="http://schemas.openxmlformats.org/officeDocument/2006/relationships/notesSlide" Target="/ppt/notesSlides/notesSlide11.xml" Id="Rcea0f9aaa017496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55932f8dd54a8e" /><Relationship Type="http://schemas.openxmlformats.org/officeDocument/2006/relationships/notesSlide" Target="/ppt/notesSlides/notesSlide12.xml" Id="R358091064c11415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87D1B0-D836-4441-BFEA-280D89BEF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27AF0F-C1D6-4021-8577-B0A8F83FC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5EF116-99A3-427B-9AA8-8F03610B7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A8100A-FF6E-4617-8216-27AC109ED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018E54-89A7-49FD-BB05-25B48EF1C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942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to ten thousand, hundred thousand and one million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0ECFCE-13D5-4C45-8261-B4EF0AEED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F66F2F-5A3B-4F8C-9482-AD6936A70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32356A-5F13-4745-B58D-CB74D216E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round large whole numbers to greater powers of ten.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522FFF-8BDA-4C74-AF81-170CCED51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8844A2-DD7F-4CBE-B87C-F9D379655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Open number lines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A66864-463B-480F-89DA-74FAA1D23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92852064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36A7658-CF4C-470F-9730-BED1B0A8B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548B74-5980-4DEF-9431-292E20A19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E073F3-ED6E-4EEF-AF7F-883E30272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1DA6AE-B387-4F27-9C5D-81F5FDFDF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BF5C61-58F5-4C5D-84A3-66020512A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DD36FF-1B1A-4321-B4F8-88F06ACF9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6309A2-5DBA-46AC-AF12-45EBF573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712CD4-6A13-40E3-BDC9-EFF5E761B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3CFE64-A6F6-44BF-8576-6679B963D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 thousand, hundred thousand and one million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406BC9-7353-4078-A4D6-7C2718DE1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7E7084-13BC-414F-90F7-3A45D0FE4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736DEF-18FC-4A6F-9600-A52E99844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6F217B-8E5F-4D0E-9EF3-4DCDC2CDE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Round whole numbers to the nearest 10, 100, 1,000, 10,000 and 100,000.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34CF1A-D24D-4FE9-B6E9-BB088FF0E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5D070A-B1C5-411A-9847-B74C6B437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389041-1C26-4DB4-90B6-FEC026696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95E31A-D860-4D99-B4F5-18949F723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3,451,200 to the nearest 100,000.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8BE71FA-5147-4020-8176-D5E2786BB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189453D-E53F-45F4-9149-390296CBF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7C60DD-48B3-404C-ABB1-73CFD0AED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CFA2F28-3B7B-4629-99C0-038F5E077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Round 6,748,219 to the nearest 10,000, 100,000 and 1,000,000.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4EBF96C-18D1-4096-8ABA-E732F031A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76393132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F98808-17C8-4ADA-A858-815AF32AF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650A89-82B5-4CA8-86E0-733D410DB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0C5518-1C91-4B56-80CD-90312C2A9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B09709-8331-4293-822A-C1697DA73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9134CE-F06D-4434-AAF8-C7EF8674A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8E3003-E6BE-48F7-BF9D-8865FD8FB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110602-74FE-4CE8-9BEA-D708EE7E6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AA4B2F-8C59-4660-88AE-D2EACDAFF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C920DD-413C-46AB-915E-811588EC2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 thousand, hundred thousand and one million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A3A951-D668-44CE-8535-54DE445A8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round large whole numbers to greater powers of ten.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22F9E9-6319-4709-A1F7-1B61D7617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7F650C-8B99-419D-A5B8-C0385F116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Underline the place named in the question.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2BF6EA-4511-484B-9889-F686272C7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Check the digit immediately to its right or locate the two boundaries.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CFD01D-FADA-4A2E-A797-263ACFA57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Round to the nearer multiple and replace following digits with zeros.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649A1F-56BC-48BA-BA95-5BFE8A534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round  |  nearest  |  boundary  |  multiple  |  accuracy  |  estimate</a:t>
            </a:r>
          </a:p>
        </p:txBody>
      </p:sp>
    </p:spTree>
    <p:extLst>
      <p:ext uri="{BB962C8B-B14F-4D97-AF65-F5344CB8AC3E}">
        <p14:creationId xmlns:p14="http://schemas.microsoft.com/office/powerpoint/2010/main" val="19444304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3884D5-EFB5-4D76-94E3-106DDF430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F35F13-9D61-453A-850C-05EEBB66D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7859F2-5040-43BB-BCCF-90A093FDD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C93719-D3F5-4452-BFC7-D2CEE99EA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353644-ACEF-48F7-88DE-0CC08CDC3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29EED2-F439-48BB-AA92-628A7275C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EB887C-8E04-4396-9B08-934F18982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44ED1D-3042-437C-BF52-FC52B1180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656E6F-93CF-4C46-9852-7B6B0188B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 thousand, hundred thousand and one million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9675BD-55C7-4F69-9414-E1857BFC5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6,748,219 to the nearest 10,000, 100,000 and 1,000,000.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E7951B-46CC-4567-B012-48469FB06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3B58C5-7C94-49F1-8DF2-8BC073E1C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39EA21-5C4F-4238-A4C7-F5EA15FC3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Underline the place named in the question.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1E04DE-662C-43AD-A10A-5D0135B30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CD36C3-52AD-4EC0-99B1-3E097E2F6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A563A5-FB32-4921-AA71-36EDB3A42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Check the digit immediately to its right or locate the two boundaries.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031365-57B2-430D-A2AA-6DB7A8FF5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D9D0AD-FB06-4B05-B4DC-1A9C8F2A7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CA97DE4-D794-4FC1-9CCB-B4906FB31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6,750,000; 6,700,000; 7,000,000.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AE34374-D70E-4D94-A9A8-F0695A5B8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B27172-B18E-418F-AC05-E11392541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FDF071A-BDE0-49DF-BA25-C4BFB3DC1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Round to the nearer multiple and replace following digits with zeros.</a:t>
            </a:r>
          </a:p>
        </p:txBody>
      </p:sp>
    </p:spTree>
    <p:extLst>
      <p:ext uri="{BB962C8B-B14F-4D97-AF65-F5344CB8AC3E}">
        <p14:creationId xmlns:p14="http://schemas.microsoft.com/office/powerpoint/2010/main" val="123373038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56CE41-85EA-45B0-8144-4810295FE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34A85B-AC3A-4DA0-AAC1-201DF18B9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ACE159-176A-4101-98AF-9D5EE391E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F5AD98-956C-4E46-9D25-784B147FF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9E0B62-CD68-46A7-9848-A28F97F26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B45F9A-5A7D-4F2D-AE84-FDDE5F4E8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E8DF9F-DA55-4BF0-B024-CFD5C0584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7A0C09-F3D9-4F8E-AC37-8A383DEF9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9F5ADE-06C0-4913-8F9B-9CA7287C8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 thousand, hundred thousand and one million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D41C60-27F9-4F24-9867-83DFFAD51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63D7C0-B650-4DC0-BCEA-11DD41B3B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6,750,000; 6,700,000; 7,000,000.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2E54A8-BCAC-4D3E-B3C4-80A422E32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7E4184-908D-46B3-8C0D-3A4AA8AD5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Round to the nearer multiple and replace following digits with zeros.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0A1054-8276-4195-AD9E-B51B2FBD1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82672560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9A0FC1-50BE-4B94-8160-BA22CBCEA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9C4119-0CE2-4C86-8C74-ED7328326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59082F-D797-4089-894E-59B638988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D24CAA-56E2-41DA-8649-9E663B1BD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B2A45D-F235-452A-838B-30F442E4A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30F077-5BBB-44FC-BCB0-75B22E793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4C1852-FFF0-4913-B971-3061B14B8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27B377-A448-439B-88CE-900794B9A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9877B6-0BF3-4F3F-BD8A-0D3D6CEF1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 thousand, hundred thousand and one million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EC18F6-1A70-43CF-9307-8F62295BC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3,451,200 to the nearest 100,000.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E51445-9FE1-4FCF-B8FB-4BA5309D0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C01B2F-5CEE-4444-B178-4C331E52C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80A299-989C-4032-B989-EC597502D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232A4F-8C58-4205-9FFA-F8F887938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C5A12B-3044-4863-9F29-A03CE07C7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3,500,000.</a:t>
            </a:r>
          </a:p>
        </p:txBody>
      </p:sp>
    </p:spTree>
    <p:extLst>
      <p:ext uri="{BB962C8B-B14F-4D97-AF65-F5344CB8AC3E}">
        <p14:creationId xmlns:p14="http://schemas.microsoft.com/office/powerpoint/2010/main" val="95856627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89ABC0-FD1D-41FD-A733-8B20E7159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AE5895-7BA4-462A-8A33-892831DFD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A30321-B1A9-4A4E-BFE6-E6A302B15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D4DB19-AFE8-4780-9ACC-1A83E0BD8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4B7D53-AED7-49E1-A9C5-F7444FA48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ABC4DB-F8A2-4204-822C-303763AEA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018A5C-49CC-453F-BC4F-A0EE41E62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75008B-CD93-42B5-B1BE-1DA4B2C6F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125F0D-CD3F-4E60-9416-F2264133A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 thousand, hundred thousand and one million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78ba8775014fea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DA4704-0BDF-415D-A54C-FF6277DE8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73C5AC-BFB6-4CE6-B584-E3250DD7E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keeps all the digits after the rounding place unchanged.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37982F-078B-4EA1-8D0E-14E91B610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3946B5-E703-46B2-AE8A-392D7A5F6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610439-B764-4282-84A0-3DADD60A8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After rounding, every digit to the right becomes zero.</a:t>
            </a:r>
          </a:p>
        </p:txBody>
      </p:sp>
    </p:spTree>
    <p:extLst>
      <p:ext uri="{BB962C8B-B14F-4D97-AF65-F5344CB8AC3E}">
        <p14:creationId xmlns:p14="http://schemas.microsoft.com/office/powerpoint/2010/main" val="39603334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643A301-53E4-4013-95C5-8D137C44A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385111-72DC-4D6E-B120-AA9C0C0DB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E51881-01E5-4CEA-980A-F5A65CA34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3597F5-CAC2-458B-BDA3-54CF85203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8F4B5F-C4B8-4726-B0FD-143D305ED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9758B7-5FBA-4ED3-8526-D3EB5F2EC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342CD8-7877-4BDB-B829-866724567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77B7FB-F0CC-4127-94CD-BC7291199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1D5F42-CE77-4289-A83B-F7ACF6389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 thousand, hundred thousand and one million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08C114-6765-40D6-BA35-698180E64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96EE34-5DB7-4D83-B49E-2B63C8A8B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B49008-DF71-4B19-8BFC-3DB80FFEF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04E2D1-7C11-462E-9110-108413700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3,451,200 to the nearest 100,000.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97718B-876E-4E18-AAC0-3C8F32B93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9E6DA7-1138-4040-871B-634D8A490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82F109-6F9E-4FD8-AA7D-87C151A10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585E10-64B8-4486-93AA-5892B0BF5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0DCFE8-7696-4402-AEA9-341051851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9A16BE5-C1E8-4B6A-BA23-0B4BDFD57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3F68A5-9548-4A52-B2D3-109698166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D711D9-F6CF-41E6-8D8E-31C87202D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3,500,000.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DD85C94-5B74-4FCA-8A5B-83ACFD91A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63386733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52F2279-9686-4CB0-93D3-1DA369F2E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3BD5E1-972B-43C4-98C0-C47A73650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83489C-E1ED-484F-8134-758521DF8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B71B56-2314-4993-AA59-11003AF73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9EC6A8-6FCD-47B7-BBF4-B707250AF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A36F8D-95E2-4656-950F-0EA13DEF2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299026-B3C6-4293-ACB3-88E1F99E0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BEBBDA-DBC3-4DB0-B34D-9A0F11A74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919854-6B5B-4072-B9DA-A692CABEF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 thousand, hundred thousand and one million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8B3E1C-200A-4035-959B-65EC59925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8CB3DD-9D30-49BA-9CFF-565A5A13C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2807C5-B240-47CA-8B93-B20810B60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3C5146-0893-4690-AC07-A71967606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8,249,999 to the nearest 1,000,000.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D35578-ACEB-4EB9-BB3D-BDDAD6DEA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00CB01-F148-41CF-A5CF-3F8D3AD78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C91489-365A-4312-859E-C4DAC2EEA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B57F0D-9190-481B-AFD3-3EF2C8EA1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D9F94AC-6D14-4071-89EB-44F162CC7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10DF87-4CA2-4A3D-A055-C8CAF5C02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5F7BA6-32EC-46EB-AED1-FEEBFFFA6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12993D-FB80-4F7B-B132-ED7F5C4B7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208276830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B2D552-AF15-43A7-9384-C7C0FF68F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EC40F6-5BE0-4856-A969-23D1DAAE8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6FCAE6-69BC-4528-83A3-A6CA9C01B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FBB9A1-0321-4048-A4B8-3199CE86A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37872C-08F7-42BD-9064-F6C964C49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599160-6E8F-47E5-9F6B-B68C1A054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8B9B2B-A635-451C-A551-6C1725F9D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0A6595-8085-4538-8CFD-8C465C954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DF8CD7-DA56-450B-841E-E59B29882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 thousand, hundred thousand and one million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21597A-6C3B-48DB-A99E-E66213B3D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greatest number that rounds to 6,000,000 to the nearest million.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A2CFF2-A5DF-4F21-94E1-3BAB17E37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B03207-0CD8-4BAE-ABF1-5155E7650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2BA9BE-BF7C-48FE-9D96-03D28E71C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6,499,999.</a:t>
            </a:r>
          </a:p>
        </p:txBody>
      </p:sp>
    </p:spTree>
    <p:extLst>
      <p:ext uri="{BB962C8B-B14F-4D97-AF65-F5344CB8AC3E}">
        <p14:creationId xmlns:p14="http://schemas.microsoft.com/office/powerpoint/2010/main" val="57461798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0FBF16-1AEB-466B-B253-CCB8B9C40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34451D-E5F1-4860-93DA-3E7A2B5A3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BB7513-6D98-464B-A83A-EC73E9FA6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BC306A-A7A7-4086-8197-7D7B6712A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D78B8B-39BC-419C-83C1-A722AF648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C2A1D0-37B5-4AD5-9F12-35E8CE97B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43C58B-D6BB-4DEA-B494-FCCCBB41C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A1E662-934C-4970-9DF0-606CDBAED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32DD18-9E1D-41C0-996F-82B86F82D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 thousand, hundred thousand and one million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6AAB79-D5F9-4C3C-BC73-A695FE7ED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138219-09C6-4A78-9A33-77EA1C3B3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CDFEAD-99AC-429D-AB36-BF60C0444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8,249,999 to the nearest 1,000,000.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476215-8631-4479-A736-5D8B4DC95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2D0CA0-B2F4-4A66-945A-57F35BF51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CCE47E-5A20-497D-9713-3D32BCA10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F43312-E63A-48CB-9CE7-20EBDE7BB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8,000,000.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DAAC29-A1EC-4BBC-9E09-D517848CA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047F22-23A5-461A-9CEB-7B19F87C0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8674424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2FB249C-579B-410F-A5E7-8B9D86404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4C9613-F151-48E2-AB21-0D203DCD0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63E676-A635-4128-9FD1-9432F37B5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A6B151-EE81-48EF-9C0D-1BC3F71DD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C77580-C4E3-4573-8B91-DB6C61897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719600-306C-443F-98CC-E09BCB80B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76F8BD-773C-4AD8-B463-38BCBFBF8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BFE609-5E9B-424A-BE43-5844CD8AB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111B70-6E2F-455F-98B7-4A12BBDAC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 thousand, hundred thousand and one million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282DF1-28F5-4986-B1EF-A20C05FBD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708205-A3B9-45F8-8701-600F74768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870AC9-DF8E-4B7A-BAD0-59B308315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7F3343-3C17-4DA7-A197-5A1ACE88C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8,249,999 to the nearest 1,000,000.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CDA2BC-52A4-47B2-997D-BFBA1817E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3CA4AB-089C-415F-8A13-4591A508A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343871-7113-488C-8D06-F0BD7519A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6640CD-C3AA-4FFF-96AB-B9DF10BD0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keeps all the digits after the rounding place unchanged.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B28671-11FE-4870-B5B2-34636DB75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643E5A-4BAC-483B-A683-B6AD93E86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8D10728-1F44-4FA7-AD11-BFF5792B7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5544199-CB5E-4B69-9C77-E893B778A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C8B58B1-6894-4426-8AC4-A25DD0D89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39659888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2026-09-09T20:44:57.7920000Z</dcterms:created>
  <dcterms:modified xsi:type="dcterms:W3CDTF">2026-09-09T20:44:57.7920000Z</dcterms:modified>
</coreProperties>
</file>