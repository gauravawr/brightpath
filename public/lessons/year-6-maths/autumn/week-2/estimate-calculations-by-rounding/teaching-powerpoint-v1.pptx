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Open number lines, place-value chart, digit cards,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8,000 x 50 = 400,000. | Underline the place named in the question. | An estimate is deliberately approximate and should show the likely size of the exact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round, nearest, boundary, multiple, accuracy,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Estimate 398,742 + 203,118 by rounding each number to the nearest 100,000. Answer: 400,000 + 200,000 = 600,000.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8,000 x 50 = 400,000.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An estimate is deliberately approximate and should show the likely size of the exact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8,000 x 50 = 400,000..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600,000 - 200,000 = 400,000..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About 50,000 x 200 = 10,000,000. Other justified close estimates are acceptable.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Estimate 8,102 x 49 using convenient rounded numbers. Expected: Estimate 623,590 - 188,420 to the nearest 100,000. Higher: Choose an efficient estimate for 48,912 x 198 and explain the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600,000 - 200,000 = 400,000. | An estimate is deliberately approximate and should show the likely size of the exact answer.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D96EDCFE-004A-4858-9C3A-B972F25A73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9E513A-88FD-4A96-9D71-6657F67C9C90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BD48D96-A547-4078-95B9-762593879EA8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2BB4B9-7778-4D72-B2B9-1EBF610A9494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728F18-0917-423A-88B7-731B25113856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2  |  Day 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0EDEE4-BFCE-4EFD-B276-C8413F2E3E58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BEF3ED0-914B-462E-A1F3-22E30D47733B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A4377E-62C8-4D8D-81CB-C88D24BEB66D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5E2E6A-333F-4CED-9CF5-E1B84DA8E2E7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rounding to estimate and check calculations.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9BF937-4C2C-492E-99E5-8641A24E480D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0E2B8C-B933-41B5-B5BD-658B2CB83FBF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Open number lines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79F8D43-5B97-4B79-8026-4772492FE3CD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6747023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06B6C923-0109-43AB-B081-4A7E321E0C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695C20-0FE9-46BA-90DD-AE038BBB206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EABAB3-C6A7-4C87-864D-545C4D3A222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8F7321D-0142-4E69-AB9C-BEC2BD348CF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9655AA-C64A-42A7-8EB3-5EECE2AB50C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E1A520-6862-4631-AF0A-E0175CCBBB4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3073A1-4A39-43AD-931B-B598A1A2169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A12269-ECBF-4D42-82E0-3D2AD5A0EB5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6CD349-A6FD-49BE-9DFE-DF0E4EBE666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CF2036-6CC1-4E94-8DEB-3976DEE9649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B9825FF-731D-4334-9212-D3BF5DAF418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F25547F-AD47-4575-9CCA-AB7027313F1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D21737-5191-4E3A-A2AB-DB4C7470AF6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2D417B-D50E-4960-AEB2-FF07E2BE7C92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Round whole numbers to the nearest 10, 100, 1,000, 10,000 and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930A9E3-41D5-4E09-8CC5-B447B7FF6CD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0EB7F25-A2D3-459A-B6DB-87D302559F7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D1F4223-1D72-426E-982D-EA511A5A18C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9934119-FEA4-4BA6-A5B5-B09D652C1532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8,102 x 49 using convenient rounded numbers.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B889C3B-D89F-4803-9617-662A94F68AB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C723829-5F12-4B88-8A4C-E207092FED0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7740C5D-A653-4A00-8BE7-0D500E3579F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16C43-77A3-44C1-BABA-886161ED8F3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Estimate 398,742 + 203,118 by rounding each number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5DB2734-9070-455D-8CB4-C0F128F6CE9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22499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C653C48-5A73-408B-B5D7-D1E4F7BFBB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14D42F-8F0F-410C-A093-9E4835A5066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BE61A-309B-412C-A04C-D726A50CD09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9E99386-2935-4DFA-B1D1-9F40A5C86A2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AAF889-FA1B-4999-8A4D-8B42352DB24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3F1BC4-3F15-4366-AA00-CA90B7ACE0F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B63ABD-33BD-43BA-AB72-CFCB6EAD438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5CA0A0-51D0-46EB-BFF4-47D95CEBAEA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71070D-7F56-45C5-B11A-8BBE318A5C5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054C65-F2A1-436C-A96A-04571446E9A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E0678F-75C9-48EE-A50E-C7F144AC19C1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rounding to estimate and check calculations.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C01B80-216C-4801-B622-7C51D6913C67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A7B4E0-C505-4D56-AF6F-A4314C69E555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Underline the place named in the question.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8AB6D62-E033-46BF-91E4-D179701412A4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Check the digit immediately to its right or locate the two boundaries.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51123C-B90D-4459-9E4A-33A46D8405EE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EB1223-83A6-412B-8E89-DEEB0F9DF3B1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round  |  nearest  |  boundary  |  multiple  |  accuracy  |  estimate</a:t>
            </a:r>
          </a:p>
        </p:txBody>
      </p:sp>
    </p:spTree>
    <p:extLst>
      <p:ext uri="{BB962C8B-B14F-4D97-AF65-F5344CB8AC3E}">
        <p14:creationId xmlns:p14="http://schemas.microsoft.com/office/powerpoint/2010/main" val="558598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BE8FB6C2-7BFD-4D1E-8DFA-5D3A1D6D0ED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F8227A-4759-4A0C-BFF4-739CB37DBDF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652B31-9A67-4DFE-BE22-EDB752B9B95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C74B7A-6B8D-4698-8FF5-B0B3C87CCD6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40B10E-8C47-4BF2-8E01-7485AE23748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711D285-0467-4F41-8C60-CAD8D8EE027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6AE834-3C85-4E8E-8CC0-6A5FA3033C9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42E72A-E3B0-4CC6-AED2-002ECAE8124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B97FEE-B09F-4626-B12D-05831D6163B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FD0E20-102E-4A5C-8F83-07D6E34AF1E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6BEB194-3761-4FC0-9C12-D6B0A4CEA9FF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398,742 + 203,118 by rounding each number to the nearest 100,000.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3360E01-0834-415F-AE47-FFCFE4E9B911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B959A50-50DA-48FD-8A3A-1AC2B453C6A2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282AB2-5486-4DDA-B048-F65D9291472D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C1CF11-C98F-4ECD-A919-15B6795DE355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Underline the place named in the question.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4E7EF2-24F6-4262-A0A8-8300407D755F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C854750-121D-4139-8A71-5EBCD6E5F80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4BD1D1-3F34-4DDA-ADE3-0A3A58CF7965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45D14A-7692-44C0-8B59-7F1AD960CA8A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digit immediately to its right or locate the two boundaries.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632FC09-E220-4232-851C-6B58082CA143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195709B-1C80-48BC-8342-22B378E6D69C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A6AA86-50AC-403E-90E9-4178D2F5C189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D0B31E5-6402-4DF0-A518-DE761F673B05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to the nearer multiple and replace following digits with zeros.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36020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EFE6CE6-9AE8-4A05-8DBC-737021B657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CE9CB9-88E6-4A3F-9FF1-A12F835222F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5155E2-D512-4A80-AECE-FA4A9102113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00B7488-298A-4EED-A71B-8CC5436D43D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A070E0-9C12-480C-83AD-36B235FC859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FF5E48-9C69-4DE6-8E64-087B72BF8CD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0E98C39-4DF6-4BED-8F16-6662E97227E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B8DED5-7475-4ABD-9A9F-50FB15E2F48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109066-361A-48FA-90BC-CF62D741B47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56C48F-5AA5-47D2-8D13-A094F220457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EDDEF1-C412-474D-917F-C139AA84DC61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984145-F2DC-4710-B779-DC69E0A56DA6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400,000 + 200,000 = 600,000.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0917C9-55DC-49ED-A5F9-CCF993660CE5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6B277A9-FBFA-4EB1-BF04-4911EBF99A0C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A7E903-1EEB-4219-AA3D-A9F18D859705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78177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A122AED-B2CB-4490-BB0A-6ADE3839FD4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46CFD9-FD85-49E6-936A-7260DAB7E98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970515-7966-47AD-B6F0-5D1BD54BDD3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D5A2B5E-CDB3-406B-A9DC-382CE4744AB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98893E-0089-40E8-8B30-7AD0127BC95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C3911F-40EF-44E3-A07F-4F875EEE599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05008A-B50C-4508-892F-AB9D3B081BE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9D4451-2D6E-4935-B5B8-F8BE0A4AD90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073E9D-19A2-42D5-9438-8262FE64B32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844F60-4EE0-4A58-B677-E36015219AF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CF3A31-423D-4F2B-8795-FF85B8C95E4A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8,102 x 49 using convenient rounded numbers.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E38257-E2D8-48DD-BFAD-7E99D7BEB5DB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243897-78EF-4358-9351-378AA699A203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64B745-D67B-48B9-9F8A-F4E47BCD3069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781C74-5BB2-4604-9DD3-BA420CFCAC14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8229F63-8F34-417B-A880-BEE0697473D9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8,000 x 50 = 400,000.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64487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3B88233-2DEA-4BDB-9FEA-AA056683C3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59542E-D493-4DFE-BBFF-BECE163F545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408611-6BBA-46CA-8924-6C941C63BE8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3B4C48-2A01-4069-8AE7-5B54A1A2279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551262-7C93-46C3-8DFD-55ADB13A3A6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7A0F7C-EE9F-4708-B64B-EDC3456CAC8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FBD6D1-9EED-40D9-8F8E-350D1757EAB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73DBD9-B073-4812-94E1-9E6032BAABB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2CFC6-44F6-4000-B318-C5BFAE77FEB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AA29E95-379D-448E-8182-1E0DC34AB9C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24DFF49-3970-456E-A36E-76417D8E6F62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10E246-6885-4F62-86FF-615148837171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believes an estimate must equal the exact answer.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978D02-8145-4733-8843-A83245A4E299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F26E8C-3C59-46FA-B10E-4E23798D6BD1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0B55E-CCBE-474F-8F95-AEDA8575FB60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An estimate is deliberately approximate and should show the likely size of the exact answer.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64428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8617E743-C6E3-4F4A-8971-CD37AA8E976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26D7141-DC99-4EE6-99C6-71914B43EE9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135D56-E3B6-451B-9F34-26E1DC0C528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97569DD-047D-4205-BC78-9842B25B1CA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E093EF-6BCE-4B38-BDE3-1AF818F94E2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70AA03-1AC3-4967-B13B-5580F539482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191AB3-CC58-490A-8131-2C6CFF884D3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64614A-CB0B-424E-A491-17862C3C85E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51B69C-BC81-4782-85AE-704BBDE74E2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1546B5-09F6-46E0-AE47-E9D7E8EC787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32E4DA8-D7BC-4E03-B38E-0AAB8160C72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4A25D67-68EC-4691-8276-50DCC3317FA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9D734D-8082-45D3-B154-C4ACC93EB51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2A8417-4392-48B3-AEF4-41ED32EFDA1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8,102 x 49 using convenient rounded numbers.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5F5098D-A362-49EE-8FD0-4CA5C27A355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4C20479-E491-4BFE-9935-EBC1802381F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171C43-9018-44A8-8A5B-EC3483FDD45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4C3958-FFAD-4F9F-AF4C-3CB57239B6F2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DE9B9E5-546A-4147-8E56-D0B5A72BD39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4493CFF-1448-44E9-91EF-29E392D74AF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1D026-FBD2-49E3-9038-F04AC1563A4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EFCC4C1-C2D1-4E4B-85D4-E905087937B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8,000 x 50 = 400,000.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9179A95-8CF1-44CD-B821-D5DC1951A971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854413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623BAFA-3048-435A-8D6C-7FE98B593C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E9EBDB-6323-46F7-9A3A-1098EE2EBC5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588B89-A34E-4868-9489-26A6FDE48FB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F7154DA-5073-4F00-A096-DCA7030D517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9D8041-D7D8-4CDC-9C68-B71562A2441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211DA4-4003-4C36-A72A-3E86B3AC8C5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AE5AED-5124-4B49-9614-56AB95EFEC7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6849F5-1969-4403-8F36-E95861DC238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FD6529-F48F-48A7-850A-53FECF07DA5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391265-4693-4490-9C15-E774BB04B51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3FE6C6C-AEA5-4809-9A62-5E6D233C317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5025250-5458-45EF-AC55-6133A1D9265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1FD96B-9E88-4DB9-A4F6-1EEEE957EE4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B38F020-7FB3-4B5B-8A63-2B4C13E50A3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623,590 - 188,420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DF708E4-CA2B-4929-9BD4-20F4BC4AD65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6E566AD-DA73-4927-818C-08E74EE41FD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B30148-E182-4A03-9634-454E7994CA2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369DA4-FD73-444F-9EBF-897C1C818832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9261117-43E6-4124-AC3E-B67BB19A6F3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CADBAA9-4144-4083-95A4-9AB6DF2B1BD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73FB7DE-C31B-4E38-A220-711CD5D8FBB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CE7BB9B-8DF3-4A9B-8354-87BD16E9DBB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0672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C92962E-130F-47B6-BA0E-B41550D3211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1B0985-4192-41CA-A10C-2C6DD9DC8AA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C699FE-EAB1-4179-B418-734CD3EF02E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D1BB1B7-F6BD-4436-9F81-ED620F417A9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94414-DCC2-413C-B9AF-6B76FCB23D6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ED69BB-9EE0-49D2-BA4D-79C784CE7CC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475F8B8-3DBC-4528-A569-74B7240569F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71539A-29BB-412E-B629-8220A5A406C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3A1448-447E-45AE-A758-5FB15D76EF0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8D189E-D748-44D3-802B-CA38D541843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45F593-2B6D-45DE-AFBB-AC91FB07611C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estimate for 48,912 x 198 and explain the accuracy.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0FBFE3-BC5D-4973-9D85-EFC33149BE1D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D1561F-9340-49D8-A621-4DA339830588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4EB524-6728-4910-99EE-A350FCB8B626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242"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About 50,000 x 200 = 10,000,000. Other justified close estimates are acceptable.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323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AD7B22B6-F43F-4668-A311-7B42A3C5465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9191B5-3ED6-45C4-B999-6CC4E5B1F17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7318FC-CFE9-4BDB-AAD0-5357E2301E9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04677BE-60AD-4101-A148-83D067FAAE8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28A6EF-BBAF-4489-B15B-B8514F423D9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7520B2-BD56-49C2-AE1E-28C00131DCA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7820B0-44EA-4944-8492-4C2113F90B9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DA3A3F-8F27-42CB-8B8C-4FA4678414D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3ECDAC-0371-40E1-BF95-F01EC0D5751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0CD7D6-F3C6-4662-8178-6590278CE58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955294-3BBE-41C7-8B87-F5B9AF9BB352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C2B3855-0985-4A2B-A319-648AD388C614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459740-018E-414E-8A0E-00930D73BE65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A18D5F-4A35-4573-AC2A-89A6F8F38B06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F8CA54-12FB-4848-9739-0F39B767FF6C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CC4231-F922-4D66-95CD-4F8CCABBDDE2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04D50D4-336B-44D6-8771-E3A8177A2989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A872D3-14CF-420C-A45F-89ADE79F3F21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C326209-DA81-471F-B609-F49DBDF363F5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90742EE-100A-4B14-A098-1C44E450D016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52AF823-84BB-49F2-9B5A-04878ACF9C20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126894A-E84C-4782-9942-BCA17DF1A505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DD66091-82D1-4A21-8F71-6132B80DD950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85EA209-5ED6-4183-B3B7-18E17A60CC79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3A83464-30F1-4A27-A6FF-FFAA03B3CC3C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FD78C70-663E-4107-975F-875342814F63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375275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D89E4775-B6C2-4A5C-8212-58859E172FD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24E644-0FA8-43E2-BA70-91DD2E4ED18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B78EB9-53F1-40EE-A463-34B505294E7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6C0FB93-D97A-4A23-9C87-F0F6A5B67B3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F18C12-981A-4533-9F73-7FD2BBB30F7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B539F1A-E65E-4B88-A3B5-B88CDE5C9C2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631A73-900A-4AB3-9E48-56054DA5938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3613DE3-9E2F-4DFB-B90E-8FCE1702047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EF0FC-C96E-4A10-80C5-50DCC4F2071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3C8D01-0D05-44DB-BDAD-5A496934396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A3F2EF4-C655-47CD-A90A-A194C93767B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89D8D29-E54F-47DA-AA76-FCA9D26025A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50C0C1-0313-4D8A-8023-A83714A2573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75EA10-6DAB-4349-AC1C-4C3D572CDF7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623,590 - 188,420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067CF7D-1C9B-4FA1-B743-DE521BCE3C5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0ED278E-6B56-420C-B62E-6C960A2F241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09ADD37-7B9E-49E7-8E0A-406A642815D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70233A-9500-4449-84BE-21C217D77AA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believes an estimate must equal the exact answer.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B32ECFE-608B-4680-8774-7281C0AADC2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902AC45-05B3-4B13-9219-BBCA0C32ED1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9421192-1813-46C8-A0F0-2890EA75B4E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222A2CF-A84F-48BF-A5D5-BBB954818B23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E4DCBE0-8003-49FA-B35A-1C80787FB1E3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955344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1373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2026-09-08T22:34:56Z</dcterms:created>
  <dcterms:modified xsi:type="dcterms:W3CDTF">2026-09-08T22:42:01Z</dcterms:modified>
</cp:coreProperties>
</file>