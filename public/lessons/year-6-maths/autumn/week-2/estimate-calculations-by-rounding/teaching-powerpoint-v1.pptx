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75a1db362ee46d0" /><Relationship Type="http://schemas.openxmlformats.org/officeDocument/2006/relationships/extended-properties" Target="/docProps/app.xml" Id="R75766aaf80dd4d61" /><Relationship Type="http://schemas.openxmlformats.org/officeDocument/2006/relationships/officeDocument" Target="/ppt/presentation.xml" Id="R4c2be388997e4d4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2b17c61df094c80"/>
  </p:sldMasterIdLst>
  <p:notesMasterIdLst>
    <p:notesMasterId xmlns:r="http://schemas.openxmlformats.org/officeDocument/2006/relationships" r:id="Ra38cae0df9994af0"/>
  </p:notesMasterIdLst>
  <p:sldIdLst>
    <p:sldId xmlns:r="http://schemas.openxmlformats.org/officeDocument/2006/relationships" id="256" r:id="Rfb214cc59db94228"/>
    <p:sldId xmlns:r="http://schemas.openxmlformats.org/officeDocument/2006/relationships" id="257" r:id="Rdc524d5875014c6d"/>
    <p:sldId xmlns:r="http://schemas.openxmlformats.org/officeDocument/2006/relationships" id="258" r:id="Rf6d77bf1be404819"/>
    <p:sldId xmlns:r="http://schemas.openxmlformats.org/officeDocument/2006/relationships" id="259" r:id="R3bd63d5f4ecc4fae"/>
    <p:sldId xmlns:r="http://schemas.openxmlformats.org/officeDocument/2006/relationships" id="260" r:id="R609dbc81b48a46fc"/>
    <p:sldId xmlns:r="http://schemas.openxmlformats.org/officeDocument/2006/relationships" id="261" r:id="Radaba17a1b774426"/>
    <p:sldId xmlns:r="http://schemas.openxmlformats.org/officeDocument/2006/relationships" id="262" r:id="Rcb84f836a63b4105"/>
    <p:sldId xmlns:r="http://schemas.openxmlformats.org/officeDocument/2006/relationships" id="263" r:id="R4c7d603fcb4746e1"/>
    <p:sldId xmlns:r="http://schemas.openxmlformats.org/officeDocument/2006/relationships" id="264" r:id="R3224c1709f744472"/>
    <p:sldId xmlns:r="http://schemas.openxmlformats.org/officeDocument/2006/relationships" id="265" r:id="R7b5947d3a2de40f4"/>
    <p:sldId xmlns:r="http://schemas.openxmlformats.org/officeDocument/2006/relationships" id="266" r:id="R323f9bc1178749af"/>
    <p:sldId xmlns:r="http://schemas.openxmlformats.org/officeDocument/2006/relationships" id="267" r:id="R991ef97af74c4554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d75d432e41f4767" /><Relationship Type="http://schemas.openxmlformats.org/officeDocument/2006/relationships/slideMaster" Target="/ppt/slideMasters/slideMaster1.xml" Id="Rf2b17c61df094c80" /><Relationship Type="http://schemas.openxmlformats.org/officeDocument/2006/relationships/notesMaster" Target="/ppt/notesMasters/notesMaster1.xml" Id="Ra38cae0df9994af0" /><Relationship Type="http://schemas.openxmlformats.org/officeDocument/2006/relationships/presProps" Target="/ppt/presProps.xml" Id="R1728b503674b401e" /><Relationship Type="http://schemas.openxmlformats.org/officeDocument/2006/relationships/tableStyles" Target="/ppt/tableStyles.xml" Id="R977c45ddb0ba4800" /><Relationship Type="http://schemas.openxmlformats.org/officeDocument/2006/relationships/slide" Target="/ppt/slides/slide1.xml" Id="Rfb214cc59db94228" /><Relationship Type="http://schemas.openxmlformats.org/officeDocument/2006/relationships/slide" Target="/ppt/slides/slide2.xml" Id="Rdc524d5875014c6d" /><Relationship Type="http://schemas.openxmlformats.org/officeDocument/2006/relationships/slide" Target="/ppt/slides/slide3.xml" Id="Rf6d77bf1be404819" /><Relationship Type="http://schemas.openxmlformats.org/officeDocument/2006/relationships/slide" Target="/ppt/slides/slide4.xml" Id="R3bd63d5f4ecc4fae" /><Relationship Type="http://schemas.openxmlformats.org/officeDocument/2006/relationships/slide" Target="/ppt/slides/slide5.xml" Id="R609dbc81b48a46fc" /><Relationship Type="http://schemas.openxmlformats.org/officeDocument/2006/relationships/slide" Target="/ppt/slides/slide6.xml" Id="Radaba17a1b774426" /><Relationship Type="http://schemas.openxmlformats.org/officeDocument/2006/relationships/slide" Target="/ppt/slides/slide7.xml" Id="Rcb84f836a63b4105" /><Relationship Type="http://schemas.openxmlformats.org/officeDocument/2006/relationships/slide" Target="/ppt/slides/slide8.xml" Id="R4c7d603fcb4746e1" /><Relationship Type="http://schemas.openxmlformats.org/officeDocument/2006/relationships/slide" Target="/ppt/slides/slide9.xml" Id="R3224c1709f744472" /><Relationship Type="http://schemas.openxmlformats.org/officeDocument/2006/relationships/slide" Target="/ppt/slides/slide10.xml" Id="R7b5947d3a2de40f4" /><Relationship Type="http://schemas.openxmlformats.org/officeDocument/2006/relationships/slide" Target="/ppt/slides/slide11.xml" Id="R323f9bc1178749af" /><Relationship Type="http://schemas.openxmlformats.org/officeDocument/2006/relationships/slide" Target="/ppt/slides/slide12.xml" Id="R991ef97af74c455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99ccce6da1a4f9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cb12f4da4e2439f" /><Relationship Type="http://schemas.openxmlformats.org/officeDocument/2006/relationships/notesMaster" Target="/ppt/notesMasters/notesMaster1.xml" Id="R967362a84ae14fc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bed1d0bfe6d4e2b" /><Relationship Type="http://schemas.openxmlformats.org/officeDocument/2006/relationships/notesMaster" Target="/ppt/notesMasters/notesMaster1.xml" Id="R99289b21974f4e8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de0e33167d24d31" /><Relationship Type="http://schemas.openxmlformats.org/officeDocument/2006/relationships/notesMaster" Target="/ppt/notesMasters/notesMaster1.xml" Id="Rafb71b88a47742c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f676b763f354985" /><Relationship Type="http://schemas.openxmlformats.org/officeDocument/2006/relationships/notesMaster" Target="/ppt/notesMasters/notesMaster1.xml" Id="R6d401cb9da38489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2ab2a8d0b9464663" /><Relationship Type="http://schemas.openxmlformats.org/officeDocument/2006/relationships/notesMaster" Target="/ppt/notesMasters/notesMaster1.xml" Id="Rfd71e1c233ef48d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508b824f15ae4653" /><Relationship Type="http://schemas.openxmlformats.org/officeDocument/2006/relationships/notesMaster" Target="/ppt/notesMasters/notesMaster1.xml" Id="Ra651a2f1ae0c496b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6061783092674c78" /><Relationship Type="http://schemas.openxmlformats.org/officeDocument/2006/relationships/notesMaster" Target="/ppt/notesMasters/notesMaster1.xml" Id="R673874c05edc41ef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8a707e6b667a4546" /><Relationship Type="http://schemas.openxmlformats.org/officeDocument/2006/relationships/notesMaster" Target="/ppt/notesMasters/notesMaster1.xml" Id="R273f54bfaf9f47e2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7529a589916c4358" /><Relationship Type="http://schemas.openxmlformats.org/officeDocument/2006/relationships/notesMaster" Target="/ppt/notesMasters/notesMaster1.xml" Id="R511943afed8f4157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37db43630c854e35" /><Relationship Type="http://schemas.openxmlformats.org/officeDocument/2006/relationships/notesMaster" Target="/ppt/notesMasters/notesMaster1.xml" Id="R47b6164e3c344bd7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35110b243c9949e0" /><Relationship Type="http://schemas.openxmlformats.org/officeDocument/2006/relationships/notesMaster" Target="/ppt/notesMasters/notesMaster1.xml" Id="R8a402942378042c2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14600dc9eebd4191" /><Relationship Type="http://schemas.openxmlformats.org/officeDocument/2006/relationships/notesMaster" Target="/ppt/notesMasters/notesMaster1.xml" Id="Rb5f253a2d2ec46e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Change the date before teaching. Check resources. Read the learning intention aloud and clarify success. Resources: Open number lines, place-value chart, digit cards, highlighters, mini whiteboards.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each prompt on click. Use responses to identify pupils who need immediate rehearsal. Suggested responses: Pupil identifies a relevant fact, representation or method. | 8,000 x 50 = 400,000. | Underline the place named in the question. | An estimate is deliberately approximate and should show the likely size of the exact answer.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 the mathematical idea before asking pupils to solve. Define the vocabulary in context: round, nearest, boundary, multiple, accuracy, estimate. Reveal the three statements one at a time.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 do. Reveal the question, then reveal each mathematical change one click at a time. Point to the numbers and operation that changed before moving to the next line. Final answer: 400,000 + 200,000 = 600,000.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 do. Give silent thinking time before paired talk. Take one step at a time. Do not reveal the answer until every pupil has committed. Answer: 8,000 x 50 = 400,000.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Miro is a deliberate misconception prompt. Reveal his claim, let pupils identify the error, then reveal the correction. Do not present Miro as lacking ability. Correction: An estimate is deliberately approximate and should show the likely size of the exact answer.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whole-class response routines. Reveal each prompt separately. Expected answer: 8,000 x 50 = 400,000.. Insist on a reason, not only a numerical response.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You do. Pupils complete the core question independently before discussion. Answer: 600,000 - 200,000 = 400,000.. Circulate and note methods as well as accuracy.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after secure fluency or as the higher worksheet route. Accept different correct approaches when fully justified. Expected response: About 50,000 x 200 = 10,000,000. Other justified close estimates are acceptable.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only the core independent-practice example. Give pupils time to solve and check before revealing the answer at the side. Answer: 600,000 - 200,000 = 400,000.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one exit question at a time. Answers: 600,000 - 200,000 = 400,000. | An estimate is deliberately approximate and should show the likely size of the exact answer.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90102e0cb9d45f4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a5546cc604c45ea" /><Relationship Type="http://schemas.openxmlformats.org/officeDocument/2006/relationships/slideLayout" Target="/ppt/slideLayouts/slideLayout1.xml" Id="Ref2365cd074d43e0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f2365cd074d43e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f6f872bbdf048b8" /><Relationship Type="http://schemas.openxmlformats.org/officeDocument/2006/relationships/notesSlide" Target="/ppt/notesSlides/notesSlide1.xml" Id="R3c8aaa4d209145f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de7892125304cc5" /><Relationship Type="http://schemas.openxmlformats.org/officeDocument/2006/relationships/notesSlide" Target="/ppt/notesSlides/notesSlide2.xml" Id="Ra8a0a427564548f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4ee01547c004e6c" /><Relationship Type="http://schemas.openxmlformats.org/officeDocument/2006/relationships/notesSlide" Target="/ppt/notesSlides/notesSlide3.xml" Id="R2b5e307e5593497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8791975324a446b" /><Relationship Type="http://schemas.openxmlformats.org/officeDocument/2006/relationships/notesSlide" Target="/ppt/notesSlides/notesSlide4.xml" Id="Re852b8094fb84678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2f608dbde8d401e" /><Relationship Type="http://schemas.openxmlformats.org/officeDocument/2006/relationships/notesSlide" Target="/ppt/notesSlides/notesSlide5.xml" Id="R3b6cd1c00837447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0a8301e6c874819" /><Relationship Type="http://schemas.openxmlformats.org/officeDocument/2006/relationships/notesSlide" Target="/ppt/notesSlides/notesSlide6.xml" Id="R24c576992ab84365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c1ce009d39a4e5d" /><Relationship Type="http://schemas.openxmlformats.org/officeDocument/2006/relationships/image" Target="/ppt/media/image.png" Id="R48b116a5f0ec4a92" /><Relationship Type="http://schemas.openxmlformats.org/officeDocument/2006/relationships/notesSlide" Target="/ppt/notesSlides/notesSlide7.xml" Id="R78c3380c54c04b2b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a4a69e51acf459c" /><Relationship Type="http://schemas.openxmlformats.org/officeDocument/2006/relationships/notesSlide" Target="/ppt/notesSlides/notesSlide8.xml" Id="R5fb81ebdc2114924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0d325e1b0344c40" /><Relationship Type="http://schemas.openxmlformats.org/officeDocument/2006/relationships/notesSlide" Target="/ppt/notesSlides/notesSlide9.xml" Id="Rf352425511cf4fa5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537c0b23edb4c70" /><Relationship Type="http://schemas.openxmlformats.org/officeDocument/2006/relationships/notesSlide" Target="/ppt/notesSlides/notesSlide10.xml" Id="R7d82ffaca1374bfc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467716a88ac4df2" /><Relationship Type="http://schemas.openxmlformats.org/officeDocument/2006/relationships/notesSlide" Target="/ppt/notesSlides/notesSlide11.xml" Id="R2af0a9fd8b84486e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fb5206c5ca6432c" /><Relationship Type="http://schemas.openxmlformats.org/officeDocument/2006/relationships/notesSlide" Target="/ppt/notesSlides/notesSlide12.xml" Id="Rd2dc99ab21e94e3e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14A2A15-0A34-4DFB-81F2-891BF5F6A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E6FE384-D72F-4F3E-8BD8-2B17E27CD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542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506CEFA-5614-4BAC-9F76-11FDBCD0F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81000"/>
            <a:ext cx="2952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8324A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42E78B9-5C20-4F0E-B4E8-902387291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23875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452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5ACE7AA-26D2-40F7-BEDE-2586A7450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8572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Estimate calculations by rounding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97D59FA-8B5E-41B6-9A7F-C83449B51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80962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8324A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2AD2EC7-F902-4F5A-B163-A0B9BEA5B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62300"/>
            <a:ext cx="95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667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6EB24F1-5446-48ED-AEDD-A079986B9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71875"/>
            <a:ext cx="7524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use rounding to estimate and check calculations.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CAC52A1-8C0F-4446-808E-9FCB4D2A2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815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A344C83-3BE2-4919-A4AB-B8965830E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10287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Open number lines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327A86C-78F0-4C26-A173-4A8A2ED3F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571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10578675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9690C0B-775E-4011-A54A-34C1D2B70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0B6B5BD-68B2-49EC-B994-DDE5080B4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DC30EF6-BDCE-4454-930D-999CBB602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4AF451F-6445-4512-9C2A-31B29E90E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A8A36C3-0B63-48D4-95A6-31332C070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BA19916-1747-48B6-9B04-F00A622D4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8548439-2C9B-4FA0-A303-A9CE68DA0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5DEB8B1-FBE3-4CD4-81A1-7E11E7B29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61903C4-5FFD-45C4-BF08-2AC2FF104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Estimate calculations by rounding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D722005-E0D6-47BE-8309-642664ACE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6DB13DA-BDD5-415C-B981-F80808746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0D1E922-3631-4D82-AF65-77042B841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9B0E8C8-4BF0-4888-988C-08934155A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Round whole numbers to the nearest 10, 100, 1,000, 10,000 and 100,000.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5928E90-DE36-479A-816B-2F9277DAD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4A2BA98-1C3C-4DFB-BCBF-97BAF553D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50CDDC2-2460-4A97-AF1D-353320BB7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F02E283-3FD1-4305-94E5-25832EBBB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Estimate 8,102 x 49 using convenient rounded numbers.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AC4F7F1-010A-43F5-819F-A3F85DFDD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27D638D-3C0E-4DDC-9E83-FD588E06D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EC3AC1E-795F-434B-826C-E37D38C71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8CD921A-E93D-4BB9-8AD5-95F5D3CEC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Estimate 398,742 + 203,118 by rounding each number to the nearest 100,000.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AC2F35A-F819-4A90-961F-22D2E6513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317977348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BC9A379-74E1-4873-BA3A-C2845CE4C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E83F062-C075-402A-AC3B-2501D06DF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63BF079-2915-49FC-8066-B00EBFD75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7E549CE-AAC8-423B-9499-E482F542E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F6699B2-30EB-4E36-B9E9-FCB380409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5504093-55B2-476E-9BBF-21A879B16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319D3FD-88DD-4AA3-B02A-65B5ED15F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20B71D6-4B40-45DD-B628-F8EED2296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8FA58CE-06E7-4B1D-AE81-A5BA5295D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Estimate calculations by rounding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AD14DEA-4A89-4155-9F70-588D4B1F7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0"/>
            <a:ext cx="1047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use rounding to estimate and check calculations.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C848726-78F8-4C30-B3DA-27F5F9AA4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00300"/>
            <a:ext cx="10096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EAEC52E-3BC3-41BE-904D-0A3AD4758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6670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Underline the place named in the question.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A2C3866-DA64-49D8-B13C-760D79283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571875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Check the digit immediately to its right or locate the two boundaries.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72E8DAF-5A55-4B40-90CF-840F285E2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47675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Round to the nearer multiple and replace following digits with zeros.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7F537D5-4440-4BD4-99C0-CCA71A397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72125"/>
            <a:ext cx="990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round  |  nearest  |  boundary  |  multiple  |  accuracy  |  estimate</a:t>
            </a:r>
          </a:p>
        </p:txBody>
      </p:sp>
    </p:spTree>
    <p:extLst>
      <p:ext uri="{BB962C8B-B14F-4D97-AF65-F5344CB8AC3E}">
        <p14:creationId xmlns:p14="http://schemas.microsoft.com/office/powerpoint/2010/main" val="437225245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D4225B9-07DF-4E50-B83F-8FB06C371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F7F19D3-2BE8-451F-B0B7-FB1C4D846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350D934-1B82-4091-95C5-952C546A5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6D990AF-815D-48DE-BE54-5F0CF6A4D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7363C01-A1EE-4B82-A8A5-2211D906B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948F622-17FC-4502-B47F-EFA08EC50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361D834-B960-464F-BB5F-9739433EE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DAFF024-FC6C-4830-8FCC-DC48B89FB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A5F3FA4-5F4C-4C20-AA32-5AEB69CF8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Estimate calculations by rounding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9B848C0-7AE3-4E65-8CE1-44CE20D61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219200"/>
            <a:ext cx="10477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Estimate 398,742 + 203,118 by rounding each number to the nearest 100,000.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81F9485-4E86-4BE3-B304-B9125109F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124075"/>
            <a:ext cx="38100" cy="3524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297DE2C-5A21-4554-91C8-04D767706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2002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B6ACFEA-2738-4B1B-9C33-1D6E92622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114550"/>
            <a:ext cx="9525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398,742 → 400,000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80F2A86-C01A-45A8-A4F2-E81E89824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943225"/>
            <a:ext cx="9334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04B01F2-761A-42ED-86EC-64EA7869D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0765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1D3D134-CF14-4035-AA4D-C44479B68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990850"/>
            <a:ext cx="9525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203,118 → 200,000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A6E2A6F-E8BB-42FB-AF12-5EA651278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19525"/>
            <a:ext cx="9334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5C14E6B-9E13-49CE-86E8-E11D34327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9528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F79F7EA-560D-4715-9830-4ECEEADC4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67150"/>
            <a:ext cx="9525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400,000 + 200,000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3C40A39-DAAA-4109-927B-D7D2CD57D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695825"/>
            <a:ext cx="9334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6685285-47DF-4F88-968D-26FA06B1C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8291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BD1C599-5CAA-446D-8FFF-5C45487E6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743450"/>
            <a:ext cx="9525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Estimated total = 600,000</a:t>
            </a:r>
          </a:p>
        </p:txBody>
      </p:sp>
    </p:spTree>
    <p:extLst>
      <p:ext uri="{BB962C8B-B14F-4D97-AF65-F5344CB8AC3E}">
        <p14:creationId xmlns:p14="http://schemas.microsoft.com/office/powerpoint/2010/main" val="1107971221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3" grpId="0"/>
      <p:bldP spid="16" grpId="0"/>
      <p:bldP spid="19" grpId="0"/>
      <p:bldP spid="22" grpId="0"/>
    </p:bldLst>
  </p:timing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7D33A61-FE21-4198-9827-D0F273527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5AAA55B-4FF9-40A5-A581-256F1336C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B11E139-C1BA-4905-949E-11296C66F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D907704-25A6-4B06-A793-29FE99C31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41CE126-BA35-43E5-AA36-147A7DF5D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BD5C73B-9091-4A86-84FE-63CBA80CC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9F28B95-E689-427E-8234-A22E9F104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3188144-9C0B-4900-B054-16D1DB47B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71305D9-9ACB-4933-8F47-3A20A37A2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Estimate calculations by rounding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1680CE6-6C25-4164-B4B4-FD1F40C4E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78DA1D9-47CA-4C00-9655-6ED82A025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047875"/>
            <a:ext cx="10191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400,000 + 200,000 = 600,000.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A79EF21-E9B8-4038-BDB5-866580BC3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638550"/>
            <a:ext cx="10191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CD4BB8B-264A-43A9-B78A-8F021A768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000500"/>
            <a:ext cx="9429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Round to the nearer multiple and replace following digits with zeros.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175EA7E-B19A-4603-9853-CA459A0AF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000625"/>
            <a:ext cx="942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</a:p>
        </p:txBody>
      </p:sp>
    </p:spTree>
    <p:extLst>
      <p:ext uri="{BB962C8B-B14F-4D97-AF65-F5344CB8AC3E}">
        <p14:creationId xmlns:p14="http://schemas.microsoft.com/office/powerpoint/2010/main" val="1742153598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4" grpId="0"/>
    </p:bldLst>
  </p:timing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BC239B4-1B5E-44DA-BA46-D91F1FC6B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DBD5331-F69C-4183-8458-2C7D0D3F0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8A8995C-3C63-402A-8B6A-65CFB5C0B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26C5DD5-D52D-4C94-81A8-6FFC20E46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B02478B-415E-4F94-837A-63643E2BD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EDF38C5-D894-442F-B8E7-43A941CBB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5E6384E-1D8A-4B31-8A48-BA913AA37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33587FA-FB74-47C5-A515-AA8A18136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5216261-D773-4733-BB19-556E39BAD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Estimate calculations by rounding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46FF79F-15AF-4D0C-B970-C312C434C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24000"/>
            <a:ext cx="10287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Estimate 8,102 x 49 using convenient rounded numbers.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F1D94DA-2350-4EF3-BBFB-FDF21D1EE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A18DCD7-5A48-4BCD-9F48-A1D913A22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678145A-435E-4C3E-AC1B-6F490DD32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3B5FF90-4353-4C07-B779-69F9DA305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57625"/>
            <a:ext cx="876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22C06D0-62CD-4FF1-B3F9-5B29ACF27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810125"/>
            <a:ext cx="8763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8,000 x 50 = 400,000.</a:t>
            </a:r>
          </a:p>
        </p:txBody>
      </p:sp>
    </p:spTree>
    <p:extLst>
      <p:ext uri="{BB962C8B-B14F-4D97-AF65-F5344CB8AC3E}">
        <p14:creationId xmlns:p14="http://schemas.microsoft.com/office/powerpoint/2010/main" val="1952982690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7EA3909-06A8-415D-8F39-1356453AC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CD325A2-5DAB-42FB-B4B3-6B774CF77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96AE27B-D52E-4E52-B31C-FF1C138FA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177FBD4-23BD-49B5-8CB0-C0AF96542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342ED04-D1B3-4E23-B28A-021D13218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D975B9C-FC11-45E9-A391-AFBB51F8A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0B10258-4880-44D9-89DC-8FB9DFA4E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357D92B-E648-4778-AA66-5A5882F32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5A84AA5-8DCB-4A16-AF51-FE59548E3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Estimate calculations by rounding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8b116a5f0ec4a92"/>
          <a:stretch xmlns:a="http://schemas.openxmlformats.org/drawingml/2006/main"/>
        </p:blipFill>
        <p:spPr>
          <a:xfrm xmlns:a="http://schemas.openxmlformats.org/drawingml/2006/main">
            <a:off x="8056563" y="1381125"/>
            <a:ext cx="2984500" cy="44767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DBA80B4-80E2-41B0-A90A-88DBDE246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5240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6B32052-E5C8-42CF-99DE-B5A5136BB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095500"/>
            <a:ext cx="6477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believes an estimate must equal the exact answer.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09F1C8B-8105-4282-B1C8-66E6C3BB7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857625"/>
            <a:ext cx="647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5515136-3B8A-4C58-A1BD-0A19DDCEE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171950"/>
            <a:ext cx="5905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A1ADB8D-A6F4-467C-8936-5FA8FB4D6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714875"/>
            <a:ext cx="6477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An estimate is deliberately approximate and should show the likely size of the exact answer.</a:t>
            </a:r>
          </a:p>
        </p:txBody>
      </p:sp>
    </p:spTree>
    <p:extLst>
      <p:ext uri="{BB962C8B-B14F-4D97-AF65-F5344CB8AC3E}">
        <p14:creationId xmlns:p14="http://schemas.microsoft.com/office/powerpoint/2010/main" val="287126533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</p:bldLst>
  </p:timing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B28B0B4-46CE-4154-8117-32E8ED014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5CD3E04-A03C-406F-8B92-707457D02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F3BD76D-C158-4617-BB9D-DF7786F48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6BE0541-612A-4D40-A1E3-CA9B87242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4A6FE5E-2ED8-4427-B294-8F53021FF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4839C7E-072F-4D11-A1AE-096960156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AF572D3-EDF0-494E-856B-9A82669DA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DDD595C-A04A-4866-AB1C-3426EC5F3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63756DF-F5A0-48DE-84B3-25C7A4653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Estimate calculations by rounding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8733D84-5B35-4D34-811D-56D19C467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1BDE200-D66A-4F7B-BD71-E10AF12DB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A3CC425-C667-4694-A159-8E97AE0DF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74CC378-9841-4B68-B521-FC6D8E8E8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Estimate 8,102 x 49 using convenient rounded numbers.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C331BC2-DD2D-46F4-A61A-44E549D2B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AB6990D-3C41-4119-9AF3-C00773C60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DD3CA16-76C4-4DAA-BE45-96AFD0F05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8F79259-CAAE-4F5E-ABBE-64762271F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C4AEA2B-B60F-4FFE-A007-1C69146CA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3A5CF7A-D6B2-4937-968B-F472E9DB1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CE13A2B-A459-409F-AE21-AB33B7575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3B7FCC6-0B3C-42F3-B146-2407D5302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8,000 x 50 = 400,000.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42A465D-6107-4E29-BBEE-987FF723E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1691534082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36B29C6-273E-433E-9BD5-2EE1CE970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CC785CE-2B32-4F74-9901-43DE0E6C5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36DDC8E-0E7E-4AA2-BA0D-CA1AFB68F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B15D380-6256-40AC-8B31-B713F4CB0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3DB993E-A319-46D2-9B69-1C175FF9B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A73F908-3D29-449D-BA22-A0A47919D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7B2DB00-0E4B-4F6A-9F48-E14B4D129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97C7E59-3AA8-4754-8920-BFB3F98E1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0BE843C-C754-4AFC-A55F-EE96DEFFF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Estimate calculations by rounding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7379E97-5D2B-4276-9211-14D434E4B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7DE110B-40EB-4EC2-A5CE-E51477D97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2E59496-8644-4EE2-8755-EB0B5B582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6533D32-2866-474E-845E-D70A9D2F7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Estimate 623,590 - 188,420 to the nearest 100,000.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0DC1C90-3E14-43AE-99DA-F1AA34A9E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5CF5818-A07E-42E2-83F6-416BD1AAE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E284C76-9F19-4311-BCB3-C1596DD6C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FE1B51A-068F-4CDB-A2BD-A24A59812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92B5F27-1A69-4E02-A36F-AD0BA4F4E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2CEA9C4-61B2-4742-8C5B-759B21F6E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1AC910A-08CD-4A9B-8397-8FDABD22A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0A01F17-B1F1-4413-9EAA-D1AD43424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</a:p>
        </p:txBody>
      </p:sp>
    </p:spTree>
    <p:extLst>
      <p:ext uri="{BB962C8B-B14F-4D97-AF65-F5344CB8AC3E}">
        <p14:creationId xmlns:p14="http://schemas.microsoft.com/office/powerpoint/2010/main" val="586683566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27ED7D1-264A-453A-8FC8-22E7B30B5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0AB9154-F695-401D-A307-2FE7C8547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06C86A8-C672-44D4-8C67-2674B2246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A530C48-A264-479C-B05F-2678B3B72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063D8B4-8307-40F4-B22D-89F097DAD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C70206C-781F-4461-AF9E-DDAB026C6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3C9CC2F-8F83-4330-A93C-61D24B645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8A52761-B244-408F-A055-5DBBD9289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2192906-7C81-425D-95F1-BEFE3B642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Estimate calculations by rounding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1162F87-80AC-49F8-AAE7-0C212BA4F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10191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Choose an efficient estimate for 48,912 x 198 and explain the accuracy.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DC2CC3C-9724-4443-ABB9-405DD66A2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143250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C35F94E-0A65-4E31-8FCE-669A782FA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143375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23428B0-80CA-48A4-9F2C-579E62566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1435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9242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About 50,000 x 200 = 10,000,000. Other justified close estimates are acceptable.</a:t>
            </a:r>
          </a:p>
        </p:txBody>
      </p:sp>
    </p:spTree>
    <p:extLst>
      <p:ext uri="{BB962C8B-B14F-4D97-AF65-F5344CB8AC3E}">
        <p14:creationId xmlns:p14="http://schemas.microsoft.com/office/powerpoint/2010/main" val="1857757264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2EBA343-57F8-4FC5-BCCC-56AA3D1D6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5DEAE02-B3B8-4443-A664-98389A9A7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0F8A824-2094-4C32-885A-8F5B75061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23CA298-0B08-4C03-9651-5F22BDE6A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722DA61-04AA-4799-97BD-6E7ED90C5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6E2127D-A7CB-4229-94E5-DEFD347C6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5958113-ED86-4A85-9F48-14B43F524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7664BBC-C0C4-4383-9CED-982A7C9B5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C62D208-F4DE-485D-9C9D-C7DD2CDD1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Estimate calculations by rounding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86E128B-3797-41CF-AE52-C09485864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76375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Try this example independently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A938EC7-7D29-4402-89E8-F1E7FBCCF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47875"/>
            <a:ext cx="68580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0EDFC6C-92EF-4A9F-BBA8-C5000D910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00300"/>
            <a:ext cx="61150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Estimate 623,590 - 188,420 to the nearest 100,000.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60F9E13-A298-4C5A-B2E8-8F7DA05FD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95750"/>
            <a:ext cx="581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Show your method and check your answer.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C3AABF7-48E7-439A-B5D8-AF685DCCF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666875"/>
            <a:ext cx="2619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C8F3613-E390-4F72-B021-29FC2D60C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190750"/>
            <a:ext cx="3048000" cy="2714625"/>
          </a:xfrm>
          <a:prstGeom xmlns:a="http://schemas.openxmlformats.org/drawingml/2006/main" prst="roundRect">
            <a:avLst>
              <a:gd name="adj" fmla="val 280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4288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AE9CF3B-75BB-402C-BA38-30E9BB92B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619375"/>
            <a:ext cx="2381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3281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600,000 - 200,000 = 400,000.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0C56304-2F82-440D-A4B9-DA5582CAB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000500"/>
            <a:ext cx="238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825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how you know.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A748538-5160-4944-840B-5F008663D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334000"/>
            <a:ext cx="781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answer appears on click after pupils have committed.</a:t>
            </a:r>
          </a:p>
        </p:txBody>
      </p:sp>
    </p:spTree>
    <p:extLst>
      <p:ext uri="{BB962C8B-B14F-4D97-AF65-F5344CB8AC3E}">
        <p14:creationId xmlns:p14="http://schemas.microsoft.com/office/powerpoint/2010/main" val="1563044386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52A14F3-D150-4847-8427-3BEC8F4AF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BA96AAE-5A53-4915-B66A-469DA2590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ECE3AE2-23E3-48B2-81D6-3B3C2F735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41DE727-FAF7-4364-83E8-2A7EAF2E6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93E38F3-992F-4B04-9FBC-D8D226865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D3B5AC9-EF33-4267-A028-7FDB69DD1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AAFDC29-EFC5-491E-BA82-A1A4123BB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9BA0E0D-E156-4531-A278-DA1860B0C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EB292C9-F077-4A01-A453-D5DB5666B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Estimate calculations by rounding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455AFE1-715A-4115-AD0B-B23E1701B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61FE8A8-D3B1-4646-9CB7-8BF021541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964A4BC-7095-4063-94EE-C19AE4DDF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10BE375-FFB0-482B-9636-37384C224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Estimate 623,590 - 188,420 to the nearest 100,000.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2232F3F-A0DC-4B61-9A5A-DA1910556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7A3EF25-BB3A-424E-8D7A-3234B67A7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C9241AE-D29D-4EC5-9B85-70738321C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C6D0758-2C35-446D-9ECE-A9129350E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believes an estimate must equal the exact answer.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94070EA-B00C-4F7B-B83A-76BB58596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49E3A4D-BAD0-4FF1-BB1D-4C9EC8347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554680A-95CE-464C-AFA6-523492EDE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CA8D393-6BF7-4B40-93A6-4672AC51D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2B37B3E-F720-4307-91F7-CAB654F83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1120588258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2026-09-09T22:13:38.2130000Z</dcterms:created>
  <dcterms:modified xsi:type="dcterms:W3CDTF">2026-09-09T22:13:38.2130000Z</dcterms:modified>
</coreProperties>
</file>