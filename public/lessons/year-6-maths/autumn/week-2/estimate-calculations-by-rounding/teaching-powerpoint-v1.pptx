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bb984363554781" /><Relationship Type="http://schemas.openxmlformats.org/officeDocument/2006/relationships/extended-properties" Target="/docProps/app.xml" Id="Rf02474908a044202" /><Relationship Type="http://schemas.openxmlformats.org/officeDocument/2006/relationships/officeDocument" Target="/ppt/presentation.xml" Id="R3c1015d15eb749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f2aa27b90c4f96"/>
  </p:sldMasterIdLst>
  <p:notesMasterIdLst>
    <p:notesMasterId xmlns:r="http://schemas.openxmlformats.org/officeDocument/2006/relationships" r:id="Rdac28d263fba4e9a"/>
  </p:notesMasterIdLst>
  <p:sldIdLst>
    <p:sldId xmlns:r="http://schemas.openxmlformats.org/officeDocument/2006/relationships" id="256" r:id="R041b411f00a044c9"/>
    <p:sldId xmlns:r="http://schemas.openxmlformats.org/officeDocument/2006/relationships" id="257" r:id="Ra09c47d19cb64259"/>
    <p:sldId xmlns:r="http://schemas.openxmlformats.org/officeDocument/2006/relationships" id="258" r:id="R59920ce9f56d41ad"/>
    <p:sldId xmlns:r="http://schemas.openxmlformats.org/officeDocument/2006/relationships" id="259" r:id="Rb988b98a5b544d3c"/>
    <p:sldId xmlns:r="http://schemas.openxmlformats.org/officeDocument/2006/relationships" id="260" r:id="R845f4636f2cf47cc"/>
    <p:sldId xmlns:r="http://schemas.openxmlformats.org/officeDocument/2006/relationships" id="261" r:id="Rbe0ad8fc179f4b0a"/>
    <p:sldId xmlns:r="http://schemas.openxmlformats.org/officeDocument/2006/relationships" id="262" r:id="R7f613339bb6f401c"/>
    <p:sldId xmlns:r="http://schemas.openxmlformats.org/officeDocument/2006/relationships" id="263" r:id="R439308e294974fe0"/>
    <p:sldId xmlns:r="http://schemas.openxmlformats.org/officeDocument/2006/relationships" id="264" r:id="R5899286cd94f477b"/>
    <p:sldId xmlns:r="http://schemas.openxmlformats.org/officeDocument/2006/relationships" id="265" r:id="R43e3b418f72b4cfb"/>
    <p:sldId xmlns:r="http://schemas.openxmlformats.org/officeDocument/2006/relationships" id="266" r:id="Rb09b6ce110954943"/>
    <p:sldId xmlns:r="http://schemas.openxmlformats.org/officeDocument/2006/relationships" id="267" r:id="Rec28a7ca8dbf43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fb8195a0004d92" /><Relationship Type="http://schemas.openxmlformats.org/officeDocument/2006/relationships/slideMaster" Target="/ppt/slideMasters/slideMaster1.xml" Id="Rcff2aa27b90c4f96" /><Relationship Type="http://schemas.openxmlformats.org/officeDocument/2006/relationships/notesMaster" Target="/ppt/notesMasters/notesMaster1.xml" Id="Rdac28d263fba4e9a" /><Relationship Type="http://schemas.openxmlformats.org/officeDocument/2006/relationships/presProps" Target="/ppt/presProps.xml" Id="R29c30f29f2cd4c33" /><Relationship Type="http://schemas.openxmlformats.org/officeDocument/2006/relationships/tableStyles" Target="/ppt/tableStyles.xml" Id="R0e42a2e1a4f6497f" /><Relationship Type="http://schemas.openxmlformats.org/officeDocument/2006/relationships/slide" Target="/ppt/slides/slide1.xml" Id="R041b411f00a044c9" /><Relationship Type="http://schemas.openxmlformats.org/officeDocument/2006/relationships/slide" Target="/ppt/slides/slide2.xml" Id="Ra09c47d19cb64259" /><Relationship Type="http://schemas.openxmlformats.org/officeDocument/2006/relationships/slide" Target="/ppt/slides/slide3.xml" Id="R59920ce9f56d41ad" /><Relationship Type="http://schemas.openxmlformats.org/officeDocument/2006/relationships/slide" Target="/ppt/slides/slide4.xml" Id="Rb988b98a5b544d3c" /><Relationship Type="http://schemas.openxmlformats.org/officeDocument/2006/relationships/slide" Target="/ppt/slides/slide5.xml" Id="R845f4636f2cf47cc" /><Relationship Type="http://schemas.openxmlformats.org/officeDocument/2006/relationships/slide" Target="/ppt/slides/slide6.xml" Id="Rbe0ad8fc179f4b0a" /><Relationship Type="http://schemas.openxmlformats.org/officeDocument/2006/relationships/slide" Target="/ppt/slides/slide7.xml" Id="R7f613339bb6f401c" /><Relationship Type="http://schemas.openxmlformats.org/officeDocument/2006/relationships/slide" Target="/ppt/slides/slide8.xml" Id="R439308e294974fe0" /><Relationship Type="http://schemas.openxmlformats.org/officeDocument/2006/relationships/slide" Target="/ppt/slides/slide9.xml" Id="R5899286cd94f477b" /><Relationship Type="http://schemas.openxmlformats.org/officeDocument/2006/relationships/slide" Target="/ppt/slides/slide10.xml" Id="R43e3b418f72b4cfb" /><Relationship Type="http://schemas.openxmlformats.org/officeDocument/2006/relationships/slide" Target="/ppt/slides/slide11.xml" Id="Rb09b6ce110954943" /><Relationship Type="http://schemas.openxmlformats.org/officeDocument/2006/relationships/slide" Target="/ppt/slides/slide12.xml" Id="Rec28a7ca8dbf43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de9fc8684c44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e5798e3824458c" /><Relationship Type="http://schemas.openxmlformats.org/officeDocument/2006/relationships/notesMaster" Target="/ppt/notesMasters/notesMaster1.xml" Id="Re882067bb13247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5fc2ddb8e4471d" /><Relationship Type="http://schemas.openxmlformats.org/officeDocument/2006/relationships/notesMaster" Target="/ppt/notesMasters/notesMaster1.xml" Id="R94dfe06d32b545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8a1053b4f14709" /><Relationship Type="http://schemas.openxmlformats.org/officeDocument/2006/relationships/notesMaster" Target="/ppt/notesMasters/notesMaster1.xml" Id="R9952ff5282674d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aa8d8c0ed54807" /><Relationship Type="http://schemas.openxmlformats.org/officeDocument/2006/relationships/notesMaster" Target="/ppt/notesMasters/notesMaster1.xml" Id="R2495fe5e829740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44a009aedf470d" /><Relationship Type="http://schemas.openxmlformats.org/officeDocument/2006/relationships/notesMaster" Target="/ppt/notesMasters/notesMaster1.xml" Id="R1f937b819212432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25ade562074771" /><Relationship Type="http://schemas.openxmlformats.org/officeDocument/2006/relationships/notesMaster" Target="/ppt/notesMasters/notesMaster1.xml" Id="R17b44fd4f5314a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a9d667674c142d5" /><Relationship Type="http://schemas.openxmlformats.org/officeDocument/2006/relationships/notesMaster" Target="/ppt/notesMasters/notesMaster1.xml" Id="Rc072ed6d3ea84d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61ab933eef4cb7" /><Relationship Type="http://schemas.openxmlformats.org/officeDocument/2006/relationships/notesMaster" Target="/ppt/notesMasters/notesMaster1.xml" Id="R5a0b10ae873e4e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757056f7f44cda" /><Relationship Type="http://schemas.openxmlformats.org/officeDocument/2006/relationships/notesMaster" Target="/ppt/notesMasters/notesMaster1.xml" Id="Re1073113755e4b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9e331687fe41f3" /><Relationship Type="http://schemas.openxmlformats.org/officeDocument/2006/relationships/notesMaster" Target="/ppt/notesMasters/notesMaster1.xml" Id="R95cb882e456840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be4cda0f804277" /><Relationship Type="http://schemas.openxmlformats.org/officeDocument/2006/relationships/notesMaster" Target="/ppt/notesMasters/notesMaster1.xml" Id="R16ce3f172c4d4e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36f66e37214225" /><Relationship Type="http://schemas.openxmlformats.org/officeDocument/2006/relationships/notesMaster" Target="/ppt/notesMasters/notesMaster1.xml" Id="Rb922143e2c7e4d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8,000 x 50 = 400,000. | Underline the place named in the question. | An estimate is deliberately approximate and should show the likely size of the exact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400,000 + 200,000 = 600,000.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8,000 x 50 = 400,000.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An estimate is deliberately approximate and should show the likely size of the exact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8,000 x 50 = 400,000..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600,000 - 200,000 = 400,000..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About 50,000 x 200 = 10,000,000. Other justified close estimates are acceptable.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600,000 - 200,000 = 400,000.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600,000 - 200,000 = 400,000. | An estimate is deliberately approximate and should show the likely size of the exact answer.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1dfb04340047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f03a32202040b7" /><Relationship Type="http://schemas.openxmlformats.org/officeDocument/2006/relationships/slideLayout" Target="/ppt/slideLayouts/slideLayout1.xml" Id="R64ab732ed4d043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ab732ed4d043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969e0b6254f26" /><Relationship Type="http://schemas.openxmlformats.org/officeDocument/2006/relationships/notesSlide" Target="/ppt/notesSlides/notesSlide1.xml" Id="Rbe2eb1b5d09242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f9174c84b4f66" /><Relationship Type="http://schemas.openxmlformats.org/officeDocument/2006/relationships/notesSlide" Target="/ppt/notesSlides/notesSlide2.xml" Id="Rf36ba49e361d43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c46cd4c6e4fd6" /><Relationship Type="http://schemas.openxmlformats.org/officeDocument/2006/relationships/notesSlide" Target="/ppt/notesSlides/notesSlide3.xml" Id="R789564aee71945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b1780e8ba41d1" /><Relationship Type="http://schemas.openxmlformats.org/officeDocument/2006/relationships/notesSlide" Target="/ppt/notesSlides/notesSlide4.xml" Id="R793a62940a6c4d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3cc848a584765" /><Relationship Type="http://schemas.openxmlformats.org/officeDocument/2006/relationships/notesSlide" Target="/ppt/notesSlides/notesSlide5.xml" Id="R9d7fc416219844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2357ae2d94062" /><Relationship Type="http://schemas.openxmlformats.org/officeDocument/2006/relationships/notesSlide" Target="/ppt/notesSlides/notesSlide6.xml" Id="R4a7145e93f1e4e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081431277457f" /><Relationship Type="http://schemas.openxmlformats.org/officeDocument/2006/relationships/image" Target="/ppt/media/image.png" Id="Rfe702ea11b7542e8" /><Relationship Type="http://schemas.openxmlformats.org/officeDocument/2006/relationships/notesSlide" Target="/ppt/notesSlides/notesSlide7.xml" Id="Rc53c8ca46f9b41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0a827e27146a4" /><Relationship Type="http://schemas.openxmlformats.org/officeDocument/2006/relationships/notesSlide" Target="/ppt/notesSlides/notesSlide8.xml" Id="R2f4078a5f1034a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8b38ecf9942c9" /><Relationship Type="http://schemas.openxmlformats.org/officeDocument/2006/relationships/notesSlide" Target="/ppt/notesSlides/notesSlide9.xml" Id="Rc0091303c2e84e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eab59bea9436b" /><Relationship Type="http://schemas.openxmlformats.org/officeDocument/2006/relationships/notesSlide" Target="/ppt/notesSlides/notesSlide10.xml" Id="Rde69b2043a13459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01edc502e4820" /><Relationship Type="http://schemas.openxmlformats.org/officeDocument/2006/relationships/notesSlide" Target="/ppt/notesSlides/notesSlide11.xml" Id="R3a332d97b28548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170ebe9ee4b6f" /><Relationship Type="http://schemas.openxmlformats.org/officeDocument/2006/relationships/notesSlide" Target="/ppt/notesSlides/notesSlide12.xml" Id="R7f820a1eb0b544f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D7528-FD06-4878-81DB-1EF9F2F6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C2736-0C71-4916-B1E1-4A4A115B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8863C-24D6-42BD-BA2A-6ABB7570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32F78-8782-4840-8556-C26EAA1A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7589E-1656-4DD8-9E84-DF91CACE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B8893-E910-4374-83AC-C09E2C00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C15C38-C123-4829-BAA9-6DC230C5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42508-848A-43B8-B6AD-98B297A2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rounding to estimate and check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4ED2C-8E93-45E0-B26E-6FB5E826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7857A-A94F-49EA-A864-DA329B9B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9E885-9EC6-4B02-88BA-6D8238DE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532708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7EFA25-C36D-498F-AC3D-C7461132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E1972-51A4-4400-82EA-DAF66B14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9BBA8-53B6-4D1D-BA98-CAA5ECF9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8C0BF-65E7-4987-BF6A-11730D30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3D887-03A4-42D1-A371-0A1FF7CE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F61C9A-AEAF-4D11-89CF-9B766A66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F97A85-F2F9-4310-802E-B876C315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2EE77-A36B-4F39-A790-CF183041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D9BCB-BE61-4B3C-A0EE-18D6ECF0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EF6657-7944-4EDB-A982-F16BCA98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09B1B8-83AF-4E76-BC1E-33140615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5EEA68-5F8F-4760-85A5-D025EC02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CEF6B8-9AAB-4218-9BA1-5BA2745A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A975B-9337-4041-AA36-86FAF378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0D3E76-19FD-459C-96A3-EEEC539E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55D047-8EF9-4B23-9AB7-0FCDE211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056368-D1F4-4345-98FF-552AB229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D36C3C-24F3-49A5-BD33-DBC0C00A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54583-9055-42E7-9AD3-6788A692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834D8B-E9C7-4CEB-9DCF-2D4D0FC0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AC62F7-F6DA-4FE4-BDCB-7D48505D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398,742 + 203,118 by rounding each number to the nearest 100,000.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0805EF-CCE5-4521-82BD-8ABF60F8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518962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8E487F-83D0-45D2-BA2B-61B18F76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2C6EF-ECB8-44A9-92BC-9A644B4A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24386F-D1B1-48A1-A5D0-26C7BD11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07E58-5D87-4601-92F7-B6B71381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96B69-B6B4-4DDE-88F0-6122688D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D25D6-62C4-4661-8ADE-BAED878B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826BA6-10DD-44B3-9811-FD52301A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E6B441-5E07-45FD-89A1-AE3DE46D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F0BB2B-CBEB-4BF1-84FF-74362E40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D33FA6-7309-4203-8262-A915EA66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rounding to estimate and check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0500B3-4A46-4C75-BD11-1E841A56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D76BD-0CBB-4F75-8B46-A4D937EB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30853F-5AEB-433A-B103-B8E62C49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EEB2A-F695-497F-802A-AF8A0425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05CF46-E282-4BE9-9D91-EE4A024B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3380084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E0E8D-AAA1-4EC0-AEDF-6CC6F152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8527B-1970-4FC8-84AA-A530B153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B3FE0-7128-437A-B9F0-449B7DFD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E8ED25-B42B-46FF-ADFC-9F05849F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7F7B8-875B-414E-975C-6BEE9B0A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4BBC0-DBDE-409E-B4F5-5138DA11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0C6DD9-CA18-48ED-8935-46F9E8A6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F015C-B2AE-458E-9034-AC2440DF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523BD-F4EA-4AD6-9606-FF0DB89F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22AA6-6F4A-4C3C-A533-F599D792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398,742 + 203,118 by rounding each number to the nearest 100,000.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2EA80-63C4-4556-9E19-E55027F9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B104EF-95CD-477C-9504-BABACF2C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0ED1B5-F279-4CB5-9B85-640731B7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Underline the place named in the question.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44E0C8-E198-4B9A-AE27-2C3E7D8F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72280C-130B-4CE8-8FA3-0B9E947F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0F46BF-DCE4-475D-B0DD-00C28A1A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Check the digit immediately to its right or locate the two boundaries.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63D0C3-BDDC-47A7-A3A9-0674778D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68382B-C3B8-4AF0-8F72-909AAB44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94F994-28B8-4CA7-8626-FD6D35FB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400,000 + 200,000 = 600,000.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4F5A1-BE30-4736-89D0-A0680D02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BFF0B6-04C0-471F-AF50-78BD610A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C36DC4-CD42-48C3-A111-751A5030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Round to the nearer multiple and replace following digits with zeros.</a:t>
            </a:r>
          </a:p>
        </p:txBody>
      </p:sp>
    </p:spTree>
    <p:extLst>
      <p:ext uri="{BB962C8B-B14F-4D97-AF65-F5344CB8AC3E}">
        <p14:creationId xmlns:p14="http://schemas.microsoft.com/office/powerpoint/2010/main" val="18605646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6E238A-D03B-4BA1-8C57-E9BD4644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F83539-8857-4B96-B0C3-B5793B77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3E420D-54A8-476E-A6A8-B387D5AA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088DD-0CC6-4F69-B5E7-911A2861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458672-9FE2-49DA-B63E-8F6D7386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DB101-F291-4D82-A2E5-71182BC2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3724B-8BAE-45FD-B6A4-35F9F54C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D1516-132C-453C-AED9-F2353148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61C50-5423-4FA2-BB3F-611CEE17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952ED-0F8D-4E74-ADCD-3BC87491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3573E0-7136-4A09-8598-04C3A2FA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400,000 + 200,000 = 600,000.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1119C3-21D9-4141-B5DB-0D92FF76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7F5992-AFC1-4D7E-A269-D7C5D5D5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407E9A-4FD6-48C6-89C6-092036AA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786014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680C74-BF24-44DD-9380-10B9CC10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31B61-D360-43DC-AA4B-29867799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2B9600-350F-4D86-B1CB-2282E0FA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289487-BD18-4F2F-B2C4-19250E4F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0591BD-F52D-49BD-B321-BF36F909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65C358-0C0B-4FAA-B96F-D21AB91F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52FA6D-4C90-4890-B291-8F29301B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52ED8B-7917-4214-ABC3-7E2A9E3A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C6FC42-17BE-419D-8D09-30425ADB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44741-8DA6-4F88-8343-1EAEF71B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14A8E7-DF0C-4618-975E-727256B8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138754-2BC8-4B55-8172-798847A2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548714-A465-4699-81E3-E0B72402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DF1D4-2B61-44B0-BF24-A83E7FB7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DD09C3-6083-4F15-ABA1-898D28CB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8,000 x 50 = 400,000.</a:t>
            </a:r>
          </a:p>
        </p:txBody>
      </p:sp>
    </p:spTree>
    <p:extLst>
      <p:ext uri="{BB962C8B-B14F-4D97-AF65-F5344CB8AC3E}">
        <p14:creationId xmlns:p14="http://schemas.microsoft.com/office/powerpoint/2010/main" val="12452148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4EB00-F9AB-4661-8789-7525E9B2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18368-3279-4514-9A5C-B5C0E03A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F3061D-DD45-4FDC-96F9-06CBF43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7B0C00-F049-4B2C-9C4F-F4469671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BF45AA-BC43-4199-97D0-19CEC5BC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686BC-5B0A-4A09-901C-7DCA86B9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3B6A62-65B7-4080-AC12-65A10590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ABAE9-3E9B-4753-AD77-D059B869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FFC5E-CF7F-4EB5-9727-3EC784FE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702ea11b7542e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A127CD-31FD-4A2B-BDC0-F296361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387D67-5694-4C31-BCA0-76797BE8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believes an estimate must equal the exact answer.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79545-457C-4ABD-88FE-683AADFD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1ADA3E-2EE2-4F32-8DAA-6475DDCE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C6A1BA-338E-4C12-9C9F-3D4B671B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estimate is deliberately approximate and should show the likely size of the exact answer.</a:t>
            </a:r>
          </a:p>
        </p:txBody>
      </p:sp>
    </p:spTree>
    <p:extLst>
      <p:ext uri="{BB962C8B-B14F-4D97-AF65-F5344CB8AC3E}">
        <p14:creationId xmlns:p14="http://schemas.microsoft.com/office/powerpoint/2010/main" val="2324297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4DBC12-AAF3-4719-90A1-78678E57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49912-64AA-4E0C-A450-ADFB9DFE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F2DD6-32AB-4D28-A2AF-A5248398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02253F-D7C9-44FA-BC2E-79684AFC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753E2F-49F8-493C-A333-2C0E8E7E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A6D707-8E2C-4D11-A7B0-6B8B9118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B76B76-BE62-4E05-95A7-FAA2F24F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DA00D-6B66-418C-8620-7B486FDF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294E7-2FC6-4EF7-AF6D-DEDC685A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55C47A-6191-4670-8699-98CD3231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08FA43-6B08-4DD9-BCC1-A3964850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FD3A59-C0F1-4B1E-9EE0-A095ED23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9B2A17-8180-4B22-823A-899875CF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826141-6AFC-45D9-88DC-7F98D7F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2A7ED1-3BE4-42AA-8A48-D1A63A08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B45547-54F2-4FC6-A607-6F398706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EDDE3A-9C94-483E-8714-B0D78139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E21D5C-9FAD-480F-A961-B5B4EB14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6F30D1-4D4E-44CF-AFB1-2A12566D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581BA5-F043-4EF0-BCAC-1B89B3AD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58CBBA-304B-43DD-A064-92C21198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8,000 x 50 = 400,000.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0BBF21-3A20-44A6-B89A-5CFB5447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655083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FF53C2-1C17-4EB3-BCE4-9D7287FC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73BA16-DB88-4C31-9C29-01A7695E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AF2F7-0EB4-4B36-A287-50C2330F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8E5E3-E3A3-445C-9CBF-3E5A5211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8A15B6-8DE1-4C6E-9C74-B351307A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E23EC-53D7-48B5-9138-638757FC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50D90-337D-471C-B019-FDE08E65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3FAD1-8161-4A33-B01A-265BAC38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9A3525-C9B7-44D8-ACA2-604B5947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74188C-FC0C-4C55-B0F7-190C74A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11C740-9776-4DF7-AB8D-37FF2EC5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38BC0D-7038-4010-8A11-A4F8755A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8DC89-9B6F-4191-A2D1-3775788D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1EFA1-18DD-48AF-9FF1-6E945E15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303BA5-2A97-49C1-A603-A1686E87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DB26A-75F1-45DD-A4A6-8086A27D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D4B88E-5905-4032-AA17-863A67AB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AA5F34-1FBD-4668-8BD8-E2FD1CBC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7354B-1FFC-4F62-ABE5-E9BDD3FE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27A4BF-1321-4687-B753-592AF65B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D395C-C0EB-4AF5-99E6-FC397B43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985299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22F246-AE77-4BD2-BA7D-5FE52F7E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54BE67-20B1-40D2-8B35-9AF1824D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6768B-F183-4CDF-9EFF-DDF87ED9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865E8-84C5-407B-92B6-32FFCDB2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D874E-0BAE-4853-8C6B-928F909D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6A62F8-2821-49B8-B8E4-649FA90E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9831D-9C53-4EB2-BE78-A47A3649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AF5B6-7534-4006-8CCB-AF530558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C9A3B5-C064-4F04-B159-3C224620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5C54A-9763-4133-A192-ACEF37D3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estimate for 48,912 x 198 and explain the accuracy.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01E31-E066-469F-8887-60182365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7709A-8D4E-46B1-9F81-1F050CDB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A6230A-03E8-417C-8E7F-7CE97085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About 50,000 x 200 = 10,000,000. Other justified close estimates are acceptable.</a:t>
            </a:r>
          </a:p>
        </p:txBody>
      </p:sp>
    </p:spTree>
    <p:extLst>
      <p:ext uri="{BB962C8B-B14F-4D97-AF65-F5344CB8AC3E}">
        <p14:creationId xmlns:p14="http://schemas.microsoft.com/office/powerpoint/2010/main" val="15666081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E3CEC3-D261-4C0B-B563-59979AE5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039D2-0C7F-4B1E-9E07-7866E183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589EC-BBEA-4BC5-8FEE-C61EA573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350DE-269B-4721-B7CE-150A1A9C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B5864-8696-4BA3-B69F-DEBAF3A6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172A6-6B7F-4EEE-BDFE-9745955C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3A421C-F2D6-47D5-B618-BBE575E4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50B9F-791B-4850-9F54-55F48405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2F101-EBD0-4EDE-A792-000B4A78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2B2362-E365-4DE7-9A40-BE85D5BB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F7070-E906-423A-B191-B1D80CCC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37BCB-0558-4C34-B62C-EB647234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67991A-20F1-417C-A1BB-FF257B12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14F70-4D32-4A79-9712-ECB01857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EEA966-2247-4642-8228-D83FAB72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515D56-8132-443C-B0C7-705F10E8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281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600,000 - 200,000 = 400,000.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5A20F1-AA58-4E46-A9A3-7A494F7E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4B8124-4FD9-4492-837E-6174EFF7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758348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0EDF77-A80B-4706-888F-283D2174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9356B-2F89-4C86-A602-366D1592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FE514-36D6-4C84-9F05-F77E3038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0E3EF-3F89-4EF6-A708-65CC4EE7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5A7633-82D9-4E86-B49E-CDA9D4C2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C9CBCD-F484-42BF-9FA1-04E59736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E20AB-6200-4507-BA0D-C1FC4FD6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CA39D-7FF9-488C-89BE-3F968870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74BAC-D2AF-424B-8E2D-3E986DE5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D434C4-8288-4938-AC4C-062DF632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C5A87-B026-4DD5-99D7-EEA2D152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A67C8C-5562-4A46-BCB5-EA13CEA7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92FE6D-D003-4BE5-A98E-0B3C209F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68202B-1DA3-43C3-8083-E3354EC0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284C6-63E4-4E73-8820-9BA7BAAB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B72D1C-6B65-4401-8607-95388B46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AF17D3-6E02-49FF-83D0-F296CE70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believes an estimate must equal the exact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74956D-87F3-45E5-AABD-AE8D85D3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934C90-6533-4769-8E8F-0D16CEEB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CB350-C6B4-4BF9-A6AC-4D88C58B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BE8ACE-ED93-44BD-81A0-55A1C1D2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8D5F0C-8306-4314-9942-8E02B172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198633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2026-09-09T20:45:01.0370000Z</dcterms:created>
  <dcterms:modified xsi:type="dcterms:W3CDTF">2026-09-09T20:45:01.0370000Z</dcterms:modified>
</coreProperties>
</file>