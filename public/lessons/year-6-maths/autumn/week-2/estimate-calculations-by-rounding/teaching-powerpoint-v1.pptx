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Estimate calculations by rounding.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Estimate calculations by rounding.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9126FDEC-2FC0-48BD-A544-49A5420A745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Estimate calculations by rounding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32C386A-09FF-46B8-8321-8A8497368BE4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118EC04-8A46-43D0-9B4B-5DEF5A2F485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E445A31-B8E3-402A-8B76-02EBC2E21B2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CAFF633-B5D3-4E35-9121-386CA2205FE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C2E585C-A1C6-4D54-928D-1FDC76D59BB3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use rounding to estimate and check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50398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467C7246-D353-4F56-90FA-EAAB748D730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569313A-42F3-4724-8C77-C7AEDFED6E2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398,742 + 203,118 by rounding.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1544D27-A9E4-4FDB-A3E4-AD5C44F2C7C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0911B8E-14FC-49A4-8CA5-5606D8CFD16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947A151-3891-4815-A8EE-F15C0F3D53C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A91B4B0-6095-4C73-946E-D2B940FD5260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398,742 rounds to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BF7911C-0B6A-4546-BFF4-7DE55EDAFE42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400,000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DEDD469-AC14-459F-A950-88DD088837ED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203,118 rounds to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4289536-5103-4413-BECC-C3EDAA7C472B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200,000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C0CB6AF-67EA-4F42-AEED-66D2C9834CE8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400,000 + 200,000 ≈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6E6E909-7757-4971-ABA1-435D7BD69D1B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600,000</a:t>
            </a:r>
          </a:p>
        </p:txBody>
      </p:sp>
    </p:spTree>
    <p:extLst>
      <p:ext uri="{BB962C8B-B14F-4D97-AF65-F5344CB8AC3E}">
        <p14:creationId xmlns:p14="http://schemas.microsoft.com/office/powerpoint/2010/main" val="93565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53C9EDC-3D1F-42F1-9E96-EB8B8078340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72B99A5-1E0C-47FF-8EFC-8F38D3E2F56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2C84501-C50A-4448-9F25-285C16745BA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498,742 + 203,118 by rounding.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E8456DE-5AF1-41D1-BB77-7547B434F30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1783F1D-F10A-456E-BCF3-7B6B0D52C57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0EAA2DA-997D-4014-9142-10A1EA107D2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FFD36FE-7553-48F7-B816-32D4E8C41D6C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498,742 rounds to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E9D62FB-18BC-4C43-84CC-934EFA6E4B9F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500,000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9D98857-2466-42AE-98BA-A9EF43E53F1E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203,118 rounds to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63BC785-A3B1-4065-B649-50A5A3518078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200,000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A54935D-AC7D-4FED-BE78-AC13ADE9864F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500,000 + 200,000 ≈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73D0BBE-F73B-4C6A-8B1C-A5966B2C5D11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700,000</a:t>
            </a:r>
          </a:p>
        </p:txBody>
      </p:sp>
    </p:spTree>
    <p:extLst>
      <p:ext uri="{BB962C8B-B14F-4D97-AF65-F5344CB8AC3E}">
        <p14:creationId xmlns:p14="http://schemas.microsoft.com/office/powerpoint/2010/main" val="125000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0D97BD9F-AD7E-4F56-BE10-86956368DD8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DFFF9A6-53AE-41AA-8818-B2537E80963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598,742 + 203,118 by rounding.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02A791B-5340-431F-B30A-AA0F2538F8B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73F9611-8047-4D22-A2AC-6000F00C5D5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45CC9E0-15EA-4612-96D6-FF617661BE6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4CB1510-4F7A-45D8-AB87-8D7BF0DBEDFD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598,742 rounds to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C03BD10-BA40-42F3-9580-081A88B1F284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600,000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9F871DC-9908-4774-A397-DFD66A3B7389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203,118 rounds to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01D8FFE-8216-4C61-8A00-45300E62D2BC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200,000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7FA4BA0-BDAA-4AE7-A373-5DBFFB5768CB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600,000 + 200,000 ≈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0AD87FF-9A7B-4BAF-BB4B-FB211CE99C0D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800,000</a:t>
            </a:r>
          </a:p>
        </p:txBody>
      </p:sp>
    </p:spTree>
    <p:extLst>
      <p:ext uri="{BB962C8B-B14F-4D97-AF65-F5344CB8AC3E}">
        <p14:creationId xmlns:p14="http://schemas.microsoft.com/office/powerpoint/2010/main" val="149188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99F9DDF-F285-4C46-9D46-89ACE4A4F9A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AB49837-FC50-48D0-AE7D-174C3848637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43212DC-47B4-4E13-93C0-78B9F62ED18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698,742 + 203,118 by rounding.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9F23E3E-F288-4DBF-AF81-9EF2BC0FB72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1223121-FCDE-4596-94FB-5A325777DB8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7751F2F-3EC7-4A4E-AD1C-8B6458B55FD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3F01D29-3E34-4AD1-AD29-C4C219E33C24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698,742 rounds to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C3B9700-282A-4B30-A2C3-67B7B58D0F7E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700,000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FA4DEEE-B164-43E0-9BFE-139BCC7291B4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203,118 rounds to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5174FEE-8158-4FE1-8052-610830D7011E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200,000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ED4A474-CD68-4EB9-9A10-F54AC8C11B49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700,000 + 200,000 ≈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4D6799F-7842-4047-8666-07ED4CC61C14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900,000</a:t>
            </a:r>
          </a:p>
        </p:txBody>
      </p:sp>
    </p:spTree>
    <p:extLst>
      <p:ext uri="{BB962C8B-B14F-4D97-AF65-F5344CB8AC3E}">
        <p14:creationId xmlns:p14="http://schemas.microsoft.com/office/powerpoint/2010/main" val="30919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595847A8-B976-4E0B-9CE9-9B91CB08222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FFEADB0-BD97-4D1A-A9E0-91B9C30FA50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DEAC842-00F0-4A53-9502-F7D0F042738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E3D8502-E9D8-434E-955A-473CC3FB2F5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8A866B2-E4C5-46B4-B5CB-1D871D017AE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CA6DF38-8EBB-4F11-B7D4-826182D6473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8E919E7-0071-491F-AB95-79311D08357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23CADCB-444A-47B0-8B04-8B388870E22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398,742 + 203,118 by rounding each number to the nearest 100,000.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29E6D56-C054-4812-8BE4-D82E2C70D589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E6D6083-06A0-4CDE-978B-D8E4D7FFF3AA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8,102 x 49 using convenient rounded numbers.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351AD0A-0A57-4834-91D9-F7464B11CFE1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1A40C20-D860-4F83-B287-B698F592BAE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Estimate 623,590 - 188,420 to the nearest 100,000.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77333B5-5862-4B78-9CD1-2960653E23E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2781B76-0E4F-4447-A2FF-3FB0C9C1C97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Estimate 398,742 + 203,118 by rounding each number to the nearest 100,000.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96BCC39-9E71-493B-A46F-E1824C83026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2E005E1-D174-4D6A-A0C6-BB961F058544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Estimate 8,102 x 49 using convenient rounded numbers.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9F2D508-4E80-4CB2-80AD-F9DFB3D4466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B6F3884-A097-4CE7-B45F-F5CA186F4C2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Estimate 623,590 - 188,420 to the nearest 100,000.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C01D413-272F-4F4C-9C62-8C91406FE2F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9536611-BD8A-4AEF-83D7-B92EF3D5F080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Choose an efficient estimate for 48,912 x 198 and explain the accuracy.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25186E5B-5DED-48EA-A45A-3983F126E07F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E824C28-0E95-484E-86F5-45F76EA8B313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believes an estimate must equal the exact answer.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3C4870B-455A-4788-87DE-D681926D340F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6E3EE21-9C52-4AB1-A939-E38585FFA97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85F3642-6063-4196-8CF0-02C19E086D7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B64DE02-8455-4C01-8A78-D78579A83D4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Estimate 623,590 - 188,420 to the nearest 100,000.</a:t>
            </a:r>
          </a:p>
        </p:txBody>
      </p:sp>
    </p:spTree>
    <p:extLst>
      <p:ext uri="{BB962C8B-B14F-4D97-AF65-F5344CB8AC3E}">
        <p14:creationId xmlns:p14="http://schemas.microsoft.com/office/powerpoint/2010/main" val="147182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C7128C7D-0F55-402B-8D46-140288DDABB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BF47AD1-BBA5-4073-B99D-D88A6815293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3DDA36F-9580-483B-889A-0EE127D34B3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FC31987-0D9E-4F20-A2B0-2E3947F6B96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Estimate calculations by rounding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B39A4C4-B2D1-4847-AF24-9A1B0D4D4A4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CDC5D05-C528-4EAA-A80A-C0B7AB77402B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E746B36-9233-420D-862B-EA68EBF79711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400,000 + 200,000 = 600,000.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6350E2D-A132-4ED7-A2DD-DB7C2D5303B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AE157F5-25F5-4A2C-AF9A-FC14B7C987D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8,000 x 50 = 400,000.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29845CB-6755-4098-AED9-FB462187516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49170F6-8392-479D-A040-F0D10245EC3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600,000 - 200,000 = 400,000.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B5797AB-333D-4277-9B34-BD1460ED8D38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BC468F8-3522-4838-9AB2-5791BF97770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400,000 + 200,000 = 600,000.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EB4A12E-38C4-4A4F-AA1D-D448AE1C0D6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FAD2099-F865-46BB-984C-B49EAE24BB3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8,000 x 50 = 400,000.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7024BF2-21A8-4187-8EFC-23A65AE322C2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3411464-E089-4EAB-8EB9-ADC6A070374D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600,000 - 200,000 = 400,000.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FDD9C53-BDB8-42FC-AD14-452034649E48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1883C0A-3C88-4EB9-9C24-FC69454FB2D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About 50,000 x 200 = 10,000,000. Other justified close estimates are acceptable.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957F5E2-C528-421B-9433-5B0232929E1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5970E0C-4BD7-40E1-B238-9914659084ED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 estimate is deliberately approximate and should show the likely size of the exact answer.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D97B170-481E-4658-9F9A-95B2D5DE5F5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45AA373-4A52-4169-B5F2-1A9942854BB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F90D31C-6DE1-4AEC-BBC0-C17AAE3A3B2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6108373-AB5F-4AFC-9FD5-7FBBD5DF9E6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1639828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Microsoft Office PowerPoint</Application>
  <DocSecurity>0</DocSecurity>
  <PresentationFormat>Custom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2026-09-14T13:14:13Z</dcterms:created>
  <dcterms:modified xsi:type="dcterms:W3CDTF">2026-09-14T13:16:50Z</dcterms:modified>
</cp:coreProperties>
</file>