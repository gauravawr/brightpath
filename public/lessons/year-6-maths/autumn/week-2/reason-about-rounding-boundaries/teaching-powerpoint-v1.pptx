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0e2756c991145d1" /><Relationship Type="http://schemas.openxmlformats.org/officeDocument/2006/relationships/extended-properties" Target="/docProps/app.xml" Id="Re1ec8fe18c3b4918" /><Relationship Type="http://schemas.openxmlformats.org/officeDocument/2006/relationships/officeDocument" Target="/ppt/presentation.xml" Id="Rca8ed8544321420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4ab3ca9aebc46a7"/>
  </p:sldMasterIdLst>
  <p:notesMasterIdLst>
    <p:notesMasterId xmlns:r="http://schemas.openxmlformats.org/officeDocument/2006/relationships" r:id="Rd695e58355f8434e"/>
  </p:notesMasterIdLst>
  <p:sldIdLst>
    <p:sldId xmlns:r="http://schemas.openxmlformats.org/officeDocument/2006/relationships" id="256" r:id="Rf4bfee82b8434552"/>
    <p:sldId xmlns:r="http://schemas.openxmlformats.org/officeDocument/2006/relationships" id="257" r:id="R97798f54468e4f4a"/>
    <p:sldId xmlns:r="http://schemas.openxmlformats.org/officeDocument/2006/relationships" id="258" r:id="Rdf5889f723d6416a"/>
    <p:sldId xmlns:r="http://schemas.openxmlformats.org/officeDocument/2006/relationships" id="259" r:id="R2be0dfdc97ef43a0"/>
    <p:sldId xmlns:r="http://schemas.openxmlformats.org/officeDocument/2006/relationships" id="260" r:id="Rbfbb395163f143a9"/>
    <p:sldId xmlns:r="http://schemas.openxmlformats.org/officeDocument/2006/relationships" id="261" r:id="Rff77a6203a6d4815"/>
    <p:sldId xmlns:r="http://schemas.openxmlformats.org/officeDocument/2006/relationships" id="262" r:id="R70c5ad3eb4ad44ce"/>
    <p:sldId xmlns:r="http://schemas.openxmlformats.org/officeDocument/2006/relationships" id="263" r:id="R8a13b746d3864f15"/>
    <p:sldId xmlns:r="http://schemas.openxmlformats.org/officeDocument/2006/relationships" id="264" r:id="Rbd6e96d3cde7471e"/>
    <p:sldId xmlns:r="http://schemas.openxmlformats.org/officeDocument/2006/relationships" id="265" r:id="R626ae6b3db544bf5"/>
    <p:sldId xmlns:r="http://schemas.openxmlformats.org/officeDocument/2006/relationships" id="266" r:id="Ra267374ecbf04b91"/>
    <p:sldId xmlns:r="http://schemas.openxmlformats.org/officeDocument/2006/relationships" id="267" r:id="R73fb1c990406479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ba5a8aa17d24692" /><Relationship Type="http://schemas.openxmlformats.org/officeDocument/2006/relationships/slideMaster" Target="/ppt/slideMasters/slideMaster1.xml" Id="R54ab3ca9aebc46a7" /><Relationship Type="http://schemas.openxmlformats.org/officeDocument/2006/relationships/notesMaster" Target="/ppt/notesMasters/notesMaster1.xml" Id="Rd695e58355f8434e" /><Relationship Type="http://schemas.openxmlformats.org/officeDocument/2006/relationships/presProps" Target="/ppt/presProps.xml" Id="R2c59c684d21d4563" /><Relationship Type="http://schemas.openxmlformats.org/officeDocument/2006/relationships/tableStyles" Target="/ppt/tableStyles.xml" Id="R5869f7d41e7c4183" /><Relationship Type="http://schemas.openxmlformats.org/officeDocument/2006/relationships/slide" Target="/ppt/slides/slide1.xml" Id="Rf4bfee82b8434552" /><Relationship Type="http://schemas.openxmlformats.org/officeDocument/2006/relationships/slide" Target="/ppt/slides/slide2.xml" Id="R97798f54468e4f4a" /><Relationship Type="http://schemas.openxmlformats.org/officeDocument/2006/relationships/slide" Target="/ppt/slides/slide3.xml" Id="Rdf5889f723d6416a" /><Relationship Type="http://schemas.openxmlformats.org/officeDocument/2006/relationships/slide" Target="/ppt/slides/slide4.xml" Id="R2be0dfdc97ef43a0" /><Relationship Type="http://schemas.openxmlformats.org/officeDocument/2006/relationships/slide" Target="/ppt/slides/slide5.xml" Id="Rbfbb395163f143a9" /><Relationship Type="http://schemas.openxmlformats.org/officeDocument/2006/relationships/slide" Target="/ppt/slides/slide6.xml" Id="Rff77a6203a6d4815" /><Relationship Type="http://schemas.openxmlformats.org/officeDocument/2006/relationships/slide" Target="/ppt/slides/slide7.xml" Id="R70c5ad3eb4ad44ce" /><Relationship Type="http://schemas.openxmlformats.org/officeDocument/2006/relationships/slide" Target="/ppt/slides/slide8.xml" Id="R8a13b746d3864f15" /><Relationship Type="http://schemas.openxmlformats.org/officeDocument/2006/relationships/slide" Target="/ppt/slides/slide9.xml" Id="Rbd6e96d3cde7471e" /><Relationship Type="http://schemas.openxmlformats.org/officeDocument/2006/relationships/slide" Target="/ppt/slides/slide10.xml" Id="R626ae6b3db544bf5" /><Relationship Type="http://schemas.openxmlformats.org/officeDocument/2006/relationships/slide" Target="/ppt/slides/slide11.xml" Id="Ra267374ecbf04b91" /><Relationship Type="http://schemas.openxmlformats.org/officeDocument/2006/relationships/slide" Target="/ppt/slides/slide12.xml" Id="R73fb1c990406479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3e4ebcdc0ca43e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0484af544544f1f" /><Relationship Type="http://schemas.openxmlformats.org/officeDocument/2006/relationships/notesMaster" Target="/ppt/notesMasters/notesMaster1.xml" Id="R98a4a4f2418c4c3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8fa8bc50128462a" /><Relationship Type="http://schemas.openxmlformats.org/officeDocument/2006/relationships/notesMaster" Target="/ppt/notesMasters/notesMaster1.xml" Id="R1a9454cce4a847f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c7d259c652d4f0c" /><Relationship Type="http://schemas.openxmlformats.org/officeDocument/2006/relationships/notesMaster" Target="/ppt/notesMasters/notesMaster1.xml" Id="R947e5fe77d6c499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f49e9134cef47ad" /><Relationship Type="http://schemas.openxmlformats.org/officeDocument/2006/relationships/notesMaster" Target="/ppt/notesMasters/notesMaster1.xml" Id="R2e111ae0dba5433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63f4b26f47a465a" /><Relationship Type="http://schemas.openxmlformats.org/officeDocument/2006/relationships/notesMaster" Target="/ppt/notesMasters/notesMaster1.xml" Id="R665ff73f73fe45e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521a68c3a2b4d1f" /><Relationship Type="http://schemas.openxmlformats.org/officeDocument/2006/relationships/notesMaster" Target="/ppt/notesMasters/notesMaster1.xml" Id="R50869c63e566494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2397c82ec2f42e1" /><Relationship Type="http://schemas.openxmlformats.org/officeDocument/2006/relationships/notesMaster" Target="/ppt/notesMasters/notesMaster1.xml" Id="R778e2da2b5174a9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ffbaeb74d39429f" /><Relationship Type="http://schemas.openxmlformats.org/officeDocument/2006/relationships/notesMaster" Target="/ppt/notesMasters/notesMaster1.xml" Id="R9ca568d64778487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face40899f74acf" /><Relationship Type="http://schemas.openxmlformats.org/officeDocument/2006/relationships/notesMaster" Target="/ppt/notesMasters/notesMaster1.xml" Id="R37864f6e1e83478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743f6aaab3d4ef1" /><Relationship Type="http://schemas.openxmlformats.org/officeDocument/2006/relationships/notesMaster" Target="/ppt/notesMasters/notesMaster1.xml" Id="R0b314adcb391425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1650cc0cc3940f1" /><Relationship Type="http://schemas.openxmlformats.org/officeDocument/2006/relationships/notesMaster" Target="/ppt/notesMasters/notesMaster1.xml" Id="R8ea43ed47c944bf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c3fda9e44f34184" /><Relationship Type="http://schemas.openxmlformats.org/officeDocument/2006/relationships/notesMaster" Target="/ppt/notesMasters/notesMaster1.xml" Id="R4f489dafa2a94ff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Open number lines, place-value chart, digit cards, highlighters,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4,349,999. | Underline the place named in the question. | 85,499 is nearer 85,000. The lower boundary is 85,500.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round, nearest, boundary, multiple, accuracy, estimate.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then reveal each mathematical change one click at a time. Point to the numbers and operation that changed before moving to the next line. Final answer: 85,500.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4,349,999.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85,499 is nearer 85,000. The lower boundary is 85,500.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4,349,999..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Yes..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9,999, using 715,000 and 724,999.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Yes.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Yes. | 85,499 is nearer 85,000. The lower boundary is 85,500.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ba1a37b91c45a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cf8f82c245844fb" /><Relationship Type="http://schemas.openxmlformats.org/officeDocument/2006/relationships/slideLayout" Target="/ppt/slideLayouts/slideLayout1.xml" Id="R23f0117921d74fa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3f0117921d74fa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74a2504a254acc" /><Relationship Type="http://schemas.openxmlformats.org/officeDocument/2006/relationships/notesSlide" Target="/ppt/notesSlides/notesSlide1.xml" Id="R924c5bd7965a49f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29a1272fde4999" /><Relationship Type="http://schemas.openxmlformats.org/officeDocument/2006/relationships/notesSlide" Target="/ppt/notesSlides/notesSlide2.xml" Id="R97afa6ec83b245f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21e8c5372f45ef" /><Relationship Type="http://schemas.openxmlformats.org/officeDocument/2006/relationships/notesSlide" Target="/ppt/notesSlides/notesSlide3.xml" Id="R4168c0dd44ea475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099898b17f4a8c" /><Relationship Type="http://schemas.openxmlformats.org/officeDocument/2006/relationships/notesSlide" Target="/ppt/notesSlides/notesSlide4.xml" Id="R93e346af090b453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be5989b5e647c0" /><Relationship Type="http://schemas.openxmlformats.org/officeDocument/2006/relationships/notesSlide" Target="/ppt/notesSlides/notesSlide5.xml" Id="R0654f95a69494aa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7822deabe943cb" /><Relationship Type="http://schemas.openxmlformats.org/officeDocument/2006/relationships/notesSlide" Target="/ppt/notesSlides/notesSlide6.xml" Id="Rb85db63f743c445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d9cb8d961f485b" /><Relationship Type="http://schemas.openxmlformats.org/officeDocument/2006/relationships/image" Target="/ppt/media/image.png" Id="R99588cf9adf64f52" /><Relationship Type="http://schemas.openxmlformats.org/officeDocument/2006/relationships/notesSlide" Target="/ppt/notesSlides/notesSlide7.xml" Id="Rad01ef2e1c044bf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1d570a73ab49a1" /><Relationship Type="http://schemas.openxmlformats.org/officeDocument/2006/relationships/notesSlide" Target="/ppt/notesSlides/notesSlide8.xml" Id="Radfde7a88f274f1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ecede1eca84178" /><Relationship Type="http://schemas.openxmlformats.org/officeDocument/2006/relationships/notesSlide" Target="/ppt/notesSlides/notesSlide9.xml" Id="R42db6b958a46433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f7d5728d08450a" /><Relationship Type="http://schemas.openxmlformats.org/officeDocument/2006/relationships/notesSlide" Target="/ppt/notesSlides/notesSlide10.xml" Id="R3e69fe6ce4864c2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af9972a4d94420" /><Relationship Type="http://schemas.openxmlformats.org/officeDocument/2006/relationships/notesSlide" Target="/ppt/notesSlides/notesSlide11.xml" Id="Rd833f7d780b3425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d9f07c297e4bf2" /><Relationship Type="http://schemas.openxmlformats.org/officeDocument/2006/relationships/notesSlide" Target="/ppt/notesSlides/notesSlide12.xml" Id="R98363fd2fcfc429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75576F-A72F-49AC-9E81-5F8B31E02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DFB2AA-5451-466A-9D5A-5933F7E3D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09DF29-4515-4705-AEC4-F38AF5F80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60F85A-1949-4FB7-81A9-8498E683D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D9D8E0-36A7-493F-9C9E-829E94679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 about rounding boundaries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123A45-8A27-4DF6-BF60-295FFB4A7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D80AD1-63AD-4826-842C-B22C45BE6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96B1CB-8E3B-472E-8446-2B5D94882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problems involving rounding ranges and errors.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3146F7-6CCF-4C23-81A7-FE1A1B507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63854C-65B1-4E8D-BBBD-11FC3733C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Open number lines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4C1E62-D806-4063-97E4-EA357B838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35328476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5BAE251-C547-489E-876D-BEC9678F9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43B619-40DB-4ABE-83BB-4D16F7B51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85E497-221E-467E-B5A1-F0D779352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B783B0-17D6-4581-B8D4-23EA656CA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4D6F46-71B3-475D-B558-38FDA24E9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BB412C-D94F-4D7D-98D6-CBA704F69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1D16BA-2F16-4EB5-9483-E44A0ABF0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94F9B4-8D84-43E8-AA04-229192839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944301-BE42-4508-9988-E261B055D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rounding boundaries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FDCB04-6B02-4E41-8025-F03683986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8BBF6F-6F12-410D-932F-88786F261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E48F4E-2E71-4D40-B5E7-DE7EFC323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366F72-7A6F-4ED8-ACB0-BF4AF88CC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Round whole numbers to the nearest 10, 100, 1,000, 10,000 and 100,000.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2BFC0D-08E7-4D3C-A8E3-990B07DC9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64BAC2-C78F-4F64-9958-26AE232D3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32EBD2-041B-4605-8D54-AC25BFFC1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17AAD5D-5C3A-4148-B346-5EC4D9B80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number rounds to 4,300,000 to the nearest 100,000. What is the greatest possible number?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BAC78D-687F-404A-A4FB-24948AF25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6D0C89-9AA4-41D8-AE26-FDCA61B28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940AA2-9A62-43DE-BBCF-9A01A16AB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A202DF5-8E07-4ED7-BBA7-DC7C25DBC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What is the smallest whole number that rounds to 86,000 to the nearest 1,000?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27730C1-CF2D-4A94-874B-F1CA8C934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88326740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540F78-F682-43EF-B0C5-8E1C7299F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6131F6-3B3C-4739-9691-7B1C816BF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036D26-F4DC-4910-A459-7F95DB087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482FF3-AF8D-403E-9B41-3BE298D0B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4209A3-F484-4F02-8667-DE9A95020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1CBD19-F17D-4439-A52B-FB867D568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57CB29-FA2E-43F3-A3F2-76C475878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2CED23-21FF-4614-97EE-8F336F135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87ED53-4A04-4CB8-84EE-F139054A9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rounding boundaries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536BB6-0177-4B8A-9D68-D6CC32246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problems involving rounding ranges and errors.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9C58F6-A627-4D86-916E-05BE8135C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913B1D-EF7F-4C27-B4AA-C2B1AE555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Underline the place named in the question.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987EFE-8684-4872-901A-4393A863A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Check the digit immediately to its right or locate the two boundaries.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FB95FE-78C1-41A7-88FF-2728C71DA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Round to the nearer multiple and replace following digits with zeros.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489590-6C1C-4CBA-8DFF-82CD7B664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round  |  nearest  |  boundary  |  multiple  |  accuracy  |  estimate</a:t>
            </a:r>
          </a:p>
        </p:txBody>
      </p:sp>
    </p:spTree>
    <p:extLst>
      <p:ext uri="{BB962C8B-B14F-4D97-AF65-F5344CB8AC3E}">
        <p14:creationId xmlns:p14="http://schemas.microsoft.com/office/powerpoint/2010/main" val="57997889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0B03AB3-48E6-4A11-BD8A-826B29EBB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8F9D8B-977E-468E-BCF2-A9F54E2C6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43516A-904A-45D9-A479-38AF016A6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E4D7F8-BBCF-45A8-B02F-B4AC4D276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60C9DC-020B-40E1-8149-51DA25E7B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B50BDC-D0B4-44BD-8CF7-81232DEF8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8F2497-B158-4EDF-AFB8-98F2F7189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FD7434-62C6-4219-B209-E64747347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8FDD75-CC30-45C9-928E-497ED36B5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rounding boundaries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0F4577-683B-49CA-8058-BCC01F174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19200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is the smallest whole number that rounds to 86,000 to the nearest 1,000?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28EF3F-6AAE-4388-B23C-877F6484C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24075"/>
            <a:ext cx="381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6A4E3A-8BA6-41F4-8C7A-7F6E4AEB6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00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E11FD3-64E3-4911-AE86-0BB5A9D8E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145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Numbers rounding to 86,000 lie from 85,500 to 86,499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E35CC7-A95C-4C5F-8A8D-D630D8521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432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9F5BAE-E8BC-4166-AA96-E4D629406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765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E8A3E1-00AA-409C-9444-82D4C9D0F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908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Lower boundary = 86,000 - 500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1BE8B3-E55E-42AF-8EB4-183FD6E7A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195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35455B-19E6-4631-8083-6062D6008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528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3ADDF4-BA01-4221-8FDB-0F20097A6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671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86,000 - 500 = 85,500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336AD12-3392-4AAC-B993-1D2CE58BC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6958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97B699-59E4-4D97-89C4-F6AB9FEEC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291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48ED4B6-40EB-450C-A46C-664AAA06E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434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Smallest whole number = 85,500</a:t>
            </a:r>
          </a:p>
        </p:txBody>
      </p:sp>
    </p:spTree>
    <p:extLst>
      <p:ext uri="{BB962C8B-B14F-4D97-AF65-F5344CB8AC3E}">
        <p14:creationId xmlns:p14="http://schemas.microsoft.com/office/powerpoint/2010/main" val="188799252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A00BD0-0B98-4C74-BF33-AC4BC32BC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4878C0-CA3C-48BC-AAEA-56884639A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60F331-8C73-40C8-912D-5C8D072B9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A21187-3A23-41CE-8488-6CD97BE5B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586053-00BF-4209-B706-DC020A205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7F8BFC-C69C-453B-836E-F8C5FA7A7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DE1960-EFB9-485D-9BBE-8DD62EA8F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6EADB6-1F12-48E0-81D9-6EBA2177F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8638EC-E89F-4F80-9817-B508DD0A5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rounding boundaries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1D42E3-DC97-4BEE-B625-DEB32F33D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D8EE37-37FB-4066-8607-2EDF3F4CE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85,500.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8A17B6-A666-45AD-BBD2-ADB16ECFF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1464C4-8201-4B2C-BA43-518A354C5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Round to the nearer multiple and replace following digits with zeros.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E21ECC-9DAB-4219-A60A-8B150D4E5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72501028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06252A-8934-4D73-A36B-24030E16E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ABE554-2FB2-470C-8DE6-4E7053C6E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DFC97E-D86C-4951-9484-DA3950DF4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FC5C81-2CC1-41CD-B7EA-E35D3328E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C0B8CC-DBE8-4541-85DD-915A3C9A2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89AA20-7643-4993-9990-32AFD4834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26DC50-2AC3-41E5-A03D-3AA176EBE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0F5984-C274-4693-964E-89D0B1C54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E716A3-74E3-484E-BF84-222316BEF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rounding boundaries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2BCEFB-C853-4618-ACC7-B296FC186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number rounds to 4,300,000 to the nearest 100,000. What is the greatest possible number?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90E7BD-2E16-481B-B663-9E0414D2D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40C944-28D6-474D-912C-D5F3931E4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B4ED3B-C6A8-464C-9910-C4F219260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D244CB-F8E1-45E0-9DFE-CAC557B1E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59FBEAE-9814-4978-A05A-E8A5B9329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4,349,999.</a:t>
            </a:r>
          </a:p>
        </p:txBody>
      </p:sp>
    </p:spTree>
    <p:extLst>
      <p:ext uri="{BB962C8B-B14F-4D97-AF65-F5344CB8AC3E}">
        <p14:creationId xmlns:p14="http://schemas.microsoft.com/office/powerpoint/2010/main" val="185628747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94E934-9D64-4CC3-B2D9-1E7243B44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94E410-205C-4836-B7C8-2112204B2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76FD04-4FB4-40A6-AAD9-E3564E5EA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BB4A89-5DD4-4080-A134-4DFEDD095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4E2F48-C66B-40F0-B591-07A56ADC7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955BEF-CD15-445B-A8AD-91E2830D4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6375C8-3090-4108-8524-4EC2A78B2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C51EE5-481A-4BF0-B797-381AC58B4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0F4979-EC0A-4CC6-98F3-7A2D4D69C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rounding boundaries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588cf9adf64f52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B2C524-CDCD-49BD-B1D2-99B761886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D8CA6D-01C2-4BF2-993D-3C08EFA37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includes 85,499 in the range that rounds to 86,000.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CC989F-7518-465D-BD0C-BF0C7F03A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599621-2DA0-4AA0-A047-E988FD6F3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611E29-E0B7-4093-8078-32BB47F7D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85,499 is nearer 85,000. The lower boundary is 85,500.</a:t>
            </a:r>
          </a:p>
        </p:txBody>
      </p:sp>
    </p:spTree>
    <p:extLst>
      <p:ext uri="{BB962C8B-B14F-4D97-AF65-F5344CB8AC3E}">
        <p14:creationId xmlns:p14="http://schemas.microsoft.com/office/powerpoint/2010/main" val="210548580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C1FA389-DDA1-4896-9CCD-67EBF64DB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8324D8-D65B-4558-8A18-DF9574904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CAD19C-F648-4119-AAD4-3E6855CC3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7254E7-0F63-4015-8ABD-3C0C241D4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FC079B-4945-42CD-8443-ED89911FA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22FD10-F95F-415B-B77B-973362DF5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2EA02D-41E1-4388-9DDE-D7F68693B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D3384A-ADA8-4B8C-A0BA-412FCE468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E255B1-DF89-41C4-BA7B-6DBBF4970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rounding boundaries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1FA542-3A64-4BD7-BA4A-C18ACA0A6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498452-89AB-427D-9D43-B143A444B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96B0A8-0E57-453E-AE24-6C8E2E2B0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8F19E0-FA80-4D90-B49F-E037476DE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number rounds to 4,300,000 to the nearest 100,000. What is the greatest possible number?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63914A-690D-4C1B-B67B-70E3A6AB0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AF38DA-6014-4ED0-BC59-7F16474F0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43E40C4-86E7-4EB3-8C3B-E1924AAEF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A99CC0-6AEB-4E8E-A89A-8C7D3BBBE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6ACCB3-95FD-4795-AAF7-1AA0C051C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3CE4D4-1E71-4D5D-8467-89FD7A529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8BE5159-EA15-4630-A90B-00AB97603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C3E90FB-86C3-4D93-8B43-62C580D01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4,349,999.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6D95561-2E5F-494A-B415-0826BB529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33059832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AF91B92-AC31-4AD4-AF2E-76C3DC392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CE80C9-0142-4E54-B6AC-A434F7581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69A060-2B05-4FEB-8085-FB7972086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5A5CB6-EC3E-4309-ABC6-373A9F068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28D33B-2E15-4176-B2C7-8F5BD2644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8ADD4B-CF90-4EF4-A152-9A3E3B0FB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B69595-4866-4C7A-B3B1-2FABF6A7C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D1683F-D9B1-4C86-B5A0-8E0B5511A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81816B-02E2-43C2-9A02-3157D984E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rounding boundaries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C18EF2-00CA-4F0D-9E05-F7FBD1EA2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1CFF10-2F0A-4005-AED3-0EA554D9C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911ACB-A98C-4BA3-8C69-F014AB968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4B6CE1-8C29-4767-9466-691557179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Is 2,650,000 rounded to the nearest million 3,000,000?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9E55D4-F5C0-4ADC-A525-86420CAD3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AF5B4D-88FB-49A8-86A2-DF5342B44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32570C-DE2A-44C8-A271-FE3E1E7D4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BB9444-5FF7-4101-9A5F-CBE367394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FD997D-8DB7-4CD5-9D2A-563FD01D5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B54916-9A47-4BED-B919-86946DE38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06E7C8D-51F6-4E28-89A4-5039E9FA7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3FA35AD-DBBF-4394-9F52-612886B31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53026415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73FDCB-4404-4E08-BF4C-06256A148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FFC78A-0529-4360-8653-9372BCD2F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F7F599-39D7-489A-85DF-B47BF12FD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C51389-C262-44B0-A97E-21BE5418D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E30213-EA3A-44F2-9F3A-8F750BE65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64DBF8-1C75-4159-BB03-440AA47A1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DC4B8C-4F98-489E-BF38-513C483D9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C49BCA-141E-4F37-BFBB-2410F51FD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3E1926-FB6E-4C5E-A55D-22D4BF8EF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rounding boundaries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9255C9-9ACF-44A6-9AF0-1A3F4F251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Two different numbers both round to 720,000 to the nearest 10,000. What is the greatest possible difference?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A17A44-C81F-40DA-883C-21A57CF01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390EBC-A61B-4F50-A4ED-D1DCD27B0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C0A39D-33A5-49B3-BDC7-2642B1B28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9,999, using 715,000 and 724,999.</a:t>
            </a:r>
          </a:p>
        </p:txBody>
      </p:sp>
    </p:spTree>
    <p:extLst>
      <p:ext uri="{BB962C8B-B14F-4D97-AF65-F5344CB8AC3E}">
        <p14:creationId xmlns:p14="http://schemas.microsoft.com/office/powerpoint/2010/main" val="129123896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67FDF5-E4DB-457F-A854-476E9D976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09EFE8-52BF-41AE-9AA6-CC3269FE8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8B1F77-8917-482C-8D16-38658DCE7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099C54-1AE3-47C4-BC86-E4E5D127E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BCE2DA-EC5E-4069-9D8F-CEEECA632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00308D-02E4-4BE1-822D-945F4F6E5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5CF65E-0843-4838-BD55-E4917E8BD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600D10-4761-467E-8EFB-B1082D48B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D34453-79E5-49D0-82D3-F0B832012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rounding boundaries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0BA44A-7873-4B24-BF40-080C4A82F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D64C94-09E0-4774-AB42-C012D59BA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A75738-10D2-4C5F-8B8D-A120D3AB5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Is 2,650,000 rounded to the nearest million 3,000,000?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EC6C5B-1071-413D-AB31-F068523BD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D1C521-F6A8-4963-B586-3BAD6FDA8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36FF28-4B6D-41D2-A60C-8A4E02F10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6E0AB2-D75F-4F48-83E7-11E050636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Yes.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B58DB7-920E-4C9F-A6C0-BEECD09F2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DC8EC5-7C1D-446E-91E9-12D46213B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44382541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B36C754-2CA4-45D4-B63E-F465F964A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ADFAB8-35B1-4931-AE92-AF3CA0A26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1165BC-75A1-4DE3-8F5B-3A4D2D0E4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749C69-6FA3-498C-AA30-92F16024D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27D51A-0E7F-4C17-802F-663171DBD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53E54C-AEBC-400E-92A1-27F6271D8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CD46B6-E532-4044-ACDA-9F002E6CC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602B76-AEA4-496E-90F1-DF1B0B4F1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336288-70C8-4F49-A38A-E10002879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rounding boundaries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DFF2AC-36CD-4DA0-B4BD-DDDB6BECE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F44F49-66A8-40DA-BA87-60C573E95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2617FE-BC60-4F87-816D-E47711D14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142AD6-D5D0-4693-8BCA-044C0F73F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Is 2,650,000 rounded to the nearest million 3,000,000?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24A72F-5CF9-4351-8B75-11CA6DD13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1AD31A-5D54-4122-BF30-3F1AEF636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3C9BAA-22E5-4A7E-B415-4BA02E191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FE56E9-87C1-440B-AF00-94F7255B5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includes 85,499 in the range that rounds to 86,000.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9E064E-951B-4284-B2F8-8ECFE6D76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C6D20C-367E-4F0B-8E0A-FF8B308F7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5B4EF11-C729-4098-A216-5A025EE80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84EDE0-1DD8-41FF-985A-8D7B93948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B30F198-31B6-411B-9CA8-D5B1746A8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2420459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2026-09-09T22:13:39.8100000Z</dcterms:created>
  <dcterms:modified xsi:type="dcterms:W3CDTF">2026-09-09T22:13:39.8100000Z</dcterms:modified>
</coreProperties>
</file>