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3d7576966f4d7c" /><Relationship Type="http://schemas.openxmlformats.org/officeDocument/2006/relationships/extended-properties" Target="/docProps/app.xml" Id="Rf50d70d2cd7140fb" /><Relationship Type="http://schemas.openxmlformats.org/officeDocument/2006/relationships/officeDocument" Target="/ppt/presentation.xml" Id="R7a584376331b46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1c679c69dc41d3"/>
  </p:sldMasterIdLst>
  <p:notesMasterIdLst>
    <p:notesMasterId xmlns:r="http://schemas.openxmlformats.org/officeDocument/2006/relationships" r:id="Rb9ca86bbc63c4611"/>
  </p:notesMasterIdLst>
  <p:sldIdLst>
    <p:sldId xmlns:r="http://schemas.openxmlformats.org/officeDocument/2006/relationships" id="256" r:id="R1d8e00d1d0644bdf"/>
    <p:sldId xmlns:r="http://schemas.openxmlformats.org/officeDocument/2006/relationships" id="257" r:id="Rd75c5d4acac04898"/>
    <p:sldId xmlns:r="http://schemas.openxmlformats.org/officeDocument/2006/relationships" id="258" r:id="R86af820ebb93445d"/>
    <p:sldId xmlns:r="http://schemas.openxmlformats.org/officeDocument/2006/relationships" id="259" r:id="R0706073c8d9243e9"/>
    <p:sldId xmlns:r="http://schemas.openxmlformats.org/officeDocument/2006/relationships" id="260" r:id="R65195703e0eb42c3"/>
    <p:sldId xmlns:r="http://schemas.openxmlformats.org/officeDocument/2006/relationships" id="261" r:id="R17be53c5ec744823"/>
    <p:sldId xmlns:r="http://schemas.openxmlformats.org/officeDocument/2006/relationships" id="262" r:id="Rcb5cbe7ee27d420a"/>
    <p:sldId xmlns:r="http://schemas.openxmlformats.org/officeDocument/2006/relationships" id="263" r:id="R8c42cae33ce74a8e"/>
    <p:sldId xmlns:r="http://schemas.openxmlformats.org/officeDocument/2006/relationships" id="264" r:id="R06cf4e9a8396490d"/>
    <p:sldId xmlns:r="http://schemas.openxmlformats.org/officeDocument/2006/relationships" id="265" r:id="R3a59ba9639ca4cf9"/>
    <p:sldId xmlns:r="http://schemas.openxmlformats.org/officeDocument/2006/relationships" id="266" r:id="R0f7a01e3b4dc4714"/>
    <p:sldId xmlns:r="http://schemas.openxmlformats.org/officeDocument/2006/relationships" id="267" r:id="Rdbc172d45f944f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aa7fdc48234127" /><Relationship Type="http://schemas.openxmlformats.org/officeDocument/2006/relationships/slideMaster" Target="/ppt/slideMasters/slideMaster1.xml" Id="R0b1c679c69dc41d3" /><Relationship Type="http://schemas.openxmlformats.org/officeDocument/2006/relationships/notesMaster" Target="/ppt/notesMasters/notesMaster1.xml" Id="Rb9ca86bbc63c4611" /><Relationship Type="http://schemas.openxmlformats.org/officeDocument/2006/relationships/presProps" Target="/ppt/presProps.xml" Id="R538e082367174644" /><Relationship Type="http://schemas.openxmlformats.org/officeDocument/2006/relationships/tableStyles" Target="/ppt/tableStyles.xml" Id="Rd32d121ca21b4d77" /><Relationship Type="http://schemas.openxmlformats.org/officeDocument/2006/relationships/slide" Target="/ppt/slides/slide1.xml" Id="R1d8e00d1d0644bdf" /><Relationship Type="http://schemas.openxmlformats.org/officeDocument/2006/relationships/slide" Target="/ppt/slides/slide2.xml" Id="Rd75c5d4acac04898" /><Relationship Type="http://schemas.openxmlformats.org/officeDocument/2006/relationships/slide" Target="/ppt/slides/slide3.xml" Id="R86af820ebb93445d" /><Relationship Type="http://schemas.openxmlformats.org/officeDocument/2006/relationships/slide" Target="/ppt/slides/slide4.xml" Id="R0706073c8d9243e9" /><Relationship Type="http://schemas.openxmlformats.org/officeDocument/2006/relationships/slide" Target="/ppt/slides/slide5.xml" Id="R65195703e0eb42c3" /><Relationship Type="http://schemas.openxmlformats.org/officeDocument/2006/relationships/slide" Target="/ppt/slides/slide6.xml" Id="R17be53c5ec744823" /><Relationship Type="http://schemas.openxmlformats.org/officeDocument/2006/relationships/slide" Target="/ppt/slides/slide7.xml" Id="Rcb5cbe7ee27d420a" /><Relationship Type="http://schemas.openxmlformats.org/officeDocument/2006/relationships/slide" Target="/ppt/slides/slide8.xml" Id="R8c42cae33ce74a8e" /><Relationship Type="http://schemas.openxmlformats.org/officeDocument/2006/relationships/slide" Target="/ppt/slides/slide9.xml" Id="R06cf4e9a8396490d" /><Relationship Type="http://schemas.openxmlformats.org/officeDocument/2006/relationships/slide" Target="/ppt/slides/slide10.xml" Id="R3a59ba9639ca4cf9" /><Relationship Type="http://schemas.openxmlformats.org/officeDocument/2006/relationships/slide" Target="/ppt/slides/slide11.xml" Id="R0f7a01e3b4dc4714" /><Relationship Type="http://schemas.openxmlformats.org/officeDocument/2006/relationships/slide" Target="/ppt/slides/slide12.xml" Id="Rdbc172d45f944f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fdff0ea2a946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0c56455fa849e0" /><Relationship Type="http://schemas.openxmlformats.org/officeDocument/2006/relationships/notesMaster" Target="/ppt/notesMasters/notesMaster1.xml" Id="R50ce6653334440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43cbf468ac486e" /><Relationship Type="http://schemas.openxmlformats.org/officeDocument/2006/relationships/notesMaster" Target="/ppt/notesMasters/notesMaster1.xml" Id="R51275ef1c8b445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7f92d5e9c645ee" /><Relationship Type="http://schemas.openxmlformats.org/officeDocument/2006/relationships/notesMaster" Target="/ppt/notesMasters/notesMaster1.xml" Id="R75261cfba28041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e937bf6dc143c9" /><Relationship Type="http://schemas.openxmlformats.org/officeDocument/2006/relationships/notesMaster" Target="/ppt/notesMasters/notesMaster1.xml" Id="R276287831fd3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21d688d3c64f18" /><Relationship Type="http://schemas.openxmlformats.org/officeDocument/2006/relationships/notesMaster" Target="/ppt/notesMasters/notesMaster1.xml" Id="Rc21552cc94ff42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29e2fc71ba44af" /><Relationship Type="http://schemas.openxmlformats.org/officeDocument/2006/relationships/notesMaster" Target="/ppt/notesMasters/notesMaster1.xml" Id="Rc5266a03ae4145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c0fbd27f494c5d" /><Relationship Type="http://schemas.openxmlformats.org/officeDocument/2006/relationships/notesMaster" Target="/ppt/notesMasters/notesMaster1.xml" Id="R50f12feb056d47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5deebc417f45e8" /><Relationship Type="http://schemas.openxmlformats.org/officeDocument/2006/relationships/notesMaster" Target="/ppt/notesMasters/notesMaster1.xml" Id="R3edecc671bd34e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7f053fda554113" /><Relationship Type="http://schemas.openxmlformats.org/officeDocument/2006/relationships/notesMaster" Target="/ppt/notesMasters/notesMaster1.xml" Id="R3c4f338db00049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b0a934cbcd9494d" /><Relationship Type="http://schemas.openxmlformats.org/officeDocument/2006/relationships/notesMaster" Target="/ppt/notesMasters/notesMaster1.xml" Id="Ra182690c54264fb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8ff0a08fe16402e" /><Relationship Type="http://schemas.openxmlformats.org/officeDocument/2006/relationships/notesMaster" Target="/ppt/notesMasters/notesMaster1.xml" Id="Rc173cf6feb5d40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f83d2e0dbe4d9d" /><Relationship Type="http://schemas.openxmlformats.org/officeDocument/2006/relationships/notesMaster" Target="/ppt/notesMasters/notesMaster1.xml" Id="R46a0f5a7993246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4,349,999. | Underline the place named in the question. | 85,499 is nearer 85,000. The lower boundary is 85,500.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85,500.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4,349,999.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85,499 is nearer 85,000. The lower boundary is 85,500.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4,349,999..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Yes..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9,999, using 715,000 and 724,999.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Yes.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Yes. | 85,499 is nearer 85,000. The lower boundary is 85,500.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36917c7bff49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277ce5c26e4e3a" /><Relationship Type="http://schemas.openxmlformats.org/officeDocument/2006/relationships/slideLayout" Target="/ppt/slideLayouts/slideLayout1.xml" Id="Rcf5602fcd05a42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5602fcd05a42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2feb4e8364c23" /><Relationship Type="http://schemas.openxmlformats.org/officeDocument/2006/relationships/notesSlide" Target="/ppt/notesSlides/notesSlide1.xml" Id="R3dd9cadb7a5a47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a27cb34174038" /><Relationship Type="http://schemas.openxmlformats.org/officeDocument/2006/relationships/notesSlide" Target="/ppt/notesSlides/notesSlide2.xml" Id="Raccdc311dcad48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88323f5f94d7c" /><Relationship Type="http://schemas.openxmlformats.org/officeDocument/2006/relationships/notesSlide" Target="/ppt/notesSlides/notesSlide3.xml" Id="R14a0820a24ef4a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90b227c784ee1" /><Relationship Type="http://schemas.openxmlformats.org/officeDocument/2006/relationships/notesSlide" Target="/ppt/notesSlides/notesSlide4.xml" Id="R33b0af00aff14d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430ebebfd4765" /><Relationship Type="http://schemas.openxmlformats.org/officeDocument/2006/relationships/notesSlide" Target="/ppt/notesSlides/notesSlide5.xml" Id="R03244ea040d44b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0d1e74c3184c88" /><Relationship Type="http://schemas.openxmlformats.org/officeDocument/2006/relationships/notesSlide" Target="/ppt/notesSlides/notesSlide6.xml" Id="Rc22dad1aab0940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36eb9cba242ab" /><Relationship Type="http://schemas.openxmlformats.org/officeDocument/2006/relationships/image" Target="/ppt/media/image.png" Id="R7a0a633831b44ca9" /><Relationship Type="http://schemas.openxmlformats.org/officeDocument/2006/relationships/notesSlide" Target="/ppt/notesSlides/notesSlide7.xml" Id="R811102e89ed645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4bfec6ec341f0" /><Relationship Type="http://schemas.openxmlformats.org/officeDocument/2006/relationships/notesSlide" Target="/ppt/notesSlides/notesSlide8.xml" Id="R366900a5e2304f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0ab2c46c724644" /><Relationship Type="http://schemas.openxmlformats.org/officeDocument/2006/relationships/notesSlide" Target="/ppt/notesSlides/notesSlide9.xml" Id="Rf6e1b2446f754f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66864add4d4ed8" /><Relationship Type="http://schemas.openxmlformats.org/officeDocument/2006/relationships/notesSlide" Target="/ppt/notesSlides/notesSlide10.xml" Id="Rb35b4b757d0947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e06e373a14702" /><Relationship Type="http://schemas.openxmlformats.org/officeDocument/2006/relationships/notesSlide" Target="/ppt/notesSlides/notesSlide11.xml" Id="Rf5486c4c5c6e45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598107c5d42ce" /><Relationship Type="http://schemas.openxmlformats.org/officeDocument/2006/relationships/notesSlide" Target="/ppt/notesSlides/notesSlide12.xml" Id="Rad1e9b60bcc24e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A69930-7BA3-48C8-BF6A-A9D4AAA9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05949-F8F6-4253-B1C1-20D6E8D7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479B7B-3E7E-47F0-BFA7-61637DBF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E5BDA-A933-412C-8B18-C6F3D42D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6D46E-7278-484B-919E-A3AEF55E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7B930-E667-4C98-9C32-FF781533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52A5A-76FE-4250-9AE1-ED5D3B04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7523A-349F-4621-BB38-1538246B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rounding ranges and errors.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F5821-A42B-4674-B9F0-EF07F8B2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B65C7-2EBF-4F33-A833-D3603E5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DDF004-33C0-47CA-9B28-F5BB0B4A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133246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85B62F-5D0A-4D7B-8B79-16A69CDE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CCDE0A-B5EF-47C5-B52A-84EB2156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B1F6F4-E0F3-40EF-BC20-8D626979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3101A9-0692-4E82-9FE1-DFADBFC2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7BD66F-D725-4536-AD66-3BA89A13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5BB5B-23A4-4CF1-BA0F-456DCA52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4267A-80A3-462B-B074-057A9C88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85E6A-1390-49B9-B05C-1F2B2673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0401E8-00DD-4928-97A5-19AC232E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CBCCDC-9DDC-4842-B7A9-F21795FC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F5F3C-61F4-4A07-9B1B-68AF9F7A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9B97E5-C79C-43DB-ADDD-40AF6695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07F7CF-5557-412D-B1B6-8ACF3EE0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E3AAD0-2098-424C-952C-1C630F1D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8527F8-83B3-42C1-BC60-A9B60756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89E431-E835-422C-8796-A3547FE1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63962E-FEA5-41F9-8FC6-16A26FEB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86DD80-B1ED-45A7-845C-BB248596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0BB7A9-157B-429A-8EB8-7C545C48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C551A3-4B0F-4DA4-9BC3-C6C9CE92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A97177-479D-4BB1-BEA2-B42E72D7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smallest whole number that rounds to 86,000 to the nearest 1,000?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63B993-2594-4CBB-A3B9-61D9A404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608922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319440-75D2-46D8-8E95-CB1A9039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074387-6B42-4AE0-BA1F-DAD2E896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EBA6F-40AD-4D16-A355-95D72265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DD005-4A21-4F4A-BD0E-624E41DC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BE09B-4311-4596-A524-2E758732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FD01DE-148C-4DD9-9F34-9521F940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D3244E-95AF-4F56-873C-F5BB343A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3893DF-452F-4471-9110-26DB0DF5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71AC6A-5D34-4EF6-81C4-386F4F8F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52DF51-588A-4FBD-B1FA-17E1893A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rounding ranges and errors.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315A4-D45D-475D-96D2-C13C05B8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817C07-41AE-4E0C-892A-B25804C5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9A945F-C1C5-4147-BAF9-DD8FF2BB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AE5BDB-5747-4E73-BA57-F4CF124C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F67785-DD5F-4EFD-8DBF-0F38B933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1814521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7A3512-B980-45C8-8959-15DB0F61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42193-FD80-426A-8B9A-6B6653B1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8A2B-E1EC-4005-8F45-4E7CC669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9C45C-81D7-4DCF-8CB9-A10273DF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C9A87-6A4E-40E0-A0F7-1147A3A5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885C8-71CB-4D1A-9B7D-490565AA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403B68-891F-429C-A3F9-B6F10C38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869F2-6AE8-4329-A7CE-D464A655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003FD0-AF6B-4A92-97A4-060CD5D1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B6B41-B0DF-47F6-B765-028CBF1D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smallest whole number that rounds to 86,000 to the nearest 1,000?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37F604-E212-4A32-97C2-0530040A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E69862-DF8E-4CCE-A71A-4F116E2D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B30F1E-A5FF-4840-AC4E-854C97FD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Underline the place named in the question.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7294DD-2E4A-4C82-87D3-87A461F6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B135D5-E436-4ADA-855E-9359CAB8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C7DDC-B2BB-4D52-B143-94E514B7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Check the digit immediately to its right or locate the two boundaries.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AFC41C-A1D4-4C66-BB5F-C5B8AB6F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CE6E50-DD11-40F6-9880-92ED5B28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C64FFB-6EFF-4FEA-A821-53E9E8E9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85,500.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D874EB-282F-4868-B6E1-17F28962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749025-3235-4C36-80B6-9C3341F1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E75C7A-A7CC-458B-8527-B6D3BB96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Round to the nearer multiple and replace following digits with zeros.</a:t>
            </a:r>
          </a:p>
        </p:txBody>
      </p:sp>
    </p:spTree>
    <p:extLst>
      <p:ext uri="{BB962C8B-B14F-4D97-AF65-F5344CB8AC3E}">
        <p14:creationId xmlns:p14="http://schemas.microsoft.com/office/powerpoint/2010/main" val="2562114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DBB3C9-8C89-4459-837F-6F777EE3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8C8898-A706-47AC-9E68-59EA0A0A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66473E-1A8F-4BC2-9EEF-C9CFFA59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58F5A-0BFD-4355-B224-997DCA68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40E29-D9F1-4CAE-BED9-98D2F9C2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55EBF-6921-4B79-ACB6-28CAFE70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C88DF-1A5B-4969-98E6-DDE3D9BC5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87DC1B-342D-4AEA-AB29-EB894E81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C1602-58F5-4BE3-913D-5F836399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6816BE-92B8-4FFC-B042-9A095372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1AB1F-E297-4A77-97DD-73D87ED7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85,500.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36CFDE-EF76-4497-A10B-2BCE5334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B48FD-A4EA-4321-B78F-5BB6D8B0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71F9F0-8E99-4744-A2F6-9BD0B620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296712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83B5E0-BD6F-40B8-A406-4DF91DB8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216FC8-B28D-48C1-8A53-7B5E9BB2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E2E56-5C75-4005-8340-E18BFA7E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DF42C-DB42-4D47-A8E1-046EF70A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21B2E-DDED-448C-8882-2F993F48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67B9C6-D2C4-4216-8E9B-689A50B0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E09AA-4851-408A-8F3D-451D7AEF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A4F5B-0651-48B8-9097-DDDABAEB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DD287-7EB4-402F-8C5C-8D31CB7B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49CC4F-A046-4B2F-B06C-813B5A5D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59F46E-E5C4-4513-AD02-39EE8193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09B6F-D0DB-4EEB-AEB9-75FBCFC2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C886AA-BD81-445D-BB85-A6F15396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B7136-11E2-448C-8B27-1E40966A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CA6BE7-C800-4639-82F2-17C2ADA2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4,349,999.</a:t>
            </a:r>
          </a:p>
        </p:txBody>
      </p:sp>
    </p:spTree>
    <p:extLst>
      <p:ext uri="{BB962C8B-B14F-4D97-AF65-F5344CB8AC3E}">
        <p14:creationId xmlns:p14="http://schemas.microsoft.com/office/powerpoint/2010/main" val="13393917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082D40-2AF7-4204-A1BF-39584E18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F230D1-5099-4415-AD1A-5929917A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1FE6F-512B-46A2-866B-7C9ED13F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3B160-02D1-459C-A1EF-2E28E6EE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468A2-8492-4894-A49F-996CF950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33870-E4B6-448C-802B-DAB9CED7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5EE58-22B7-46B2-AA3D-D0FDD6F3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3B098-228E-43E8-A8E1-CF7539AB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421BA-B2E5-45E4-8980-3A7FBF7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a633831b44ca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2F8D9C-42F5-4A5B-A0BF-8B290353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673C1-E7EB-4B4F-9553-6322A4FF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includes 85,499 in the range that rounds to 86,000.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8AABE9-8014-4A64-8B6B-A819B2FB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48B9D5-A8B6-4860-BD3F-C57328D7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4582B0-60A0-4AD7-8724-0B9889C4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85,499 is nearer 85,000. The lower boundary is 85,500.</a:t>
            </a:r>
          </a:p>
        </p:txBody>
      </p:sp>
    </p:spTree>
    <p:extLst>
      <p:ext uri="{BB962C8B-B14F-4D97-AF65-F5344CB8AC3E}">
        <p14:creationId xmlns:p14="http://schemas.microsoft.com/office/powerpoint/2010/main" val="112796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99D7A3-EFD5-44B2-9C05-9D627E8C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DC4F2-E951-4543-8001-8772E411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5922CF-F91C-4202-BA13-8E7E399C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E15B5-5B15-4456-8D6A-95A1AF43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41495-D67F-45BC-AD61-01835554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B12499-9A82-4328-83F6-AE3EF844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C1C791-CBD9-4802-973A-F818AF45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1CD00-2972-448E-BA62-27352133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220A67-DE19-427D-8EBE-05DD77AC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1A6549-E437-4E1D-926B-E1B1030A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0F7558-92CA-475A-9126-708E20D8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D9EC8-2D13-495A-B211-FE50BD2A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46BEEA-950F-4297-BC93-AD4E38D7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A54E97-C7A4-46A0-BB94-732E7B71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C32D1A-C5D1-4F60-ABE7-75A9DB4F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01C832-E046-4649-AB85-5448C567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114FC-3544-446C-827A-1B9677A3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47A9AC-F7CD-495B-B842-80ECA99E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09445A-B732-43F6-8EED-842F6B1F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13A86D-D337-44A1-86A4-6ABCDB6C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B22730-B041-4A94-B1BE-751EA338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4,349,999.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CD644C-C37F-4E60-9B38-2C1D5E0F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370673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499E56-BBB8-4DCA-ADF0-C1B1BFC2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2BC0C-0469-4C59-B44B-C1503CE5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596FE-6DB5-4D8A-806A-EEB891EC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556AA-D217-4E76-B5A1-3F0298FC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61C9F-FF1F-48C8-9F26-A40D0BEC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77AAFA-17E9-49B9-9908-F936F1A4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A294B-3F88-4747-BC26-C2760298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51C18-1088-44B9-A001-FF204018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00CD6-BB3F-4671-AFBC-349412B7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176848-0F2F-441D-8BE5-7E6DC33D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87121D-7270-4CE2-8AF2-5694810A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AFBCE7-8570-4ECA-9F4F-35868E46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3FC595-2C39-4262-873D-0F2016FA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6FB3AB-BC3D-495F-8C4B-1FF15B3E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40D33F-EF16-4F25-ADFB-9B79D1B5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154C92-18ED-4080-91A3-EBC1C154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C8D27-486E-49C1-91CE-376667E5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95B85F-F0D9-4FA1-924E-74942752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7AFEE8-8085-435D-9450-34630E39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46B983-022F-4866-8AFF-1E8205C6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8BCC4A-D4B2-42E6-910B-BD00AAE9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8645275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3283F-A83A-4E29-865E-538EE0DB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65A08-CD03-4EC6-B2F1-DD5B72DF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FDDAD-65DA-45A4-85DD-22622761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DAE07-9B85-4EA5-B0BE-A284529B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46E45-C7A6-4632-B435-288D092D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4323A-6E6B-41BB-A2D6-B2543C5D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936119-DB97-486F-8332-38DC8097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FD2955-B65B-4B7E-914E-BEEE60E6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8C4BF9-997B-4490-ABB8-91F5157E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166914-F2EF-4CA1-9C3E-7EE55A4F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different numbers both round to 720,000 to the nearest 10,000. What is the greatest possible difference?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FCC229-DBF1-442A-91E8-0BB1F49F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9BE30-90FB-466A-B463-23D673BE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393F9-82B5-4504-86E9-A78FCA37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9,999, using 715,000 and 724,999.</a:t>
            </a:r>
          </a:p>
        </p:txBody>
      </p:sp>
    </p:spTree>
    <p:extLst>
      <p:ext uri="{BB962C8B-B14F-4D97-AF65-F5344CB8AC3E}">
        <p14:creationId xmlns:p14="http://schemas.microsoft.com/office/powerpoint/2010/main" val="19976274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FAA745-8CA1-40A8-865C-F8CCD548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5B70F-311E-4F4F-9B2C-B23B5520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FEB12-8C55-43B6-B9DC-A3ABC0F4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27D26-8D63-4AC4-AC16-27FED96A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57CA9-768D-439E-95FA-CBEC5FC2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2793E-1C08-495D-A5FB-B5024128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2115F6-D363-4AA6-8AEC-B9715E70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0F61B6-B202-4D09-BD2B-988E09C8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3D7D78-D3DC-432C-8761-DD49D8AB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31D2E9-333E-4B2F-A1F7-933AE464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47159B-4CD4-48E3-A2C8-E543BCAD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818675-CEE5-45FC-98E0-34946093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94465E-C982-4630-B842-B2EB6141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5156F-4DBF-4428-B0D1-45BBF3C3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690B65-0169-4C50-8E37-E07071B3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41793F-BB28-46DB-A12A-4F05EA41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Yes.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D977A-1552-49FE-9D96-14AB7706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D603CB-454F-45DA-946B-50237B3A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189033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32E210-BB06-420A-AFEE-9931332F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4A2FB-C232-48EB-BE64-D5F12A7B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F31434-FE70-4661-A5C0-749F0822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398F3-6441-432A-BE80-05B1DA0D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6C057-70AB-4711-8527-CA82DD25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2891E-4563-4594-A513-B30216A6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9377E-6DAA-45E7-BF22-F91F669B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92DC4B-8570-49FA-B4F8-8761A819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C3D05-8F04-48A3-992C-38FEEAB6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3FFC1-CE63-4EF7-B018-159DB912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3D2636-9209-40CD-935B-9FF42A0C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EE23DB-BD4B-42FB-96ED-22AEA220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A9BF8F-5ABC-40D0-9943-3C5F6491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50099E-3E30-4E1E-86CF-FB60E056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8A5BD3-00FA-40AE-9D0D-D5DD17D2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7D98FF-0189-4D76-8727-BFEADCDD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F957AA-4828-4236-95EE-B434E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includes 85,499 in the range that rounds to 86,000.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91C30E-AE72-46B0-B020-BD8B5871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AAE749-CD66-4B77-AB8A-70A47D09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308B17-F070-4477-BC27-DAC8B105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FC66B0-8646-462E-B042-085C230E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65D8A0-5921-4BC6-80D3-849064E1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683024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2026-09-09T20:45:03.1850000Z</dcterms:created>
  <dcterms:modified xsi:type="dcterms:W3CDTF">2026-09-09T20:45:03.1850000Z</dcterms:modified>
</coreProperties>
</file>