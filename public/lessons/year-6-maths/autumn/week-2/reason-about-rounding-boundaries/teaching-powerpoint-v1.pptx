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4,349,999. | Underline the place named in the question. | 85,499 is nearer 85,000. The lower boundary is 85,500.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What is the smallest whole number that rounds to 86,000 to the nearest 1,000? Answer: 85,500.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4,349,999.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85,499 is nearer 85,000. The lower boundary is 85,500.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4,349,999..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Yes..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9,999, using 715,000 and 724,999.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Yes. | 85,499 is nearer 85,000. The lower boundary is 85,500.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89954E6-DB23-40C1-9AFD-817A132C8E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BD93F8-B854-4430-9990-38E47239423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B81095-FB1A-44EA-8CC9-CB55462B88B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C9474B-1CE6-4F8B-82E0-B8E11FDBDF0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798147-FFC0-4772-9951-F31FA7CA613B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E30718C-1F34-4DC7-9FFA-A2C40AF8332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841F98-F0F1-482B-A34D-DC90AF5884F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D097DA-EA78-471B-B3D2-D498666964E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ADFD59-BDB5-4EC5-B4B5-E95ED6982CE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27D64E-D03E-418A-85EA-B0733C35F7E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D4DCA9-DAF2-4C01-B38C-11EE4BFCB77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29925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B3701C-08A2-4AC6-8CC2-EE34726816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3189BC-DA73-44B0-9082-AD65F380DE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45D13E-267A-4829-BFD6-BB17581077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0530D5-084E-4CAF-A5E0-CA84D0BC83E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027B99-44DB-4F9D-ADA8-C286F1BBEC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E40E8E-F02E-4526-BA66-EF9D725CCB6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5BE520-A583-4E79-8982-A6538CCBC5D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E4880A-B153-4DCC-831A-9E7B37AF01B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F17E62-AD1E-446D-91C5-D98247C1A69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81E963F-F886-40AC-9DCC-6CEE7FFDBBE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1C23CFC-11DF-4FE2-A5E3-727A727090D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C244C5-A6C1-460F-9B4E-08B5E14D8F0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09A1A8-542C-4A5C-8348-4A914A03746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7B1CD9-2086-4585-B88E-D54A0CFB939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4A4886-008E-4D37-82D9-A3AADF452AA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061C10-90FF-4BEB-9F85-AA6C4FDC54B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FEE4150-B7DE-4D6F-81DB-3706E1CDC30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4A02297-C51C-4D38-A76B-0DDB70BD018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5536E69-1561-4535-B000-B7E2A4675B4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13AF30-F810-47B3-B91F-705849A2AC1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B4DD11-9676-4DA3-862E-DD5B44598B1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smallest whole number that rounds to 86,000 to the nearest 1,000?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95A63F-C6B0-4E61-91A2-117EC4B4406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65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2CA32DA-BEEB-42D1-9028-C0067A95DD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A41680-05D7-4122-96BE-24E984258C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7B48D1-D624-41BA-8945-031D5F32F35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645DD6-0A54-40F4-88DD-9690A185713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A5A690-AD84-4750-BD1E-DCB3323D70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9180E-E175-4719-93A4-C446B9FE16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4172C9-BE04-4596-AAED-248375BA87B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53BEB6-E1AF-457D-BA78-685EF21CBB2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328EC-05D6-4162-94F4-43FA319C172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E888C0-00EB-4070-B1F5-2165EB8F82C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rounding ranges and errors.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1B7702-D8FE-4187-AE1B-DE46CBB51D0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E4975D-7E08-4750-9CE8-EE2E95A78DF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7F9BC0-05E3-46CE-B002-1AA0B23B463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DD6934-D5A7-42DB-936E-A732F5FF9A82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9AB540-C127-4189-82A1-D09C6CB930D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07669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516E196-8492-4F3F-AFF1-D8CAAA575F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9DF854-596A-4B64-88B0-747706E261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E4CB3A2-A41D-4A51-A739-7EC810DDEA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972F40-B51E-4B71-8A2D-005C40364B9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2993BE-FB82-41FB-8022-773A9100B7C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703271-899F-4B58-BCE7-AAB40F1796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90AE6-3224-404B-A362-571FAD024D7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B9224B-E108-439B-A1F1-DDB99753B6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404DB3-C3D5-4DC3-B5B2-52564516480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7811E4-591C-430B-A83B-C9C25306D1A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smallest whole number that rounds to 86,000 to the nearest 1,000?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671B74-9182-43A4-A638-DE43777BBA2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6D1974-69BA-4A2C-A068-322B0CB2E61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FA194C-0F40-4D02-BAA2-637FC3A9D5F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1F33BE-78F4-4E7D-8CAA-76CFF0B649AB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2C587B-E03E-4B6A-8119-5AA0FB79A09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BEEB415-6EB4-4ED7-B94F-CFEEC231EBC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E0BAE6-239B-47F5-A4FA-F3302BC7EC0B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2FA0AA-3E30-4AA6-9567-6C116A198A04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A1B20E-1D23-44F7-9CBD-185F3CB8551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D2B8AC0-6F18-4173-B405-F98FD147B61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276881-8F94-4958-9236-0E9A3C5DF6E6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107462-D8DA-4305-83D0-8243828AED5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766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4E35479-F25D-44B5-A143-551B31E3F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F402F9-062C-415F-B68E-7BEE705433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AD0D4A-C763-4206-97A1-8BDAEAE9DD2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2EF31A-F5C0-499C-8F76-43DC64479D1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F1B871-6F75-4AE9-BA3D-F47CEDE920D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C26BF-78BE-4D3E-8B0A-A14FE5EE1CF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B6384B-0455-4C9C-B49F-4B516033DE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34F748-CFCA-4285-97AB-950C1E8E5F3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AF4D30-CD3D-4A8E-B434-759DA10F28D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8CBCE2-AB4F-48A4-A912-D788D26C3A1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3C86C0-75D1-4A48-B2A8-5A8EC34A35C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85,500.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888437-CCB7-403F-8045-07B13DDDCF12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C6589D-7E3C-4545-943F-5E8DE330264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1C679A-A0D7-4928-AD88-3CA07C015E3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032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BDECAA0-5199-463D-BB10-1C5A414AB4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13D66A-352C-410D-8B40-98EA24E98B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56196E1-2FB2-4D40-BFC5-415366DD66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8DA0E0-D875-41EF-83E4-5ECC398953F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27E91-70A2-45F3-8189-A641BE9AAB8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F19403-5C6E-4E4B-BF6B-C11EA8A5754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65263B-0509-4EE0-9FAF-0AF965A57DD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1E566E-2A51-4053-B33F-F288ABD71B7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E7AB83-55D4-4DE3-B58B-BC10BE10C77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EE8653-E4AB-411C-B0CD-EC1D86969D5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2C0FBF-7F24-498D-9368-4C06DFE27400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86F3ED-4434-43D4-8F3F-9FB74F8708E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79F1E1-F633-4722-8C6C-307C6656778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36768C-CF00-4198-84AB-CFDC27463B7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931CB7-811C-49BF-B521-7BC366E6B43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4,349,999.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6492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9A4B0D9-1154-4A9F-94BB-07C39E839A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045B9-E580-4F10-B183-FFAE5B0E8F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030A9BB-C1C1-4BA9-AC1C-E08426013C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83FD07-587F-4FD4-8DFB-6472997C6A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447874-0E8E-4601-8052-3F1237FDB39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86856A-F45D-43B3-BE28-0795E8DBCCB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AF594D-13EB-4A47-B7C4-276FD87285C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8B6470-6251-4A82-B6A6-6918D47FE13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9A02A1-13B6-4509-8C3C-401632CC5EE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0D6EE72-4BDA-4E45-83EF-B2EFF24EE926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DF43CA-7C45-446B-8C6F-2EC65786E528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includes 85,499 in the range that rounds to 86,000.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D79F99-BC47-437C-AEB7-2E01709B76E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84D3B1-F7C7-41C0-9B34-EDAC7A2D144F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771ABC-4A78-4CA2-82C6-516ACFE05A9B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85,499 is nearer 85,000. The lower boundary is 85,500.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45612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94644D1-DDA7-4C97-8F46-0EE0E958D6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938A35-F17C-4F9F-BFB3-036A991548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DEC2706-8EC2-467E-A550-3F90A9BBAA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B1E2DD-3A9D-4FDF-B203-F660945C9E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54A7C7-EEF2-4271-A2BC-18B3480D70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473BEA-558F-40A4-9AFA-7827E511A28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194460-E206-4CB9-B57B-B2C1CEFD097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50AC4A-F6E1-4D41-BC7D-CA53DAE65B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09D7C5-3605-46EA-B75A-9A1E76229D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CAEDDF-F3A2-48A2-86C4-E3066D0B43A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8DE7F99-933D-4C4D-803B-9676522A8EE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2CBD67-F4E6-47E3-A063-41A5C49EF5E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ACD9FC-A12A-45D5-943A-AB267F0147F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4,300,000 to the nearest 100,000. What is the greatest possible number?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4AAA7A-EEBA-49D9-8D00-077F0B8E6E9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0C5F880-2960-40BF-BD98-B9A962A0EA9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CDAD1B-82C7-4048-9EC6-09767A104AF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4DCBD4-C2EF-4709-83B8-8A363348D50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49B5B96-634C-4A61-9C26-26EE093EFB4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F859201-8C2A-45E6-BB81-9575863D6EC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F99762F-74E0-4B24-B9DC-59FEE1F9E48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A32E8A-9DA2-4CFF-BF9D-E06129EF007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4,349,999.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4EEB11-7D5C-4D1E-A163-FAF963E9085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02622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0201C51-82C1-4B7A-B3F0-59F9A98E9A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54E40A-656C-433C-9321-C96A2441C7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49D040-912E-479F-AB74-DEE30355B23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548106-CD74-4B89-A74D-F16ACC1860B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FAD5F3-AF3B-4207-9B14-F92586A2BEE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DCC97E-20FD-4D89-A1CB-C85DC15EFBE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73E5B7-D62B-4A16-BCDB-2D6F3E0B13B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E7E08F-4A39-42E5-915A-01E766EC6BD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E8FC47-15E1-4BDC-B805-A4C3A5C0F69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67588D0-BC9F-4874-A2E0-64289560F3D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CA2DAD5-9450-4386-BCD2-CE09F87BD5B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B845D4-B07A-45A9-A125-D27F5BAE1A8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72EF07-EB28-4909-A33C-5BCD5484A13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3382E4-ED76-4B55-A2F5-AA24C415C27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3DFF0B-5E9A-451C-80FB-116CF78BC5C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F0D542-EFF7-48E4-B23E-7CE8C020A8E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6DAF939-487F-401A-AA92-E1EF1E9FFCF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96C9F4-4A36-45C4-99C8-EB52A857856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B33EB52-DD26-480C-9DE3-05A69EDF63B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64CE69-D78D-48CD-B700-6B07396D9D4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9F6A34-23F3-4783-8A74-8BC11618519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8529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91A33B6-7029-4ACE-A8A4-441C8AC532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DCEE4E-3FF8-485E-8024-55FDF8B94C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91722C-FA5A-4C64-8051-2D0AB14C739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346129-31A7-4618-89D5-C977C51B709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55A387-93D6-4153-B983-2263C4A9F8B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ADAEB8-A7BA-402D-BD74-F91DEDE41BD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A7070-C340-415D-94A0-47392C2675C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BBC64E-F731-492F-B508-EB08219F7E5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1820F9-BB0D-4391-BF3F-249A35AB57E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2CD2C0-11F3-475F-B749-8216A015C70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different numbers both round to 720,000 to the nearest 10,000. What is the greatest possible difference?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47AACD-8CAF-4401-8213-409E4296FAA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43EEB2-C5D6-4331-A78B-4D02C26F4F0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F3F7FF-EF38-464B-94AB-09513C700FD1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9,999, using 715,000 and 724,999.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922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48FB9AA-5D8C-4204-B5A5-84663B0055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79631A-1822-4037-9856-F0E70B6BD1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FB0E5-C5D8-4F6B-869A-7940D6E021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F2EF92-1C77-4EC8-B51F-602E357F2B7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D626ED-269E-4E82-9A78-CEE231F879A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9F4FF3-27FC-4302-B966-925A23B99B1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7DE217-8C6A-4AFC-8E23-6E453EEC481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98C0EE-7AD6-4F60-8E3E-3CE4D99795D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A8D1EE-1180-43D3-9FE2-DE06AB61462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9FE0CE-BD40-4CF8-A29A-CC3FE1366B83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6C0D421-D269-4128-B1C9-C9D8B3340BE4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E0FD47-C915-4644-9461-A891358245B8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CDD61A-7F37-435F-86F8-021F7A7EB6BC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EB466D-037E-4724-8194-7917F2B8F5CE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F654F88-20D2-4CDA-8701-337C6B7E9DF7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D5EBED-E6CA-4F58-BC14-C389A3F33903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Yes.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1749A3-DE27-4D3F-9348-F0BBC052F688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372803-D6FE-4BC2-BC2F-E38D7072FE30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2824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F9D50A3-7BEF-4AC5-938A-14674F0AB6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8C5591-43DE-4B88-A524-B0AC23E2CA2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C842E4-DCAE-4DB3-BE3F-EE5CC7F36D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A2D7BF-917B-4ABB-A360-79446779231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6F8486-5010-4A3F-A40C-57F28CFF4A0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EB9D16-C913-4D13-B5C9-02D695A9B24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D5D9BE-8C47-42AD-9766-BA9C9DF0AF7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4395F2-DA06-40BB-8B8A-F5A532B462D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5F408F-0991-43FC-A8DB-D01B3B04DF0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rounding boundaries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079613B-F099-4D28-85E5-5C98167EC72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3FA9A6-43B4-4266-B1D3-1A3173AA56F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4DE3F4-D228-4387-A311-CEF423CCDFA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FBD87E-EC1C-4F79-9879-CA7D2A7B537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2,650,000 rounded to the nearest million 3,000,000?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380B701-6306-42EC-92A1-9460D19BE96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50B6A1E-0C9F-4215-9BF9-980A17D0075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78C93A-B28A-4907-AC35-689D7B67C31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FDF0BF-E429-45A1-B4E4-869D4444CC4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includes 85,499 in the range that rounds to 86,000.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7F531D6-750F-40DC-BBF4-DEACDD99100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EB065C-1E2B-4F64-AABD-95D37E16189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516154-6D78-4D01-97B9-965560588DB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B24E2C-EECD-4115-AC3E-503122EB09A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D3AAC9-A2AD-4A12-8E47-C83087843C5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96551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2026-09-09T10:55:55Z</dcterms:created>
  <dcterms:modified xsi:type="dcterms:W3CDTF">2026-09-09T11:02:45Z</dcterms:modified>
</cp:coreProperties>
</file>