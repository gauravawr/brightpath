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4,349,999. | Underline the place named in the question. | 85,499 is nearer 85,000. The lower boundary is 85,500.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What is the smallest whole number that rounds to 86,000 to the nearest 1,000? Answer: 85,500.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4,349,999.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85,499 is nearer 85,000. The lower boundary is 85,500.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4,349,999..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Yes..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9,999, using 715,000 and 724,999.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A number rounds to 4,300,000 to the nearest 100,000. What is the greatest possible number? Expected: Is 2,650,000 rounded to the nearest million 3,000,000? Higher: Two different numbers both round to 720,000 to the nearest 10,000. What is the greatest possible difference?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Yes. | 85,499 is nearer 85,000. The lower boundary is 85,500.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4811D88-8A9E-4830-B39E-3FD4CAA3BD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497151-3561-4D7B-9BA6-E6D01A1874B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F3C3AA-5C7B-401F-AC12-D9D54C22545A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21F0D8-585A-4FB2-BC58-D5D76AE16526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A06183-89D0-4844-8834-8359129E0303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CA7B79-3466-42AA-9FEB-37A46EC5D31C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F457284-0D1C-4152-888D-73F64E76E36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CC6DB4-5E10-49C7-9264-A8B7B9C2A6EE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F5092F-D510-4983-87F2-D1A4806A4917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rounding ranges and errors.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7F9C5-D9E9-4CDC-9FE8-6AC747CA6147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46951D-6DB2-404C-832A-FD2C747AF6BA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7B8FB-1ED3-4B74-9E75-64F025F9C161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59432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34C4832-B4F5-4BB6-A572-19FF5C1DFD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D835E33-6170-40B6-AD10-D5F86BA0772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B6128B-434C-474C-B5B8-4ADA06A8F0C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DC618C6-AF27-4999-93B1-DEB9DF6B830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14E42A-0F39-4C03-A70F-ABC26451F41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0F4A97-3807-4396-A5E7-4B6C6A5CC10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77D68D-DCC8-4F63-A516-2AAA76D2FED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8FFCD7-D562-4E42-8F67-74A23C67E1A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E10812-4808-4665-900C-AE493C8305B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B2AEB1-C55F-4835-951F-C03612BF10F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E872519-DB28-4E3F-B347-A3BC6BE48E7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7FD6556-C4DF-4661-BE12-A2B4C69E80C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74C26A-9933-426E-9931-18330F7D95B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7133B4-5C3F-42AF-AACF-6AE63FB47CD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830DF1-5EAD-4E90-B597-AEFBA2C6A2B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374CC1F-2E74-4722-990F-A837BEC77D8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739300-AFD3-49E1-9FE7-4552F094D37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BA4301-4E28-4283-9E7C-7D95E0F8E84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E9E0F9B-16E4-4C38-BAD8-CE85415C76F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CFA0781-1549-4A08-A49D-3DDBF63AD17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EFAF45-54AE-4AC0-BC8C-95CEF0EF84B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F18C05-D345-4640-9E10-B2C609EA69E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smallest whole number that rounds to 86,000 to the nearest 1,000?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288DCA7-0DE4-4115-A57C-4452C148D77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55049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5AA85F4-8F75-49E9-A0D2-05725028DAA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706B08-DBF9-474C-B60B-8E737E80796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C5CC70-A8F6-4CC7-BDD9-96E9661245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1FE2F3-DE4F-4D22-9886-C5347078058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999C27-6256-4D6B-BFD9-2394B3D3824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1731F-B5AA-4FF1-8539-FA604F97E3A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862E4B-305B-434A-9CE1-7FE44606B36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EED7B2-9C6D-453D-887A-5058CC889AB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0D03C4-171A-4DF0-B06B-D3E51C022E7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D775B7-230B-44FD-9D2B-92B19CD0072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54CC75-14B1-4E8A-8034-D1E6F922BA34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rounding ranges and errors.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9C58AF-0C3D-418D-A605-130FCCE1D536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676F22-E2FF-426A-80A4-C7D41C20FA2B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FA6AA7-8940-450C-9AEA-4EB2B655900B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65DC95-194C-4649-A645-C3FC466CA3DC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4BA03F0-F6BB-431D-B661-670EC3F8041A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38705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31F5D0C-D185-41B7-A1C0-E48F4855C3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07E0AB-0E99-4CF8-889F-FCDC9CF5FFE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507354-A5BB-43AA-ABB0-6EAD7BB3C9C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B55B06A-021C-47BD-A515-8BE2461F7E6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5462BE-7DCA-4DBF-871C-B9F91A801E2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8101A1-7F7D-41BD-B897-310966071FA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095CBA-94A5-4561-A835-63EA595F440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29BB07-5B38-44CF-8194-D6017781233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C00F6C-03E8-4575-BC78-6F08B947A9B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5FD3D-EAAD-4DD0-A9F0-0632A29AB68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378CB0-86D7-4EDB-AABB-42A3EA0FE3F4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smallest whole number that rounds to 86,000 to the nearest 1,000?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589698-2EF1-4C2D-ABB6-0C127D5EAFED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DB4F1C2-67DB-44FD-9FCA-EE8B55074EF5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FEE049-354F-4DBE-8B19-DC38F47D5E2C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1E63F2-02E1-4CB1-9DB5-5794BEDB8428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Underline the place named in the question.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F4A1CD-FE9C-496D-977D-9B127ABA5A0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4185F04-9B86-4F38-906E-9322B7316956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2D91D4-B8D6-4B44-9EEF-BE62C422FF99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A5EDC79-AA77-4888-9B38-A563BA3EC569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digit immediately to its right or locate the two boundaries.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1D0BEC-7B21-4455-A187-91CD7FC50154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E9B15DE-5AC1-481C-BFA8-FD6180C32E4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05532A-8612-446A-81E8-1631539B6659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E4215B6-BB5C-4D38-A3D5-FE12A2A65E6D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the nearer multiple and replace following digits with zeros.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0976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D3CC24F-2F1C-4E73-A217-3E518EBA06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4A2DDB-68F2-4DF2-A599-44AFBF9470D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FD9C18-F665-4CFC-AAB5-A7738AA249A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DF1241-F7EE-48D4-B455-84BA63A0EE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E1986E-12AB-44D7-A295-BF7F1754741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8409CD-3815-4B80-BF40-671BA75284B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19D0A1-7E66-4ADC-9BCF-25545A9C95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F4D3FB-0CA6-4EF6-8815-8EC40894257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810F7B-00F7-4B23-AC9B-F842DD3DAD7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4D87D5-59D6-4642-A485-B0B54B8BF39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9CACAC-3288-47F8-AAAF-208DA3E8A61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86212C-42B4-4C03-A9CC-496A662087E7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85,500.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9AA007-6F71-47FF-8EC0-7FB1139B15E6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8A006-6A27-4E18-9277-755FDA20F1E9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8CF8D4-AE73-4DE7-B6D6-535238B8CB32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731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BBF51AC-6010-43A7-A48C-FFDE38FE3A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D774CE-A373-4C0C-A5FE-223BCE69724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10A1A4-234A-43C7-994D-624ECDA801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589CFA-3A07-4832-B394-F8649C1CEBA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6A847A-00A3-4D59-9285-8388D0D8A11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82C11-D59C-4D43-9670-907C48C73E9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434213-76B6-47DC-9F55-9753B07EC69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10EB57-9833-415D-B873-B0F9B78250F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4F21E5-EAB0-4A86-8309-74E420E7D61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F545A7-5F51-48A6-90E9-C0865EA74CB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C4B0AE-3E6C-462C-A40F-9073483545CC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516B9-BE37-4E10-B9D9-5140608CA9E8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95F638-4A50-4050-88D9-0CC7D9EA19C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9CBBF4-296C-4B3C-8924-C868EB8C6EB5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AE0AD3-BB2A-48D7-AFAE-2CA3212048CD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17CAE5-4C70-4BDC-AA86-1F0396B5A977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4,349,999.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094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A923F88-6DEA-44E7-B204-7D20710E49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031D61-4D5C-4AA8-B00F-30BF62C55A3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C42B33-14E0-44BC-9BF3-70070933934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2C9F21-3F97-4083-95AE-7AD23F15CD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B1311D-1490-4E75-9B0F-320ABB1362C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20170A-7DBC-461D-AE8F-573FE7FE99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00E4A3-9036-47CB-B731-359C7609CE8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5110D9-CBC3-4025-A14C-F922CCB70E5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AA8BEE-E19A-4730-B880-482E54E2A43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BB64CE-5C22-4C68-9CD7-9E4A60AAFE3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A057587-A294-4AE7-847B-3F103732BD9A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1B9471-0220-4F33-A257-533C1C256A89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includes 85,499 in the range that rounds to 86,000.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E5EFC7-ECD5-42AB-84FF-4FD4061C490E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29AF4-80F7-4072-8EF0-37F32992853F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89EB19-FA79-413E-A11D-4B06A9499E90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85,499 is nearer 85,000. The lower boundary is 85,500.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81179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2DAAF5B-CCDF-4477-8016-178ACE6D17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AE508B-39D8-469E-86D6-5A68C566C88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C1B443-B15B-49B6-BE16-9784164F15B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7E4EC05-DFF4-4E1E-A172-BC928F6CD82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74A428-C24C-458E-8F86-EFEA41E90CC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7A98D2-4816-457D-AC0F-7F86D4554B8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900237-6222-4BAE-ABF6-02BA88DB0FF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3C2A-F39B-4713-B092-9A225E171C5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E84C2E-A6CD-44EF-B45C-8C311E93028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BB8ACB-9BAE-41F6-A872-B86FFE7369D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0853FB-3E3F-4589-9E3C-6D3CB54D4A0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ADF267-2875-48F9-A016-2EA2674A9CC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1B2178-B745-4A75-86D1-A0394953055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1F3F89-8C68-40F4-B8D0-79C6123A585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F89FC6D-4148-4F1F-9B6D-2A99926FA05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793F92-FCDB-4BB0-85C8-3B1D6C9BF0E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54AF43-0229-47F1-B5D6-8C6DA405362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9DF931-A1E7-42A1-B58F-19B9A84B71B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A895ADC-76E9-4515-BF5F-F55D2A7341F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8C9AC2-1B49-4788-80AE-4ED16E40223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F502B2-681F-4BBE-85E1-C46BFEF457F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C8E27-8BB4-4E94-805E-E2B54AE81A0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4,349,999.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904B861-7132-4B6C-ACB2-D2771D16EE4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42863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D3C7035-0A2C-43B7-AAF3-D562A1236A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8EF03B-58FE-4D7D-A33E-B369B4D5CDD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728555-4038-4A89-896E-39A3594D28C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8390E2-9356-4104-B5DF-DB028E4871F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9B635C-8C9B-4C3A-B843-6D818DFC39F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B97535-4830-4A06-A7CB-538B2B632C4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EEF479-FDE2-4A55-ACF2-659F4509041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19B304-0F7D-4446-8A4A-1FDE819A814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5B9714-95EA-4882-B646-1A26330A4E2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D20951-15F3-4DFA-A7E5-6AC22056764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8B017B0-392C-4D40-AD18-932571F6B20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4CF9ABF-5FEC-424C-A13E-A4C49F78EF1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74AEE5-B44F-4939-B1DA-F4AF2D00449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1E0046-196D-4F87-8FE4-0D674DB2ECE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7F3A246-5E06-4BE1-9E28-8FD76624CD8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3C0661D-263C-419C-B4C9-2EEE8E3A551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38F2FE-725F-4462-A495-8C5890BC8C2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8E7C8B-C484-425F-A993-277F793768C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245A21E-CAA7-4AA1-BB72-F18B5C5A90C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BCBF259-8969-41A7-B994-1789E52CFF6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F50EC15-4D28-403A-87CB-F23538DBFEE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A3B5560-FDB8-4779-99EF-21D5AAFA85C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9465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316147B-B46C-4456-A949-D70436F2BD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D6726E-4EF1-49BA-BAEE-7C14D54CEF7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A145B4-BA06-409A-87F9-219FDD96EAF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ADA88D1-C00C-4632-A27A-BE316C3544D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1EDB72-7305-4034-9293-CDA7AE64CF9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BA54CB-58F2-4BD8-8C40-6B29D595A7F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A45BA4-2098-444A-9690-A170CEE5322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06F870-A875-48B2-997F-1151A389564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38AEF2-47DC-4342-AC5D-7A085893C6D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0C4719-5E90-40F5-A53A-74F2FEE90CA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B1CF76-DBB6-41E8-A2B0-1288A36E8BF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different numbers both round to 720,000 to the nearest 10,000. What is the greatest possible difference?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EE124F-AF8C-44B2-B322-31DAC02D6DCC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CFD9EE-1AEE-4DE1-9C21-95DF39031DA9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CF7092-83C4-4D25-88B4-197D4F0F8C1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9,999, using 715,000 and 724,999.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838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4570264-5C3B-4046-8357-6B5BD58114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5A8758-781B-41B7-BCF7-17A452D1EA6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2FE759-CF17-412C-920F-ED02DB16F09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A19492-FC1E-40A9-9A51-BE1E3CA3C8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E4BABF-039E-47CC-933B-77C130D34AD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04D292-4171-48A6-A2E8-0A3891B392A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942136-88F9-47F5-92AF-B942621B54E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7F2513-8369-41D5-80F8-1911E3054F5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66E0E0-469D-49F6-A227-9362E714F3F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D47CBA-D09F-4D2C-8DCA-66FE9E915D8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95AC2F-96D0-430A-8ED4-D6A37BA8D05F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B714190-8E13-42D4-A238-655D5A28AF91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99DCD2-BE3F-4194-AA08-8DBD70DDCF4D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5C9C23-5B8F-44B0-91DB-8453ACAFFA2F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C31620-9C5F-4377-A4B4-99E23A625A5E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C8A033-FBB5-4FBB-BCF8-F18378026D1F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8D56A2-3823-499A-BA25-B1EE05BA1DA3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53610A-6FF2-4F79-A38F-792FB5F66F99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18FB07-A7D3-4597-9F14-A9195CA492A6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0AB0A7-D8CB-485B-806B-59163A666D89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4C733E-06AF-4DF8-90BF-481AACF329A8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E8108A0-1288-49EC-A62E-C65B3D92E330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C1D7DD-BD7C-40A7-8C55-D8A77481820F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820979-A002-40D3-A7EE-367844DA796E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8A38C8B-867A-4C65-B7E9-A335DB9B7070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9CFCF7-82A2-400F-B49E-E36DD6C5D2B7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86523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9787BF8-2FDA-4B2B-AD8F-229F95AB83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FF72B6-E0DF-484B-BA9D-694B801B18E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73CF1A-10A8-4C31-8B75-2EB77359026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8B3BAF-E32D-400B-AC29-5CED20BE355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95783F-A080-45D6-B7CF-35821F0673A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68292C-84F2-4938-A830-5AB005F34B2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2F76C0-25D7-486B-9E33-101C6B7FA05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8DAFBB-B735-4FA4-B126-2E231BBBA59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AA8C03-DCEC-4091-AECD-108D558D655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41ABD4-295A-4B7C-A1AA-E3FA1B2050A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F705404-680A-4417-BE1E-F9F2510FD85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BB16E65-50A8-4910-A5A7-FD44E5E535F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A11522-1F1F-40C5-8D19-ACFE666DB51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D1A6F-6AE6-446F-8CE1-2F8BCB5A37C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807B63C-CC20-4736-AFA5-8D5EA96D1D3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F6B69D3-A700-4A82-870F-2C790EB3B3F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8DB857-D9D8-47CD-A880-6A8CA7991CF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7508FE-CAFA-4048-89C1-339DC1B71CC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includes 85,499 in the range that rounds to 86,000.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DDFD5AF-5815-4FB7-9D74-E102CB95A98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0BFE536-1A67-404E-AAF3-C391B04CC08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224CC5-BE3A-4FF1-85EF-B96261DE5FF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0EC1A7-6966-444A-A195-9D7FC54F351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7BF6EE-FCB3-4789-A008-9A9F422A816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67987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1355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2026-09-08T22:35:02Z</dcterms:created>
  <dcterms:modified xsi:type="dcterms:W3CDTF">2026-09-08T22:42:10Z</dcterms:modified>
</cp:coreProperties>
</file>