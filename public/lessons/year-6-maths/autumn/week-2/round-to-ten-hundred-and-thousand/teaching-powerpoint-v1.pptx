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1db1a9c54a40a4" /><Relationship Type="http://schemas.openxmlformats.org/officeDocument/2006/relationships/extended-properties" Target="/docProps/app.xml" Id="R5b81680061b64101" /><Relationship Type="http://schemas.openxmlformats.org/officeDocument/2006/relationships/officeDocument" Target="/ppt/presentation.xml" Id="R91ef1686ce9040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6cf92741084bce"/>
  </p:sldMasterIdLst>
  <p:notesMasterIdLst>
    <p:notesMasterId xmlns:r="http://schemas.openxmlformats.org/officeDocument/2006/relationships" r:id="R2abdb5a236ee4278"/>
  </p:notesMasterIdLst>
  <p:sldIdLst>
    <p:sldId xmlns:r="http://schemas.openxmlformats.org/officeDocument/2006/relationships" id="256" r:id="Ra0a5608051284b6e"/>
    <p:sldId xmlns:r="http://schemas.openxmlformats.org/officeDocument/2006/relationships" id="257" r:id="Re9cea509763c419e"/>
    <p:sldId xmlns:r="http://schemas.openxmlformats.org/officeDocument/2006/relationships" id="258" r:id="R2c51234831ae42b7"/>
    <p:sldId xmlns:r="http://schemas.openxmlformats.org/officeDocument/2006/relationships" id="259" r:id="R18cacc9c74344ba9"/>
    <p:sldId xmlns:r="http://schemas.openxmlformats.org/officeDocument/2006/relationships" id="260" r:id="R3685b2aa6c5d41d6"/>
    <p:sldId xmlns:r="http://schemas.openxmlformats.org/officeDocument/2006/relationships" id="261" r:id="R61537dd0f7aa4099"/>
    <p:sldId xmlns:r="http://schemas.openxmlformats.org/officeDocument/2006/relationships" id="262" r:id="Rf130d31dea544645"/>
    <p:sldId xmlns:r="http://schemas.openxmlformats.org/officeDocument/2006/relationships" id="263" r:id="Rb7cd1577d1b44f4c"/>
    <p:sldId xmlns:r="http://schemas.openxmlformats.org/officeDocument/2006/relationships" id="264" r:id="R9fa94f723f3a47fe"/>
    <p:sldId xmlns:r="http://schemas.openxmlformats.org/officeDocument/2006/relationships" id="265" r:id="R76008031d522419b"/>
    <p:sldId xmlns:r="http://schemas.openxmlformats.org/officeDocument/2006/relationships" id="266" r:id="R8ae4719c3955403e"/>
    <p:sldId xmlns:r="http://schemas.openxmlformats.org/officeDocument/2006/relationships" id="267" r:id="R93367c6463f9451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44241dd5092488d" /><Relationship Type="http://schemas.openxmlformats.org/officeDocument/2006/relationships/slideMaster" Target="/ppt/slideMasters/slideMaster1.xml" Id="Rf36cf92741084bce" /><Relationship Type="http://schemas.openxmlformats.org/officeDocument/2006/relationships/notesMaster" Target="/ppt/notesMasters/notesMaster1.xml" Id="R2abdb5a236ee4278" /><Relationship Type="http://schemas.openxmlformats.org/officeDocument/2006/relationships/presProps" Target="/ppt/presProps.xml" Id="Re7ed00b38f40427f" /><Relationship Type="http://schemas.openxmlformats.org/officeDocument/2006/relationships/tableStyles" Target="/ppt/tableStyles.xml" Id="R1a4222b579784ce0" /><Relationship Type="http://schemas.openxmlformats.org/officeDocument/2006/relationships/slide" Target="/ppt/slides/slide1.xml" Id="Ra0a5608051284b6e" /><Relationship Type="http://schemas.openxmlformats.org/officeDocument/2006/relationships/slide" Target="/ppt/slides/slide2.xml" Id="Re9cea509763c419e" /><Relationship Type="http://schemas.openxmlformats.org/officeDocument/2006/relationships/slide" Target="/ppt/slides/slide3.xml" Id="R2c51234831ae42b7" /><Relationship Type="http://schemas.openxmlformats.org/officeDocument/2006/relationships/slide" Target="/ppt/slides/slide4.xml" Id="R18cacc9c74344ba9" /><Relationship Type="http://schemas.openxmlformats.org/officeDocument/2006/relationships/slide" Target="/ppt/slides/slide5.xml" Id="R3685b2aa6c5d41d6" /><Relationship Type="http://schemas.openxmlformats.org/officeDocument/2006/relationships/slide" Target="/ppt/slides/slide6.xml" Id="R61537dd0f7aa4099" /><Relationship Type="http://schemas.openxmlformats.org/officeDocument/2006/relationships/slide" Target="/ppt/slides/slide7.xml" Id="Rf130d31dea544645" /><Relationship Type="http://schemas.openxmlformats.org/officeDocument/2006/relationships/slide" Target="/ppt/slides/slide8.xml" Id="Rb7cd1577d1b44f4c" /><Relationship Type="http://schemas.openxmlformats.org/officeDocument/2006/relationships/slide" Target="/ppt/slides/slide9.xml" Id="R9fa94f723f3a47fe" /><Relationship Type="http://schemas.openxmlformats.org/officeDocument/2006/relationships/slide" Target="/ppt/slides/slide10.xml" Id="R76008031d522419b" /><Relationship Type="http://schemas.openxmlformats.org/officeDocument/2006/relationships/slide" Target="/ppt/slides/slide11.xml" Id="R8ae4719c3955403e" /><Relationship Type="http://schemas.openxmlformats.org/officeDocument/2006/relationships/slide" Target="/ppt/slides/slide12.xml" Id="R93367c6463f9451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a693d9573849d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e66a56511941a0" /><Relationship Type="http://schemas.openxmlformats.org/officeDocument/2006/relationships/notesMaster" Target="/ppt/notesMasters/notesMaster1.xml" Id="Rc1cedd492f954e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4d931a9b6964bd8" /><Relationship Type="http://schemas.openxmlformats.org/officeDocument/2006/relationships/notesMaster" Target="/ppt/notesMasters/notesMaster1.xml" Id="Rd713c8be02c541c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272e5568bcb4c56" /><Relationship Type="http://schemas.openxmlformats.org/officeDocument/2006/relationships/notesMaster" Target="/ppt/notesMasters/notesMaster1.xml" Id="Rb6e845086eef49e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f2fd41433347c7" /><Relationship Type="http://schemas.openxmlformats.org/officeDocument/2006/relationships/notesMaster" Target="/ppt/notesMasters/notesMaster1.xml" Id="Ra7d8636a812f4b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12706e9f344c08" /><Relationship Type="http://schemas.openxmlformats.org/officeDocument/2006/relationships/notesMaster" Target="/ppt/notesMasters/notesMaster1.xml" Id="Rde456f211af048f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00dbaae2a7340b1" /><Relationship Type="http://schemas.openxmlformats.org/officeDocument/2006/relationships/notesMaster" Target="/ppt/notesMasters/notesMaster1.xml" Id="R23192c88819346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26b3cf9cf048bd" /><Relationship Type="http://schemas.openxmlformats.org/officeDocument/2006/relationships/notesMaster" Target="/ppt/notesMasters/notesMaster1.xml" Id="R3504508e1cd44e1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12293a4e46c4c18" /><Relationship Type="http://schemas.openxmlformats.org/officeDocument/2006/relationships/notesMaster" Target="/ppt/notesMasters/notesMaster1.xml" Id="R8d2241e12221430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71cb5eb372e4235" /><Relationship Type="http://schemas.openxmlformats.org/officeDocument/2006/relationships/notesMaster" Target="/ppt/notesMasters/notesMaster1.xml" Id="Raa444b0a61c7494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594244ff07445c7" /><Relationship Type="http://schemas.openxmlformats.org/officeDocument/2006/relationships/notesMaster" Target="/ppt/notesMasters/notesMaster1.xml" Id="R54f09d745d97483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8a8d53c658f40e5" /><Relationship Type="http://schemas.openxmlformats.org/officeDocument/2006/relationships/notesMaster" Target="/ppt/notesMasters/notesMaster1.xml" Id="Rdf07d65b04f04a4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40a9c20be7949a8" /><Relationship Type="http://schemas.openxmlformats.org/officeDocument/2006/relationships/notesMaster" Target="/ppt/notesMasters/notesMaster1.xml" Id="R59c36f244c3e4e0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905,400. | Underline the place named in the question. | Only the digit immediately to the right of the rounding place decides the direction.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468,750; 468,800; 469,000.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905,400.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Only the digit immediately to the right of the rounding place decides the direction.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905,400..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280,000..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Any three from 51,500 to 52,499.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280,000.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280,000. | Only the digit immediately to the right of the rounding place decides the direction.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74db414d1649a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7dc14e0b723484a" /><Relationship Type="http://schemas.openxmlformats.org/officeDocument/2006/relationships/slideLayout" Target="/ppt/slideLayouts/slideLayout1.xml" Id="R4c5d302c9e4c4c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5d302c9e4c4c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bc0af21a3b479c" /><Relationship Type="http://schemas.openxmlformats.org/officeDocument/2006/relationships/notesSlide" Target="/ppt/notesSlides/notesSlide1.xml" Id="Rd943d92c83ad4c5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4976cc368643cd" /><Relationship Type="http://schemas.openxmlformats.org/officeDocument/2006/relationships/notesSlide" Target="/ppt/notesSlides/notesSlide2.xml" Id="R36c538f1524749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61fcc74d884c98" /><Relationship Type="http://schemas.openxmlformats.org/officeDocument/2006/relationships/notesSlide" Target="/ppt/notesSlides/notesSlide3.xml" Id="R913f12311ae7441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aaff1993444f3a" /><Relationship Type="http://schemas.openxmlformats.org/officeDocument/2006/relationships/notesSlide" Target="/ppt/notesSlides/notesSlide4.xml" Id="R1cb8085529ed49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21d1f24be641fc" /><Relationship Type="http://schemas.openxmlformats.org/officeDocument/2006/relationships/notesSlide" Target="/ppt/notesSlides/notesSlide5.xml" Id="R340d7b71a08e4af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779adfb6a4c67" /><Relationship Type="http://schemas.openxmlformats.org/officeDocument/2006/relationships/notesSlide" Target="/ppt/notesSlides/notesSlide6.xml" Id="Rf4993768f5d1485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27e3fab81c4971" /><Relationship Type="http://schemas.openxmlformats.org/officeDocument/2006/relationships/image" Target="/ppt/media/image.png" Id="Rd0b4e8075a984e40" /><Relationship Type="http://schemas.openxmlformats.org/officeDocument/2006/relationships/notesSlide" Target="/ppt/notesSlides/notesSlide7.xml" Id="R21ad38257ffb4f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484072e736417a" /><Relationship Type="http://schemas.openxmlformats.org/officeDocument/2006/relationships/notesSlide" Target="/ppt/notesSlides/notesSlide8.xml" Id="R977d15f1ded04c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11a7660780499a" /><Relationship Type="http://schemas.openxmlformats.org/officeDocument/2006/relationships/notesSlide" Target="/ppt/notesSlides/notesSlide9.xml" Id="R589f3368a36f473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104024c09243d5" /><Relationship Type="http://schemas.openxmlformats.org/officeDocument/2006/relationships/notesSlide" Target="/ppt/notesSlides/notesSlide10.xml" Id="Re811697c96004c1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8e644f01848b7" /><Relationship Type="http://schemas.openxmlformats.org/officeDocument/2006/relationships/notesSlide" Target="/ppt/notesSlides/notesSlide11.xml" Id="R41a95999d77d473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db504c34374731" /><Relationship Type="http://schemas.openxmlformats.org/officeDocument/2006/relationships/notesSlide" Target="/ppt/notesSlides/notesSlide12.xml" Id="R2032912c9b8248c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384505-D075-4765-BC59-5F36E21B4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D48835-E45B-4EA0-A065-8DF790E9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41CE3A-BA77-466C-B02B-2FB1E1A8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824005-E3BC-4174-9B49-CB4BA8ED4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E05FE9-471A-434A-A7E5-E79895F83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B3CABA-B218-456C-A4ED-67397CC91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4AEA0A-C18B-4FF6-A5E3-896C9316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CA86FC-C903-4C53-AC14-1F2818F9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whole numbers to the nearest 10, 100 and 1,000.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3EB4A3-5F3A-4152-84B3-6ACE1D37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2DAA71-FC97-4077-96FC-FBC94EF2B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CE184F-66C9-49CB-BE07-74DDB498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8718621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CBE8B3-7843-4431-BBC3-B32F4EB3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E338AB-07EA-49F9-8C6C-4DA81310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D2199E-A30F-40C9-B859-2AD89961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A35BC5-99CD-4E8D-8F43-E0DDB45B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562CEF-DCAA-4F09-AE76-E00DD569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AEC1CF-AC4C-4FA3-9972-941544C0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F74F9B-B5C6-4A5C-9CE0-7BDB9F54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24846C-65E2-47F6-9DE4-3A6B2EBF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97368F-8746-4D51-89B7-857D34DF1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069384-871B-4B66-B0E9-0294B7E4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419B4B-2DFC-4427-A6B8-50A69B07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F0125F-7C68-4398-8015-87745624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7DE791-BF7A-4619-B982-86AFD79B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5B5F6C-9888-498D-B50C-799D7C58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F2FD51-0382-449B-897A-FF05DCE7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16A3CB-C416-4985-B2FF-BABFA16A1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AB6738-B06E-4ADF-9A2B-720AD220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905,449 to the nearest 100.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F5CB50-3E87-4ED4-90A2-06DAE4E2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D1A63B-7858-4B2E-A08E-D2272550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7644B3-418F-4003-892F-AC4807B91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D6B9A3-3923-4C74-8A60-215FFB15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Round 468,753 to the nearest 10, 100 and 1,000.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94A931-BEED-4663-AAB0-20392E11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51341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67CB29-B584-4CEC-A89C-1CD3043A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34EC55-7DC8-4B34-97CE-D80710A9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21F336-1BC6-41B9-99E8-8E46A8B1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392E14-CCC0-4907-A1BE-1BE9D59B1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D2397B-7D90-4C50-893B-0FFA9C95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C07358-B0FC-4043-AA4D-A9E8D8A6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A1A0BB-338A-4D84-8F96-E99D30FA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FF24EE-50DE-4ECA-BC23-668AA681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0E79F9-9B32-4893-913B-C141FF816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6DCF77-5748-481C-8F6F-26945803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whole numbers to the nearest 10, 100 and 1,000.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70FD07-3366-4A52-B0C1-85D8E243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8FD892-06DD-4646-8CAE-F945FF0ED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6AC080-DA40-49E3-919E-B0F7D26C4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CC8D42-3039-4831-BDD7-636A343B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465868-6F32-4E53-9FF1-E463BE87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1873926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CB0866-9299-46B2-A7AE-149EE68A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81FF43-A0AE-483C-91A6-73BBADBF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EB832F-658B-4EBB-8368-3195A9C2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9D9748-86DA-42BE-81F5-46FBB16A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FF33BB-5971-4BC6-95F0-03D9CE5A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82A5C6-FE4D-42C3-9DA9-A81AA08B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1333B0-F3B9-4668-98A3-943421D1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0C0D09-2C41-4287-AF57-99068DB2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51E32A-00B7-459E-9F02-9318B4CB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0921D8-8F1D-495D-8474-56BCF542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468,753 to the nearest 10, 100 and 1,000.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D748C4-604D-4A20-AC6A-EEB5579F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32112B-77EE-46A7-972C-4BB78C72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30C607-C6A9-4ED7-9E14-D0850106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Underline the place named in the question.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D72180-155D-4006-BD32-292B26263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579033-D0E2-4D42-8F1F-A5EE5C9C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131522-9F1D-4846-AEA2-A4D8F983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Check the digit immediately to its right or locate the two boundaries.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D00AB6-29D2-4411-AC85-8B41BA48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660AF1-4AFE-4C0A-897B-C1B0A89A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95D85B-A8DB-498F-9275-71349703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468,750; 468,800; 469,000.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AB69F5-8079-408D-BBA5-93545218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F31F89-34E8-4393-85AA-604C4A50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80373D-93C2-4793-8EB7-462DE8429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Round to the nearer multiple and replace following digits with zeros.</a:t>
            </a:r>
          </a:p>
        </p:txBody>
      </p:sp>
    </p:spTree>
    <p:extLst>
      <p:ext uri="{BB962C8B-B14F-4D97-AF65-F5344CB8AC3E}">
        <p14:creationId xmlns:p14="http://schemas.microsoft.com/office/powerpoint/2010/main" val="17274498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94ED2E-5456-41F5-9E43-3FFC9F48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605A1-315F-4D04-91F3-1A8B6E43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C5C3DD-1C25-4366-963D-C379DE9F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0A76AA-8FCA-43C7-801E-E237E723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97F469-9726-4BC6-B1DF-21DB9568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1918CE-EEF3-452E-99C5-D1A4DBC1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DBE9DB-8FE2-405A-820B-3E81FD00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CE1749-4D34-4527-9077-5495F4E72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9A6F31-43D3-4F7B-90B1-F3ECBA044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A8D50D-E79E-41A4-B343-D6CD4BB5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7642C4-64FE-49F6-B7BB-C73332550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468,750; 468,800; 469,000.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46C2B7-A4D3-4E62-8981-E333A238B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BFEC15-7AF4-4DB4-89C5-8B9DA599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D16EF6-9E52-41AC-9E20-480A8F08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5379792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31774A-D9AB-4E8D-BBF2-1FCE6490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EA2C1A-D2B4-4B2A-B053-53292CD4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6018F2-4CA1-4E23-8C6D-8B27650D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74C8EA-BFD8-4FDE-9855-FBF84D74F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69B6BF-9B1C-4AE4-8615-A7889BAC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AA08F8-201C-43CF-8497-990810DD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CDBA16-EBBD-47E0-9B88-87186B6B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B6E31C-DFB2-48B7-A667-F73F81C8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E2FD00-CE32-4FCC-A383-7D7F8128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72448E-E384-4B4D-B138-E15BBDD4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905,449 to the nearest 100.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C3EEE1-B960-4996-9E09-AF53A428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D7B03C-ECD9-4256-BE02-0A3D5102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48435C-A24E-4D82-90D7-C822FCF1B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D11672-3D86-48C1-B992-B33CA4BA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8C80AC-3739-492D-AAC0-5ED075A9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905,400.</a:t>
            </a:r>
          </a:p>
        </p:txBody>
      </p:sp>
    </p:spTree>
    <p:extLst>
      <p:ext uri="{BB962C8B-B14F-4D97-AF65-F5344CB8AC3E}">
        <p14:creationId xmlns:p14="http://schemas.microsoft.com/office/powerpoint/2010/main" val="6916254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FC9E8B-022E-49BF-A026-0FDCD96E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34DAF5-F147-48D3-B9A0-95E3A9DC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426C6C-0A11-4BBE-82FC-588CDA19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3BCF3C-E2F5-46B9-BFBD-FB93887BF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FD8138-E62A-4693-BF5A-396AEA11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A32AED-A082-42C3-8FD2-C8A56EF3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ED4315-C3BF-40B8-A9B2-4B8F8D91C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93F69E-75D9-4087-BB4F-37E5A2D0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B407C7-6A50-4689-994D-D3513CF9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b4e8075a984e4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9D4350-EBAD-4906-9EC4-0F8FED14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B346D7-19B4-4727-AC4F-E0F4FB29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always rounds up when the number contains a 5 anywhere.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CD0DCD-A4B2-4ADD-B558-BA9B9461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E8B92E-C1A8-49C9-975A-2B8CB225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04A0DC-E7B4-4AC6-A540-4B72C29AC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Only the digit immediately to the right of the rounding place decides the direction.</a:t>
            </a:r>
          </a:p>
        </p:txBody>
      </p:sp>
    </p:spTree>
    <p:extLst>
      <p:ext uri="{BB962C8B-B14F-4D97-AF65-F5344CB8AC3E}">
        <p14:creationId xmlns:p14="http://schemas.microsoft.com/office/powerpoint/2010/main" val="20554813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563BDD-5C4E-462B-9C1A-BF802373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ECA99A-52EE-4394-AEB8-AB3F5DD9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E3838E-EDBA-4BFE-8FB6-DDC897373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954FAC-0010-45F2-86C1-BB704EC0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5DA528-FCB8-428A-8CA5-8CA7F27D0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FA8A20-C145-4679-88EE-47827B3A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1CAC18-1A3D-4FD2-9045-AF794135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1C662E-080A-4DC8-AA4D-97621D60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9300AF-C7CD-43C4-9FEF-BD8022B7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1D710B-958E-475F-A775-86E154FA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9B61C9-34BA-4E98-9467-70E310D3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172D17-B84C-481B-B518-B8B1ED2A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2F2E4C-B518-443D-9EDC-D436018A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905,449 to the nearest 100.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D3BE2E-1557-469D-AF18-AABC83AF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83FF1B-3DDC-4004-BD0F-CFDCE168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C705C0-036F-456F-8A38-D699B212B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734F26-B612-4DC8-9F83-CEEFD396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5A1B84-2AD0-403B-BDFF-E30D5604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0AD252-674A-48AC-BE02-07692145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9CB676-FB3E-4FF2-8185-A6D917B5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4EE779-5711-42E8-9D66-CB40231F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905,400.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D898BB-0398-4C24-ABAB-B3C5188F1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6176778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CC29DB-F59E-453F-90AC-442C6C5D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99CB0E-3874-4DB0-9600-6F96A1A3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B4DC22-B279-4671-82B5-8E988330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FDD1D1-42B8-4F6B-B01E-3BA5A6461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BFA119-2EC2-46A1-BF8E-45F382FB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DFE785-9A22-4568-83BD-CF10C54F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1B3F61-9556-4F3F-86CA-05310482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F26C94-114E-4D95-92EC-4422D585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CE618D-D67B-49F9-A5DF-D8E624EC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8FC489-7258-4F0E-8D53-8B2D3291E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56A81D-54CE-4E83-844C-11D835E4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BE218B-C8E8-41C0-A076-9CB0B6E5D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09BB89-6CFC-46FB-A074-CFE2DAB5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279,650 to the nearest 1,000.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498B4A-1038-4162-8CF6-F7A40776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4FFEEA-C4B8-4541-94D7-5138E7EC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212080-E030-4DD4-BD06-5CFC4F672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7E7DA1-6E66-4321-8FD4-CE4DD958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6DAB50-C104-4F59-964F-7B0B0D6B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6A4911-AC55-4B10-AAF5-939E154F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4C9EBE-EA8A-447A-8752-7AF1016F8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67E705-0F11-4FEF-809B-C638ACB8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6378308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EE5CF2-7F65-4111-88BB-FCBC4771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E20082-896C-4654-90AF-A7FDA7E9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B77549-BB22-4C2A-9E8E-A4062133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C446B-C555-45E2-B71E-9ABFE997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9010BC-FB67-47EE-8874-46C4D39C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9D093B-234D-4AEA-AE27-5B1B48719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2B257D-1054-4CD3-9870-B4DC2F63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746BB1-7A66-4483-98AB-5B9AFBBB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0F8B32-CA1C-4ABE-8FAC-1BC4832D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7329CB-A2D5-43F8-A347-16396393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three numbers that round to 52,000 to the nearest 1,000.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961BD7-8CB8-4512-ADA8-AEC420B3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5161F7-F108-482D-B15B-A96FEBE5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303973-D4F7-45BE-B744-35C5FD4B5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Any three from 51,500 to 52,499.</a:t>
            </a:r>
          </a:p>
        </p:txBody>
      </p:sp>
    </p:spTree>
    <p:extLst>
      <p:ext uri="{BB962C8B-B14F-4D97-AF65-F5344CB8AC3E}">
        <p14:creationId xmlns:p14="http://schemas.microsoft.com/office/powerpoint/2010/main" val="3023314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D8DE65-BF84-4F51-910D-670ED678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1E1874-2FB9-4FE0-B3DE-481DD7B45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903DCE-1333-4AE8-9B32-0C96E9B6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156387-3636-49D9-A985-FAF87E6C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3ED5A6-4907-43BD-99EF-99EA7CB4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48B12C-3040-408E-BB90-FA3A8020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1C7354-2CC4-4253-8208-933930E8E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0F69C7-2F6A-4D9A-827F-7EBD8F53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B9FF76-F37D-414C-B009-225E66BA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ABA2E4-7BDB-4849-9018-70C54FA44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1DDE98-9BCD-4DE7-B635-F04B45598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467B64-81B4-447E-B73B-6FEDDD9E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279,650 to the nearest 1,000.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0890A8-0720-44DA-BB43-EC7FE87F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79E140-5084-4734-8C67-06F676AF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91101E-E2AE-43CF-A478-85BE60B7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5DEB9D-96C4-4F53-9F80-EC51CB0E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280,000.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2EA94F-59BB-4E09-8BA7-74214716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B5275D-6B47-4E3F-A840-3CAEBB58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4344373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A3AFA3-4ECF-4618-B734-657941AA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0A8DC1-E793-4B83-888F-71570068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E65A28-8552-4FDF-9205-201C2BB1B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A57712-C63F-4D50-BBC6-9E571AD6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C48722-9D7C-4405-80AD-452D5982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58C9CD-EF7D-435F-9CF9-F4BF9C8E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0C765C-3FEB-455B-8032-03FEB309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AC0C35-5FCE-40D0-9AA8-FCFDC9D1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7F8CEA-D7F9-4E5B-93CD-F590B191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B3C516-7B84-4C86-8226-11C6748C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29B788-9E01-48B5-BA34-7C18ACB1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97B4A1-7CA9-439A-B352-C4764EB3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90DEC4-3D5D-4AC2-9F1B-DAD33A7E1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279,650 to the nearest 1,000.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D2BC0A-C6B6-486D-953B-BA537ABE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9B6728-A18B-4F5A-B72B-30323E95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828285-AA8F-431C-8C51-7844DF44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DE66B9-4F9D-4017-9435-00FC71E1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always rounds up when the number contains a 5 anywhere.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94C4CA-353F-42DA-9242-B8983F128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8FF6CD-501B-4E16-B9D5-2AE9C6D9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414B9D-7EC7-4B46-9E05-B8A37603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3B43A5-AE6A-4A78-8D96-AE504D4F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2435A3-BA5B-4F12-A74C-D6C14F7B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746854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2026-09-09T20:44:56.1510000Z</dcterms:created>
  <dcterms:modified xsi:type="dcterms:W3CDTF">2026-09-09T20:44:56.1510000Z</dcterms:modified>
</coreProperties>
</file>