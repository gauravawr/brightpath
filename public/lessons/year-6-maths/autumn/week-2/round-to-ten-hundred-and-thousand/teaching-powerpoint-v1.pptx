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6d329cab1a4f6d" /><Relationship Type="http://schemas.openxmlformats.org/officeDocument/2006/relationships/extended-properties" Target="/docProps/app.xml" Id="Rf526418a2b334020" /><Relationship Type="http://schemas.openxmlformats.org/officeDocument/2006/relationships/officeDocument" Target="/ppt/presentation.xml" Id="Ra93b6ba29eac4a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37575bdbd1b4aa8"/>
  </p:sldMasterIdLst>
  <p:notesMasterIdLst>
    <p:notesMasterId xmlns:r="http://schemas.openxmlformats.org/officeDocument/2006/relationships" r:id="R2bd8418d651d4df1"/>
  </p:notesMasterIdLst>
  <p:sldIdLst>
    <p:sldId xmlns:r="http://schemas.openxmlformats.org/officeDocument/2006/relationships" id="256" r:id="R2b1c435c7eee4065"/>
    <p:sldId xmlns:r="http://schemas.openxmlformats.org/officeDocument/2006/relationships" id="257" r:id="R3e618a88c96e40a0"/>
    <p:sldId xmlns:r="http://schemas.openxmlformats.org/officeDocument/2006/relationships" id="258" r:id="Rd5ac583e48424123"/>
    <p:sldId xmlns:r="http://schemas.openxmlformats.org/officeDocument/2006/relationships" id="259" r:id="Raa8ee657fbf445b8"/>
    <p:sldId xmlns:r="http://schemas.openxmlformats.org/officeDocument/2006/relationships" id="260" r:id="Rff8b2b00ab6a48c1"/>
    <p:sldId xmlns:r="http://schemas.openxmlformats.org/officeDocument/2006/relationships" id="261" r:id="Rf31fc29c86c2485f"/>
    <p:sldId xmlns:r="http://schemas.openxmlformats.org/officeDocument/2006/relationships" id="262" r:id="Rad63b83f5b3944b6"/>
    <p:sldId xmlns:r="http://schemas.openxmlformats.org/officeDocument/2006/relationships" id="263" r:id="R9f0c4053b1634708"/>
    <p:sldId xmlns:r="http://schemas.openxmlformats.org/officeDocument/2006/relationships" id="264" r:id="R6d9bfcdb6274400b"/>
    <p:sldId xmlns:r="http://schemas.openxmlformats.org/officeDocument/2006/relationships" id="265" r:id="R2edc215dea104e70"/>
    <p:sldId xmlns:r="http://schemas.openxmlformats.org/officeDocument/2006/relationships" id="266" r:id="R9dbaf3a920ab47c3"/>
    <p:sldId xmlns:r="http://schemas.openxmlformats.org/officeDocument/2006/relationships" id="267" r:id="Rfdc5cc91049648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e6951fa2d743ff" /><Relationship Type="http://schemas.openxmlformats.org/officeDocument/2006/relationships/slideMaster" Target="/ppt/slideMasters/slideMaster1.xml" Id="R337575bdbd1b4aa8" /><Relationship Type="http://schemas.openxmlformats.org/officeDocument/2006/relationships/notesMaster" Target="/ppt/notesMasters/notesMaster1.xml" Id="R2bd8418d651d4df1" /><Relationship Type="http://schemas.openxmlformats.org/officeDocument/2006/relationships/presProps" Target="/ppt/presProps.xml" Id="R8abb607484f84276" /><Relationship Type="http://schemas.openxmlformats.org/officeDocument/2006/relationships/tableStyles" Target="/ppt/tableStyles.xml" Id="Re73e959bc84a4720" /><Relationship Type="http://schemas.openxmlformats.org/officeDocument/2006/relationships/slide" Target="/ppt/slides/slide1.xml" Id="R2b1c435c7eee4065" /><Relationship Type="http://schemas.openxmlformats.org/officeDocument/2006/relationships/slide" Target="/ppt/slides/slide2.xml" Id="R3e618a88c96e40a0" /><Relationship Type="http://schemas.openxmlformats.org/officeDocument/2006/relationships/slide" Target="/ppt/slides/slide3.xml" Id="Rd5ac583e48424123" /><Relationship Type="http://schemas.openxmlformats.org/officeDocument/2006/relationships/slide" Target="/ppt/slides/slide4.xml" Id="Raa8ee657fbf445b8" /><Relationship Type="http://schemas.openxmlformats.org/officeDocument/2006/relationships/slide" Target="/ppt/slides/slide5.xml" Id="Rff8b2b00ab6a48c1" /><Relationship Type="http://schemas.openxmlformats.org/officeDocument/2006/relationships/slide" Target="/ppt/slides/slide6.xml" Id="Rf31fc29c86c2485f" /><Relationship Type="http://schemas.openxmlformats.org/officeDocument/2006/relationships/slide" Target="/ppt/slides/slide7.xml" Id="Rad63b83f5b3944b6" /><Relationship Type="http://schemas.openxmlformats.org/officeDocument/2006/relationships/slide" Target="/ppt/slides/slide8.xml" Id="R9f0c4053b1634708" /><Relationship Type="http://schemas.openxmlformats.org/officeDocument/2006/relationships/slide" Target="/ppt/slides/slide9.xml" Id="R6d9bfcdb6274400b" /><Relationship Type="http://schemas.openxmlformats.org/officeDocument/2006/relationships/slide" Target="/ppt/slides/slide10.xml" Id="R2edc215dea104e70" /><Relationship Type="http://schemas.openxmlformats.org/officeDocument/2006/relationships/slide" Target="/ppt/slides/slide11.xml" Id="R9dbaf3a920ab47c3" /><Relationship Type="http://schemas.openxmlformats.org/officeDocument/2006/relationships/slide" Target="/ppt/slides/slide12.xml" Id="Rfdc5cc91049648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096a254d244f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6815ebed354bfa" /><Relationship Type="http://schemas.openxmlformats.org/officeDocument/2006/relationships/notesMaster" Target="/ppt/notesMasters/notesMaster1.xml" Id="R1dfc08b2b88e4e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345389bb454399" /><Relationship Type="http://schemas.openxmlformats.org/officeDocument/2006/relationships/notesMaster" Target="/ppt/notesMasters/notesMaster1.xml" Id="Ra5625164cb264d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47a98f68434794" /><Relationship Type="http://schemas.openxmlformats.org/officeDocument/2006/relationships/notesMaster" Target="/ppt/notesMasters/notesMaster1.xml" Id="R9ad87ece4a9a42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c080be9d384093" /><Relationship Type="http://schemas.openxmlformats.org/officeDocument/2006/relationships/notesMaster" Target="/ppt/notesMasters/notesMaster1.xml" Id="R3be95f6515d54a8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8d1e403ed948f2" /><Relationship Type="http://schemas.openxmlformats.org/officeDocument/2006/relationships/notesMaster" Target="/ppt/notesMasters/notesMaster1.xml" Id="Rdf7848342cc547f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cdfc736b19416c" /><Relationship Type="http://schemas.openxmlformats.org/officeDocument/2006/relationships/notesMaster" Target="/ppt/notesMasters/notesMaster1.xml" Id="Rc4b81c48a4534f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6039d6ae5a4c53" /><Relationship Type="http://schemas.openxmlformats.org/officeDocument/2006/relationships/notesMaster" Target="/ppt/notesMasters/notesMaster1.xml" Id="Ra54ac081bf9b43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a33d9a5470494d" /><Relationship Type="http://schemas.openxmlformats.org/officeDocument/2006/relationships/notesMaster" Target="/ppt/notesMasters/notesMaster1.xml" Id="Rf338b859707142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4cf7ef4d244374" /><Relationship Type="http://schemas.openxmlformats.org/officeDocument/2006/relationships/notesMaster" Target="/ppt/notesMasters/notesMaster1.xml" Id="Rd184448d9e6d45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5e42b4a380e4466" /><Relationship Type="http://schemas.openxmlformats.org/officeDocument/2006/relationships/notesMaster" Target="/ppt/notesMasters/notesMaster1.xml" Id="R357b192655c945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aef22611e94a5b" /><Relationship Type="http://schemas.openxmlformats.org/officeDocument/2006/relationships/notesMaster" Target="/ppt/notesMasters/notesMaster1.xml" Id="Raf7d9fb65b0e413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825d56fecde453d" /><Relationship Type="http://schemas.openxmlformats.org/officeDocument/2006/relationships/notesMaster" Target="/ppt/notesMasters/notesMaster1.xml" Id="Re77622773d3449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905,400. | Underline the place named in the question. |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468,750; 468,800; 469,000.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905,400.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Only the digit immediately to the right of the rounding place decides the direction.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905,400..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280,000..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Any three from 51,500 to 52,499.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280,000.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280,000. | Only the digit immediately to the right of the rounding place decides the direction.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5cf82714b43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e1a088a1a0448e" /><Relationship Type="http://schemas.openxmlformats.org/officeDocument/2006/relationships/slideLayout" Target="/ppt/slideLayouts/slideLayout1.xml" Id="R1c1dcb93cdab4d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c1dcb93cdab4d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cc38a9e25498a" /><Relationship Type="http://schemas.openxmlformats.org/officeDocument/2006/relationships/notesSlide" Target="/ppt/notesSlides/notesSlide1.xml" Id="Ra70125ac27d645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26c9165eb4d7a" /><Relationship Type="http://schemas.openxmlformats.org/officeDocument/2006/relationships/notesSlide" Target="/ppt/notesSlides/notesSlide2.xml" Id="Rb612b2f5ff5b47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68f4398db4528" /><Relationship Type="http://schemas.openxmlformats.org/officeDocument/2006/relationships/notesSlide" Target="/ppt/notesSlides/notesSlide3.xml" Id="Rbbad28a1d97347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7a18a342a42a0" /><Relationship Type="http://schemas.openxmlformats.org/officeDocument/2006/relationships/notesSlide" Target="/ppt/notesSlides/notesSlide4.xml" Id="R1f505e9d25d34d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11a31b44ad4d4c" /><Relationship Type="http://schemas.openxmlformats.org/officeDocument/2006/relationships/notesSlide" Target="/ppt/notesSlides/notesSlide5.xml" Id="R0372f2f3bab542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87278339b4a60" /><Relationship Type="http://schemas.openxmlformats.org/officeDocument/2006/relationships/notesSlide" Target="/ppt/notesSlides/notesSlide6.xml" Id="R623da0c362d5403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385af54e24c54" /><Relationship Type="http://schemas.openxmlformats.org/officeDocument/2006/relationships/image" Target="/ppt/media/image.png" Id="Rc8cb6b518d544aa5" /><Relationship Type="http://schemas.openxmlformats.org/officeDocument/2006/relationships/notesSlide" Target="/ppt/notesSlides/notesSlide7.xml" Id="R90daea80daf449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8749dbb7b4d05" /><Relationship Type="http://schemas.openxmlformats.org/officeDocument/2006/relationships/notesSlide" Target="/ppt/notesSlides/notesSlide8.xml" Id="R539a1305e9f74c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b7a887c6549f8" /><Relationship Type="http://schemas.openxmlformats.org/officeDocument/2006/relationships/notesSlide" Target="/ppt/notesSlides/notesSlide9.xml" Id="Rdc17741110fd45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890a323f5484d" /><Relationship Type="http://schemas.openxmlformats.org/officeDocument/2006/relationships/notesSlide" Target="/ppt/notesSlides/notesSlide10.xml" Id="R024a5cd896fb48d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b4f10ab724775" /><Relationship Type="http://schemas.openxmlformats.org/officeDocument/2006/relationships/notesSlide" Target="/ppt/notesSlides/notesSlide11.xml" Id="R5f9d3bbe0c3f4e7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9846b295b4410" /><Relationship Type="http://schemas.openxmlformats.org/officeDocument/2006/relationships/notesSlide" Target="/ppt/notesSlides/notesSlide12.xml" Id="Ra3a06a3c255b41f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277015-152F-4E62-BE56-C9B20C20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129F51-9358-49F1-A7F4-B037DBC2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53522F-02CB-4230-BEDD-7B81DD7F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E15C6-D069-4AA0-B2CD-6D9FFEC4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F1E53-08A4-4DD9-BA84-5086C470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75D43-07F9-4356-9FD6-EB342AAA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26353F-C582-42D9-902E-7029A0E9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A255BD-75DC-4F74-B974-4B41D183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52DB6A-46EE-425E-8ADC-F9CD4F5E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357CD-6AE3-4F00-97AF-758FA4B5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AEC3B-C8DA-4B8D-B064-FEE55A9E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702080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8B663-FA07-41B4-B183-4205368D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F76B77-460E-494C-91CE-39F88112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48F95-52CC-4E93-984A-1F696EFF3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BEB31-5BC0-4C41-898F-13FEE992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4AB253-8968-4AE6-8B92-0E5F9E5A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962A0-A9A1-41DB-B7E0-1EF1A670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A6173-32C7-495D-847E-27502D349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C40D72-FE24-4912-8995-4A0AC4BB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25E69F-DAB3-4C36-BD59-6B3E30E1D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88B70F-6B3F-4E78-A314-1A7E7353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E44E24-26FD-4D6E-A946-F98ACE8B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BF09F-68DA-4810-B404-F985D78E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B1C6B-46C2-4114-9A6E-E5194C1B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107365-6004-4406-91C7-1643013B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D6AE4-83AB-4A09-A3EA-322A7004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D7FF1-FF80-40F3-8517-913289C3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4C5F0F-5415-4FDA-A78C-D4C2E0CC2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BA947B-E6F2-4675-BBCF-9813D58C8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18B33-8170-4839-A79F-0B22CAD2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E301DC-9A99-4F40-A5F8-1D8711FC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FB988B-F3D3-4EDA-8A4D-586A185DE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468,753 to the nearest 10, 100 and 1,000.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0C67FA-388F-4652-923F-B99AB9C0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940022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918C27-664C-4E91-9EE7-C8B13DB6B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74C27-3061-4824-8863-393F2557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5B822-B462-46F6-A4C0-1A02060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ED2EB9-F26A-4C13-AA8C-8D632F55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C54FA-7BE1-419B-A6F4-7E071AF3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6FA86-3D94-4004-94B8-52995DEB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2876E7-56D5-4C12-B577-B4D334C1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1EFE3-834B-4B0D-89B6-E2AAD204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4F975-BB6D-4E55-8C5D-22C81FF34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1F68FB-285D-4F8E-8BC5-5F37D5A4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whole numbers to the nearest 10, 100 and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05577-6915-4054-8691-2CB92FBF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235D7C-EE88-4353-BE8D-101FAF7C0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EBE223-A1AE-425C-AAB5-14A01594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3D5C33-F58E-4F9E-A619-C2473DC7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8B9781-80A7-4D9B-BFCC-C0176443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1078138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83285-0988-470A-8E5F-0ED65CDF4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5AB46A-5622-4116-B64A-EED4F6A14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3EC79-A9C9-43CC-8AC3-67196ABF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BF970-800E-419C-B96C-D4FE4DDE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8702C2-4479-4D85-8FE5-C7BC2835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D357A-A510-4B4A-8A10-F4C49298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02ACD-5F6B-4610-B74B-F1CC04AC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D0DBB-6F63-4F40-90FB-9F92C457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ED230-9CBE-4F6F-8453-9E6E13AA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C7E02-EF46-466E-A16C-69ABEF17D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468,753 to the nearest 10, 100 and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30463-96C7-430F-8D56-12889C761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F77416-7BEA-4DFF-BABB-D064CDCB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A0ECF-CB9F-4CB7-9582-30B7196F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468,753 to nearest 10: ones digit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3B4937-D4E6-4F04-8B9B-C0DE708E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CBA48-CFEB-432F-8893-5C9D2F52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950D0C-913D-443D-8C15-DE50B328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468,753 → 468,750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E43868-0BA8-483F-A3B3-3C77535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A8AA78-4B7C-44F0-A794-54D9A59B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5C111-CBD9-4BB6-8FB2-26F569BB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Nearest 100: tens digit 5, so round up → 468,800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C1DA3-5908-4E76-A5DD-93635511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B074A1-078F-48E9-9567-F099319B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2B83A78-AC34-479F-8754-26FF6727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Nearest 1,000: hundreds digit 7, so round up → 469,000</a:t>
            </a:r>
          </a:p>
        </p:txBody>
      </p:sp>
    </p:spTree>
    <p:extLst>
      <p:ext uri="{BB962C8B-B14F-4D97-AF65-F5344CB8AC3E}">
        <p14:creationId xmlns:p14="http://schemas.microsoft.com/office/powerpoint/2010/main" val="20154109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88130B-440B-46D6-826F-D0A02393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57198-6CCE-4963-8194-9442C3428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F16FE9-1E4C-48F4-89BC-67C5F4B5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F042CE-8200-4C5B-BC9A-2101DA3C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807EBD-17EA-4F44-B192-0B7597B7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936E79-A2AB-42D5-B80A-156147A2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1F763-46F1-40D5-9BB7-552BF0B3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ACD3D4-BE38-4525-88D4-C994198C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E9AFAD-6B19-42FB-BD75-7671DE32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CBC3E-DD1E-4879-9B65-AFF2D6E0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43D22-B553-4E7F-BFD8-CF362834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468,750; 468,800; 469,000.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0BC8CD-70A8-4686-8670-4291C2BD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0D7308-141D-4059-A714-92C506CE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C8DF3-8734-4C07-9902-DCD24671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5579412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10F10-94FE-408C-BD42-CA66949F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F4D34-3EBB-4791-90EC-853F8326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CD7F2-F7C6-4F10-9BB9-F4ABCF92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B87B69-F426-4233-B366-22D4C43B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CADB8-57BE-40DA-970A-494CD22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748B1-342A-4971-BE5E-95210BB4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EA007-A4C0-49DF-A4F6-683EE2FB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4C471-BFB9-4FFB-A2BC-16D3F7B0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C07BF-C35C-472D-A751-4D73BC60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D65CC-4C66-4EBA-A95F-B3707F5E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1213B7-22C5-4BC6-9B4B-161E277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3F0FC1-AACD-406F-9395-9A745BF1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332776-8D2D-4E08-A2A0-D959948D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A5632-C5EE-40E6-97BD-1DE83555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F2BD59-0CEC-4A2B-B3D6-CE6307E7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905,400.</a:t>
            </a:r>
          </a:p>
        </p:txBody>
      </p:sp>
    </p:spTree>
    <p:extLst>
      <p:ext uri="{BB962C8B-B14F-4D97-AF65-F5344CB8AC3E}">
        <p14:creationId xmlns:p14="http://schemas.microsoft.com/office/powerpoint/2010/main" val="45910284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90DB91-7B0D-4480-88A8-CF5C0510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F7E75-BA47-4A94-A790-DA054CA2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04B9E-0633-462C-BD77-F6F6C58D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F0DC7-62C7-4E01-B58B-EF2A4E3B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B90B9-A689-4F86-8A86-E2A609C5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9080AA-F894-4870-A35B-AC3EA6FD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693E0-0AC8-4A62-8092-B3778605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BE5CCA-97D2-4A72-A1A8-0F562CFA1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18F17-1F78-4E60-A6BE-EEC3C554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b6b518d544aa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673ABD-4995-4F51-8339-80803FFEC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CDC9C-145B-4072-B227-708FF2CA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always rounds up when the number contains a 5 anywhere.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6998A1-9020-40C7-BE44-FEE956D3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FF753A-EB11-4693-B063-2392A076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149C1-3C18-4469-B3A8-2E17FE9F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Only the digit immediately to the right of the rounding place decides the direction.</a:t>
            </a:r>
          </a:p>
        </p:txBody>
      </p:sp>
    </p:spTree>
    <p:extLst>
      <p:ext uri="{BB962C8B-B14F-4D97-AF65-F5344CB8AC3E}">
        <p14:creationId xmlns:p14="http://schemas.microsoft.com/office/powerpoint/2010/main" val="18156081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D00E94-9B2A-4EB2-BFD2-B086FE1A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0CC9C-7054-4126-B1B7-1772C291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0787D-95AE-473B-B321-CDC8207C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0B00D-C49E-40A6-905B-F4E72A52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C6DFE-A906-4716-9E6D-D22AEBE2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A8960-EABD-4F91-822A-93504D6A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42BFE3-4145-4626-9D47-EEE82C7E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F1B104-C4AE-4BB7-9B55-277E651C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5208B-7317-447C-95E5-39014FD0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65F77E-1F30-47AB-9CDE-F51E520A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1B25C-8FC4-4178-9AEA-10203BC9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1BC80-EF81-405A-A8DA-EDEF5D0B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C55CDF-BCB9-4321-AF49-E8916EBD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905,449 to the nearest 100.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21ED5-2B12-42AF-B2C5-281830CA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A9BBBE-79FA-49D0-8C10-57FE9411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863A20-441B-41C3-97AD-9F50A698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5E7097-1AA8-4795-9FA5-14E87523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AC790-978D-4A78-93BC-896F9D95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CDC48B-2F35-4FF0-A415-63F32143B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BCC43-AB0B-4179-BF79-C2C34637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8972B6-6814-4B70-9288-800BBE98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905,400.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853C6E-8F9C-4840-9D5E-B081A7B9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3040323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65D670-52C3-4C89-9109-1EC17382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6FD51-0498-4541-83C9-3A946641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7E4B2-6A3E-4F3A-9B03-BB09F911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626C0-262F-49E5-B4A5-EFCD48B3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AD8C7-2FD0-4305-A6DB-47890E8F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8E6C5-2D8D-4B96-B849-271C0F69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FA15A-33BB-4C0A-98FE-BBEB7D73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ACB18D-DB28-4ACC-A48E-15307F08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B91964-4894-4953-9529-B7B00435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8B3EE9-DF4D-4F1A-863F-9DDEFC0D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9451F-D298-4DBF-A58A-836D4F00B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C93D6D-D114-4B42-B96B-8BA9E23A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F87CB-8B01-4C01-8523-A19EEC32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C2451D-9765-4EF3-B692-CA1357116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9E7046-140D-4292-8766-75267570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B4FAFA-F7C6-41A8-8CAA-3DDA98CE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7FD073-C8D5-408A-AF19-AB195E53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FBAA8-516A-4716-AE43-FC4A3D5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3B1282-4FF0-4B92-BC78-A17F0ECB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4A067B-7A2E-43FE-AE79-CF28A9C83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ED6FC-48F4-4CA4-97CA-976075A0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5530726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056D3-374C-47F4-B0F9-5D6D7143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6809AC-06CE-41FF-9E1A-FE573415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F4610-2F8D-4085-A24F-6F4AC7F1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653B09-33C7-4053-88DC-DD6A027E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94BAF8-39B7-47FA-BFD3-B67ABA7F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9C513-CDD2-4449-A43B-10A18564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2E552-18B5-4F51-8C3F-F070DE76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58758-D252-41E3-B477-EFED797C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2D43E-7FB9-4CCF-AC93-FA2E0ADAC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306927-13E3-4F99-B38D-00BA8988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three numbers that round to 52,000 to the nearest 1,000.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3EFB2-B109-47EB-8BD7-8EAB40C4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08175E-A1BD-4F6D-9AFD-260FB961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A1B2B2-5FC2-4547-A856-475E1ACF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three from 51,500 to 52,499.</a:t>
            </a:r>
          </a:p>
        </p:txBody>
      </p:sp>
    </p:spTree>
    <p:extLst>
      <p:ext uri="{BB962C8B-B14F-4D97-AF65-F5344CB8AC3E}">
        <p14:creationId xmlns:p14="http://schemas.microsoft.com/office/powerpoint/2010/main" val="43261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6E2F1E-6F41-4F3C-9594-E2EF71626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2E5F99-D134-4A3D-8169-B3409824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27902-99CE-44E9-8A05-1D382953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E42AD8-3F34-49D6-8FD2-4AB0EC89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2A72B-44F4-4268-96E5-49EF7105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4D053-453C-4694-8752-1730DC53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CB27FE-E4AB-43F8-A67D-EDF09BA9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0BB56-C2F2-4899-BBC4-90E374A8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952F9A-FA01-4E7F-944D-CF8297B4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09205-A7FD-42A1-BA56-0427831D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2E179-E645-4CFB-8451-5C621AAB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A818BF-7848-47E1-A34E-CF9CB541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99A4AF-589F-442E-A4EE-8B60512D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B686E4-8AB8-4F95-AD09-70C06866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F0FCAC-1781-46E1-AD31-7F91FB3D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C7D60F-52EE-43D2-9780-41E999B7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280,000.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599AB-D121-4691-B5C0-8067C84A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2C0C85-42CF-480D-B72D-4F25025F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5738539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068972-6F86-41D4-A203-BBA4572A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4A58F-729E-4FE4-8FDA-7521194B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06D030-E788-4FBA-8AA6-C9402728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E2673-EB96-4B27-B2C3-C036BD3D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1E883-4049-461D-84E9-D33F2365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47115-A77F-43BD-AF9F-6B286A7A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A5F99-C035-4EE7-8824-CF8856E9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8FEBF-857F-49B9-8659-51F16F28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2701C5-52C6-42BB-AFF6-56D7E5F1F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ten, hundred and thousand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20272E-276E-4CBE-AC50-9E2F0A40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21601-99EB-4D43-B196-82F01D16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9C06F-5434-4CE2-91C3-A525B235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E1769-3476-4330-96F7-4B128806D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279,650 to the nearest 1,000.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648B6-EDAD-4EB2-88F6-425B8E652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B95375-1840-46CC-818B-78956115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E51CD-52D1-4823-A365-6E7702C6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C7953D-918E-452C-A990-A86C49E2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always rounds up when the number contains a 5 anywhere.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1C519-7E8C-4353-8222-816DC56E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D2EE16-175F-4343-A4A2-9EC268F0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DF3382-8113-48A7-841A-BD9D91E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3EA279-AA39-4B5B-A236-627A228E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429A6-E5A9-41D3-A8A5-644321B1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127733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2026-09-09T22:13:33.2610000Z</dcterms:created>
  <dcterms:modified xsi:type="dcterms:W3CDTF">2026-09-09T22:13:33.2610000Z</dcterms:modified>
</coreProperties>
</file>