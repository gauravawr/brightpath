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905,400. | Underline the place named in the question. | Only the digit immediately to the right of the rounding place decides the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Round 468,753 to the nearest 10, 100 and 1,000. Answer: 468,750; 468,800; 469,000.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905,400.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Only the digit immediately to the right of the rounding place decides the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905,400..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280,000..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Any three from 51,500 to 52,499.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280,000.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280,000. | Only the digit immediately to the right of the rounding place decides the direction.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7766740-DD66-42C8-A024-7FA533E1DD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58CF54-6D7A-46CB-B070-01423A56316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EF6A057-88FC-4029-A631-BF3CEBDF2F8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1B4A50-9938-4FBC-8B5A-FFC49A72F519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83A6E-2DCD-4069-9CF9-E7DC94E4D50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6D85113-6E3A-43BA-9E7F-74D662DF8E6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696964-D56B-4455-93E3-7ED8FAAB21DC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7D00A7-7DC9-4482-A7F8-F4E1084ADD3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whole numbers to the nearest 10, 100 and 1,000.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B13D99-3774-45D2-AF6F-03C7C32E228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AD2B6C-101D-4B6E-9451-B5964F230DAC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8352ED-11E2-48D5-ABA3-6E884D46D63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1005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DA3B124-1484-4BD2-9DDD-5581E1D43A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1A122E-D06C-4FC6-B14A-3942A81C88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480B1B5-A054-454B-88AB-E2D16CD63D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A4E002-850F-48B8-AE06-787748E08B0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D0D70-97E7-4A42-A274-07BE5FA3FDA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1B1A7B-79EF-4D16-BBC8-9055F3A9482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F57CBF-8789-4825-8F2C-D3F1D9F0014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05C6E4-9E46-4AC6-A6CC-108FEE46610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297247-540D-46D4-A557-3BAB347EDCE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EE132FB-BB63-4E72-93EF-E950FAF1704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0C6B88E-9DAC-4BC5-81D0-70C44EC189D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BBE198-EF37-48FA-B65A-FA76553383A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0770D2-C87F-4277-BC11-43DF501A886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9EB85C-6CD1-49B3-B03F-02B39FB019A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1A2208-94FE-4F03-ABB9-75D3968ED56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887EDB-8924-4F73-AF64-ABF29A18F4F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3100FF-12F5-47F3-81D1-C796B2BE76C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0640AF6-2CE3-43F0-815E-F81521CA1CC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C578599-0F21-49E1-B4D2-9AAD7D74F6D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8F4C1E-C7F6-4C86-9305-FD9E2B24A5F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0D0D39-74CA-4D65-ADF8-8C210158CDC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468,753 to the nearest 10, 100 and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1934A-71BE-45A8-8D7F-8C7C17CE7C5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0794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AE47D62-50F0-4499-A905-8D67BA74BF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F22568-916D-4F32-8C6F-C953AF81D9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A787D9A-71D7-462C-9118-D791DDB72E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375463-B78C-4E94-899F-2A78C131AC0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56739A-6A3C-48C1-8EB5-0FC339BEEBC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E0BD0-0E30-499A-8445-13834B2F6C2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7DFABD-C128-492F-AC79-8F7000015A5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EC3C1F-81A5-4FFE-87B8-64D2A3C46CA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0483CA-9602-4D08-9FDA-93E5AB9A60B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B40A23-4F2C-4D5D-8C07-E3B46785787E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whole numbers to the nearest 10, 100 and 1,000.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D8257D-5674-4C2F-9990-F924DD7BAEAD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434BAA-AE88-4F44-95DE-11E6F329159F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E7C7B5-78DB-4BEB-8DBE-06CD4B2C4DE1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C3ED13-5C24-4558-89BB-18B4DA467F8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E5B6E9-A526-402A-9883-90E6067EFBC0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12256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2B5AFBA-A877-4399-AE3E-7E42456E13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5D6797-B87B-4FF3-A8D8-031AEBCBCF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60D27B-C4EB-4DFB-82F3-97AF862828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010908-10CA-424F-8CD8-647850AE92D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B97E84-7870-4A12-934A-20A21C632FB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16C529-B403-46D6-ADB1-E11176D8025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102CB-00CF-4CF0-8524-E6CD161801C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396D5A-9E26-49C9-AFE8-C6333AC2D54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07C9C6-84BC-473F-B233-9300915CDC1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F8B041-F9E6-4A58-956D-34872A2F44A3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468,753 to the nearest 10, 100 and 1,000.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87AD0A-F1EC-4950-B286-C5A9F13F251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3F7E9AB-23A9-44D7-BED6-0101FAC1AD1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DB7741-DCFD-4DE9-892D-9DE4EAC6A7D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2A77ED-40AE-43D9-A303-C6B04DAB581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0905A8-FFE1-43C6-9106-7C7F15BF98F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E0A15F9-377A-498E-9423-3CB8D79AF07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A3CA44-CF02-4D91-8A58-3171EB72AFFB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940EEB-8131-4F07-8BE7-12C4F2DACF2F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3CBBB8-37DF-45C4-89D9-18262C976E4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DF53125-5906-4A06-B4D7-33F285C1B7D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CD068A-0158-4197-AA15-AE9344F54307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E110722-06BF-4E81-B5DE-A947616BAB95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23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CD203DC-2189-46D1-A008-2D4DF0C2F1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2DE893-1FAF-4B23-848D-71C7F89CF2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B9E8B6-C4F5-4E8F-A170-AF37345610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D9FDA0-55C5-4B4B-9A4A-1D2DB30A5B0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52633B-9822-48B0-AA16-A7BA64AC6DF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EC6024-D45D-47BC-BC21-A2CD56000F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E417D2-8E97-4F32-B373-B2A9C063999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D72C3D-9F5F-4B43-973D-4AD6F6A9B9C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D4E529-927D-4A03-95FA-8BF3F6D014B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EA74F6-2173-4D05-9152-BD202A5C57DB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37415B-A5A1-41F2-879C-CC07FE919CDF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468,750; 468,800; 469,000.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4F3CA6-356A-4983-9488-7B85A9536472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5B6E08-C117-4D8D-A80D-D44AA54D708F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2CBABA-D29B-443A-ABA0-AA189806BFD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823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C16543B-D3F8-4F85-9954-58AEF9AAA3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BA021D-350B-49D6-A974-8C30AAE345C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2EE478-DE6E-4A87-8DE6-93A15477EA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34917F-475C-4E29-A512-71666E0AA28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71E93A-5043-40D4-88E9-2338282A54D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F4E57E-759C-48E5-B727-124583AA2F6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D8C64E-B7B2-4658-95E5-B51D884A79C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EE58AC-CA12-4A1D-9439-DA603813F13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5B4DAB-AAEF-4F93-9F2A-396DED15FB5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FF5185-B052-4D5E-A448-E52114746D5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016057-8936-4170-A45B-E2B2635C904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74AC76-40F9-4676-AA6E-EF0C92E66621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C3D6C8-6466-4137-9DE3-4794FD1C16E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D60564-8538-4A38-9539-2FE71B03214C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924B7B-1D20-4D2C-845A-999135FEA8B3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905,400.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689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4DF06EA-5D54-4B78-B2E7-611DBD9075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E5F5F7-1BC2-4A3E-8641-D0BD1DA872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35AF629-7D30-4F17-8F22-1CC33A7200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1DB4DD-688E-4E05-85B3-94F7A5B5831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908842-D223-40F8-9B79-7504099D350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7C06C8-D598-411C-B25F-0C05809F1AA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756D2A-653D-45F1-A9BE-AF2E735522E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666B2E-60A0-46F9-A652-CE6A2213F4F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0EBB04-91E5-4A64-9D08-C571C810649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1A865FE-EF05-49E0-B997-CA4878D47306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DD9E68-9ED6-426C-879F-353E61ABCC14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always rounds up when the number contains a 5 anywhere.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36BB21-5D8B-4B05-9A1C-AF97525536BC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CF6E06-1D6E-4A85-A29F-08714C1C8F60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0A98AD-D04D-4903-B5FB-94D89C962E05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Only the digit immediately to the right of the rounding place decides the direction.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567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57FB65E-A799-474F-B11F-E1E74FF075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4EB627-B24A-4C54-9DBC-37E1724525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B91DC6F-1A8E-44AC-9244-8BB9A9B6CF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F9F142-26BC-43FA-9E08-880BA6BC9D8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C578C3-3D07-4015-9E36-C2D6E60F18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1B16DD-97E9-4CA6-A86B-92DA89F4586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B69176-18CC-47B4-9A6A-2F85BCDA85E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019F2F-8DD3-40CE-ADF2-6C0BD17E3E6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44834C-80DF-4EF5-BAFB-3854F5F2FEF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D6BE6F1-A29E-4376-A760-DEB0DC2CD5A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8F43694-52CE-46DF-9245-9CC0FCAB23D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2E2158-2D50-4DFF-BCD9-3CFA4BFD3E4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86DFDB-5469-47DA-B144-BCD6592B6EE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494A08-8D9A-43B9-9A08-FE707289B18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B192EDF-17F7-42A7-970D-23CD1BE98B7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3AB049B-1F33-4DA8-9342-2750D90E35B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A80463-6345-4F19-8C04-37D7C255603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90144-B8C1-4FFF-BC99-141CB6D20A5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B307CCA-5D2C-4DA1-A836-B5C045002D1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41FB868-61B3-4DD8-8C87-AC0E9DEB36F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92AF98-812D-4222-8D7C-A6A4F82B68F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905,400.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7BC8DA-7BFF-4104-AE53-C2363C4DA2B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48335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665373F-CCCC-4459-A008-2EC4E4553A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55741C-B036-4F5D-9596-7F5C8B4DB7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E0FAEEF-5928-4B8E-8072-AB8170A1AA0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42289A-43D0-415E-9FA5-D207C53AA8C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6564A1-CA64-48BB-822E-2CAE97ED06D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3C8AB1-A7C9-4EF2-942C-9CD4FE3D552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555E75-56A1-43BE-935C-428BE8361F6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967088-E25B-442C-A932-0FC78CC358C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3E601F-E1E5-4541-BCDB-ED0C9F1C4E1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63B302E-DB21-493C-9729-35A9188EEA5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C74F7D6-8003-4973-BEC0-8D9E88C4701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002065-2DAE-4D20-9286-DE074DC3A6E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C4C110-6F0B-4F25-ADD5-548DDB64224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ECF8D4E-35F3-4ECA-A8AB-632FDB5633A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EFB0E3B-40BA-4034-A062-29316E59529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D47932-2515-4F4A-BCF5-D00606F19B0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D899AC-5C50-43B9-B048-1F463663252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D7CDEE4-7397-4B21-96B7-0829A7E2DB1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8A87789-E90F-44DC-8BEA-F1766F0D1BB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B26CAF-1CEA-4773-B34D-050B8002AB5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179F9D-DB45-497B-81F2-DE561D7C431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591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A1EE1AC-781F-4746-BA50-852D0195BD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523F5-18FB-4F16-9BB6-13DCE5FD34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1A97D58-B796-4587-9354-1B1369D760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EE0C8A-ED1A-4CE1-BB72-221055FB516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E71034-ADD5-43B9-AD8D-98AB3B6E0B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34D9A8-3007-44B7-B114-586CEE98A77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4BB219-1C5C-4BEB-AE40-065EEEBCB09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29DE82-C9E4-4341-A108-25377459AF9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186D-568E-43E8-A10C-173DA27EB2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07A4FD-5E01-40FE-B675-1287F10D3E4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three numbers that round to 52,000 to the nearest 1,000.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DE7148-0638-4F47-B7E7-BDFD1E68345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9738D9-241B-494D-9AD2-A29E951381B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04781F-6B79-4124-AF6F-AA38CC7B2A9A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Any three from 51,500 to 52,499.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9198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14F9F17-B6B3-40A3-B46D-97B80C5D46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5DF4D1-94A8-4BC6-9510-59AB9302F84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703AE8E-6D10-44F7-936B-98EC72BE2B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498D66-F024-416B-9320-810B3F32039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285525-D7CD-4A31-B3CB-E3A7A415E74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D87A84-7D32-491A-A048-95DE9A7A48F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842439-C084-4C2B-A12F-5E3AE63E1BB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E673FD-E8CF-4B25-B26C-10DE2C11DB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978E08-A96B-45F4-9CAE-002C990EF0D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65489-5743-4E78-A9CF-1645ACD77ACA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1D71F91-E664-4508-A626-CC261F373595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2AA427-9A9E-4164-821C-294AFA126D40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140448-4D01-4860-9AB5-61B5C167545B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32A1F7-4A96-497D-B1EC-76723D80EB3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32DD50-9ED2-46D9-B180-4EE841DB5A0D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8655E6E-D371-4307-BD44-1766AE601273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280,000.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693E42-F477-41FD-A6FC-E516EA94BF34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3A7358-3D22-4ED3-B94F-86FEAD2AA891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04338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298C59E-20D0-4A25-A237-85823B1899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C16BF0-5B8F-4F51-BD95-944057A2B2A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DCD1B87-4D3C-4EF2-86D7-4E41F0B70F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51F6A2-B607-4EAD-9941-CBCE1B3C89C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9D3F93-E654-4DA7-84D0-DA479F2067B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ACA049-5A94-4C04-927C-60E3989AC4B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BE1845-17C1-4DC6-ADF9-5CEB4EAE4D0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53C839-CE06-4A34-9790-28A06919AD1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CA9C7B-29B4-4855-B257-30D4CB1BE78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1BD85A3-F5F8-47A1-83FA-5452B8DF4A1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FCE3B74-883A-4A29-86F8-EB6CB58FCA2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CCA1A7-4A4F-4BF5-BDC2-FAACD4BCCAE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A5E4A2-E9B0-4441-A81D-89E7B021694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AE65FDC-76D1-43FF-8E59-04BC09C0583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CDF4F3D-9D6D-44A4-8C7D-2E0E0876A11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ED4EDC-5C99-4B75-AB96-B065AB022D1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2B5CD2-2392-4A2D-944C-ADFFF67E25B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always rounds up when the number contains a 5 anywhere.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A35B308-D597-4562-9582-CA64652F9D4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C6E49EC-31A0-428E-8F85-E371BA8EE4F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AA1A79-231D-4B38-8FA8-27DE6022D52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3C4C619-6907-4443-B81F-E695B22DAAA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D30C6F-E774-4AD1-B2C5-4F7CEA20E72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27999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1170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2026-09-09T10:55:51Z</dcterms:created>
  <dcterms:modified xsi:type="dcterms:W3CDTF">2026-09-09T11:01:35Z</dcterms:modified>
</cp:coreProperties>
</file>