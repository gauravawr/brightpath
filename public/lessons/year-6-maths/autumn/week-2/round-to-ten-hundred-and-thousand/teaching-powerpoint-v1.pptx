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905,400. | Underline the place named in the question. | Only the digit immediately to the right of the rounding place decides the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Round 468,753 to the nearest 10, 100 and 1,000. Answer: 468,750; 468,800; 469,000.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905,400.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Only the digit immediately to the right of the rounding place decides the direction.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905,400..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280,000..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Any three from 51,500 to 52,499.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Round 905,449 to the nearest 100. Expected: Round 279,650 to the nearest 1,000. Higher: Give three numbers that round to 52,000 to the nearest 1,000.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280,000. | Only the digit immediately to the right of the rounding place decides the direction.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C63DA6DD-0078-4071-88FA-473F8A3B23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EF7243-D2C1-41AE-B1DD-D46E089CE64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6A75A0-0D53-4204-B91E-B488388E9F56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A6AF044-1065-45BE-A874-ED920F773001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B2DC7F-D934-4785-8724-C833C199620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18F984-32C3-4880-9094-F5424316B98B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4AAF0D-093F-4947-9B63-423419479228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F1374E-9571-4A04-A514-879EED19CC41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83EAD7-9CB2-4D8F-B805-573177F98403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whole numbers to the nearest 10, 100 and 1,000.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D91D0C-0973-4239-9676-EC616D3A7C40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BE7C32-1EA1-48BB-A59E-A07CB14B874A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37F8AA-6202-441B-B28C-F2818D2D5EC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15103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B07D821-EA48-485E-8946-5D1AD9F1C1D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4455B9-5448-489F-ABD3-67295687E9D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705656-3A40-49D7-B5A3-5B5DBAFA87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876497-320D-426B-AC37-0928642123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187D50-8BF2-4C9F-8D28-A8967296885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87857C-52B4-433D-85FD-78593EBEAFB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5ED7EF-C01F-4679-8048-E19A4F8094F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7A922A-AA19-47EF-8A8F-F741C20E94E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6C3C24-2A94-40A5-9EEC-4D5F9E5ADC6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EB6206-D614-4677-8662-24E27B7E210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6745C77-B077-4414-92E7-12B5172CEC2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9AEDDE1-E0CF-46B9-BF50-BBF48699439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F72B52-A5EE-429A-8BF0-3A0149B34A2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D2E602-F983-4E93-9320-1D43AB1A1BF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FD8E1B8-3844-46EC-94E4-754C531F469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D7A424-C4E5-4F7C-87F4-6C34AF5A30A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37F76F-AF2B-44CC-B21F-615D796A129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BC6BB0-C2E8-4866-A0AB-80B22EDD637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AF41BBB-FE02-41E3-B0DA-E3D37AD3647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79E6A25-7487-4923-A11A-0CF5ACA9B17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AF35E7-FF15-49C6-B0A9-3614D369481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BE51976-0CC4-40CA-AC9A-EB14C77AE1C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468,753 to the nearest 10, 100 and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D46DEF-A83A-468C-88E1-726676690CE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8385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65105AE-030C-414F-99A7-37F7112186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D5562F-6AB2-432A-B4D9-835CAA79A59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6A8BAD-654F-4622-8BF4-4ECFF23EA3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E749058-07B8-4E85-8A92-75655BF664A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15D46D-B8BA-4D30-9904-5927E98A3C9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13C00A-FBED-4A4A-8949-FF2F252BE9D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00B904-3CE8-4C13-B546-04302F66E7D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69BCA0-AD5F-4D7B-A685-3295531C7DD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D215E8-B90F-4B53-B083-9B29815E9CB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505B031-5B82-4C5F-A5A6-2F2FADAC5BA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5C9FFBE-9707-4A4E-86CE-411C53248D8A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whole numbers to the nearest 10, 100 and 1,000.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3F5D34-4B87-46D9-8C45-CD39694EE0D2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CF53CE-28D0-46DD-ACEC-BF53DCFC4A21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A10EDD-CEAB-4A02-B16B-F21F43FF6672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BD7FAF5-D94A-4CFC-9156-C6B78FCA3804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A0CA3E-0AB6-45FC-B50B-1FFC50B553D8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452468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0EE7EA45-D48A-4A36-B109-7222567C3A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84E972-143D-4725-BC6A-637DB9E6468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79227D-2520-4D88-8D66-885A15CD0C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C53C53-5A59-473D-8BCE-47653400901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BB932B-C77E-4B3D-9771-2080F6600E0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0068BC-EF6D-43A1-B402-BCD8F9B87BC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300C90-5D32-4D1D-8224-D63C8A5FBEA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FC4714-C8F3-4F50-A07F-A00A44A55EE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7DCDAE-13E0-4353-B9A8-671253C0FB8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2F4A5A-59EF-4B6A-BA2F-87F563F44B6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49AEE4-7500-45C5-9647-5260CF8C4BF0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468,753 to the nearest 10, 100 and 1,000.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8116BE-D552-427B-81CD-5FFBB4DF3A2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42A4590-6D12-4735-9226-BB93D063324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065517-AFA2-4289-AEDA-619147F46FC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01E2B1-4BBD-4310-996B-919B6894EE2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CADDF3-8E8A-4D4B-A705-12136C7C673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26FA645-F92C-4BAD-ADA1-FA04469F9B2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50237FE-FB5B-40DE-8C1B-BA69D2D4EEC8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7D3413-C97E-4DD3-B010-7A2D3D449361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A8E160-6466-48B0-971F-EB2775BBF49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B64FB19-8B7F-4B6E-88E8-D1075851FE8E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FBA8021-A9D0-4020-8FFF-4F4AD647109D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D0F2CA-FF17-4710-BB6D-52AB12CA5A5E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8646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032C97A-8F04-495B-89A6-31BB5E7DB28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99408E-B9FB-46C7-B3A1-7E68EBD623D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0A19CB-9281-44DB-A101-9F50D51BDA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4A31AC-7490-44DF-B922-ECBDE36561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AECBB3-6AEB-4058-ACAA-D4C4DC1F89B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0E8400-3EA5-4FCE-AD44-F10C8BC60DA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33CBDE-EA76-4DEF-917E-33360858C21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065689-7642-4F22-A54D-38B21916C1E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8F48A-A9C1-4D1B-9DC7-F949DE7E1CB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4A79DE-3949-46A1-8D3B-DEA86772CBC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1B109F-F030-49E3-8FD3-F790CD7D4FE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A2ADDA-28F8-4B7E-821E-D88E028AAE8E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468,750; 468,800; 469,000.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C95284-D928-4E49-92CB-7EC146E1B249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A95E36-A175-43DA-AB73-888238885D88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BF275D-9E5A-49AD-A86E-ADDD6ABA0BD5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23220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6FEBF1-5C5B-4EA3-A5E9-70563B97764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FD53F5-1823-4AA9-8971-4B65F8D6471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BAEC54-E026-49BC-BC91-ED5633D8EA0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C190C8-D07F-422B-BF58-15C652C9582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599413-1A57-4875-941F-531E800F061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CA7653-9499-46D1-BFD3-E46CBA95640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0AB4B5-DC5E-49B4-AD6C-2574E26E0C7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C6A982-F947-474A-A325-51805C294A1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6A3F58-C627-443C-B844-647BCA1259F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C77ACD-4A9C-4859-AF3C-0D0676B44C2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45F038-950A-4EFE-894A-CC3934384746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4F599F-7D3F-400D-9FD8-CFE72B86625E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0B0958-454E-4FE7-AD0D-37AB201118B4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CD56BC-FD43-4AE5-91BE-47D5C67F66BD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808289-F688-4EB9-90A7-F5BFE42AB704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FBFB7C-D6BB-4B57-A2D8-FC160D58D8C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905,400.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698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DFD8C7C-431B-4622-A93A-A58199B483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818404-8D48-4D9E-A134-00FE9CFB0BE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BCB034-B3A4-45C0-8662-727C90C44B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54B546-BAC0-4041-A2A1-6FEC743B50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302463-1CFD-4873-883F-88356CFC519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51DB0D-49EF-46DF-99EB-B42C3676C71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383B94-3760-4657-B938-2C45FACC354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BFECAE-12E9-4407-AD1C-EE543B98922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222A93-FF8B-4C50-B708-743E1F2C59B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9224FB-B36F-4172-B2DC-B4592A9BC93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E71226AD-7CD8-4CDE-A977-7121B341D8D2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1B942E-D034-45AD-AA33-EC0BC75F1B30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always rounds up when the number contains a 5 anywhere.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85B454-FF94-45B0-BD15-A0D4D8E0A9FD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A6B106-F06D-4145-9113-C3CBD75713F7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1775E55-E104-4631-B053-018095321760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Only the digit immediately to the right of the rounding place decides the direction.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41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2CB8D24-197D-44FC-BD0C-106F5E7AE3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A6EE76-6350-49B2-95D8-55253D01DBD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060D7D-7528-40C6-A96A-AFFCF39E9F3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8EB97DA-477E-485D-A949-707BA0BE7C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682437-027F-492B-BA83-4460FD52753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57524D3-6268-4C5C-A990-DE6490903BE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2219B1-3355-4019-96FF-C5405855D8B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E9E25B-FCFA-43B4-9A19-0B42105BEDF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9267B2-63FD-4F36-8A59-2027B58BBD9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537322-827C-47D2-8662-3999E41A77B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23CF396-38C3-4902-BABE-45239BFB04B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004D2F-E4DA-42B3-9949-A3F9C275B2E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710C38-A9A5-434E-8861-69CE30BD51D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1D6BA-EFD8-4EA9-96B5-B534CEE4490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3E65158-5386-40B7-8D17-09F69106E77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764EB82-D001-4400-BC20-FA97DD1CC54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674132-5263-4670-831C-F4926C1F210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6D52A3-C6BB-4259-9773-9EC4C785EAE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A9E469F-8B02-452E-908F-6A6A3362EA1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2D0DF78-EA31-47D1-AA6B-0FF69FCD037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29CD94-0B96-413C-B983-045374DB14F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E9569C-C10B-4B57-9662-8543F1D9723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905,400.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531740-4693-4D81-A35E-0088A74C4CA6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69292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5B03302-8233-48B3-BBDE-82F24C293F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05D621-2A37-4A8F-85E4-427D00D7E4E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1EAE74-233C-4E38-8D95-4201DA0E3D1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6FB9317-0A21-492A-8E26-E0D6768323D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E62F11-4E8D-4746-83E2-C9AB5C029EB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3E6BC-5F95-4BD7-9573-E230C7EAC46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46B8E1-4F00-4B70-A506-BAF8A8A5088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D6DDED-EE18-4283-AE2B-F5D9F7D8F06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DC5875-0475-4BB5-8C95-5DFF5E5E764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32C29A-EDC0-48A8-B4F7-AA0A4C01867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3B56275-89E3-40D5-B339-FE85C422800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099F571-CFDA-4DDE-8426-9400E8D1BF8B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C2A255-6786-4276-8BAB-66211CCEBE6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960223-4D7B-4B57-8ED7-612D0C2199D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FCB3829-5834-4D10-AA4A-35FCF7747C3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060F490-586D-4918-BD07-C4C0EDC24BB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1C44BB-8127-4958-A90D-932C8ECE569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9E7F56-ED1D-479C-9FE2-F6C5FC08FCC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7525B5C-5260-4A15-99F2-33BEF74B8439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D0E450F-AF4F-4496-869D-F170C0CE08A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BA0FE8-8695-4BBC-B1DC-1D8C0F46A36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BDB808-AA90-4DB6-AFBF-17A192E5D33A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69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D7FFF3F-341D-4433-9F2C-B00D0F69BE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B346C6F-CF34-4D05-BDC2-1D43DF810E3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BB8C2B-F6E2-4D5E-AAC3-4A9047D612F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9F72AAC-D08D-4124-AAD0-9B56914EAF4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984A5F-A5C4-4A69-93BE-23DBF5C8D3A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0B4CA2-6C74-477A-A7D3-2567E235265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519E4E-6A5B-403C-B7F2-C9E231CFE0E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2CE743-9822-4689-AD76-4D96DBB4EFE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FBA8CA-274C-406F-98A3-3C607A1CDC6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1799B9-1FBF-4C3E-9870-43A679B9F40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F8B70D-F1AA-4061-96FE-5CCE380B623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three numbers that round to 52,000 to the nearest 1,000.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2A24A0-6AC4-4564-ACE5-FAB526EE2EA5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0CE01C-7CF0-4BA4-A005-30887C2217DB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E832B52-2607-4355-8FC0-6193D9F13B6E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Any three from 51,500 to 52,499.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6996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DA00801-5F0A-4B43-8836-ACB00F9E24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CC518E-65FA-4B9B-B4DA-A5C577A250A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93CCF2-3785-4595-B139-28AB52DDE9F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00BEEFB-929F-482C-AF1F-76E136F8D50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0D2B8C-6FFB-43F2-AC51-F4CDD4C010B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FF06F8-C8E4-405B-919A-153E6C0BE42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14D0D8-DC77-450B-B5E0-7A1202D6D62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9242E5-2B98-4D7D-8BFB-A4A46199922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A36F2E-508C-4665-9528-1EFD18E979D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7CA88C-8881-4D2E-9754-C5A253170E6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933C85-91C1-4DB9-AA0B-A34EA10B76E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886F20-C4AD-4DA0-931F-14209BDBE4E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63A0BB-B5A4-4B56-AB03-603786E45742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68AA44-3D71-4470-9CBD-9F84FDC01632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8E0E71E-6478-4805-92C6-71DD7C2F73D3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9595FC-7923-483A-979D-A6D3AF7643F7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3D8E6C0-E3F7-4553-B7BB-2BBAC29D7EBD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7CB26E-4C97-49B6-AA7A-8EBBD2196F75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0A6F0E5-51D6-42B4-B213-1C8690DA8610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76E4F9-75CD-47D3-8FFE-A2CE3CBF970D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A982D87-F140-4A34-B0AB-FA75C99CA61C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E90361B-E7D3-4E9D-ABFC-D59BCC2380C4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88A2189-3D9E-489B-B308-DE91D1AFB2ED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5051D20-4D91-4EB1-BD14-C7181AF7DF4A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E1FBC02-6A3B-420E-9669-E5ED062BA70E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8F55B7-07C6-427D-9B70-F4AF2498193C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809989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C27A6B2-2A70-4616-9B5F-3AC317E782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A21950-9A57-4501-AEF2-82FB34485ED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7E35CD-1A76-4BDE-93B4-7F6FA81B7C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3C34F06-4D4A-4C7A-AECD-B5F3E34114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AF3AA6-E11C-4AA4-81E9-2BD735D4E80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C9F3C0-C7F6-439B-9226-F58DDF12385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02023F-AF2B-4986-A991-2A3D4123194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8AA4CB-79CB-4117-B069-B9D43424C47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32E126-71BB-43FD-AEB9-3C69433BC9A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7392ED-C827-402F-BDDF-A2DDECAB428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E5551AD-9E3A-4DD5-BBD0-A88DC36C372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269B758-8C01-4565-9444-F14F6E91385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535199-775F-4A5E-A3B0-D9787AE1785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2913CF-E8B8-45C5-BAC7-6043DF7327A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80EBE2C-0311-46EC-BA31-C0832F74073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481056B-7AA8-487B-8E19-D78A2BE3D3E2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56F11A2-4399-47AD-86B8-DBBECA5F30C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967811-8D45-462B-BC22-DD362982A17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always rounds up when the number contains a 5 anywhere.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87E2862-B235-403D-B74B-34E80E993FA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1A687BF-1D00-4BAC-BA3A-532F70B60D3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A8C329-5863-4924-848F-243A8CBECAC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95164B-E162-4340-BC2E-BB1CD9C4E5B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D9A420-769B-46F9-AA24-F2A77BC841B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34053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1353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2026-09-08T22:34:39Z</dcterms:created>
  <dcterms:modified xsi:type="dcterms:W3CDTF">2026-09-08T22:41:35Z</dcterms:modified>
</cp:coreProperties>
</file>