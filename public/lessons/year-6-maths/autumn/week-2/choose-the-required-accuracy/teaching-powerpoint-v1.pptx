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2,700,000. | Underline the place named in the question. | The question controls the accuracy. Mark that place before deciding.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Round 384,650 to the nearest 10,000 and then to the nearest 1,000. Answer: 380,000 and 385,000.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2,700,000.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question controls the accuracy. Mark that place before deciding.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2,700,000..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999,000..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725,000 to 734,999.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Round 2,749,501 to the nearest 100,000. Expected: Round 999,499 to the nearest 1,000. Higher: A number rounds to 730,000 to the nearest 10,000. State its full possible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999,000. | The question controls the accuracy. Mark that place before deciding.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6D114B0-D1BB-4DDB-85FD-9A747796E0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96E4ED-5DD2-4E3B-B80C-D9F6720F3DB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177DF1-73B3-4634-B2BB-5235DDACBA9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D0E761-A760-40BC-804C-96D93BFF4BE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FB85F4-A089-4D24-9A85-70C667B210C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90B6BF-E2E2-4B57-ADDE-16E33C0CB9A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F4079F8-69A9-43E4-A5EA-528ECABDBC30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0DB293-BBC5-4E4E-B616-81BC6C501362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3B8AAE-AA0C-4072-A78D-8A70595F0290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a number to a stated degree of accuracy.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A274F0-366B-429F-A4F8-300A6144396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81AC9E-13E0-4BAA-928B-601614C4CEF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A62CC0-422B-40EB-BEFA-0D41A111E5EA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38516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E68BF3C-1791-48D3-A9F0-242438A691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1F0E53-C107-4448-A2EC-0B91AC0F3B6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E210D-B92A-434B-873D-61BFBDB761D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04B71C-EAFF-4A51-BD84-AADD308838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88285B-3019-42C3-85EE-D97E14AA1C3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1E0DD6-F6BD-4A9C-BEED-2598310B5D7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B2CABA-B06D-4587-B49D-1271E444FED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B6F503-7028-4F6F-84DB-05BE743114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F4435A-72F8-4EEB-92C0-8E13D107B45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A11A16-6F38-4861-A44B-F6A141CD8DF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4BBD473-4805-49F9-9DE1-6EDF697A252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09B9284-365B-4999-8153-92DCA6A090C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11359C-9708-4081-9FAA-6BB4F45D56B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D7F27C-1FA2-4059-A222-E51284ADB81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A7E2B17-C9A6-4907-9702-C7CEB313CE6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9945768-91B8-4221-9504-F742E312366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8F1020-5E7F-479D-A08B-86F3435A0C8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0A4EC5-3EE7-42D9-A8FC-6F4FF14BC7B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7184653-63AF-43D4-A7C5-61AE2C1B7E4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A120A0-08D1-4549-9228-92661076EE7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2C15D-3FA8-4DD3-8A35-E37C893D2FC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F80ABD-EE46-4512-9FF0-381FB5403E5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384,650 to the nearest 10,000 and then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AF8D640-FA74-47FF-BD3A-17AA17B80BA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90087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E56A8B2-6A53-4F2F-8F8C-CF0E821066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2E9565-5FD8-42DC-AD36-92BD4BC5BC8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BA404E-72F1-4CD5-9BC8-B619C90093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305F9-8664-4EFA-8F5C-39086A251E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F9938-68B2-4D8D-AC0C-2EE7F9F8BD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8A2BC7-BD6E-42C2-8D8B-5F6DDEC2A1C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9753AB-96EF-4B11-B777-7966DF21C5F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BE7EB9-D457-4E36-8E94-37EF6321753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A5DAC-DBB1-4B4B-8E53-A5CCB6BD55E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CF7004-219E-4787-9803-4918EBEC1A8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A1452F-61F5-4006-B5BF-3935FE4EABB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a number to a stated degree of accuracy.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0BC28A-764E-4347-9471-8028381C9B0C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C7A907-682B-42FD-A35A-AB5535879B6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CF7F73-EB5E-4DE2-9AF8-67F49D2BF0C1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5A8DDE-7392-4F5F-8408-545054931949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315F2F-B3F3-4A71-A55E-6D78A4631BD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29029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192DDFB-CA81-431B-9045-5CF0B10ACE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7934F7-B200-4FF4-9561-268ED271081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A3F05F-E862-4B35-A22C-4F16B666DE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79533A7-AFE1-4909-991F-7E8922BF076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61A467-C58D-43AC-9AF6-60CA5654FF5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DA5F0D-B043-49CC-9F6C-6CFDF2D8870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EC2EAA-7438-4D85-B339-E8623A763EC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1284DC-EA72-42AC-9F60-DE0EB83A400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C3F01A-F907-4C96-9E42-3D9CFF7419A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9AF3F9-6363-4C90-85A8-6D2FBEFB4A6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27612C-6748-488A-83A4-527081C790E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384,650 to the nearest 10,000 and then to the nearest 1,000.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39CABA-7924-4C18-8D50-3C43501D940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1F93198-5577-439A-85BA-5B278AC1ED9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FB7EC4-FB5A-4ECB-B49D-E534E81214E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942FED-938B-4666-8CB1-067D8CE5EC4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596657-5329-4305-88E3-F388220F532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590360F-F10B-4065-A7CB-AC7DE595CA4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FC96B2-A430-45B1-94B4-E167A21D743C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B102E0-5A48-44C6-A4C2-2328AAEE8FC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819A96-1628-4878-980B-D352D0D3B7C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0C9793B-0E10-47A8-9ACB-DA40EC304D4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05912B7-7928-47B3-B3EC-964B6E7E6AE0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9F33B6-9580-41B2-9863-0435E5968D3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62445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CA3CDAD-A053-4121-BF11-64C1AAFE11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526412-4F1C-4AFE-B614-34872710E1D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BFBE77-5425-4384-9809-20DB50D272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36B2A12-F36F-4E71-B068-7A964E4DC2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E940CD-E14A-4A61-B02D-AE3CA26493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D2560F-614A-46EC-ADE9-EA5963CD88B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8A55EB-92DF-41F9-9160-21DB129BB7E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AC36B6-C9E7-4E86-855A-EAAB4CE8155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92167-7444-4E3D-AE29-C14F26F8321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DE27B0-31A9-4653-A29C-00873E4C12C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806A0B-D76A-4EB4-999D-3AECC3B2068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C24B18-78E0-48DF-AB4A-83FE1A88E429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380,000 and 385,000.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5A16A6-9411-4AEE-AF11-9F777ECBF75C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952130-3ED1-41FE-82DB-D611552EE79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3C04E3-79A9-452B-BB0A-B0A6A2360BAC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842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2940466-7A27-4D1D-8D77-E523A48745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DA146A-06BE-4B47-9165-1D2730E4FC8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1DCD00-F965-4040-8067-D2CB696804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B6CAB74-0E26-48F5-8927-2CFBCF4B17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AF29D3-D2CC-4638-A287-4938F8DB1D9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231100-1A75-4CEF-9C4C-A7CE452304C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6A2EAB-05B2-482B-85DC-029EBA134DC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9E9CD8-1E39-42A7-BCFF-BBF8A48B5FF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1A7DC2-5676-4A8D-92F7-36D6DE116A5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91536C-61C7-4E74-BB9A-38D96997036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D7D0E3-71DC-43A8-BF66-CB3DE3097CB1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7E3A55-CEA6-4C54-9FAC-1FB9139AB1FA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B4D6CE-451F-4975-80BD-3639FCC983D6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237310-2FB1-4237-804E-A5C8EA0E72B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C65173-27AF-428D-8291-8E871721EDB8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6F4191-16A7-454C-8D82-9320EB7CB31B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2,700,000.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981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575931F-C79A-4C44-A841-18AA7E694E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AA9752-E7E2-4D0E-AE31-A8241680259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D3E9F4-1940-48C4-B50D-5A698924DB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399AEC-0CD1-46FB-823E-035AE018FF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3356AF-78DC-4CA1-AEC2-FFE1FDEBD58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0FD080-8B2F-42C1-AF1D-586335A404A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1BB8A1-085D-4CE4-A508-E869BC08E98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998704-0EBF-4608-99B0-CB501AB6FD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61BF56-0BD9-4A8D-A872-5C42070D78F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2DD1BC-ED6F-4381-A945-FC8CDDD9E11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28B19B-227E-4CC1-8DBE-6FF845F19321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AF8223-6016-43A3-BC8E-E52F9F24F09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to the largest place value he can see instead of the place named.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BA16CE-A59A-4A99-BF78-C3D07BF8E58A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D8DE4-25FE-403F-9B04-F6262120D9C5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7DB00-2A74-45A0-B576-C0C5A6E68C56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question controls the accuracy. Mark that place before deciding.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9790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A5BA4E-82A8-4ED4-9CCB-D5A16144D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1F3F88-324C-4D58-861B-AE2865C2128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AC33B-0172-4B31-8649-035634457E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8D64C41-D3D5-40A1-8C21-3A640B20593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10AE6E-4C20-44E0-9BAC-8069E28E129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E6B673-ECB0-4EA8-8E09-1150018B81A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34E1E6-449D-4A42-B067-90813CB3850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1ADEBA-26CC-4B1E-B4AA-BFE17543429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2E5AE9-2681-430E-B8F4-9AB7F6BBEA0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CAA0BB-5852-4D14-8B5E-A83218537E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C945FF-5E20-4FF8-8C3D-4ABA4B5954A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96EB8F-B39E-46C6-AA3A-C69B1B88060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22FA84-B69E-42BA-87F8-3C388D6B5A8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34C2DE-E500-4A17-BB9B-A9BB1EBA0AB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8F63940-A135-45E3-AC8A-71406BACCA9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4B36FA4-1FE9-4BA0-919E-8B3AD884212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5B6637-3CED-4076-AB20-503E68B8A79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DA0D2-CE85-4F7B-8438-043E993A657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BFFD73D-70C2-4671-83EA-81CC3C9353F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6A9359-8791-418C-8CCC-AB30A7CD5AE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BF31E4-1A86-4FA6-81AB-148A06BBC3D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D7E027F-B4A6-451F-A5F4-211E0FDB755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2,700,000.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FD245F-A501-4370-B298-1A025835835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4843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CCD9C1C-B0F0-440B-B80B-806A60EF48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615644-0B84-4D91-B543-6BB2C784C1F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C33A1A-522E-4E37-9FB5-1852298E76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C2315E-7013-4747-A5A6-C586EEE15C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4EBFF9-9483-4CEC-9F25-2F2F1622F15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65C331-9EF1-48E2-B47F-283EDF56455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2D2E30-CF79-402C-8BA0-D59112AF7BE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DA6A2B-016A-4C4F-A6E8-9B195639413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F1ED1-3A2B-4C7B-BB21-7B329304A8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801AD7-C4DE-4E2B-B9AA-219E208AEDB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DEEBAE4-DAFD-4F00-B569-E729B0027EE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2B2352C-85DD-4184-A0DF-37D92535DEB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480723-7639-4DA8-A568-284B6F053AF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51A555-1591-481A-AE13-63557B76A01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D4DC0D3-3D84-4E73-907D-38C0308C007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540DCE-9DF7-4BEF-A3AA-759CD9AC0E4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118D43-BC09-4FA9-8D2F-16D4D384C38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51867C-B8AA-4E01-996A-1704843F5F8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1E8D92C-EF90-453A-8B6F-BEB9707901B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4D2E41E-7E69-43BB-8DD5-AAC0EC9B6A3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58E0C3-2720-4642-9440-19F1CABA6F3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3D0B8B-7370-4FB2-AFA9-31F5211FF87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93348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4EF6F88-3160-47D5-8757-52821DC593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A86229-EAB3-4E86-B1C4-71F0CCAE21F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9D87BA-F129-4C00-B27A-A1E36D89FF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0D4D2D-E358-4E09-BD67-4B74BA1CEB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C1A78-81CC-4D18-8628-F757BE7E298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C2B385-24BC-48D1-9C83-61ADF132913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E6EE17-0C8F-4B4F-8764-9A9560136FB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1E433A-F974-44D6-8F24-6D183DA3D5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4C6637-163F-4C4E-9224-961ADFA3BB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0EF0AB-772F-436E-A71D-49C1E5AD62E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55F651-EF44-4F73-8B84-48CC6F1DE83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730,000 to the nearest 10,000. State its full possible range.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D2B250-DC10-4107-98FD-DA3F6D937F87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053255-5FB9-461D-A5D7-C7FC80469B88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734156-F4F9-453A-BBEB-AD68D65D147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725,000 to 734,999.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107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CDE140C-F7EC-4323-99C6-FB0BA83FDB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292448-4CD5-400C-9F97-2202AE07854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A23310-0250-40FC-8502-51A3B6F8FC4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46A5D9-7A3C-4DAC-96A2-A23DC6E2EA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9862EB-13CF-466A-967F-211608ACA67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3CCEA9-9E26-44B2-A1FE-ED898EB9C11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7C15A8-C208-4C7D-9247-AE23E28D817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D4B2FF-8FAB-4523-A44F-53A607200E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2F3E69-577B-4665-BCEC-598CE647831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FF8048-4253-421E-803E-CF8F57FA64C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088212-1442-49C3-A539-AC610243A5F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3A5878B-4CA2-4F7F-BE1A-5FFF74CEB03F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830B68-68F4-454C-9A40-B8BC0ED55C29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4D195B-4516-4210-9539-94E71DFE110F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D5EBCD-84F7-4FCC-AA9C-F484EE72F462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6CB51E-0A87-4ED1-BF8B-D99CBF495EF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74D6D4-6767-4516-8DBC-FD1A208AAA1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5E6E63-83C2-4F0B-8681-8C54C13CACAE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466A2-EEB9-4B97-9A13-173871AA37CF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E3F0E5-0C19-4BFA-93B7-175D9D7B3680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4B34-C745-4BB3-AA87-3C3E80288F7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E43BC8B-E678-43EA-BC74-D8889E110DCE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E32D7F-44E7-4605-A975-407821091BD6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E8E8814-95E2-4D26-B83F-56D99E48E43F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7EDFD4-D617-4005-A85C-867436B67B7A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078744-87E5-4EBC-82D0-F7D0F4CCD030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649489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16DE262-B642-4B3D-8C52-3CC5D4EF9C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1ADC33-F645-4F27-B210-7B7EF21DF46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CBB4E3-0620-44E9-91DC-CF547FDAECC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481A1A-FAD1-4FF2-AB5D-561E6D41DF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46C46E-2673-4DEB-99C0-AA979C82D08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621571-8CC1-4000-8C16-13F5B910D15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0B8590-5D91-4358-8B20-61E86C66211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DCA850-707E-4830-9D83-60D1A62BD5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9F5E28-5D81-4FD3-B1FF-E3C22092679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C19D79-EC0E-4C17-8F91-9330BC586A5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6E7EB12-7848-4139-803C-780629372B2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C1AF2E-EF64-48ED-9C1E-D3F0AFA7ADC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6A5BC8-5892-4393-9D92-B4869315005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1FCE89-DDD4-498A-B662-2B08F7991C9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2F874C6-572D-4188-BB2F-8FE6B68B696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3D5D07-990D-4D61-B542-CF1F660C02A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852282-9CB7-4BB2-99D9-C65B1782024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39CFE6-EAE9-4AC8-BE0D-ACC920745B8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to the largest place value he can see instead of the place named.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34940C0-5609-4592-AA9A-EC9EB03B330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79371D2-FE96-457B-9FDE-1805CD7F87C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522D070-CB6E-4C7D-986A-A16C4B6F07F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B6B628-0F10-48A9-97EF-B84E6205BB3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9F033B4-7C63-454C-9AD8-68C342D69A9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2991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2026-09-08T22:34:48Z</dcterms:created>
  <dcterms:modified xsi:type="dcterms:W3CDTF">2026-09-08T22:41:53Z</dcterms:modified>
</cp:coreProperties>
</file>