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dc37208dd54d54" /><Relationship Type="http://schemas.openxmlformats.org/officeDocument/2006/relationships/extended-properties" Target="/docProps/app.xml" Id="R0b53a888550f4b64" /><Relationship Type="http://schemas.openxmlformats.org/officeDocument/2006/relationships/officeDocument" Target="/ppt/presentation.xml" Id="R7883e5e7b1fd41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109ad745649bf"/>
  </p:sldMasterIdLst>
  <p:notesMasterIdLst>
    <p:notesMasterId xmlns:r="http://schemas.openxmlformats.org/officeDocument/2006/relationships" r:id="R82d3fb90a1794951"/>
  </p:notesMasterIdLst>
  <p:sldIdLst>
    <p:sldId xmlns:r="http://schemas.openxmlformats.org/officeDocument/2006/relationships" id="256" r:id="R6b623e1a9d364c15"/>
    <p:sldId xmlns:r="http://schemas.openxmlformats.org/officeDocument/2006/relationships" id="257" r:id="R395c9b4f89084025"/>
    <p:sldId xmlns:r="http://schemas.openxmlformats.org/officeDocument/2006/relationships" id="258" r:id="R5feb681938ce40f6"/>
    <p:sldId xmlns:r="http://schemas.openxmlformats.org/officeDocument/2006/relationships" id="259" r:id="R51ce79ef3e9c4128"/>
    <p:sldId xmlns:r="http://schemas.openxmlformats.org/officeDocument/2006/relationships" id="260" r:id="R7fd8a552f87542d7"/>
    <p:sldId xmlns:r="http://schemas.openxmlformats.org/officeDocument/2006/relationships" id="261" r:id="Ra1c96a3d738d4993"/>
    <p:sldId xmlns:r="http://schemas.openxmlformats.org/officeDocument/2006/relationships" id="262" r:id="R12c79e21670b4e3f"/>
    <p:sldId xmlns:r="http://schemas.openxmlformats.org/officeDocument/2006/relationships" id="263" r:id="R01185b44c9b94e2f"/>
    <p:sldId xmlns:r="http://schemas.openxmlformats.org/officeDocument/2006/relationships" id="264" r:id="R8c273876e4a5475c"/>
    <p:sldId xmlns:r="http://schemas.openxmlformats.org/officeDocument/2006/relationships" id="265" r:id="Rc52173c20cd84173"/>
    <p:sldId xmlns:r="http://schemas.openxmlformats.org/officeDocument/2006/relationships" id="266" r:id="R2e24094c3a4346a2"/>
    <p:sldId xmlns:r="http://schemas.openxmlformats.org/officeDocument/2006/relationships" id="267" r:id="R1e1c37b2ec414f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4933b868b741c2" /><Relationship Type="http://schemas.openxmlformats.org/officeDocument/2006/relationships/slideMaster" Target="/ppt/slideMasters/slideMaster1.xml" Id="R869109ad745649bf" /><Relationship Type="http://schemas.openxmlformats.org/officeDocument/2006/relationships/notesMaster" Target="/ppt/notesMasters/notesMaster1.xml" Id="R82d3fb90a1794951" /><Relationship Type="http://schemas.openxmlformats.org/officeDocument/2006/relationships/presProps" Target="/ppt/presProps.xml" Id="Rc43f64ab64db4668" /><Relationship Type="http://schemas.openxmlformats.org/officeDocument/2006/relationships/tableStyles" Target="/ppt/tableStyles.xml" Id="Rbd3d3ce8bc4342c3" /><Relationship Type="http://schemas.openxmlformats.org/officeDocument/2006/relationships/slide" Target="/ppt/slides/slide1.xml" Id="R6b623e1a9d364c15" /><Relationship Type="http://schemas.openxmlformats.org/officeDocument/2006/relationships/slide" Target="/ppt/slides/slide2.xml" Id="R395c9b4f89084025" /><Relationship Type="http://schemas.openxmlformats.org/officeDocument/2006/relationships/slide" Target="/ppt/slides/slide3.xml" Id="R5feb681938ce40f6" /><Relationship Type="http://schemas.openxmlformats.org/officeDocument/2006/relationships/slide" Target="/ppt/slides/slide4.xml" Id="R51ce79ef3e9c4128" /><Relationship Type="http://schemas.openxmlformats.org/officeDocument/2006/relationships/slide" Target="/ppt/slides/slide5.xml" Id="R7fd8a552f87542d7" /><Relationship Type="http://schemas.openxmlformats.org/officeDocument/2006/relationships/slide" Target="/ppt/slides/slide6.xml" Id="Ra1c96a3d738d4993" /><Relationship Type="http://schemas.openxmlformats.org/officeDocument/2006/relationships/slide" Target="/ppt/slides/slide7.xml" Id="R12c79e21670b4e3f" /><Relationship Type="http://schemas.openxmlformats.org/officeDocument/2006/relationships/slide" Target="/ppt/slides/slide8.xml" Id="R01185b44c9b94e2f" /><Relationship Type="http://schemas.openxmlformats.org/officeDocument/2006/relationships/slide" Target="/ppt/slides/slide9.xml" Id="R8c273876e4a5475c" /><Relationship Type="http://schemas.openxmlformats.org/officeDocument/2006/relationships/slide" Target="/ppt/slides/slide10.xml" Id="Rc52173c20cd84173" /><Relationship Type="http://schemas.openxmlformats.org/officeDocument/2006/relationships/slide" Target="/ppt/slides/slide11.xml" Id="R2e24094c3a4346a2" /><Relationship Type="http://schemas.openxmlformats.org/officeDocument/2006/relationships/slide" Target="/ppt/slides/slide12.xml" Id="R1e1c37b2ec414f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b15ee140064a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f9484fc304f3a" /><Relationship Type="http://schemas.openxmlformats.org/officeDocument/2006/relationships/notesMaster" Target="/ppt/notesMasters/notesMaster1.xml" Id="Reb1195a93adb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1a17823a4c4160" /><Relationship Type="http://schemas.openxmlformats.org/officeDocument/2006/relationships/notesMaster" Target="/ppt/notesMasters/notesMaster1.xml" Id="Rcbb4375f2d2e43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73eefc0236473c" /><Relationship Type="http://schemas.openxmlformats.org/officeDocument/2006/relationships/notesMaster" Target="/ppt/notesMasters/notesMaster1.xml" Id="R7428fa4b221948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e40ad38c64c75" /><Relationship Type="http://schemas.openxmlformats.org/officeDocument/2006/relationships/notesMaster" Target="/ppt/notesMasters/notesMaster1.xml" Id="R1e288a4ef16d44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2a98b4e4e040fb" /><Relationship Type="http://schemas.openxmlformats.org/officeDocument/2006/relationships/notesMaster" Target="/ppt/notesMasters/notesMaster1.xml" Id="R88c214f46a5f40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ec41d1ff6a49a8" /><Relationship Type="http://schemas.openxmlformats.org/officeDocument/2006/relationships/notesMaster" Target="/ppt/notesMasters/notesMaster1.xml" Id="Ra0edecbd30b344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70f71511f4a78" /><Relationship Type="http://schemas.openxmlformats.org/officeDocument/2006/relationships/notesMaster" Target="/ppt/notesMasters/notesMaster1.xml" Id="Rd6df40b0b4ac4a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9bbfc699d54fee" /><Relationship Type="http://schemas.openxmlformats.org/officeDocument/2006/relationships/notesMaster" Target="/ppt/notesMasters/notesMaster1.xml" Id="R74bf7058859a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813e03d3c8477f" /><Relationship Type="http://schemas.openxmlformats.org/officeDocument/2006/relationships/notesMaster" Target="/ppt/notesMasters/notesMaster1.xml" Id="R8d4379179b414e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e32693938b4663" /><Relationship Type="http://schemas.openxmlformats.org/officeDocument/2006/relationships/notesMaster" Target="/ppt/notesMasters/notesMaster1.xml" Id="R9b18e122497a4f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2f4bd65bd745ca" /><Relationship Type="http://schemas.openxmlformats.org/officeDocument/2006/relationships/notesMaster" Target="/ppt/notesMasters/notesMaster1.xml" Id="Ra77961d981bc4a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ba007473d54149" /><Relationship Type="http://schemas.openxmlformats.org/officeDocument/2006/relationships/notesMaster" Target="/ppt/notesMasters/notesMaster1.xml" Id="R692f177fc71d47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Open number lines, place-value chart, digit cards, highlighters,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2,700,000. | Underline the place named in the question. | The question controls the accuracy. Mark that place before deciding.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round, nearest, boundary, multiple, accuracy, estimate.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380,000 and 385,000.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2,700,000.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The question controls the accuracy. Mark that place before deciding.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2,700,000..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999,000..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725,000 to 734,999.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999,000.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999,000. | The question controls the accuracy. Mark that place before deciding.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7c2491ced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7ec9f9b67146c0" /><Relationship Type="http://schemas.openxmlformats.org/officeDocument/2006/relationships/slideLayout" Target="/ppt/slideLayouts/slideLayout1.xml" Id="R0963745bb3bf4d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3745bb3bf4d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ef38c6f74d52" /><Relationship Type="http://schemas.openxmlformats.org/officeDocument/2006/relationships/notesSlide" Target="/ppt/notesSlides/notesSlide1.xml" Id="Re9d3d4fc050342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6229682e34b67" /><Relationship Type="http://schemas.openxmlformats.org/officeDocument/2006/relationships/notesSlide" Target="/ppt/notesSlides/notesSlide2.xml" Id="Ra4aa1d923d8d4c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04d8dbe924c65" /><Relationship Type="http://schemas.openxmlformats.org/officeDocument/2006/relationships/notesSlide" Target="/ppt/notesSlides/notesSlide3.xml" Id="R786bb3de9a274f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fcd729f8e4c9a" /><Relationship Type="http://schemas.openxmlformats.org/officeDocument/2006/relationships/notesSlide" Target="/ppt/notesSlides/notesSlide4.xml" Id="R41ec45cda3f74a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3a2a1e3164a31" /><Relationship Type="http://schemas.openxmlformats.org/officeDocument/2006/relationships/notesSlide" Target="/ppt/notesSlides/notesSlide5.xml" Id="Rcb2c7eb95d5d46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7162d1c4e4b27" /><Relationship Type="http://schemas.openxmlformats.org/officeDocument/2006/relationships/notesSlide" Target="/ppt/notesSlides/notesSlide6.xml" Id="R3a35cc3dac8f45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d08e2a4b44e6d" /><Relationship Type="http://schemas.openxmlformats.org/officeDocument/2006/relationships/image" Target="/ppt/media/image.png" Id="R305c6f4a9e2248aa" /><Relationship Type="http://schemas.openxmlformats.org/officeDocument/2006/relationships/notesSlide" Target="/ppt/notesSlides/notesSlide7.xml" Id="R25f75afc609f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c481b506d4824" /><Relationship Type="http://schemas.openxmlformats.org/officeDocument/2006/relationships/notesSlide" Target="/ppt/notesSlides/notesSlide8.xml" Id="R796470b35bd844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1746cfdc04aee" /><Relationship Type="http://schemas.openxmlformats.org/officeDocument/2006/relationships/notesSlide" Target="/ppt/notesSlides/notesSlide9.xml" Id="R0c392d447f3148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ea2ec367478b" /><Relationship Type="http://schemas.openxmlformats.org/officeDocument/2006/relationships/notesSlide" Target="/ppt/notesSlides/notesSlide10.xml" Id="Ree8ad91c541446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25b088ecc4037" /><Relationship Type="http://schemas.openxmlformats.org/officeDocument/2006/relationships/notesSlide" Target="/ppt/notesSlides/notesSlide11.xml" Id="Re307e5d3ceb64e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bc29f4352476e" /><Relationship Type="http://schemas.openxmlformats.org/officeDocument/2006/relationships/notesSlide" Target="/ppt/notesSlides/notesSlide12.xml" Id="R99a12eab62bd42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1B06F-071E-4642-829F-E8E4B335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3FF38-AAA8-475B-A8BE-666D55D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05BF1-B80E-472D-B989-85FE471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4F878-94D6-4C09-B5CC-1B479494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ADA0B-4766-45EF-AA20-66F39E01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382CB-6300-44B2-AE34-4E5552E4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2A836-2C6C-47FD-956B-36491EA5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080C6-057C-4801-BF2D-1AEDA62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round a number to a stated degree of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53B9B-9954-4F6D-B697-8A9EDEC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BD435-8273-41E9-AF72-FE35326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Open number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F657E-0704-446A-B11F-C62B145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065450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CB731-48FF-4518-93D2-EA55B725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1FEFE-9E5F-4DD7-BE40-FE8680FD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79F08-FF6A-436A-B25E-A1405C2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8F0F1-7743-4247-84D6-F965CF0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A6BC4-E1A3-4655-875F-D5CD24C4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66253-C007-4BE6-BBAD-05EA7E9F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511B4-A0A9-4431-84FC-D8C4BDBD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93F50-80F3-4B0E-8E94-BDD04B6A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8431B-0DB9-4643-8F43-DBBED113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C1447-E7F6-4E5A-8379-CFF312DC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2D16F-5BC6-48CC-A805-CF06EF33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E0D91-DE6B-436E-A9E0-4AAB2ABB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2E648-C0ED-425E-A044-735CAD64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Round whole numbers to the nearest 10, 100, 1,000, 10,000 and 100,000.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5923B-322F-417E-9830-93A089A2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4DB57-4A84-4045-892F-3CBE8A78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7F4F3-DD49-48EC-AC5E-FE27D9B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4F579-E316-42F6-8E3D-62C6C287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2,749,501 to the nearest 100,000.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3FB8F-58D1-46DF-B585-1B0553C5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90D19-843C-4E94-8430-782E291D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4FD3C-6EBB-4594-9FB5-1AD3FA6B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EF8B4-B51C-4F4D-A5E4-33EDA25D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Round 384,650 to the nearest 10,000 and then to the nearest 1,000.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11943-E749-4208-9E70-0108459E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6701138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029AF-4D04-48CF-8CDB-4500785A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5EC75-4D64-4F4C-9B38-727A409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5805E-7820-42EF-9D13-DA914A80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1A5B4-E938-4FF2-847F-4D08150F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C65F2-60EC-4DAA-A48C-AC59F5B7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8AE56-B997-467C-9532-B8297F6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BDF72-1F30-47CB-9409-C9E1E8C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4FEE3-5AFF-4F33-A050-408C71EA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74966-55E1-4150-AD9C-6C07ED6C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DF6B0-F5F9-4DD3-9475-F2A61067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round a number to a stated degree of accuracy.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70064-8243-466B-ACF7-A3D371C7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840E4-B429-427A-8FA6-266FA8D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Underline the place named in the question.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61F57-0467-4149-B948-0502CB6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Check the digit immediately to its right or locate the two boundaries.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9A278-F6AD-4619-876D-D1307AE5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Round to the nearer multiple and replace following digits with zeros.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D3437-E906-4E80-A793-12CB89EA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round  |  nearest  |  boundary  |  multiple  |  accuracy  |  estimate</a:t>
            </a:r>
          </a:p>
        </p:txBody>
      </p:sp>
    </p:spTree>
    <p:extLst>
      <p:ext uri="{BB962C8B-B14F-4D97-AF65-F5344CB8AC3E}">
        <p14:creationId xmlns:p14="http://schemas.microsoft.com/office/powerpoint/2010/main" val="11547930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E6FEF-9B5D-4295-B5B8-30C8E093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4058A-2DF1-4182-8586-796F49BD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FFA29-7562-4736-A86A-B26E6B0E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E0DCE-3631-4CBF-ADCF-1A90D88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D49DA-961B-4990-9729-75F49F7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DABE6-632C-492E-A337-427D82E2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CB025-DFC3-4C87-BB9E-AE646F9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DF2F7-FBDD-4971-9953-CF247727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09711-7B33-4AEB-A80D-8FC1AE7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3936B-EC03-470D-A452-7792CF1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384,650 to the nearest 10,000 and then to the nearest 1,000.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97280-15F4-4447-BC31-424FF497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008EB-7794-462A-99C4-7B66DC58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8D1D5-01C2-4D15-858D-128892A3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384,650 to nearest 10,000: 4,650 &lt; 5,000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2F2FA-7318-4C07-9170-746F508A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8143A-C6EC-456A-A4C7-DCD44173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2F83D-6DD4-4DED-80C3-D5AFA541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384,650 → 380,000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78D71-C6D2-4E5C-828B-91EA4A8A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62D77-B0CB-49E9-ABA1-03C55D09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FE8FA-4B22-4503-9082-F7D5147D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384,650 to nearest 1,000: 650 ≥ 500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3F3A7-5B28-4916-9A27-579B9D67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40ED3-37D6-4DA1-B204-8DD17A3B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3EBF9-B8DA-48EB-A858-66A17B9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384,650 → 385,000</a:t>
            </a:r>
          </a:p>
        </p:txBody>
      </p:sp>
    </p:spTree>
    <p:extLst>
      <p:ext uri="{BB962C8B-B14F-4D97-AF65-F5344CB8AC3E}">
        <p14:creationId xmlns:p14="http://schemas.microsoft.com/office/powerpoint/2010/main" val="84447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97BCB-6482-4BDC-85B9-216043BE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BFFE2-A13F-45AB-B9EB-782DCB8D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ED90F-0198-4E27-A346-6D0C20E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2F27B-0B20-45B9-9686-83096781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B1A40-CD5E-4DE2-90D5-4A27C07F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5DF62-0112-4DD5-B715-96E04DC4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5A3CC-7894-45A3-B647-DBE1C178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09AE0-9799-4AA7-8CB0-1B41C437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7E372-643E-4918-BE4E-E3999D6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6DECC-29EA-4361-96F1-5FC6168C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6919A-AD7A-4B15-B007-AB7689AB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380,000 and 385,000.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32836-A535-43E3-A540-0CB9F060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9700A-727B-4E43-A0EB-286F9470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Round to the nearer multiple and replace following digits with zeros.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231FF-61D7-4178-8D08-F20E499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4128476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37A26-1323-4F29-8CAF-D2A14B10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D1727-F5F2-438B-A623-A1C6BB0C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95514-983D-4B1C-B17C-2DCA5B05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39C07-F715-475E-9EEA-0F5ADE9D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1A959-26B3-4DEF-AE30-3A52A7D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ECD79-3361-4D3C-9408-8C4654FC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04832-5D2A-466D-9C54-7B38CEF2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3B5DE-2273-4ED1-A37F-37D8A998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DF40B-8530-4E38-9BA5-171B55C7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47A90-4D0A-4763-92B2-8B4F9832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2,749,501 to the nearest 100,000.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3965F-C445-406C-9E31-9DC25F1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0F8D9-625D-4195-AF72-D2C9E714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E48B6-FA49-4674-93EC-D9BC648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A4789-36BF-4FA4-84FE-8E06024F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04C12-C208-4A34-94CE-CE66D07E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2,700,000.</a:t>
            </a:r>
          </a:p>
        </p:txBody>
      </p:sp>
    </p:spTree>
    <p:extLst>
      <p:ext uri="{BB962C8B-B14F-4D97-AF65-F5344CB8AC3E}">
        <p14:creationId xmlns:p14="http://schemas.microsoft.com/office/powerpoint/2010/main" val="9571590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BFD40-CDB7-4A1E-A999-3DCAF4A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2941E-4CF8-4E7B-9374-F69FB6D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7B01A-1B00-440F-9C8C-EFD74FC8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130CE-8BB2-47B1-A0FA-935BDE39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E2090-E798-4BE8-ABE0-A3B3C21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B2619-8BE5-4AB8-8805-ED526B1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C554-4E9D-4287-BB1C-8CBEF9C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15698-C668-4D45-B28D-5F56CD8A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CF711-C377-4A6F-9194-14EF5F9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c6f4a9e2248aa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C6684-4785-421B-BB37-A6EE896A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E0C2E-43CD-4038-BF15-104D737D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rounds to the largest place value he can see instead of the place named.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DD38A-6F45-4BD8-B33D-CF4EA7C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E928D-95F6-4C80-A9B0-61C43725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00B1B-2ABA-4BE9-8D90-13F93F36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The question controls the accuracy. Mark that place before deciding.</a:t>
            </a:r>
          </a:p>
        </p:txBody>
      </p:sp>
    </p:spTree>
    <p:extLst>
      <p:ext uri="{BB962C8B-B14F-4D97-AF65-F5344CB8AC3E}">
        <p14:creationId xmlns:p14="http://schemas.microsoft.com/office/powerpoint/2010/main" val="5430082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3E048-8AD3-4770-AE37-8A1421B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05BA5-C303-43E7-9686-177F2312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AB026-B158-4738-9A7C-F7B0C9B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D8AF9-4654-4D21-8862-7327B07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F69C3-2E13-40D2-BDA4-F1B64DAC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26CD4-573F-48D7-91CC-CA869709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0E490-7E84-4E04-ADFE-A59887E5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C9703-05F5-4E51-B331-2B39E8B2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40D85-66E8-48E2-B39B-B0B9ADC3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1C32A-4C22-4E0D-A450-06F1BBA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BA0A3-6D17-4DAD-99B8-BBBBDBC5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08F92-F379-4E46-998E-2AB5D43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01CAC-1562-4CE2-9CF1-8EBD644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2,749,501 to the nearest 100,000.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209DE-3D81-41D0-89F3-58B129D5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AB2A7-3D0B-4D9F-A978-68ECFD2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F08A2-A92E-46F5-834B-CB7F288B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3E4D1-7451-4EF1-8C62-F462C4A5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E5DC9-415E-41B0-887A-3F5858A7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BC6D1-9730-43E3-87C8-B06EA718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1D11A-43E9-465E-832E-FBC0A5D0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0EFC8-BFCE-4F86-A51C-33F6397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2,700,000.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6DB02-86BD-43A6-8150-8A55BDFD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7160729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585F3-54C9-4D97-B555-7DF2725B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17EDD-228E-4B64-A17D-D53415FD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D7F87-C099-452F-A86F-9F723BB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EF5F6-293E-4475-A0FB-0884653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1C38E-DDAF-4821-9863-E671B9B9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31906-0236-40A2-BD00-F0CB95A1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0F27D-777F-4A2F-BB4E-B2A6D60C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55BC4-A628-4BB5-A491-D697704B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86F26-8410-42CE-BF5C-3CFFD377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4584B-F1B5-47F5-99C6-33C9D26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2B1E-AE3C-46CA-A09B-6316D05F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A2DAF-7013-4BF7-BB28-4D586F8C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6986B-334A-4697-8824-6793FABB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999,499 to the nearest 1,000.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504BF-7004-4EE8-894B-006D0B31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30403-5E15-4441-A05F-D0C52E0A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01F54-9AC2-42FF-97D2-D9215598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59A44-1EDD-4E32-A383-E20A62B2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3F630-A139-423E-91A3-0C195AEA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E556B-1520-444F-A0BF-C8FE0AAF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41930-252F-42C2-9916-A3AB9469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D9ED6-DD56-4EA9-A7D2-ADF10BA3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9145649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25A36-8A7A-45F8-8425-5F3AD9D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46C21-3D33-4BB9-8C57-8CF4EDA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26E25-9A5C-4A5E-AC16-661CB027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9E802-EA1E-451E-83FE-477F2917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3AE69-5B80-4F9D-B852-E229F1B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74520-DB89-4D21-8A4D-B5EAE11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47760-C3D1-4E8F-954B-FA3545E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450C1-345B-4975-8898-28BAFF2C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21F29-7A7C-462F-ADA3-438CD279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6B3C0-2051-4535-82C7-B9027860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number rounds to 730,000 to the nearest 10,000. State its full possible range.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CEB62-FEDE-4091-8D70-EB74C6C6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47A43-E9FD-489B-93FA-E2E2445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70026-CA31-4092-81C4-2AB6D06E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725,000 to 734,999.</a:t>
            </a:r>
          </a:p>
        </p:txBody>
      </p:sp>
    </p:spTree>
    <p:extLst>
      <p:ext uri="{BB962C8B-B14F-4D97-AF65-F5344CB8AC3E}">
        <p14:creationId xmlns:p14="http://schemas.microsoft.com/office/powerpoint/2010/main" val="3845867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0C0E3-0323-4A91-A710-54A3E2AD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D671B-3CBF-4FEF-AC97-E6DE35A1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4DE2B-AF70-4107-9F1F-7AD92B14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43EB6-18AA-4C16-AFCC-FC0FA6D1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A6031-EF8F-4C8D-9759-EEA59619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51D3A-66CB-4894-BFDD-B061A7F3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91132-A6AD-4742-880A-9467614E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88820-9DDD-476F-9099-5043AA55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CBADB-440D-4F09-A6B2-067B623F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B5E2-EC49-4D4E-B2B5-566171A3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BFA26-ECBF-4653-92E1-53D2DB0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EAC39-2450-479E-9098-DE891FFE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999,499 to the nearest 1,000.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086AC-D47F-43B3-BC05-2B108536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551BE-C12B-49C8-B71D-338D142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E78DD-F889-4A91-B856-DF9FEAF2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4635F-ADE7-42A6-BD87-D5332384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999,000.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7067E-0B89-45D9-8A36-1A272441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38955-B330-485E-B1DC-A7640A5C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029805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530E9-3C3D-48A2-ADAA-975A5A27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3A09E-417C-4B27-A815-6569FAB8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9745C-764A-499F-AFE2-95A1E4B5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DE2CA-54F7-4BDB-AA9C-173AA72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46A77-73F9-4AEE-9548-890FF609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1F65A-B8EF-4D95-9B73-0EA0209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AEDF1-158C-4365-81B7-FAF25AEE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C774E-4D27-46A5-A525-2E38A450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99839-A9E2-4197-AEDE-40BBFAB9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Choose the required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71304-C0E0-4DC6-B688-51DE8A0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57E66-5DC5-4E53-99CD-E15498B2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6421D-C22F-407B-AF4B-A8A8A5E3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15B8B-93CE-417C-B657-5FBD71EC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999,499 to the nearest 1,000.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872BF-411C-4015-8BFD-1B0EC702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02B21-D36F-4649-8544-20557EA0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0B7D8-E7AD-4A48-9860-10159155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8092F-C2E4-4140-B41E-D412B62D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rounds to the largest place value he can see instead of the place named.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F43AB-54C9-4ADC-9475-D9028A3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BF2BA-98BD-4028-8B3D-A60755F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E29C5-6DC3-49E3-BAE8-B43A6E52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DD990-C1D4-437D-8866-F985481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DA20E-72D1-4BA0-9EFE-A17B633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829231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2026-09-09T22:13:36.1790000Z</dcterms:created>
  <dcterms:modified xsi:type="dcterms:W3CDTF">2026-09-09T22:13:36.1790000Z</dcterms:modified>
</coreProperties>
</file>