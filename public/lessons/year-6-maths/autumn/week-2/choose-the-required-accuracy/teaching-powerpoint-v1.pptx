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588b7f883645c0" /><Relationship Type="http://schemas.openxmlformats.org/officeDocument/2006/relationships/extended-properties" Target="/docProps/app.xml" Id="Ra8de63e2c82742bd" /><Relationship Type="http://schemas.openxmlformats.org/officeDocument/2006/relationships/officeDocument" Target="/ppt/presentation.xml" Id="R1d37a70e635942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be2ca6e9e743ac"/>
  </p:sldMasterIdLst>
  <p:notesMasterIdLst>
    <p:notesMasterId xmlns:r="http://schemas.openxmlformats.org/officeDocument/2006/relationships" r:id="Rb9730f82ca0843fb"/>
  </p:notesMasterIdLst>
  <p:sldIdLst>
    <p:sldId xmlns:r="http://schemas.openxmlformats.org/officeDocument/2006/relationships" id="256" r:id="R579c55151ea94735"/>
    <p:sldId xmlns:r="http://schemas.openxmlformats.org/officeDocument/2006/relationships" id="257" r:id="Rced44b26ecbd4e6e"/>
    <p:sldId xmlns:r="http://schemas.openxmlformats.org/officeDocument/2006/relationships" id="258" r:id="R503b65c817af4716"/>
    <p:sldId xmlns:r="http://schemas.openxmlformats.org/officeDocument/2006/relationships" id="259" r:id="Ra0e87ee0844048db"/>
    <p:sldId xmlns:r="http://schemas.openxmlformats.org/officeDocument/2006/relationships" id="260" r:id="R085f67ea6ab54935"/>
    <p:sldId xmlns:r="http://schemas.openxmlformats.org/officeDocument/2006/relationships" id="261" r:id="R3e91c1d3e766496b"/>
    <p:sldId xmlns:r="http://schemas.openxmlformats.org/officeDocument/2006/relationships" id="262" r:id="R0e5b9136c0234e65"/>
    <p:sldId xmlns:r="http://schemas.openxmlformats.org/officeDocument/2006/relationships" id="263" r:id="Reb10b5259fc04881"/>
    <p:sldId xmlns:r="http://schemas.openxmlformats.org/officeDocument/2006/relationships" id="264" r:id="Rf5178546fdbe4f0e"/>
    <p:sldId xmlns:r="http://schemas.openxmlformats.org/officeDocument/2006/relationships" id="265" r:id="R302831d891bf4318"/>
    <p:sldId xmlns:r="http://schemas.openxmlformats.org/officeDocument/2006/relationships" id="266" r:id="Re4c60255e8614ef6"/>
    <p:sldId xmlns:r="http://schemas.openxmlformats.org/officeDocument/2006/relationships" id="267" r:id="Rebb53b29310e45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b0373c2a064c08" /><Relationship Type="http://schemas.openxmlformats.org/officeDocument/2006/relationships/slideMaster" Target="/ppt/slideMasters/slideMaster1.xml" Id="Rb8be2ca6e9e743ac" /><Relationship Type="http://schemas.openxmlformats.org/officeDocument/2006/relationships/notesMaster" Target="/ppt/notesMasters/notesMaster1.xml" Id="Rb9730f82ca0843fb" /><Relationship Type="http://schemas.openxmlformats.org/officeDocument/2006/relationships/presProps" Target="/ppt/presProps.xml" Id="R79c5bdfffd6f486f" /><Relationship Type="http://schemas.openxmlformats.org/officeDocument/2006/relationships/tableStyles" Target="/ppt/tableStyles.xml" Id="Rfa2fc8ac3c704c87" /><Relationship Type="http://schemas.openxmlformats.org/officeDocument/2006/relationships/slide" Target="/ppt/slides/slide1.xml" Id="R579c55151ea94735" /><Relationship Type="http://schemas.openxmlformats.org/officeDocument/2006/relationships/slide" Target="/ppt/slides/slide2.xml" Id="Rced44b26ecbd4e6e" /><Relationship Type="http://schemas.openxmlformats.org/officeDocument/2006/relationships/slide" Target="/ppt/slides/slide3.xml" Id="R503b65c817af4716" /><Relationship Type="http://schemas.openxmlformats.org/officeDocument/2006/relationships/slide" Target="/ppt/slides/slide4.xml" Id="Ra0e87ee0844048db" /><Relationship Type="http://schemas.openxmlformats.org/officeDocument/2006/relationships/slide" Target="/ppt/slides/slide5.xml" Id="R085f67ea6ab54935" /><Relationship Type="http://schemas.openxmlformats.org/officeDocument/2006/relationships/slide" Target="/ppt/slides/slide6.xml" Id="R3e91c1d3e766496b" /><Relationship Type="http://schemas.openxmlformats.org/officeDocument/2006/relationships/slide" Target="/ppt/slides/slide7.xml" Id="R0e5b9136c0234e65" /><Relationship Type="http://schemas.openxmlformats.org/officeDocument/2006/relationships/slide" Target="/ppt/slides/slide8.xml" Id="Reb10b5259fc04881" /><Relationship Type="http://schemas.openxmlformats.org/officeDocument/2006/relationships/slide" Target="/ppt/slides/slide9.xml" Id="Rf5178546fdbe4f0e" /><Relationship Type="http://schemas.openxmlformats.org/officeDocument/2006/relationships/slide" Target="/ppt/slides/slide10.xml" Id="R302831d891bf4318" /><Relationship Type="http://schemas.openxmlformats.org/officeDocument/2006/relationships/slide" Target="/ppt/slides/slide11.xml" Id="Re4c60255e8614ef6" /><Relationship Type="http://schemas.openxmlformats.org/officeDocument/2006/relationships/slide" Target="/ppt/slides/slide12.xml" Id="Rebb53b29310e45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7a09a8ab9e4a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27d696d52a4f78" /><Relationship Type="http://schemas.openxmlformats.org/officeDocument/2006/relationships/notesMaster" Target="/ppt/notesMasters/notesMaster1.xml" Id="R600c5d81f0e648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947e50edd243b0" /><Relationship Type="http://schemas.openxmlformats.org/officeDocument/2006/relationships/notesMaster" Target="/ppt/notesMasters/notesMaster1.xml" Id="R1e647d60122246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eb237556414f0a" /><Relationship Type="http://schemas.openxmlformats.org/officeDocument/2006/relationships/notesMaster" Target="/ppt/notesMasters/notesMaster1.xml" Id="R691c945d3bdf4d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cd37beea0f4c85" /><Relationship Type="http://schemas.openxmlformats.org/officeDocument/2006/relationships/notesMaster" Target="/ppt/notesMasters/notesMaster1.xml" Id="Rc20a5ae6400b41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a39692434849e7" /><Relationship Type="http://schemas.openxmlformats.org/officeDocument/2006/relationships/notesMaster" Target="/ppt/notesMasters/notesMaster1.xml" Id="R8b5876e7750547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38f8d720e06418f" /><Relationship Type="http://schemas.openxmlformats.org/officeDocument/2006/relationships/notesMaster" Target="/ppt/notesMasters/notesMaster1.xml" Id="R355966a90c3f492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56a993599d4ba5" /><Relationship Type="http://schemas.openxmlformats.org/officeDocument/2006/relationships/notesMaster" Target="/ppt/notesMasters/notesMaster1.xml" Id="R1aba3d8872f745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c5439e46384543" /><Relationship Type="http://schemas.openxmlformats.org/officeDocument/2006/relationships/notesMaster" Target="/ppt/notesMasters/notesMaster1.xml" Id="R5f6b5006fcbe4a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cbb6944b7d4096" /><Relationship Type="http://schemas.openxmlformats.org/officeDocument/2006/relationships/notesMaster" Target="/ppt/notesMasters/notesMaster1.xml" Id="R688e7019c1d348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6a933a3920c4768" /><Relationship Type="http://schemas.openxmlformats.org/officeDocument/2006/relationships/notesMaster" Target="/ppt/notesMasters/notesMaster1.xml" Id="Refa8033f077f4c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007e4ae8304905" /><Relationship Type="http://schemas.openxmlformats.org/officeDocument/2006/relationships/notesMaster" Target="/ppt/notesMasters/notesMaster1.xml" Id="R6b2e3d86565f474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39699b066014237" /><Relationship Type="http://schemas.openxmlformats.org/officeDocument/2006/relationships/notesMaster" Target="/ppt/notesMasters/notesMaster1.xml" Id="R90c2704b40bc4b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2,700,000. | Underline the place named in the question. | The question controls the accuracy. Mark that place before deciding.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380,000 and 385,000.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2,700,000.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The question controls the accuracy. Mark that place before deciding.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2,700,000..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999,000..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725,000 to 734,999.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999,000.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999,000. | The question controls the accuracy. Mark that place before deciding.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933915ed9246b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44098bd0f64dac" /><Relationship Type="http://schemas.openxmlformats.org/officeDocument/2006/relationships/slideLayout" Target="/ppt/slideLayouts/slideLayout1.xml" Id="Rbea2074f8dba45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a2074f8dba45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64926b5aa43ac" /><Relationship Type="http://schemas.openxmlformats.org/officeDocument/2006/relationships/notesSlide" Target="/ppt/notesSlides/notesSlide1.xml" Id="R23d7c233f5fa41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8115135fd4a5c" /><Relationship Type="http://schemas.openxmlformats.org/officeDocument/2006/relationships/notesSlide" Target="/ppt/notesSlides/notesSlide2.xml" Id="Reca367f8ad0140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4e9b642df4480" /><Relationship Type="http://schemas.openxmlformats.org/officeDocument/2006/relationships/notesSlide" Target="/ppt/notesSlides/notesSlide3.xml" Id="Re94754c88ff54e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21d4831b7483d" /><Relationship Type="http://schemas.openxmlformats.org/officeDocument/2006/relationships/notesSlide" Target="/ppt/notesSlides/notesSlide4.xml" Id="Rf2865f54367841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824b98552435c" /><Relationship Type="http://schemas.openxmlformats.org/officeDocument/2006/relationships/notesSlide" Target="/ppt/notesSlides/notesSlide5.xml" Id="Rebcc0ba1c28a45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435b282174c5e" /><Relationship Type="http://schemas.openxmlformats.org/officeDocument/2006/relationships/notesSlide" Target="/ppt/notesSlides/notesSlide6.xml" Id="R09858a46625345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22280de69b496d" /><Relationship Type="http://schemas.openxmlformats.org/officeDocument/2006/relationships/image" Target="/ppt/media/image.png" Id="R72de8c3482764164" /><Relationship Type="http://schemas.openxmlformats.org/officeDocument/2006/relationships/notesSlide" Target="/ppt/notesSlides/notesSlide7.xml" Id="R5a22237fc66c42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2ce365aeb4304" /><Relationship Type="http://schemas.openxmlformats.org/officeDocument/2006/relationships/notesSlide" Target="/ppt/notesSlides/notesSlide8.xml" Id="R90c8b5aefad841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8b1d996c94d88" /><Relationship Type="http://schemas.openxmlformats.org/officeDocument/2006/relationships/notesSlide" Target="/ppt/notesSlides/notesSlide9.xml" Id="Rcaa7e4f7234c4c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e3c5f7c044955" /><Relationship Type="http://schemas.openxmlformats.org/officeDocument/2006/relationships/notesSlide" Target="/ppt/notesSlides/notesSlide10.xml" Id="R3df37c6bac9249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f3028770148c6" /><Relationship Type="http://schemas.openxmlformats.org/officeDocument/2006/relationships/notesSlide" Target="/ppt/notesSlides/notesSlide11.xml" Id="R1b6c6c6eff83469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869be3a8c4b6c" /><Relationship Type="http://schemas.openxmlformats.org/officeDocument/2006/relationships/notesSlide" Target="/ppt/notesSlides/notesSlide12.xml" Id="R7fb4c313cebb49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08B7E-F4EB-4087-8B0F-125E51FE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605D5C-E2E5-4DFB-BB2E-C31880C8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6EF3BD-EE13-4F0C-8A52-6B1247DB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BC26CE-FE7E-47AF-9135-88FC2F59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366381-0786-40E1-B020-F36B7B1A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B3D0D-39B1-4DC9-98E6-AB2543B4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5E8AF-EC18-4801-8300-1D1856FB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8A80D-5F3B-479B-AAAB-C7B69BCE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a number to a stated degree of accuracy.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57FD0-F5E8-4C26-95CC-9A5A4844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4744A-E5F4-479F-A6C8-D150AF41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551DD3-C28D-4C7A-AA6C-4921CE30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193043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3CBCA1-9498-49C9-B46E-60042B6A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65DDF3-464C-4811-900F-A932EF85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A25977-534B-403D-A69B-BA8B6E67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79D8D-F704-4B40-BDB3-23511F0F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0CEAE-AA2E-4325-ADBD-D5D4E1C9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65CC6C-1C25-4C08-97EE-DE37F699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527AD1-799C-400A-B951-B16CE9A1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29E0A-7297-4C47-B671-68C18205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524EAD-9DBE-46D8-9FBB-C7541D4D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5F07FB-377F-451A-9A37-E8796365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84833D-32DA-4BC8-9F5F-EA5C4D46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2B757-5AD5-4035-9B3D-52E2519A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16DE2-90C5-4344-B980-99322678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A126CD-27B5-401D-8779-0B3E42CF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C453BB-37CC-42FC-9D78-5580B5BC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45FB0-3A80-49EE-B103-0AE4121F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1DCD93-64BB-4483-9CB9-B55C2FE9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2,749,501 to the nearest 100,000.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113C04-9B99-49D9-82CB-40454046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5E0F28-F56A-4B56-B212-524252BB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4E5B03-9B69-4AFF-8EFE-666877C9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9B9F37-5137-41D8-BE8F-96140CAC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384,650 to the nearest 10,000 and then to the nearest 1,000.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E2EDB1-63B3-4AA1-8BEA-12D5056D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6634882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695D76-9ABD-40F2-B599-E001AA52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3E50D1-54E1-4ACA-8E7A-8503E5E2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C27A1-1323-4884-B7C1-31C5A895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4A0B1B-FAE4-42A9-9186-DA1891D4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19627-493B-4051-A2A7-3DC2B930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DCEA43-99F0-4D75-8945-666CDAFB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1C086C-AD95-45E4-B6C0-366977F7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14F313-AD7E-4820-B096-F0264939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8AC7A3-A481-47DB-96EB-8AE8517C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3A3E86-7165-40C1-B6A9-EA55B853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a number to a stated degree of accuracy.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61730-EF2A-4AF2-B5C7-D01C4B20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83763E-3DBB-4471-88C9-EDC34664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D62A7-A5DE-4A17-91F2-07246A6D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E4FC2A-D913-4A15-B9F3-0C9CA210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06BE86-283C-4993-B43F-0EAC2DB0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454419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12D998-5195-4EB0-A46E-850C1B2F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3B03A9-CE29-4C74-89A2-CA45E435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B931D-2962-4F65-B24C-DFF9E24E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C13AC-AD16-4F40-9504-6E7F6F7A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F8869-AE1C-4932-813A-AC978C27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45A7D-61EC-479E-BAB2-6F3DF74A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C152A5-DCD7-41F9-BEA8-9AF6B701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69E39E-E025-4214-B4B4-0CADE486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DBC1B1-12C3-4ACE-8409-7F168B9A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6E6337-1E5D-407D-83CF-A2C178EE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384,650 to the nearest 10,000 and then to the nearest 1,000.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7F5E2-B6A4-4121-ABD5-6AE9E34E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C584E-6174-417B-936E-99625A5F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0D949B-B15B-4ECB-B7B4-CEE7E51C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Underline the place named in the question.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EE45EE-6C5C-49E5-919B-0DFA6D32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1A08D-E9F9-4A59-A355-499D6DFD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646D9A-257E-41A7-B427-23DBAE25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Check the digit immediately to its right or locate the two boundaries.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3495C3-FCAF-4C54-9F3F-80B5F486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0E590C-5E43-4215-B12F-749DB506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CDA027-B80D-4348-B474-38015BC4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380,000 and 385,000.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F27199-5F56-45A6-8318-194D7468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803C70-2187-4EA1-908E-1E395007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788BA4-F0DE-4CC7-B3C9-679A80FA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Round to the nearer multiple and replace following digits with zeros.</a:t>
            </a:r>
          </a:p>
        </p:txBody>
      </p:sp>
    </p:spTree>
    <p:extLst>
      <p:ext uri="{BB962C8B-B14F-4D97-AF65-F5344CB8AC3E}">
        <p14:creationId xmlns:p14="http://schemas.microsoft.com/office/powerpoint/2010/main" val="14388315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DD022D-3008-4118-8483-B5C54204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C5CE7-5815-4F4E-8964-FDC082E4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52CDE-DA73-41A7-8B60-B2C297FA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B82869-1303-41FB-A9E3-E007B421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F15DF-3AE7-48A3-BFDF-95AD61DF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A6581-AFC2-4AC2-8CA2-EB8D48BE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B5AA50-D96F-40B6-B945-9971433B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3A833A-E7B7-4E6F-A301-C6D7A083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3B177E-67CE-44A0-8DFF-600AB4F4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F327E-D15A-4327-8AA1-586ECECA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ECEA3-5BEE-456F-AD0D-AFA9A2E9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380,000 and 385,000.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6CDE3C-777F-42D5-B044-35D2A7EB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D1325-FE0E-424F-8187-E39CE47C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B1086-3421-46FE-B0AA-1D6BF755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39062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17D9A2-4B26-4B28-8D03-7DCD61B1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6EE80-91F3-4A4F-A2BB-3B8418A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9F92F-9E12-460C-9C97-5C581C30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DAAC8A-6C01-4C70-9535-0786AA86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F568A-FADC-414E-8F81-DC549084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2FD851-246D-4CBB-AF47-D62E6300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75F42-132D-4DB6-BE05-47D2730F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CA197-62E3-494B-AFF9-698C39A9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B80D7F-B025-4E23-9C73-818EBC1F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3DBC2-B9D6-4379-9417-846656CC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2,749,501 to the nearest 100,000.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661963-EDE8-4BC6-AEB2-D96B462D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FE290-0B30-4B7A-B26D-D196C0E6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A180B-9136-4C41-8B64-F5ADB829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3AC3DF-3189-4491-92D9-92833E2A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2CADDE-F028-4F74-B3E7-1C248DBB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2,700,000.</a:t>
            </a:r>
          </a:p>
        </p:txBody>
      </p:sp>
    </p:spTree>
    <p:extLst>
      <p:ext uri="{BB962C8B-B14F-4D97-AF65-F5344CB8AC3E}">
        <p14:creationId xmlns:p14="http://schemas.microsoft.com/office/powerpoint/2010/main" val="18621041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26F8F9-C068-4515-9705-2B766FF7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55292A-A424-4CB0-B57B-D5EF7DFC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5A556D-1B15-41CE-94E6-B08FC804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EE82FC-4A27-4DDC-B37C-DB56F28B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E0B26-914A-404B-ACD0-9404AD29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00BF87-0D7F-4270-B4F0-832C139D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826B6-01E9-4AB0-A96A-ACCCE9E9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9445E-51AF-426D-8770-64B22988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36086F-52BB-4B5C-B38B-63B2CAD9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e8c348276416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7C6D8-7274-4033-BF8A-20A9CFC8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620F1-3A19-411B-B1BD-A4EEB209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rounds to the largest place value he can see instead of the place named.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886ED7-DFC4-4864-A6B1-E670A565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DBEB16-258E-46C1-A387-19B4F351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85D8B8-D9F0-4211-99F2-61D5D4EC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question controls the accuracy. Mark that place before deciding.</a:t>
            </a:r>
          </a:p>
        </p:txBody>
      </p:sp>
    </p:spTree>
    <p:extLst>
      <p:ext uri="{BB962C8B-B14F-4D97-AF65-F5344CB8AC3E}">
        <p14:creationId xmlns:p14="http://schemas.microsoft.com/office/powerpoint/2010/main" val="3923601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8FDAA9-5ACD-42C5-855F-9ECC4C7B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84DAF-0C59-4034-A82B-8319F57F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4F908-C3BF-4A43-BDCB-32F4E930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9B658-9E0F-4616-A294-16693955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EFCC04-637D-42B7-925F-1B36EF0A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E99F0-8B18-4F0B-9833-EF785414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30FD1-FB55-4445-908C-5AB265BD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55383-83BA-4918-A835-6E505811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CC890-9E3F-4E46-AEBB-68F7311E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2CE18-8133-4330-A3D9-61087984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83738-8A40-4765-803D-A9517F47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24D5E1-D3CC-483B-B72C-361780DF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62EB9-26FC-4947-8BDB-0907067C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2,749,501 to the nearest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D5A54-D325-4EC0-A8D6-6BE33FBA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FE269C-AB64-4DC5-944E-642238A4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DE59C0-35F1-4E1C-9BB2-CCDB666E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C879E4-77D1-4772-A112-93057CAC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5EE607-2E35-4DA6-A7AB-DA10CCD0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06D841-3C77-44BC-99EE-CAF660A9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B36B10-F3C1-4959-A586-85802A45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0A4BC6-7969-4BC3-BF7C-207D13DF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2,700,000.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ADE3EB-E294-4132-8EE4-B37F3FE7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737751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2CBF00-3AAD-4930-9AA3-EDA0FBF0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AEBF77-A513-46D1-BDF6-BB453316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5E4D1-229D-4996-BC9B-C90717D1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137E7-95B5-4453-9A0E-BAF3FE03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408AD-F83A-43FD-92B7-6E24641D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81E65-8732-46F2-87DD-DB96A3C4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8D1306-764F-4AEF-868F-BEF11BB9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95EA4-DB6D-4A11-B7D7-BDC60B2F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0288A6-9D96-4116-8738-7A1926B3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7FE0A-4088-4646-91C9-69A4AA53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2DFF4F-42B2-4FCE-9311-45FAB0AD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50378F-FA91-4F89-AFE4-ADD8F961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36B058-9B44-46BB-AE11-C5CACAA9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999,499 to the nearest 1,000.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1FCD73-884F-4AD3-B25E-D21241F9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2F106D-5238-4401-9761-12A83A80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3CB13B-EF8D-47A1-9F71-03A29133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3D9655-1D2A-4E72-A41C-129A3696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11B1AD-E17B-4421-944F-BD2D1DD4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67FEA5-607D-4649-BEAB-CA905458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3B0037-29EC-4B55-A078-E591DE8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3D946D-049B-4C6B-AC0D-D8EF9C1A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319824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91BF64-213E-4AD1-B676-DA05EE9A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770AB-B78D-44DA-B84B-7A1B2951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AA8F3C-4201-4890-B064-B31B3BDE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B1C166-1CBA-42BE-A614-E9CB7E6B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FFF68B-98C6-4D44-A224-66733FA8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D771EE-B997-459A-B582-4F870027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AAB71F-C055-476C-95D4-B4D36775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1D01D9-F0CD-4069-8AD9-4F28FDAD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F8BFA7-E583-4387-8834-87BDEF44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882B5-F19B-42E8-9CA3-3094449C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730,000 to the nearest 10,000. State its full possible range.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21E406-273C-4BAA-8813-114C7863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E15CDB-0BA4-48EA-998C-5B0BDD14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42E72-D53B-48B2-9E60-26CF4B8E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725,000 to 734,999.</a:t>
            </a:r>
          </a:p>
        </p:txBody>
      </p:sp>
    </p:spTree>
    <p:extLst>
      <p:ext uri="{BB962C8B-B14F-4D97-AF65-F5344CB8AC3E}">
        <p14:creationId xmlns:p14="http://schemas.microsoft.com/office/powerpoint/2010/main" val="14350561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0D6AA5-841D-43D5-AC67-3559EC03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D58AE-90D8-4669-8066-6776216D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F50637-D0B4-440D-88D5-7A728F45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45B0B-4372-4503-B462-7AFFD865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CE8AB8-E7D7-4EA0-8077-71D342D1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B4CD8-6143-4660-A614-D516ACF5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58E1A-5D0F-4F0C-94A5-9B9D53F4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67219-C58D-4C27-B4B0-9ED92DEE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BABD42-8EB1-48D6-9ADE-71B25F66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30C563-E0D5-4E7E-A9DC-2338EC7B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BEE45-00E2-4136-A9A8-4654379D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AF47E4-948E-4F82-BD1E-913AAC12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999,499 to the nearest 1,000.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B405AC-707A-413C-B3D8-25ED9F57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63F511-CA9F-48D8-9443-9E418853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405BFA-1605-43A7-AC30-AE2AEB34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F48739-E09F-40A5-B8A7-82ACC05D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999,000.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307077-204D-41ED-AEE2-63FACF11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2F12D4-B0EA-498D-BCD1-FFEB0AEB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310671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7B2C19-F137-4F3E-A041-3FE407F7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22545E-830A-48BE-B284-E4D1929A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61553-A2FC-4240-A012-E5CD4D92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2CE9A3-A524-4DD6-A0CE-40D8A737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FA0D92-C5EC-46C4-BA59-F53909B1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514810-9E25-43DA-8EA1-B0EB76BF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A4C43-4A9C-4814-A4DC-51FFE002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74907-6629-4B3C-A280-FF0BDA57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5DA47-D348-4DA2-B047-DD087C41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1F559B-B9DE-44BD-A042-21E35E0D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3FA5D-5A6C-46CC-BE15-9D6B00C0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18855F-3D6E-4CDE-B936-97799253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4C0A08-88A2-421A-A5D4-2A39AFF3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999,499 to the nearest 1,000.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4BFC3-0895-43F2-8F80-EF1109D1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C4AE2D-956D-45F2-BE20-C8B0BB20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77399-B340-41E5-B433-99F3AD5F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1E7CF1-D763-4F8F-A591-B1CE5AE7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rounds to the largest place value he can see instead of the place named.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2D9C0-CD4B-4122-A37C-C7E2DA9F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4B5323-B0F9-41A6-8EEA-6F33C21B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0038BA-D145-426C-89A2-338E3253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2D96D6-889B-43E0-926A-BA440AB6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B82E5D-C109-4AE8-A46B-EA75E664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975411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2026-09-09T20:44:59.4180000Z</dcterms:created>
  <dcterms:modified xsi:type="dcterms:W3CDTF">2026-09-09T20:44:59.4180000Z</dcterms:modified>
</coreProperties>
</file>