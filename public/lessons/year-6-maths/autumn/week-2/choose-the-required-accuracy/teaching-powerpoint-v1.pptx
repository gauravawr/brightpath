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Open number lines, place-value chart, digit cards, highlighters, mini whiteboards.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2,700,000. | Underline the place named in the question. | The question controls the accuracy. Mark that place before deciding.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round, nearest, boundary, multiple, accuracy, estimate.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Round 384,650 to the nearest 10,000 and then to the nearest 1,000. Answer: 380,000 and 385,000.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2,700,000.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The question controls the accuracy. Mark that place before deciding.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2,700,000..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999,000..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725,000 to 734,999.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only the core independent-practice example. Give pupils time to solve and check before revealing the answer at the side. Answer: 999,000.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999,000. | The question controls the accuracy. Mark that place before deciding.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F78DBF20-3F3D-4751-8E14-8CDA735A5F4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F7FF0AB-6A06-4F99-9D56-6E9C9710C617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5CDB877-10F5-424F-BD1E-508BA04A5381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BF75F74-A6DC-4C79-A0F0-C9BE67BACC7E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B140A8E-8338-4CB8-8F7F-9BCEAD9C4D52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Choose the required accuracy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50A4914-B75C-4C1D-8CFF-44DF025BC733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CB225D8-B328-4268-8710-0A2ED0297FC6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AB45115-A0D6-42BF-9F05-0FCCB80ECA0F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round a number to a stated degree of accuracy.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89C2942-C03B-4764-9309-5E85F96C2E3D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AB9C254-7DDE-49FD-87F6-21387475B25E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Open number lines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74F4985-D6F2-4AF3-B5CB-7E55A29F9F8E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8020319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522BE852-B973-4518-A95F-DEF76373339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6DAC4DE-4951-49FA-8F07-8E1340931AD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3ACE85D-770F-463F-ADD7-86AE848E1BD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6FA7FC3-FD27-47C1-B66F-22778B0DBDBD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9A8004-58EF-4016-9AE8-5C13C7F09BDC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EE32470-5D8D-4923-8278-188F110E9751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48A580E-8A4A-4C91-A3DE-AB499281AE43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0388C79-DE55-4505-9795-6942A073FE91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D730476-740B-40A2-BAB1-822634A564D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the required accuracy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1976598-4720-4D83-A760-B7FFF1E9AC02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472D557-17A2-4932-8AC5-636D9A78FC7D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1A27120-B03A-4E00-A5E9-B0042EC31377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3A4C874-6640-499D-967F-F3E73835AAB7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Round whole numbers to the nearest 10, 100, 1,000, 10,000 and 100,000.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0C545C4-6723-457E-82EB-0FDB9978083A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DD3D001-6C36-4FC0-99F4-6496B281D400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BFFF92E-DB60-4639-ADFC-C95DCA92765F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C254B8A-843D-4F2A-BCE5-2C5330A25D93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2,749,501 to the nearest 100,000.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400D9663-26C0-46A4-B668-2F8A98620A7C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DFC21E6-A744-4F59-B88C-38BAF1AE53F8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EE620C1-7755-412C-9DB9-6FF6BF146277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C08EB3A-B108-4769-A9F1-AC97E80174F8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Round 384,650 to the nearest 10,000 and then to the nearest 1,000.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3106E09-301D-4B8C-8682-D9F8FAA2AACD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2087303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DF7BE35B-D732-440B-B4D9-3080A9988FD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E283444-4D5E-4AED-A400-26CD64CFC1D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B9D021E-7DF6-43FB-848C-6F2659D5D0F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6020C3-CD49-43DA-8514-118E050A94EE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C9732E2-7B01-409D-8B6E-93357260B0AD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55CE521-111F-4674-9B51-5B24712A2E9C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F14F509-FBE0-464E-B5DF-37898DB44AD9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73A9C6-2CF0-492C-8DD0-ADA210EE6D65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CEA2CE0-3991-4F7A-9CDB-A2709EEDA29E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the required accuracy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AE7042D-9A45-44CC-A1FC-F984391AB92B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round a number to a stated degree of accuracy.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BF25E56-EC61-4630-8BAE-A17492718D8D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68A719C-E542-4601-8EF5-0E2D5C463201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Underline the place named in the question.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3D21758-5FF3-41BF-B4C3-6BCC2D1F5B62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Check the digit immediately to its right or locate the two boundaries.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26328BC-501C-47F0-9AEC-F143A7691E1B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Round to the nearer multiple and replace following digits with zeros.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B8C8A73-B12F-4B39-8939-B774CC4162B4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round  |  nearest  |  boundary  |  multiple  |  accuracy  |  estimate</a:t>
            </a:r>
          </a:p>
        </p:txBody>
      </p:sp>
    </p:spTree>
    <p:extLst>
      <p:ext uri="{BB962C8B-B14F-4D97-AF65-F5344CB8AC3E}">
        <p14:creationId xmlns:p14="http://schemas.microsoft.com/office/powerpoint/2010/main" val="15303772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C15787A0-59A6-4FEE-8864-9E5879A1A0F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F025176-8D1C-44D5-A0C0-C3A24A2F002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25ADA7A-24EB-42B4-AED5-DB0DED299B1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FC76468-E7FA-4CAA-8114-17906F1A88FF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4C1BAD3-8661-4489-B35C-0408D0F662AC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CD0DFA-C8CE-4D4F-BF3C-93CC7FAC1EE9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39CE972-58C4-43F9-B935-EF05733989DD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1F188B-5156-409B-ABF5-6619FA50A803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D0BE9A1-F7E9-4403-8B77-545EE6645764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the required accuracy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BD8E64C-F2BD-4C4C-8513-3443A9A27010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384,650 to the nearest 10,000 and then to the nearest 1,000.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7050A4F-64E0-4AB1-81CD-40376BB8BBFC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79BC86C-DB99-4304-8567-D7DFB3E71148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6825FAF-79D8-45C5-BF3E-034A7B610F39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9ACD167-3336-4B35-84DA-B58D4539DD6E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Underline the place named in the question.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03A25C7-747F-48B5-BDE3-B5190049A6E9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6A746EC0-FFD8-47AB-9262-092BF6C9F300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159C62D-C6E2-4A95-A035-900F5B38E745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A70A772-7FBD-4F3B-BD86-E29307906406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the digit immediately to its right or locate the two boundaries.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5697B2A-F3D7-4D76-B204-5941C516DF59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243BA56C-6878-4358-86DA-841E992FB7B9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1284CD8-01FA-4469-B0FF-660DB839C542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AC7AA12-F5B3-4673-AB09-51639212E540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to the nearer multiple and replace following digits with zeros.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76962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DD64DDC0-0AB4-44B6-8C0D-CA9C9E95EFD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9BC2A2B-FB46-439F-A927-BC9A62D0C9D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7469EB4-411B-4C03-B7CA-4B8554C5A95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50A122D-33CA-489F-B2AE-D0842EE70271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218FA59-67A3-492C-A0F7-E7593D3B520E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2F5A182-AA9E-4D95-A429-3BF4FAE428A7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3290722-91F2-493C-9F7B-13F9828B270D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818E0CB-4589-4BE7-B956-D18A125663FF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998E5F3-8E22-464E-A00F-9A75A1183C86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the required accuracy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D4F8606-7893-413D-B93F-DB26AE9721FE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99FBC4A-A84B-4E35-B91E-E2EE430F66F3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380,000 and 385,000.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B73FCE6-E7A5-467D-9CEF-54DBEFB05FC8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7F59D9B-0F66-4EBC-8E08-1A206C96C867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Round to the nearer multiple and replace following digits with zeros.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35E140C-00F7-4FCF-BC4F-879E61EFD77D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43349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D2BE7627-6FB0-4760-ABD1-EDF8F172CAD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FBD7E81-E4CD-4100-907F-4A02ED1BADA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9A8C4C1-F763-4654-BD7B-B9EA4EDFAA8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0D0BA1C-8519-4AF2-8613-DCA7318D31CA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C5466F2-2438-406B-8CA6-C8D481D6C027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770EF1-D275-4E5D-A122-D3A084E0C2A5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8454982-1422-4D10-AB81-E67DE75A03E9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C062948-0270-44A4-AAAE-9986A3C90235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4D17BAB-0ACB-4933-995F-776CA33AFC2B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the required accuracy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4ABFD99-DEFF-467A-BBD1-BE0931A340A6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2,749,501 to the nearest 100,000.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7ED5CC8-BE32-4222-A927-D82108BCF8DA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6D543E1-2E5C-4C49-A09F-5E845D51F98A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1D92C86-85F9-46EF-B430-A3CEE1995880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1588B4-88F3-4EA8-AAF0-2C3B2B7B7A44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9A1E3FB-2022-49A6-9FA8-79C4E9548D79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GB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2,700,000.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8903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D1FE65AE-4CDE-4C27-AA46-899AFBAF50C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C4B69A4-F3C3-416C-BCB6-CAFCF7C2C32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39BDFAE-4329-4E0A-AE5E-C1FBE51CB32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0DEB126-F28C-4E3B-A4DA-2683B8A79BDE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0782339-D87A-4327-A2D4-A5D3F675DFD0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EF44667-230E-4020-9E53-DED28D1D62B5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0844476-F48F-40A5-BD07-5EC5DB483473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983D88-D57C-4F1B-8A3E-174A903A1B71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84439A4-2ACE-4D09-9C49-9EE818A9F2A9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the required accuracy</a:t>
            </a: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41EDE41-6318-41DD-903C-D080722D4B24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633D880-B9F6-4D53-9A51-137E208DB689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rounds to the largest place value he can see instead of the place named.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C064EFE-BA9B-4F2D-A7ED-118C4E1B9B97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8DE08A9-BE06-4D15-9358-F646C2A17429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500AB90-04AB-4B64-A470-04D3289A5EC7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The question controls the accuracy. Mark that place before deciding.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611680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87FABB5F-51C9-477F-8FBD-2E79110E137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B2D6FD1-7A31-4631-AF3D-B96CDDB141C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E491302-2C5A-4335-9F19-A01AB497120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E75FDD-1AC2-48E6-8814-1ECBF2BDC756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85FFF2E-82F0-437F-9B39-0A68851E1C8E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2EDF8E6-EB63-4FEC-A874-869DAAE15BD6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5D7722-1182-4122-AEBA-8A1AE0EF7113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22B9CB-B2EA-4A4F-AEB3-5E308FBD5D18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986B098-5364-4B3A-B8DA-874B50A01611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the required accuracy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0E94849-0BF8-46E5-8B9A-80DD09139302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A5D28D1-75EF-4B65-99B0-B7EE32B55814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0CA7677-20E9-4431-8B69-F50430B2267D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D07AC71-332B-4827-A752-735466C2C579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2,749,501 to the nearest 100,000.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183B352-578C-4AA9-A29C-DCEA3DD0BE81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4CE112A8-270A-4EB6-9EF7-7F471C9C0C7E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406FFAF-DF6F-450B-84C7-61D4DC707EE3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39D8AC6-036E-4007-9617-4C2380BE0DAA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DFBAE57C-E505-41A8-B643-04AEFBDDB721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831F392-5013-4EEB-BFBC-A07DFF80A18C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F9968B0-4D4D-49D7-B103-830D465F6B30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73C617B-94DA-405A-8616-1435D4E8865F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2,700,000.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BF2CC03-99FD-45D8-89BB-2039D5083B60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979489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87702809-3156-4441-BDDF-3D6FC704449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BDE2F92-005F-4F58-832E-65438FA9758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2CE1025-BB3A-4CF8-99CF-269716CBF3B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93BC78D-A93F-4AF0-A2A1-5E89F5D43B3F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ABF556-CF36-49C4-8841-B0EC45B69DA4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03C85CC-AB86-4C29-944D-EF974FB49F88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51C90E2-01CE-46B5-B3DC-04EADC99E4C8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D9E08BA-AA95-4583-8FD7-22D0997894BC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E0FBE93-95BB-4914-8FC2-14DDDCBC42BE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the required accuracy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45EEABD-40FD-4F6B-89FA-774D5BE92190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1E667B4-68FB-442C-AED1-9FBE0E5D4CAE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24997F8-C3FE-42F4-97F6-731F62CBA6DF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1DAA602-4EA6-4D58-84DF-BDD92203610D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999,499 to the nearest 1,000.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7246CD7-FEBF-4D18-BD7D-9EDA71DC79C7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77E6F27-9BCA-497C-AAA5-891AE9610A13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6705CDB-CE73-42F2-9209-BBF967D67162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0E177C6-BD45-467D-98D2-E85B0FB839DC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ABEF3184-CB85-48BC-B525-566D71A93FE3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FFE7582A-FE5E-41A7-B1D1-656B19DDF4DB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A1C97CC-FE23-4A42-AC18-B2016E013313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B41F4CA-CAEA-45EC-80DF-769F03338242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296912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41817B1A-DC63-4212-B21C-1B14F410B9A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17BBC28-8BE8-44A9-9D77-B9EEC9E2D7F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1AA1483-7AF8-4097-83C1-8E1998DE2F6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533CFCF-FD43-4A72-8105-4951BBF2530D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E0A18F2-E45F-4C49-81AC-F177C782BC3A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01BD7D7-54AA-4E1F-9E2D-825FAFE3F320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77B5011-3443-49DE-9DF2-AA6352336381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DF2FF31-811A-4F61-A393-EA5B29BD0BEA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3A1D4CF-AEC3-4C7E-8DEE-863095A07B6B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the required accuracy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9371AE-3B7F-4B0E-A0BF-B38F2E23B28B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number rounds to 730,000 to the nearest 10,000. State its full possible range.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7C51090-AF29-431B-95D2-904303420DC8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C246AD3-A5B8-4ADD-9264-8F18760ADC22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201D788-C4E4-4BAD-88B7-A4A62BCE6A53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725,000 to 734,999.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258461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AC680F91-631A-49F3-860C-0363B4B8783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640B5DE-2FD0-48D4-A167-7A8ECE6A65D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D2F9FB6-A38A-4C4E-9F6F-F37E2320147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4439486-12E1-4561-83B9-EB7B185142C0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F571978-5B13-4A1E-BD05-52DC25CE1A79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8F387F-0E17-4193-A5DF-0A25A8B40B33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435E6BE-1C82-4078-BB3B-6E2D38E378CB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FB9F766-87D4-4BFA-B968-AE43FE4FC18F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DEB0F10-9153-4CC0-9BC5-6F70B178CA62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the required accuracy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60EE50A-7EBA-4121-89F6-193AE5E9FAFF}"/>
              </a:ext>
            </a:extLst>
          </p:cNvPr>
          <p:cNvSpPr>
            <a:spLocks noGrp="1"/>
          </p:cNvSpPr>
          <p:nvPr/>
        </p:nvSpPr>
        <p:spPr>
          <a:xfrm>
            <a:off x="781050" y="1476375"/>
            <a:ext cx="6667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267ABFB-1D51-4861-BACC-3D84A0123560}"/>
              </a:ext>
            </a:extLst>
          </p:cNvPr>
          <p:cNvSpPr>
            <a:spLocks noGrp="1"/>
          </p:cNvSpPr>
          <p:nvPr/>
        </p:nvSpPr>
        <p:spPr>
          <a:xfrm>
            <a:off x="781050" y="2047875"/>
            <a:ext cx="6858000" cy="28575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4288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F488FF0-30DF-4296-8AA7-0D971070A1F6}"/>
              </a:ext>
            </a:extLst>
          </p:cNvPr>
          <p:cNvSpPr>
            <a:spLocks noGrp="1"/>
          </p:cNvSpPr>
          <p:nvPr/>
        </p:nvSpPr>
        <p:spPr>
          <a:xfrm>
            <a:off x="1143000" y="2400300"/>
            <a:ext cx="6115050" cy="1428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999,499 to the nearest 1,000.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EC57E7A-3741-40B2-81DF-AA4975A62132}"/>
              </a:ext>
            </a:extLst>
          </p:cNvPr>
          <p:cNvSpPr>
            <a:spLocks noGrp="1"/>
          </p:cNvSpPr>
          <p:nvPr/>
        </p:nvSpPr>
        <p:spPr>
          <a:xfrm>
            <a:off x="1285875" y="4095750"/>
            <a:ext cx="5810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C7F1BCD-D510-4B81-9A1B-25B7C1B34E26}"/>
              </a:ext>
            </a:extLst>
          </p:cNvPr>
          <p:cNvSpPr>
            <a:spLocks noGrp="1"/>
          </p:cNvSpPr>
          <p:nvPr/>
        </p:nvSpPr>
        <p:spPr>
          <a:xfrm>
            <a:off x="8210550" y="1666875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4DB315AC-D4BE-4939-A88D-EC1551F6201F}"/>
              </a:ext>
            </a:extLst>
          </p:cNvPr>
          <p:cNvSpPr>
            <a:spLocks noGrp="1"/>
          </p:cNvSpPr>
          <p:nvPr/>
        </p:nvSpPr>
        <p:spPr>
          <a:xfrm>
            <a:off x="8001000" y="2190750"/>
            <a:ext cx="3048000" cy="2714625"/>
          </a:xfrm>
          <a:prstGeom prst="roundRect">
            <a:avLst>
              <a:gd name="adj" fmla="val 2807"/>
            </a:avLst>
          </a:prstGeom>
          <a:solidFill>
            <a:srgbClr val="E7F1F1"/>
          </a:solidFill>
          <a:ln w="14288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D36533F-FAC3-442F-B20C-E25EC07B8F48}"/>
              </a:ext>
            </a:extLst>
          </p:cNvPr>
          <p:cNvSpPr>
            <a:spLocks noGrp="1"/>
          </p:cNvSpPr>
          <p:nvPr/>
        </p:nvSpPr>
        <p:spPr>
          <a:xfrm>
            <a:off x="8334375" y="2619375"/>
            <a:ext cx="23812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GB"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999,000.</a:t>
            </a:r>
            <a:endParaRPr sz="25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274662A-C4AC-4C17-A904-6CBD1FE5FA6C}"/>
              </a:ext>
            </a:extLst>
          </p:cNvPr>
          <p:cNvSpPr>
            <a:spLocks noGrp="1"/>
          </p:cNvSpPr>
          <p:nvPr/>
        </p:nvSpPr>
        <p:spPr>
          <a:xfrm>
            <a:off x="8334375" y="4000500"/>
            <a:ext cx="238125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9825"/>
          </a:bodyPr>
          <a:lstStyle/>
          <a:p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GB"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  <a:endParaRPr sz="142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FD941A2-9B84-493B-90EF-3DED57BB1F5A}"/>
              </a:ext>
            </a:extLst>
          </p:cNvPr>
          <p:cNvSpPr>
            <a:spLocks noGrp="1"/>
          </p:cNvSpPr>
          <p:nvPr/>
        </p:nvSpPr>
        <p:spPr>
          <a:xfrm>
            <a:off x="2190750" y="5334000"/>
            <a:ext cx="7810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5633049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C5B5D82C-3AD0-47C6-8F78-902B7424C44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B3D4666-6ADF-4648-8EDB-16F30D73F28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6355BB1-4AC2-4F2F-B73C-2BA64AF564D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5F89D1D-B1C4-4007-BB43-52ABEC489C86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CE606D9-3EFC-4ABD-830A-0D5263F9FB32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A28883B-A2A4-485A-8471-5895CBB19160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6D7BD62-92D3-49A8-8E04-8A79DF05442C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679731D-F042-40DB-87CD-73FAFA431CF3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AB57EB4-D059-42D5-86AD-97B76C71A687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the required accuracy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51B089B-295E-407E-93A5-058835DEBFFC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C049142-5C61-4B35-831D-7266CC878E6D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3E64EEE-2B47-42C7-9271-146250C1A3D4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52B7799-FA94-42F9-8232-C56855B3FA4C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999,499 to the nearest 1,000.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495DBBC-5CC1-4036-BD29-96021FD3C422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85534601-070E-4E55-B976-00000753DB57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3EA61FE-A96D-4B20-915C-9A38BB78163A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00EBC52-8D37-4895-8AC0-C34315A380B5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rounds to the largest place value he can see instead of the place named.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42FC00E6-4B4D-48FD-ACBA-F797EC294BF2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1FBAEAA-63A5-4211-8E0F-5B5706B9B3FD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9FD2DFF-8E00-45B2-BAB7-3D455DEF430D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7B2D356-A7AF-4DCD-9DE1-812A260059E7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073BA25-BFF7-4E41-8AC1-7B3C8D645249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976823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1126</Words>
  <Application>Microsoft Office PowerPoint</Application>
  <DocSecurity>0</DocSecurity>
  <PresentationFormat>Widescreen</PresentationFormat>
  <Paragraphs>153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2026-09-09T10:55:53Z</dcterms:created>
  <dcterms:modified xsi:type="dcterms:W3CDTF">2026-09-09T11:02:09Z</dcterms:modified>
</cp:coreProperties>
</file>