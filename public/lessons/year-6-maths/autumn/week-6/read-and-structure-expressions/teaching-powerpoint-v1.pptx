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structure expressions. Read and structure expressions.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structure expressions. I do. Multiply before adding or subtracting. The multiplication result replaces the product in the expression.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structure expressions. You do. Pause before clicking. Let pupils try independently, then reveal and discuss every step. Multiply before adding or subtracting. The multiplication result replaces the product in the expression.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structure expressions. I do. Multiply before adding or subtracting. The multiplication result replaces the product in the expression.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structure expressions. You do. Pause before clicking. Let pupils try independently, then reveal and discuss every step. Multiply before adding or subtracting. The multiplication result replaces the product in the expression.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structure expressions.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structure expressions.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8C102288-0C06-42A3-8A97-614B6167A6F2}"/>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Read and structure expressions</a:t>
            </a:r>
          </a:p>
        </p:txBody>
      </p:sp>
      <p:sp>
        <p:nvSpPr>
          <p:cNvPr id="2" name="object-2">
            <a:extLst>
              <a:ext uri="{FF2B5EF4-FFF2-40B4-BE49-F238E27FC236}">
                <a16:creationId xmlns:a16="http://schemas.microsoft.com/office/drawing/2014/main" id="{5C947BA8-31BC-4560-95FD-8C64EA0BF07B}"/>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1CD9C500-5AA4-4BF4-9F2D-C3C9136EB8F9}"/>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C61008E-FEBC-4A2D-AC7E-589B7297904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structure expressions</a:t>
            </a:r>
          </a:p>
        </p:txBody>
      </p:sp>
      <p:sp>
        <p:nvSpPr>
          <p:cNvPr id="5" name="object-5">
            <a:extLst>
              <a:ext uri="{FF2B5EF4-FFF2-40B4-BE49-F238E27FC236}">
                <a16:creationId xmlns:a16="http://schemas.microsoft.com/office/drawing/2014/main" id="{BD922AA7-1DF4-4FF8-A8D2-A45531F6992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CF92BBBB-E575-436D-8268-9F608090C36B}"/>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identify the operations and structure of an expression.</a:t>
            </a:r>
          </a:p>
        </p:txBody>
      </p:sp>
    </p:spTree>
    <p:extLst>
      <p:ext uri="{BB962C8B-B14F-4D97-AF65-F5344CB8AC3E}">
        <p14:creationId xmlns:p14="http://schemas.microsoft.com/office/powerpoint/2010/main" val="1679396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4FC48A47-7DDE-4BCE-9964-EB06020A356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8763E38A-D663-45E1-8AD4-CC018290702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48 − 6 × 5.</a:t>
            </a:r>
          </a:p>
        </p:txBody>
      </p:sp>
      <p:sp>
        <p:nvSpPr>
          <p:cNvPr id="3" name="object-3">
            <a:extLst>
              <a:ext uri="{FF2B5EF4-FFF2-40B4-BE49-F238E27FC236}">
                <a16:creationId xmlns:a16="http://schemas.microsoft.com/office/drawing/2014/main" id="{B482F9F6-1E02-4A33-9897-0CDCAD74148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3B48477-6FD7-4F67-92DD-E695C30B052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structure expressions</a:t>
            </a:r>
          </a:p>
        </p:txBody>
      </p:sp>
      <p:sp>
        <p:nvSpPr>
          <p:cNvPr id="5" name="object-5">
            <a:extLst>
              <a:ext uri="{FF2B5EF4-FFF2-40B4-BE49-F238E27FC236}">
                <a16:creationId xmlns:a16="http://schemas.microsoft.com/office/drawing/2014/main" id="{6ECB608F-6222-411E-B418-245ABBC0C5B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8B6EDDD8-EC57-428D-868D-461E48A94329}"/>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6 × 5 =</a:t>
            </a:r>
          </a:p>
        </p:txBody>
      </p:sp>
      <p:sp>
        <p:nvSpPr>
          <p:cNvPr id="7" name="object-7">
            <a:extLst>
              <a:ext uri="{FF2B5EF4-FFF2-40B4-BE49-F238E27FC236}">
                <a16:creationId xmlns:a16="http://schemas.microsoft.com/office/drawing/2014/main" id="{7DCC417C-01E7-428D-A03D-70A7BAB85C4F}"/>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30</a:t>
            </a:r>
          </a:p>
        </p:txBody>
      </p:sp>
      <p:sp>
        <p:nvSpPr>
          <p:cNvPr id="8" name="object-8">
            <a:extLst>
              <a:ext uri="{FF2B5EF4-FFF2-40B4-BE49-F238E27FC236}">
                <a16:creationId xmlns:a16="http://schemas.microsoft.com/office/drawing/2014/main" id="{6B09D346-0A61-4C7B-92BC-198812D12B90}"/>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48 − 30 =</a:t>
            </a:r>
          </a:p>
        </p:txBody>
      </p:sp>
      <p:sp>
        <p:nvSpPr>
          <p:cNvPr id="9" name="object-9">
            <a:extLst>
              <a:ext uri="{FF2B5EF4-FFF2-40B4-BE49-F238E27FC236}">
                <a16:creationId xmlns:a16="http://schemas.microsoft.com/office/drawing/2014/main" id="{91AC17F1-47E3-4EEA-B4B3-854E1EB1A348}"/>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18</a:t>
            </a:r>
          </a:p>
        </p:txBody>
      </p:sp>
    </p:spTree>
    <p:extLst>
      <p:ext uri="{BB962C8B-B14F-4D97-AF65-F5344CB8AC3E}">
        <p14:creationId xmlns:p14="http://schemas.microsoft.com/office/powerpoint/2010/main" val="117520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CAF1F1B2-9008-4E57-B9A5-2082D7E06A4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643B3FBE-D2E5-4F53-A205-299948FAEF13}"/>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F93417F1-18FF-4F90-8D82-39A70866246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53 − 6 × 5.</a:t>
            </a:r>
          </a:p>
        </p:txBody>
      </p:sp>
      <p:sp>
        <p:nvSpPr>
          <p:cNvPr id="4" name="object-4">
            <a:extLst>
              <a:ext uri="{FF2B5EF4-FFF2-40B4-BE49-F238E27FC236}">
                <a16:creationId xmlns:a16="http://schemas.microsoft.com/office/drawing/2014/main" id="{7B08CE7B-C43B-4155-862E-3B0113370DAA}"/>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D5621DA3-4757-4A41-8009-FC55AFCEA76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structure expressions</a:t>
            </a:r>
          </a:p>
        </p:txBody>
      </p:sp>
      <p:sp>
        <p:nvSpPr>
          <p:cNvPr id="6" name="object-6">
            <a:extLst>
              <a:ext uri="{FF2B5EF4-FFF2-40B4-BE49-F238E27FC236}">
                <a16:creationId xmlns:a16="http://schemas.microsoft.com/office/drawing/2014/main" id="{A98B29BE-F48E-479B-A891-D7E5ACA668B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46D90E01-67F4-420A-BFC1-97AD2955AFB7}"/>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6 × 5 =</a:t>
            </a:r>
          </a:p>
        </p:txBody>
      </p:sp>
      <p:sp>
        <p:nvSpPr>
          <p:cNvPr id="8" name="object-8">
            <a:extLst>
              <a:ext uri="{FF2B5EF4-FFF2-40B4-BE49-F238E27FC236}">
                <a16:creationId xmlns:a16="http://schemas.microsoft.com/office/drawing/2014/main" id="{34568300-A227-4DF9-A7B7-271935FB1C0B}"/>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30</a:t>
            </a:r>
          </a:p>
        </p:txBody>
      </p:sp>
      <p:sp>
        <p:nvSpPr>
          <p:cNvPr id="9" name="object-9">
            <a:extLst>
              <a:ext uri="{FF2B5EF4-FFF2-40B4-BE49-F238E27FC236}">
                <a16:creationId xmlns:a16="http://schemas.microsoft.com/office/drawing/2014/main" id="{52BC3686-76A4-402F-8DB4-26462124843B}"/>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53 − 30 =</a:t>
            </a:r>
          </a:p>
        </p:txBody>
      </p:sp>
      <p:sp>
        <p:nvSpPr>
          <p:cNvPr id="10" name="object-10">
            <a:extLst>
              <a:ext uri="{FF2B5EF4-FFF2-40B4-BE49-F238E27FC236}">
                <a16:creationId xmlns:a16="http://schemas.microsoft.com/office/drawing/2014/main" id="{C877BB74-3C79-498B-A88C-11D5E844594A}"/>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23</a:t>
            </a:r>
          </a:p>
        </p:txBody>
      </p:sp>
    </p:spTree>
    <p:extLst>
      <p:ext uri="{BB962C8B-B14F-4D97-AF65-F5344CB8AC3E}">
        <p14:creationId xmlns:p14="http://schemas.microsoft.com/office/powerpoint/2010/main" val="160495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3FC2318F-3CD3-4B82-BA1C-61C1B038A62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776EE16A-CFEE-41AD-8BBC-F371817F3E2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58 − 6 × 5.</a:t>
            </a:r>
          </a:p>
        </p:txBody>
      </p:sp>
      <p:sp>
        <p:nvSpPr>
          <p:cNvPr id="3" name="object-3">
            <a:extLst>
              <a:ext uri="{FF2B5EF4-FFF2-40B4-BE49-F238E27FC236}">
                <a16:creationId xmlns:a16="http://schemas.microsoft.com/office/drawing/2014/main" id="{79629A68-6407-41BA-A050-1491F534B28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87657829-FF54-4F68-8E14-16982AE400E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structure expressions</a:t>
            </a:r>
          </a:p>
        </p:txBody>
      </p:sp>
      <p:sp>
        <p:nvSpPr>
          <p:cNvPr id="5" name="object-5">
            <a:extLst>
              <a:ext uri="{FF2B5EF4-FFF2-40B4-BE49-F238E27FC236}">
                <a16:creationId xmlns:a16="http://schemas.microsoft.com/office/drawing/2014/main" id="{644873A8-B167-48BB-9D58-2AEC7972BAA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2DB96A3A-CD30-41B4-B76F-BC65AE568C9F}"/>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6 × 5 =</a:t>
            </a:r>
          </a:p>
        </p:txBody>
      </p:sp>
      <p:sp>
        <p:nvSpPr>
          <p:cNvPr id="7" name="object-7">
            <a:extLst>
              <a:ext uri="{FF2B5EF4-FFF2-40B4-BE49-F238E27FC236}">
                <a16:creationId xmlns:a16="http://schemas.microsoft.com/office/drawing/2014/main" id="{3C4DCD6A-56F2-4908-8DAA-4E704566FCAA}"/>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30</a:t>
            </a:r>
          </a:p>
        </p:txBody>
      </p:sp>
      <p:sp>
        <p:nvSpPr>
          <p:cNvPr id="8" name="object-8">
            <a:extLst>
              <a:ext uri="{FF2B5EF4-FFF2-40B4-BE49-F238E27FC236}">
                <a16:creationId xmlns:a16="http://schemas.microsoft.com/office/drawing/2014/main" id="{50EF35D7-0922-452F-B624-12270CA0173A}"/>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58 − 30 =</a:t>
            </a:r>
          </a:p>
        </p:txBody>
      </p:sp>
      <p:sp>
        <p:nvSpPr>
          <p:cNvPr id="9" name="object-9">
            <a:extLst>
              <a:ext uri="{FF2B5EF4-FFF2-40B4-BE49-F238E27FC236}">
                <a16:creationId xmlns:a16="http://schemas.microsoft.com/office/drawing/2014/main" id="{81CCC283-A172-4F96-93DA-9E5E8B93D398}"/>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28</a:t>
            </a:r>
          </a:p>
        </p:txBody>
      </p:sp>
    </p:spTree>
    <p:extLst>
      <p:ext uri="{BB962C8B-B14F-4D97-AF65-F5344CB8AC3E}">
        <p14:creationId xmlns:p14="http://schemas.microsoft.com/office/powerpoint/2010/main" val="185489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E6916A28-8E0F-4163-9A94-8E7AE1E23592}"/>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DB8B383E-78DD-407F-A9DF-5349E296DE31}"/>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51CFD436-7AE3-4DCF-8396-28C4844677D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63 − 6 × 5.</a:t>
            </a:r>
          </a:p>
        </p:txBody>
      </p:sp>
      <p:sp>
        <p:nvSpPr>
          <p:cNvPr id="4" name="object-4">
            <a:extLst>
              <a:ext uri="{FF2B5EF4-FFF2-40B4-BE49-F238E27FC236}">
                <a16:creationId xmlns:a16="http://schemas.microsoft.com/office/drawing/2014/main" id="{B7338154-F581-4857-8620-F45AB5C4D20F}"/>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F7904AD1-BB7C-47C6-82F6-25412467C77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structure expressions</a:t>
            </a:r>
          </a:p>
        </p:txBody>
      </p:sp>
      <p:sp>
        <p:nvSpPr>
          <p:cNvPr id="6" name="object-6">
            <a:extLst>
              <a:ext uri="{FF2B5EF4-FFF2-40B4-BE49-F238E27FC236}">
                <a16:creationId xmlns:a16="http://schemas.microsoft.com/office/drawing/2014/main" id="{6A503E7A-7795-463C-858B-1B13B5B0B67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EA731F69-9E30-4557-9DA1-1B29B8863F89}"/>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6 × 5 =</a:t>
            </a:r>
          </a:p>
        </p:txBody>
      </p:sp>
      <p:sp>
        <p:nvSpPr>
          <p:cNvPr id="8" name="object-8">
            <a:extLst>
              <a:ext uri="{FF2B5EF4-FFF2-40B4-BE49-F238E27FC236}">
                <a16:creationId xmlns:a16="http://schemas.microsoft.com/office/drawing/2014/main" id="{F36CFD75-FCC0-4E66-9AA9-87431F3322DB}"/>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30</a:t>
            </a:r>
          </a:p>
        </p:txBody>
      </p:sp>
      <p:sp>
        <p:nvSpPr>
          <p:cNvPr id="9" name="object-9">
            <a:extLst>
              <a:ext uri="{FF2B5EF4-FFF2-40B4-BE49-F238E27FC236}">
                <a16:creationId xmlns:a16="http://schemas.microsoft.com/office/drawing/2014/main" id="{A08174F1-683E-4F74-9C48-46CBD316989B}"/>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63 − 30 =</a:t>
            </a:r>
          </a:p>
        </p:txBody>
      </p:sp>
      <p:sp>
        <p:nvSpPr>
          <p:cNvPr id="10" name="object-10">
            <a:extLst>
              <a:ext uri="{FF2B5EF4-FFF2-40B4-BE49-F238E27FC236}">
                <a16:creationId xmlns:a16="http://schemas.microsoft.com/office/drawing/2014/main" id="{C9A033E6-1902-4DA2-B489-86964F6FBD4B}"/>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33</a:t>
            </a:r>
          </a:p>
        </p:txBody>
      </p:sp>
    </p:spTree>
    <p:extLst>
      <p:ext uri="{BB962C8B-B14F-4D97-AF65-F5344CB8AC3E}">
        <p14:creationId xmlns:p14="http://schemas.microsoft.com/office/powerpoint/2010/main" val="77940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A51BD796-D24A-4A70-883D-F664ED80925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71E1D4C-EC1F-4B30-88E9-803652032B46}"/>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2BD5BE1E-80BE-4A79-9F79-DB316E649F8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0D9FB7BA-8ACC-49AE-BD9D-7499409E4A06}"/>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A67991DC-8D7B-479B-A04D-509C42FE25A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structure expressions</a:t>
            </a:r>
          </a:p>
        </p:txBody>
      </p:sp>
      <p:sp>
        <p:nvSpPr>
          <p:cNvPr id="6" name="object-6">
            <a:extLst>
              <a:ext uri="{FF2B5EF4-FFF2-40B4-BE49-F238E27FC236}">
                <a16:creationId xmlns:a16="http://schemas.microsoft.com/office/drawing/2014/main" id="{95380FFF-1AB1-4C0E-B71B-F445C5E2112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9A9412DF-F17B-46EE-B3CB-3CFC777CCB54}"/>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6BCA9198-EC34-4EFC-99EA-AA11ABC8E30D}"/>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Describe the calculation 48 - 6 x 5 without solving it.</a:t>
            </a:r>
          </a:p>
        </p:txBody>
      </p:sp>
      <p:sp>
        <p:nvSpPr>
          <p:cNvPr id="9" name="object-9">
            <a:extLst>
              <a:ext uri="{FF2B5EF4-FFF2-40B4-BE49-F238E27FC236}">
                <a16:creationId xmlns:a16="http://schemas.microsoft.com/office/drawing/2014/main" id="{299516F1-9119-41A2-805F-4D500A77C213}"/>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D3CD101F-2AB4-4B15-86B8-D3D44F0075C1}"/>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Which operation happens first in 72 / 8 + 4?</a:t>
            </a:r>
          </a:p>
        </p:txBody>
      </p:sp>
      <p:sp>
        <p:nvSpPr>
          <p:cNvPr id="11" name="object-11">
            <a:extLst>
              <a:ext uri="{FF2B5EF4-FFF2-40B4-BE49-F238E27FC236}">
                <a16:creationId xmlns:a16="http://schemas.microsoft.com/office/drawing/2014/main" id="{19BA7552-B79A-4E82-8383-C2565DB526BC}"/>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6E2142D2-A6DD-42A3-B44C-3096C3D6A670}"/>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 expression for subtract 7 from the product of 9 and 6.</a:t>
            </a:r>
          </a:p>
        </p:txBody>
      </p:sp>
      <p:sp>
        <p:nvSpPr>
          <p:cNvPr id="13" name="object-13">
            <a:extLst>
              <a:ext uri="{FF2B5EF4-FFF2-40B4-BE49-F238E27FC236}">
                <a16:creationId xmlns:a16="http://schemas.microsoft.com/office/drawing/2014/main" id="{598E3EC4-7011-4CD1-AB94-0B36A6FEB7EE}"/>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5514261D-7D5C-413D-B5F8-E968A1BC2CFC}"/>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Describe the calculation 48 - 6 x 5 without solving it.</a:t>
            </a:r>
          </a:p>
        </p:txBody>
      </p:sp>
      <p:sp>
        <p:nvSpPr>
          <p:cNvPr id="15" name="object-15">
            <a:extLst>
              <a:ext uri="{FF2B5EF4-FFF2-40B4-BE49-F238E27FC236}">
                <a16:creationId xmlns:a16="http://schemas.microsoft.com/office/drawing/2014/main" id="{13824094-501D-47DA-BEB9-4DFFF3BCC95C}"/>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F3F950CB-41DC-43CF-9678-B4B72F263290}"/>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Which operation happens first in 72 / 8 + 4?</a:t>
            </a:r>
          </a:p>
        </p:txBody>
      </p:sp>
      <p:sp>
        <p:nvSpPr>
          <p:cNvPr id="17" name="object-17">
            <a:extLst>
              <a:ext uri="{FF2B5EF4-FFF2-40B4-BE49-F238E27FC236}">
                <a16:creationId xmlns:a16="http://schemas.microsoft.com/office/drawing/2014/main" id="{CD670F09-0464-49C7-A98E-930DE85BACFA}"/>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65CDD9EA-B3CD-4057-94BC-48BD9C41C9B5}"/>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Write an expression for subtract 7 from the product of 9 and 6.</a:t>
            </a:r>
          </a:p>
        </p:txBody>
      </p:sp>
      <p:sp>
        <p:nvSpPr>
          <p:cNvPr id="19" name="object-19">
            <a:extLst>
              <a:ext uri="{FF2B5EF4-FFF2-40B4-BE49-F238E27FC236}">
                <a16:creationId xmlns:a16="http://schemas.microsoft.com/office/drawing/2014/main" id="{10EDD990-673A-4163-BCE4-9523023B001C}"/>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577FAEBE-E49F-4376-96AF-236FD354A10A}"/>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Insert brackets into 8 + 4 x 3 to make the answer 36.</a:t>
            </a:r>
          </a:p>
        </p:txBody>
      </p:sp>
      <p:sp>
        <p:nvSpPr>
          <p:cNvPr id="21" name="object-21">
            <a:extLst>
              <a:ext uri="{FF2B5EF4-FFF2-40B4-BE49-F238E27FC236}">
                <a16:creationId xmlns:a16="http://schemas.microsoft.com/office/drawing/2014/main" id="{473C870F-651E-49F3-B65C-F0DE9555E3E0}"/>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47E25924-5FEE-4FEF-B989-CF81773818F0}"/>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reads every expression strictly from left to right.</a:t>
            </a:r>
          </a:p>
        </p:txBody>
      </p:sp>
      <p:sp>
        <p:nvSpPr>
          <p:cNvPr id="23" name="object-23">
            <a:extLst>
              <a:ext uri="{FF2B5EF4-FFF2-40B4-BE49-F238E27FC236}">
                <a16:creationId xmlns:a16="http://schemas.microsoft.com/office/drawing/2014/main" id="{AF34ADB4-6A0E-4D1F-B976-1669AE89856B}"/>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CFE51556-8D91-4851-9C22-DF83E8AB62B7}"/>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4DD3C7CF-96A6-4DF7-AD2B-60C7C165FA82}"/>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629F2821-72AA-4F08-90FB-A0146C114DB7}"/>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Write an expression for subtract 7 from the product of 9 and 6.</a:t>
            </a:r>
          </a:p>
        </p:txBody>
      </p:sp>
    </p:spTree>
    <p:extLst>
      <p:ext uri="{BB962C8B-B14F-4D97-AF65-F5344CB8AC3E}">
        <p14:creationId xmlns:p14="http://schemas.microsoft.com/office/powerpoint/2010/main" val="1271596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E4265499-DE27-4E3E-9775-F4CD7F14C9E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61E5E91A-3C1A-49A5-81F1-77C117F7508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AA98EA20-BCD6-4B2B-A619-5587B769797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63FA095-920A-4322-BEDD-F81286EBB0D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structure expressions</a:t>
            </a:r>
          </a:p>
        </p:txBody>
      </p:sp>
      <p:sp>
        <p:nvSpPr>
          <p:cNvPr id="5" name="object-5">
            <a:extLst>
              <a:ext uri="{FF2B5EF4-FFF2-40B4-BE49-F238E27FC236}">
                <a16:creationId xmlns:a16="http://schemas.microsoft.com/office/drawing/2014/main" id="{E7B81981-D3A0-45EA-9F52-70C465E4514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46766BA9-ABB9-40EB-967E-ADEA8563E6A1}"/>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DB78E463-8FC3-44BF-8C72-2E6DA977B070}"/>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Multiply 6 by 5, then subtract the product from 48.</a:t>
            </a:r>
          </a:p>
        </p:txBody>
      </p:sp>
      <p:sp>
        <p:nvSpPr>
          <p:cNvPr id="8" name="object-8">
            <a:extLst>
              <a:ext uri="{FF2B5EF4-FFF2-40B4-BE49-F238E27FC236}">
                <a16:creationId xmlns:a16="http://schemas.microsoft.com/office/drawing/2014/main" id="{3939189E-B5A3-46D1-82DB-39B80BFE3426}"/>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E8DF32DE-D7F5-4F58-A648-7FE5F661D470}"/>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Division.</a:t>
            </a:r>
          </a:p>
        </p:txBody>
      </p:sp>
      <p:sp>
        <p:nvSpPr>
          <p:cNvPr id="10" name="object-10">
            <a:extLst>
              <a:ext uri="{FF2B5EF4-FFF2-40B4-BE49-F238E27FC236}">
                <a16:creationId xmlns:a16="http://schemas.microsoft.com/office/drawing/2014/main" id="{A21386E0-71F0-43CC-B02C-85593A642E25}"/>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79250CB6-4EEE-411F-806F-7571DBC49192}"/>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9 x 6 - 7.</a:t>
            </a:r>
          </a:p>
        </p:txBody>
      </p:sp>
      <p:sp>
        <p:nvSpPr>
          <p:cNvPr id="12" name="object-12">
            <a:extLst>
              <a:ext uri="{FF2B5EF4-FFF2-40B4-BE49-F238E27FC236}">
                <a16:creationId xmlns:a16="http://schemas.microsoft.com/office/drawing/2014/main" id="{62E23CBC-F3F4-46C4-8112-F7D18C255C2D}"/>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ADD9AB12-1262-4B52-A6EE-2CC440054101}"/>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Multiply 6 by 5, then subtract the product from 48.</a:t>
            </a:r>
          </a:p>
        </p:txBody>
      </p:sp>
      <p:sp>
        <p:nvSpPr>
          <p:cNvPr id="14" name="object-14">
            <a:extLst>
              <a:ext uri="{FF2B5EF4-FFF2-40B4-BE49-F238E27FC236}">
                <a16:creationId xmlns:a16="http://schemas.microsoft.com/office/drawing/2014/main" id="{FCC8F4C2-205B-4186-83F3-58C74EBD9DDA}"/>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2A96F3CE-7EDC-47FE-B113-6DA963192285}"/>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Division. Method or representation may vary.</a:t>
            </a:r>
          </a:p>
        </p:txBody>
      </p:sp>
      <p:sp>
        <p:nvSpPr>
          <p:cNvPr id="16" name="object-16">
            <a:extLst>
              <a:ext uri="{FF2B5EF4-FFF2-40B4-BE49-F238E27FC236}">
                <a16:creationId xmlns:a16="http://schemas.microsoft.com/office/drawing/2014/main" id="{1CB0980B-4AAA-4C27-80E0-FA2012F193B1}"/>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A783FEDF-DC3C-48C0-A5D0-C519CAC6F17A}"/>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9 x 6 - 7. A valid check must be shown.</a:t>
            </a:r>
          </a:p>
        </p:txBody>
      </p:sp>
      <p:sp>
        <p:nvSpPr>
          <p:cNvPr id="18" name="object-18">
            <a:extLst>
              <a:ext uri="{FF2B5EF4-FFF2-40B4-BE49-F238E27FC236}">
                <a16:creationId xmlns:a16="http://schemas.microsoft.com/office/drawing/2014/main" id="{EDC8326C-EC5F-4EB6-8948-BE38A516BE6F}"/>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5ADEABA5-605D-4871-B117-ED4E141430A5}"/>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(8 + 4) x 3 = 36.</a:t>
            </a:r>
          </a:p>
        </p:txBody>
      </p:sp>
      <p:sp>
        <p:nvSpPr>
          <p:cNvPr id="20" name="object-20">
            <a:extLst>
              <a:ext uri="{FF2B5EF4-FFF2-40B4-BE49-F238E27FC236}">
                <a16:creationId xmlns:a16="http://schemas.microsoft.com/office/drawing/2014/main" id="{6CD0DF2F-80F1-4B2E-AEA4-205524391FDF}"/>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78C80984-0017-4C3C-9A93-FB05E444718A}"/>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The structure of the expression determines the order, not reading direction alone.</a:t>
            </a:r>
          </a:p>
        </p:txBody>
      </p:sp>
      <p:sp>
        <p:nvSpPr>
          <p:cNvPr id="22" name="object-22">
            <a:extLst>
              <a:ext uri="{FF2B5EF4-FFF2-40B4-BE49-F238E27FC236}">
                <a16:creationId xmlns:a16="http://schemas.microsoft.com/office/drawing/2014/main" id="{123ED17D-7CE4-4E50-B3E8-D4B73445DC67}"/>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B2B78307-B438-4831-98F3-8A2A518A9D52}"/>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AC349454-224F-45A9-9E9A-C8DDD8A5EA7E}"/>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989D4A16-CEE7-4E69-AAD3-21C00A6A9F6B}"/>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14666824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919</Words>
  <Application>Microsoft Office PowerPoint</Application>
  <DocSecurity>0</DocSecurity>
  <PresentationFormat>Custom</PresentationFormat>
  <Paragraphs>102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2026-09-14T13:14:17Z</dcterms:created>
  <dcterms:modified xsi:type="dcterms:W3CDTF">2026-09-14T13:18:35Z</dcterms:modified>
</cp:coreProperties>
</file>