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08b44e5b8740f7" /><Relationship Type="http://schemas.openxmlformats.org/officeDocument/2006/relationships/extended-properties" Target="/docProps/app.xml" Id="R084b47bdf24a4190" /><Relationship Type="http://schemas.openxmlformats.org/officeDocument/2006/relationships/officeDocument" Target="/ppt/presentation.xml" Id="Rb837a1c2f6ad4d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6a36183cfe4ab8"/>
  </p:sldMasterIdLst>
  <p:notesMasterIdLst>
    <p:notesMasterId xmlns:r="http://schemas.openxmlformats.org/officeDocument/2006/relationships" r:id="R0cb71da985c248bc"/>
  </p:notesMasterIdLst>
  <p:sldIdLst>
    <p:sldId xmlns:r="http://schemas.openxmlformats.org/officeDocument/2006/relationships" id="256" r:id="R10bb513a19f746fe"/>
    <p:sldId xmlns:r="http://schemas.openxmlformats.org/officeDocument/2006/relationships" id="257" r:id="R0fb31acd760b4a96"/>
    <p:sldId xmlns:r="http://schemas.openxmlformats.org/officeDocument/2006/relationships" id="258" r:id="R3db025f59c064dac"/>
    <p:sldId xmlns:r="http://schemas.openxmlformats.org/officeDocument/2006/relationships" id="259" r:id="Re0317da8f0bd45ec"/>
    <p:sldId xmlns:r="http://schemas.openxmlformats.org/officeDocument/2006/relationships" id="260" r:id="R2e7684607b214659"/>
    <p:sldId xmlns:r="http://schemas.openxmlformats.org/officeDocument/2006/relationships" id="261" r:id="R7bd58ac0a8cd49d4"/>
    <p:sldId xmlns:r="http://schemas.openxmlformats.org/officeDocument/2006/relationships" id="262" r:id="Rf53ccab6365147aa"/>
    <p:sldId xmlns:r="http://schemas.openxmlformats.org/officeDocument/2006/relationships" id="263" r:id="R1724ebcc05414765"/>
    <p:sldId xmlns:r="http://schemas.openxmlformats.org/officeDocument/2006/relationships" id="264" r:id="R422f2d9fd1b84ab3"/>
    <p:sldId xmlns:r="http://schemas.openxmlformats.org/officeDocument/2006/relationships" id="265" r:id="R14577373770140d1"/>
    <p:sldId xmlns:r="http://schemas.openxmlformats.org/officeDocument/2006/relationships" id="266" r:id="Rf727eb6aeb074b89"/>
    <p:sldId xmlns:r="http://schemas.openxmlformats.org/officeDocument/2006/relationships" id="267" r:id="R9cde32a8be1b41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745881bd184264" /><Relationship Type="http://schemas.openxmlformats.org/officeDocument/2006/relationships/slideMaster" Target="/ppt/slideMasters/slideMaster1.xml" Id="R226a36183cfe4ab8" /><Relationship Type="http://schemas.openxmlformats.org/officeDocument/2006/relationships/notesMaster" Target="/ppt/notesMasters/notesMaster1.xml" Id="R0cb71da985c248bc" /><Relationship Type="http://schemas.openxmlformats.org/officeDocument/2006/relationships/presProps" Target="/ppt/presProps.xml" Id="R01e2bf566c3c4096" /><Relationship Type="http://schemas.openxmlformats.org/officeDocument/2006/relationships/tableStyles" Target="/ppt/tableStyles.xml" Id="R658904abf6384257" /><Relationship Type="http://schemas.openxmlformats.org/officeDocument/2006/relationships/slide" Target="/ppt/slides/slide1.xml" Id="R10bb513a19f746fe" /><Relationship Type="http://schemas.openxmlformats.org/officeDocument/2006/relationships/slide" Target="/ppt/slides/slide2.xml" Id="R0fb31acd760b4a96" /><Relationship Type="http://schemas.openxmlformats.org/officeDocument/2006/relationships/slide" Target="/ppt/slides/slide3.xml" Id="R3db025f59c064dac" /><Relationship Type="http://schemas.openxmlformats.org/officeDocument/2006/relationships/slide" Target="/ppt/slides/slide4.xml" Id="Re0317da8f0bd45ec" /><Relationship Type="http://schemas.openxmlformats.org/officeDocument/2006/relationships/slide" Target="/ppt/slides/slide5.xml" Id="R2e7684607b214659" /><Relationship Type="http://schemas.openxmlformats.org/officeDocument/2006/relationships/slide" Target="/ppt/slides/slide6.xml" Id="R7bd58ac0a8cd49d4" /><Relationship Type="http://schemas.openxmlformats.org/officeDocument/2006/relationships/slide" Target="/ppt/slides/slide7.xml" Id="Rf53ccab6365147aa" /><Relationship Type="http://schemas.openxmlformats.org/officeDocument/2006/relationships/slide" Target="/ppt/slides/slide8.xml" Id="R1724ebcc05414765" /><Relationship Type="http://schemas.openxmlformats.org/officeDocument/2006/relationships/slide" Target="/ppt/slides/slide9.xml" Id="R422f2d9fd1b84ab3" /><Relationship Type="http://schemas.openxmlformats.org/officeDocument/2006/relationships/slide" Target="/ppt/slides/slide10.xml" Id="R14577373770140d1" /><Relationship Type="http://schemas.openxmlformats.org/officeDocument/2006/relationships/slide" Target="/ppt/slides/slide11.xml" Id="Rf727eb6aeb074b89" /><Relationship Type="http://schemas.openxmlformats.org/officeDocument/2006/relationships/slide" Target="/ppt/slides/slide12.xml" Id="R9cde32a8be1b41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b7cedd7ae043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c92691282443ca" /><Relationship Type="http://schemas.openxmlformats.org/officeDocument/2006/relationships/notesMaster" Target="/ppt/notesMasters/notesMaster1.xml" Id="R44f2dd2116ea4a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ca4431262145c2" /><Relationship Type="http://schemas.openxmlformats.org/officeDocument/2006/relationships/notesMaster" Target="/ppt/notesMasters/notesMaster1.xml" Id="R229cf3d111a746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b0f55671c64c25" /><Relationship Type="http://schemas.openxmlformats.org/officeDocument/2006/relationships/notesMaster" Target="/ppt/notesMasters/notesMaster1.xml" Id="Rbba8dc1abacc46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95ebc769a9411e" /><Relationship Type="http://schemas.openxmlformats.org/officeDocument/2006/relationships/notesMaster" Target="/ppt/notesMasters/notesMaster1.xml" Id="Rab75954ed49e48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5f4d9acc034525" /><Relationship Type="http://schemas.openxmlformats.org/officeDocument/2006/relationships/notesMaster" Target="/ppt/notesMasters/notesMaster1.xml" Id="R20bcca6f8cf840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87d15b657a43a1" /><Relationship Type="http://schemas.openxmlformats.org/officeDocument/2006/relationships/notesMaster" Target="/ppt/notesMasters/notesMaster1.xml" Id="Rb141d906b1a640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2180690fe843ad" /><Relationship Type="http://schemas.openxmlformats.org/officeDocument/2006/relationships/notesMaster" Target="/ppt/notesMasters/notesMaster1.xml" Id="R3db35a2908744d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bc72b8e2f04fe9" /><Relationship Type="http://schemas.openxmlformats.org/officeDocument/2006/relationships/notesMaster" Target="/ppt/notesMasters/notesMaster1.xml" Id="R3b23afd128cc4e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d0e0beafd7400e" /><Relationship Type="http://schemas.openxmlformats.org/officeDocument/2006/relationships/notesMaster" Target="/ppt/notesMasters/notesMaster1.xml" Id="R04a0f58f44854d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00ec8bd1a14991" /><Relationship Type="http://schemas.openxmlformats.org/officeDocument/2006/relationships/notesMaster" Target="/ppt/notesMasters/notesMaster1.xml" Id="R3684810100544a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897b4733224b91" /><Relationship Type="http://schemas.openxmlformats.org/officeDocument/2006/relationships/notesMaster" Target="/ppt/notesMasters/notesMaster1.xml" Id="R1046ed09c0c245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00bedcf37c49be" /><Relationship Type="http://schemas.openxmlformats.org/officeDocument/2006/relationships/notesMaster" Target="/ppt/notesMasters/notesMaster1.xml" Id="R448ee597694447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Division. | Identify brackets and multiplication or division before calculating. |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Multiply 6 by 5, then subtract the product from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Division.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Division..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x 6 - 7..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(8 + 4) x 3 = 36.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x 6 - 7.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x 6 - 7. | The structure of the expression determines the order, not reading direction alone.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8da7f6b884f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e7174575ce4164" /><Relationship Type="http://schemas.openxmlformats.org/officeDocument/2006/relationships/slideLayout" Target="/ppt/slideLayouts/slideLayout1.xml" Id="R53da358cf58943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da358cf58943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ee5a793aae4eb1" /><Relationship Type="http://schemas.openxmlformats.org/officeDocument/2006/relationships/notesSlide" Target="/ppt/notesSlides/notesSlide1.xml" Id="R4cd034204efc45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91c25594945d9" /><Relationship Type="http://schemas.openxmlformats.org/officeDocument/2006/relationships/notesSlide" Target="/ppt/notesSlides/notesSlide2.xml" Id="R30b14d37248e4f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636f9a12843e4" /><Relationship Type="http://schemas.openxmlformats.org/officeDocument/2006/relationships/notesSlide" Target="/ppt/notesSlides/notesSlide3.xml" Id="R3dda4158ddc441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7869285a443aa" /><Relationship Type="http://schemas.openxmlformats.org/officeDocument/2006/relationships/notesSlide" Target="/ppt/notesSlides/notesSlide4.xml" Id="R9b492df65e1f49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fec4e0e054f21" /><Relationship Type="http://schemas.openxmlformats.org/officeDocument/2006/relationships/notesSlide" Target="/ppt/notesSlides/notesSlide5.xml" Id="Re0ec96b3c4554e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c4097d1b243e5" /><Relationship Type="http://schemas.openxmlformats.org/officeDocument/2006/relationships/notesSlide" Target="/ppt/notesSlides/notesSlide6.xml" Id="R98163b9c45db4d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43eacdae04302" /><Relationship Type="http://schemas.openxmlformats.org/officeDocument/2006/relationships/image" Target="/ppt/media/image.png" Id="R77da5b71c5444556" /><Relationship Type="http://schemas.openxmlformats.org/officeDocument/2006/relationships/notesSlide" Target="/ppt/notesSlides/notesSlide7.xml" Id="R8d3ad9f1beef43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5f621e7d4caa" /><Relationship Type="http://schemas.openxmlformats.org/officeDocument/2006/relationships/notesSlide" Target="/ppt/notesSlides/notesSlide8.xml" Id="Ra986c7da641240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d515f557e4094" /><Relationship Type="http://schemas.openxmlformats.org/officeDocument/2006/relationships/notesSlide" Target="/ppt/notesSlides/notesSlide9.xml" Id="Rd4775dea572742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5051fea6942ed" /><Relationship Type="http://schemas.openxmlformats.org/officeDocument/2006/relationships/notesSlide" Target="/ppt/notesSlides/notesSlide10.xml" Id="Rdf4d932950e544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3e56034a94ed2" /><Relationship Type="http://schemas.openxmlformats.org/officeDocument/2006/relationships/notesSlide" Target="/ppt/notesSlides/notesSlide11.xml" Id="R22efe70ed01644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43a15af974502" /><Relationship Type="http://schemas.openxmlformats.org/officeDocument/2006/relationships/notesSlide" Target="/ppt/notesSlides/notesSlide12.xml" Id="Raf5d94bafc6348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BEBA3-2232-4EA7-8053-5CE5A0A7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694EF-8C1C-410A-AC83-0889454D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BD8479-0074-4A72-A5F1-66D13B40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56864-A67F-4B9C-A5D3-B22D3A76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DA917-1DF6-40F8-AD62-29E6C6BF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2B2CE-E910-4BCE-B29A-0825FFAC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3DFBC-C0FD-41B6-A990-074412F8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0D33A-8D45-438D-8B4E-8AFEBF05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7FAB6-6327-49BE-B5EE-E756EE56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09ADC6-3EB2-4F5A-B443-476DAF7A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A2A0A-3BC2-4232-BC1A-82EEDBC7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258447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AC2A1C-788F-48A3-AE25-BF3F9A19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C5DC8-DF46-49C5-9D13-65FE16FB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E35D52-A136-4319-86A9-BF99FB05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C71DC-E93F-42DB-AFB7-FBDD3614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09CF4-788A-453A-87EC-0F6B9563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E68C2E-7195-428F-9318-DCFB43E4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E4A06-DDE0-4A61-9F69-76A7E9F6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2466C-E96F-406B-9BC2-000E77E0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B9768-2C70-4862-A0A9-EBC712F3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40957-F12B-45F2-9076-8C68C4F9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11C3A-85BA-45CD-8599-7CF0BBA7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45F57-88B8-4FCF-BC3A-646C9758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56155E-C7F5-480A-BA5E-F8AB42D5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4F0680-8E86-4D60-9722-6D954BF8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E01461-00FC-4106-BB1A-87CF4381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C7F903-9C3C-4333-BDE5-0C271141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04F67F-9CC4-4762-B087-2121BC95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CE35F5-AB03-4985-B9BF-C739950E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852C82-E158-492A-9409-11081EB2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5C7E14-ADAE-4EE0-A27F-F51E33A7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E39E0F-CF61-4FAA-AC87-F16A8BF8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Describe the calculation 48 - 6 x 5 without solving 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1CA1E-42CB-4C48-81EA-6993CFD8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629070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C5DE3-34C1-483C-BF6A-BE848E4E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DEF21-E1BF-427F-A535-D2E5E101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2AB67-55FC-48DF-87EF-D8A03B71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1B10E-D6A3-4C5E-B209-D4CFECC5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28BB2-7311-44E4-8302-9F5199BF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066D1A-680B-4347-8512-0A401239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E0CDE-8A5D-4502-91DA-39C3B725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3728F4-6E1E-4649-AD2E-86082257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A9439-8ED4-4B86-B137-C1D14A0A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F0F35-017C-49A9-9A90-70FE842C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AEC89-014F-4DC6-9349-7B4F32C3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3E3F5-271A-4EBC-AB47-490C36ED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72213-78DE-4B74-ACE4-331CE91C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42A3C-759A-4EC4-8507-5CE66F6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743D44-A94D-43CC-BCFE-257F2665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2240937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8E2787-B49D-4697-942A-2B745AF2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27C9BD-4B26-40EA-93C5-6A05BA81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7AF8E-A3D1-4CFD-878D-DB8AF0D6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F3EBA-D5FA-4693-A006-B03AEB16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EEF62-B8CF-4BC6-AA2E-29E97178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AD2DC-E9CA-472D-A578-E8C45021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AF7A1C-0E24-4A26-ADCE-CC347DBA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DA737-CBFB-4723-9E57-D1BB4532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4C4D5-2ABD-49E7-9FBF-CA4F6D0F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C64585-E0CC-4E14-A7F2-F97F0E00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the calculation 48 - 6 x 5 without solving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0EC88-B69B-4471-B2F1-6FE26851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A5F81-3858-4A85-937F-640460CC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7EF53D-9991-410E-92AD-111BD1E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brackets and multiplication or division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DE66E0-CEB8-424D-AFEE-45C8E7D1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D70893-6DE5-4DC2-B740-DBE9EE0F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ABA5A-7EF7-430A-87C9-CD1884A5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through operations of equal priority from left to right.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73591-CDCE-48BE-9926-D4E9983D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D7967-D4C8-4535-B904-0AE35496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CF486-E4DF-46CC-AB95-05FB2F61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Multiply 6 by 5, then subtract the product from 48.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253A2E-5BDF-4601-8C5D-32F03A89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EA2A7-8C2C-4086-B4FF-FA94C044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267A7-130E-4959-8D56-1E33BA89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by estimating or comparing with an equivalent expression.</a:t>
            </a:r>
          </a:p>
        </p:txBody>
      </p:sp>
    </p:spTree>
    <p:extLst>
      <p:ext uri="{BB962C8B-B14F-4D97-AF65-F5344CB8AC3E}">
        <p14:creationId xmlns:p14="http://schemas.microsoft.com/office/powerpoint/2010/main" val="15918567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2C33D-2D8C-4476-806C-D288B1AC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9C641-BFA9-4F61-A776-B22996B0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4F10DF-F21A-44F3-BE21-FC83701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5723E-2A39-42EF-A638-F5CFE0E0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C9F91-6DA0-461F-9F80-0859A49A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29C70-C79A-4D55-9D40-DDF819BA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BBC6B-4AD4-493C-86AB-8FD0BDC4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218BC-3F01-4A0B-A34E-AA2FCE00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1FF19-8A3A-4902-9553-FEC7E354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C5D2A-27E0-4CA0-9AA0-40B3DBB8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0AC1B-ADAD-4E8C-9E7B-B7A59E9B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6 by 5, then subtract the product from 48.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8805E-8863-4C8C-87C8-3353543F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723FE-CD57-45EA-A320-A346CFA8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A0EBC-3101-4152-A97E-28FF3731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81782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C786D-797D-428E-BAD2-29274475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3876E-5350-41E1-8B7D-55F1A8C5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4986A-1727-4CDD-BBB6-6136F595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1F37B-3DAE-4C90-808C-C082102A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50B78-43EA-4E88-BDC1-4FC4FCE5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F9B7F-2A87-4987-9CA6-D378A8A4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62E1E-5C3B-4B7B-8B1F-D2989A78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D9D87F-F875-43B6-A704-598986EE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7F84C-FD03-490D-BBE7-67C6328C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9BCE7-5569-42BE-A50B-F2C1CC28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53EFE8-9DB3-4FF1-B78D-0BC784A8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848C86-F606-489C-A6D8-5D539C56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0A115-0761-4714-BE4E-D01404DD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F48F9B-C2B1-4800-BB26-78A25932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F7DA0-E876-4E9B-9AC3-FD02AA64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Division.</a:t>
            </a:r>
          </a:p>
        </p:txBody>
      </p:sp>
    </p:spTree>
    <p:extLst>
      <p:ext uri="{BB962C8B-B14F-4D97-AF65-F5344CB8AC3E}">
        <p14:creationId xmlns:p14="http://schemas.microsoft.com/office/powerpoint/2010/main" val="18207944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82B2BB-6697-4844-B3CF-BCF0A420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1184E1-D229-406B-886D-CEF1C4A8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E99970-4035-4C98-96D2-3A4344EE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4AF82-A963-446E-B292-0349685B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ED738-B9C6-4FBB-B832-BF7097B6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91EC5-C7C3-4649-AB2F-E7A30053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DC7169-1C7D-4034-BE86-29C66A63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FD8EB3-D489-45F0-AFEB-DBE8392B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84861-4E22-4970-AC49-B2ABF5F7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a5b71c544455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12D56-A136-42B5-BD90-73D45592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2E032-E1CE-4052-BC92-9D1B434E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every expression strictly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F076F-590D-409D-9081-A0EA676E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3693-B97F-42E7-980C-3B87526F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69268-F01E-47C2-A3E5-8E342575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structure of the expression determines the order, not reading direction alone.</a:t>
            </a:r>
          </a:p>
        </p:txBody>
      </p:sp>
    </p:spTree>
    <p:extLst>
      <p:ext uri="{BB962C8B-B14F-4D97-AF65-F5344CB8AC3E}">
        <p14:creationId xmlns:p14="http://schemas.microsoft.com/office/powerpoint/2010/main" val="3487221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7ADF67-AFD2-458A-A1BD-AA599A20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DC573-84DF-4BDC-ABDC-F0CE9512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790B0-1352-43D0-A2B7-A340DF7E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D949E-FECA-45AD-B0D0-DFC0FF1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C0F19-B662-43F1-9696-2EDBCC7B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E5840-9FF7-4BCE-9719-94E1F719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50BD0-0222-4B5F-84E5-1921D5A0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339D0-9753-4390-B63B-72C933FA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EE312-F664-4FE0-9478-24F9E6CB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7D0BB9-4254-4926-ABEC-FB94FED7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FD803-6556-4970-BF36-3747324E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C1FE1-09D1-4900-85CD-3C17BDE3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A84905-3BE8-4D39-9141-40EA5367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E3A29-BAEC-47E5-8534-056B5217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95107-AF9E-4B16-9A61-FA27975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E0459-2E06-4F09-82E5-7CF89B16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CCE692-97BF-4A1F-87BD-3C96E487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B166F-5CFF-4B8C-80E9-B73646A3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BB47C2-1476-4FAF-AC2D-A4DFCD79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3932FC-53CF-498F-B92D-668C39D0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850D0F-4F40-4ACC-BF81-8B8316A4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Division.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566B16-DA96-4AB0-A3EB-D3C37C34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56932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C27F45-A5DF-4EFB-BC17-04191D6B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782B5E-42C7-4585-AFE0-20B76A72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6806F-96F4-4EAA-9024-B13457EB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CEF75-1C32-4AA0-B716-C0D9ED07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3853E-78F4-46C0-9256-C0E8FF23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4B0EE-E43F-4973-8445-91CA7FA2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D34A02-9306-482F-A499-73696569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B88A0A-46EB-4A0E-9FEA-AB521949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7AAC97-56AF-42B9-9986-C1A1B103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9F481-FE1F-4C87-ACFF-AB816A91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D1BC7-31D9-4A74-8E29-8E25F635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380A7-EB09-41A4-99C9-5697B10C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532C2-F385-4FBD-8D14-6AA48F38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58AEC-2422-4C1C-824C-18B3AD3B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FBB52-0364-45A1-B98D-7F8E9F16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D557C9-A768-4723-B287-2BEC6F81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3936C-BE44-4731-8270-1733E2DD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08496-A013-40C2-988E-A1CD981D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79107-A106-4A5B-A1C0-18F47055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8CF178-E88D-44F7-B2DB-A5E0BC1E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671A1-D4EC-42D2-8190-DE9C94FA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932301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F6E6EE-7A02-4811-AFFB-E11F2BFF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4BED5-353B-410D-BA89-C5F17BEE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40E2F-CA6C-42A2-9F58-89BDBA8A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12B76-63A0-4A93-B42D-ED2EF935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F3CB2-65E9-46D9-A2C8-DE1D1007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CF786-2E91-4CC8-B390-55471743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FA65E-2C56-4218-9EAB-DD848CA0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1FD8D-5CA7-4BE8-B6D1-4DB44E55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70CA5-6654-4D7E-994F-62BB266F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8D458-4DBF-4B21-A52F-15D4EA1D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into 8 + 4 x 3 to make the answer 36.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9689F2-CE22-41D1-98CE-BAEDFE4A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6A49F-987A-4E5E-8DEA-7417B86F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1E5CD-473F-44FB-BAD3-729F3C80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(8 + 4) x 3 = 36.</a:t>
            </a:r>
          </a:p>
        </p:txBody>
      </p:sp>
    </p:spTree>
    <p:extLst>
      <p:ext uri="{BB962C8B-B14F-4D97-AF65-F5344CB8AC3E}">
        <p14:creationId xmlns:p14="http://schemas.microsoft.com/office/powerpoint/2010/main" val="19660658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D7DDDB-DBDF-4A1D-A694-85A59743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4D1C0C-81AF-4A12-8289-4E725F63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48AC3-17F5-48BA-B239-C4C6C54D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B0733-8416-419A-9C26-9C564D86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F1FDC-130A-4258-810B-0D95926D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F905F-FAA1-49A3-82F5-FA69DE56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A7BCF-BA5D-4FC8-921C-B8326610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DD096-73A8-4BF2-9252-2D62679F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883B0-6FEE-4F79-B42B-DBC6208E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FC73E-8A01-4EFF-904D-9B422C01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71CBB-D01D-4E04-AD67-E4A1DD6B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5ED49-9AA5-4FA9-918E-F454A7E2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047A8-D48C-4AA3-BE77-1F4E8F6D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032D9-CA5B-46D3-94CC-21C476FA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D1C55-3998-4ADA-BE12-CD7D64A8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9CDD0-A533-4F5C-AB2E-0F45ABDD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x 6 - 7.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228B0F-95CC-443B-8B35-203A55E3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73879-8F0A-4C9C-9463-626C9D74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480289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82CAA0-7D3F-459E-846F-5468994D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86606-CB2A-43FC-9225-FFF8D2BD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92E60D-5747-43EA-B436-2D51956B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BEF27-36D9-4C13-B383-7E99388A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9D520-820C-4CC1-A164-2AFFCC4D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F829D-66B6-4540-B61E-62D5CFA0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B0BC5-32BF-4292-B4D1-E33D3F46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DD306D-3840-4EB0-8007-C7093DD2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BFBD8-6C8B-4F47-870D-9A710694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3416E-EB34-4407-8A18-575235A7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5F799-14DF-4443-94E9-E2854EF4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B5FE8-7726-416F-8EE6-DE1D5044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0E0BC-FF29-4990-A91D-FFE9D9C8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E23CA9-4676-44CF-B816-542C9BA8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4FC2E7-02F5-4B29-A3F9-D5C78457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15530A-636F-4FF7-B8E1-85CDCDBE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B1F1B0-670A-4DAA-BA88-33630D75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every expression strictly from left to right.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CCD033-6C7C-4161-8A09-24E3098C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47078-90EC-41FE-B263-EAE0EE02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7AE1F-82A0-4673-9CB0-94058A94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873990-4796-4E69-BC92-F9D3D36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AA3AE-5987-4FA9-A09E-F605C823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95660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2026-09-09T20:45:26.2860000Z</dcterms:created>
  <dcterms:modified xsi:type="dcterms:W3CDTF">2026-09-09T20:45:26.2860000Z</dcterms:modified>
</coreProperties>
</file>