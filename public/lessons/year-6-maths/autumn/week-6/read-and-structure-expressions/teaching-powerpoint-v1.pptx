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5:40.317" v="59"/>
      <pc:docMkLst>
        <pc:docMk/>
      </pc:docMkLst>
      <pc:sldChg chg="modSp mod modAnim">
        <pc:chgData name="Garima Sharma" userId="c5ca40beb9a8554c" providerId="LiveId" clId="{2265D429-760C-4FF0-9653-4AF4BA9B0970}" dt="2026-09-09T11:05:39.427" v="5"/>
        <pc:sldMkLst>
          <pc:docMk/>
          <pc:sldMk cId="1860516175" sldId="257"/>
        </pc:sldMkLst>
        <pc:spChg chg="mod">
          <ac:chgData name="Garima Sharma" userId="c5ca40beb9a8554c" providerId="LiveId" clId="{2265D429-760C-4FF0-9653-4AF4BA9B0970}" dt="2026-09-09T11:05:39.367" v="0" actId="20577"/>
          <ac:spMkLst>
            <pc:docMk/>
            <pc:sldMk cId="1860516175" sldId="257"/>
            <ac:spMk id="13" creationId="{6DE8F848-50BF-47C5-BF68-5820AC32B707}"/>
          </ac:spMkLst>
        </pc:spChg>
        <pc:spChg chg="mod">
          <ac:chgData name="Garima Sharma" userId="c5ca40beb9a8554c" providerId="LiveId" clId="{2265D429-760C-4FF0-9653-4AF4BA9B0970}" dt="2026-09-09T11:05:39.398" v="2" actId="20577"/>
          <ac:spMkLst>
            <pc:docMk/>
            <pc:sldMk cId="1860516175" sldId="257"/>
            <ac:spMk id="17" creationId="{C32C2625-6CD3-4A41-AB99-FCF53C93918C}"/>
          </ac:spMkLst>
        </pc:spChg>
        <pc:spChg chg="mod">
          <ac:chgData name="Garima Sharma" userId="c5ca40beb9a8554c" providerId="LiveId" clId="{2265D429-760C-4FF0-9653-4AF4BA9B0970}" dt="2026-09-09T11:05:39.426" v="4" actId="20577"/>
          <ac:spMkLst>
            <pc:docMk/>
            <pc:sldMk cId="1860516175" sldId="257"/>
            <ac:spMk id="21" creationId="{426478AB-9ABE-4215-BD7C-082086382511}"/>
          </ac:spMkLst>
        </pc:spChg>
      </pc:sldChg>
      <pc:sldChg chg="modSp mod modAnim">
        <pc:chgData name="Garima Sharma" userId="c5ca40beb9a8554c" providerId="LiveId" clId="{2265D429-760C-4FF0-9653-4AF4BA9B0970}" dt="2026-09-09T11:05:39.514" v="11"/>
        <pc:sldMkLst>
          <pc:docMk/>
          <pc:sldMk cId="1926018561" sldId="258"/>
        </pc:sldMkLst>
        <pc:spChg chg="mod">
          <ac:chgData name="Garima Sharma" userId="c5ca40beb9a8554c" providerId="LiveId" clId="{2265D429-760C-4FF0-9653-4AF4BA9B0970}" dt="2026-09-09T11:05:39.492" v="6" actId="20577"/>
          <ac:spMkLst>
            <pc:docMk/>
            <pc:sldMk cId="1926018561" sldId="258"/>
            <ac:spMk id="12" creationId="{29D8C494-922F-47F2-BF9A-69D845EAC2D9}"/>
          </ac:spMkLst>
        </pc:spChg>
        <pc:spChg chg="mod">
          <ac:chgData name="Garima Sharma" userId="c5ca40beb9a8554c" providerId="LiveId" clId="{2265D429-760C-4FF0-9653-4AF4BA9B0970}" dt="2026-09-09T11:05:39.503" v="8" actId="20577"/>
          <ac:spMkLst>
            <pc:docMk/>
            <pc:sldMk cId="1926018561" sldId="258"/>
            <ac:spMk id="13" creationId="{41AFF2A3-05BD-4E72-B59E-8EA1D11701BD}"/>
          </ac:spMkLst>
        </pc:spChg>
        <pc:spChg chg="mod">
          <ac:chgData name="Garima Sharma" userId="c5ca40beb9a8554c" providerId="LiveId" clId="{2265D429-760C-4FF0-9653-4AF4BA9B0970}" dt="2026-09-09T11:05:39.513" v="10" actId="20577"/>
          <ac:spMkLst>
            <pc:docMk/>
            <pc:sldMk cId="1926018561" sldId="258"/>
            <ac:spMk id="14" creationId="{8DDEFE94-513E-48B5-8A51-9DCEE6AB2D97}"/>
          </ac:spMkLst>
        </pc:spChg>
      </pc:sldChg>
      <pc:sldChg chg="modSp mod modAnim">
        <pc:chgData name="Garima Sharma" userId="c5ca40beb9a8554c" providerId="LiveId" clId="{2265D429-760C-4FF0-9653-4AF4BA9B0970}" dt="2026-09-09T11:05:39.643" v="17"/>
        <pc:sldMkLst>
          <pc:docMk/>
          <pc:sldMk cId="1847250147" sldId="259"/>
        </pc:sldMkLst>
        <pc:spChg chg="mod">
          <ac:chgData name="Garima Sharma" userId="c5ca40beb9a8554c" providerId="LiveId" clId="{2265D429-760C-4FF0-9653-4AF4BA9B0970}" dt="2026-09-09T11:05:39.596" v="12" actId="20577"/>
          <ac:spMkLst>
            <pc:docMk/>
            <pc:sldMk cId="1847250147" sldId="259"/>
            <ac:spMk id="14" creationId="{AC7139D4-C657-4C0C-BC5D-F9F7EFC93DB6}"/>
          </ac:spMkLst>
        </pc:spChg>
        <pc:spChg chg="mod">
          <ac:chgData name="Garima Sharma" userId="c5ca40beb9a8554c" providerId="LiveId" clId="{2265D429-760C-4FF0-9653-4AF4BA9B0970}" dt="2026-09-09T11:05:39.620" v="14" actId="20577"/>
          <ac:spMkLst>
            <pc:docMk/>
            <pc:sldMk cId="1847250147" sldId="259"/>
            <ac:spMk id="18" creationId="{AE8B9EF3-BC1A-4C5D-8F58-4D27226A8F94}"/>
          </ac:spMkLst>
        </pc:spChg>
        <pc:spChg chg="mod">
          <ac:chgData name="Garima Sharma" userId="c5ca40beb9a8554c" providerId="LiveId" clId="{2265D429-760C-4FF0-9653-4AF4BA9B0970}" dt="2026-09-09T11:05:39.642" v="16" actId="20577"/>
          <ac:spMkLst>
            <pc:docMk/>
            <pc:sldMk cId="1847250147" sldId="259"/>
            <ac:spMk id="22" creationId="{7E9F3632-B9B5-4A04-A4D7-8269C53DF0A7}"/>
          </ac:spMkLst>
        </pc:spChg>
      </pc:sldChg>
      <pc:sldChg chg="modSp mod modAnim">
        <pc:chgData name="Garima Sharma" userId="c5ca40beb9a8554c" providerId="LiveId" clId="{2265D429-760C-4FF0-9653-4AF4BA9B0970}" dt="2026-09-09T11:05:39.717" v="23"/>
        <pc:sldMkLst>
          <pc:docMk/>
          <pc:sldMk cId="1264201646" sldId="260"/>
        </pc:sldMkLst>
        <pc:spChg chg="mod">
          <ac:chgData name="Garima Sharma" userId="c5ca40beb9a8554c" providerId="LiveId" clId="{2265D429-760C-4FF0-9653-4AF4BA9B0970}" dt="2026-09-09T11:05:39.692" v="18" actId="20577"/>
          <ac:spMkLst>
            <pc:docMk/>
            <pc:sldMk cId="1264201646" sldId="260"/>
            <ac:spMk id="11" creationId="{C252AFA9-62AC-4C16-AE7C-9B414C1FC6F1}"/>
          </ac:spMkLst>
        </pc:spChg>
        <pc:spChg chg="mod">
          <ac:chgData name="Garima Sharma" userId="c5ca40beb9a8554c" providerId="LiveId" clId="{2265D429-760C-4FF0-9653-4AF4BA9B0970}" dt="2026-09-09T11:05:39.706" v="20" actId="20577"/>
          <ac:spMkLst>
            <pc:docMk/>
            <pc:sldMk cId="1264201646" sldId="260"/>
            <ac:spMk id="13" creationId="{37FA2EB5-BAF0-41B6-AF84-13346C1D505E}"/>
          </ac:spMkLst>
        </pc:spChg>
        <pc:spChg chg="mod">
          <ac:chgData name="Garima Sharma" userId="c5ca40beb9a8554c" providerId="LiveId" clId="{2265D429-760C-4FF0-9653-4AF4BA9B0970}" dt="2026-09-09T11:05:39.715" v="22" actId="20577"/>
          <ac:spMkLst>
            <pc:docMk/>
            <pc:sldMk cId="1264201646" sldId="260"/>
            <ac:spMk id="14" creationId="{E03330CE-27BE-4BD6-BBC4-0785B6CC8749}"/>
          </ac:spMkLst>
        </pc:spChg>
      </pc:sldChg>
      <pc:sldChg chg="modSp mod modAnim">
        <pc:chgData name="Garima Sharma" userId="c5ca40beb9a8554c" providerId="LiveId" clId="{2265D429-760C-4FF0-9653-4AF4BA9B0970}" dt="2026-09-09T11:05:39.790" v="27"/>
        <pc:sldMkLst>
          <pc:docMk/>
          <pc:sldMk cId="1522203903" sldId="261"/>
        </pc:sldMkLst>
        <pc:spChg chg="mod">
          <ac:chgData name="Garima Sharma" userId="c5ca40beb9a8554c" providerId="LiveId" clId="{2265D429-760C-4FF0-9653-4AF4BA9B0970}" dt="2026-09-09T11:05:39.777" v="24" actId="20577"/>
          <ac:spMkLst>
            <pc:docMk/>
            <pc:sldMk cId="1522203903" sldId="261"/>
            <ac:spMk id="14" creationId="{4F42D69F-9AB7-4689-97A9-B90017371AEA}"/>
          </ac:spMkLst>
        </pc:spChg>
        <pc:spChg chg="mod">
          <ac:chgData name="Garima Sharma" userId="c5ca40beb9a8554c" providerId="LiveId" clId="{2265D429-760C-4FF0-9653-4AF4BA9B0970}" dt="2026-09-09T11:05:39.789" v="26" actId="20577"/>
          <ac:spMkLst>
            <pc:docMk/>
            <pc:sldMk cId="1522203903" sldId="261"/>
            <ac:spMk id="15" creationId="{05B4676E-E8AB-4EB4-9364-EC4AB60B8556}"/>
          </ac:spMkLst>
        </pc:spChg>
      </pc:sldChg>
      <pc:sldChg chg="modSp mod modAnim">
        <pc:chgData name="Garima Sharma" userId="c5ca40beb9a8554c" providerId="LiveId" clId="{2265D429-760C-4FF0-9653-4AF4BA9B0970}" dt="2026-09-09T11:05:39.867" v="31"/>
        <pc:sldMkLst>
          <pc:docMk/>
          <pc:sldMk cId="1598095260" sldId="262"/>
        </pc:sldMkLst>
        <pc:spChg chg="mod">
          <ac:chgData name="Garima Sharma" userId="c5ca40beb9a8554c" providerId="LiveId" clId="{2265D429-760C-4FF0-9653-4AF4BA9B0970}" dt="2026-09-09T11:05:39.847" v="28" actId="20577"/>
          <ac:spMkLst>
            <pc:docMk/>
            <pc:sldMk cId="1598095260" sldId="262"/>
            <ac:spMk id="12" creationId="{B47FC357-0F9D-4898-861D-E53191769E04}"/>
          </ac:spMkLst>
        </pc:spChg>
        <pc:spChg chg="mod">
          <ac:chgData name="Garima Sharma" userId="c5ca40beb9a8554c" providerId="LiveId" clId="{2265D429-760C-4FF0-9653-4AF4BA9B0970}" dt="2026-09-09T11:05:39.865" v="30" actId="20577"/>
          <ac:spMkLst>
            <pc:docMk/>
            <pc:sldMk cId="1598095260" sldId="262"/>
            <ac:spMk id="15" creationId="{F6772D2D-4583-4069-893F-7F66464689B7}"/>
          </ac:spMkLst>
        </pc:spChg>
      </pc:sldChg>
      <pc:sldChg chg="modSp mod modAnim">
        <pc:chgData name="Garima Sharma" userId="c5ca40beb9a8554c" providerId="LiveId" clId="{2265D429-760C-4FF0-9653-4AF4BA9B0970}" dt="2026-09-09T11:05:39.964" v="37"/>
        <pc:sldMkLst>
          <pc:docMk/>
          <pc:sldMk cId="573347151" sldId="263"/>
        </pc:sldMkLst>
        <pc:spChg chg="mod">
          <ac:chgData name="Garima Sharma" userId="c5ca40beb9a8554c" providerId="LiveId" clId="{2265D429-760C-4FF0-9653-4AF4BA9B0970}" dt="2026-09-09T11:05:39.915" v="32" actId="20577"/>
          <ac:spMkLst>
            <pc:docMk/>
            <pc:sldMk cId="573347151" sldId="263"/>
            <ac:spMk id="13" creationId="{9EF94671-6788-4FF3-AAB7-C7652687EC94}"/>
          </ac:spMkLst>
        </pc:spChg>
        <pc:spChg chg="mod">
          <ac:chgData name="Garima Sharma" userId="c5ca40beb9a8554c" providerId="LiveId" clId="{2265D429-760C-4FF0-9653-4AF4BA9B0970}" dt="2026-09-09T11:05:39.938" v="34" actId="20577"/>
          <ac:spMkLst>
            <pc:docMk/>
            <pc:sldMk cId="573347151" sldId="263"/>
            <ac:spMk id="17" creationId="{BF9DBEB1-1393-40E9-84A6-5032BE60B056}"/>
          </ac:spMkLst>
        </pc:spChg>
        <pc:spChg chg="mod">
          <ac:chgData name="Garima Sharma" userId="c5ca40beb9a8554c" providerId="LiveId" clId="{2265D429-760C-4FF0-9653-4AF4BA9B0970}" dt="2026-09-09T11:05:39.963" v="36" actId="20577"/>
          <ac:spMkLst>
            <pc:docMk/>
            <pc:sldMk cId="573347151" sldId="263"/>
            <ac:spMk id="21" creationId="{F1C8066C-31CE-4F02-A54F-215EBB56E92C}"/>
          </ac:spMkLst>
        </pc:spChg>
      </pc:sldChg>
      <pc:sldChg chg="modSp mod modAnim">
        <pc:chgData name="Garima Sharma" userId="c5ca40beb9a8554c" providerId="LiveId" clId="{2265D429-760C-4FF0-9653-4AF4BA9B0970}" dt="2026-09-09T11:05:40.060" v="43"/>
        <pc:sldMkLst>
          <pc:docMk/>
          <pc:sldMk cId="1617816889" sldId="264"/>
        </pc:sldMkLst>
        <pc:spChg chg="mod">
          <ac:chgData name="Garima Sharma" userId="c5ca40beb9a8554c" providerId="LiveId" clId="{2265D429-760C-4FF0-9653-4AF4BA9B0970}" dt="2026-09-09T11:05:40.022" v="38" actId="20577"/>
          <ac:spMkLst>
            <pc:docMk/>
            <pc:sldMk cId="1617816889" sldId="264"/>
            <ac:spMk id="13" creationId="{65BE3E27-4F1B-45F1-962B-5D167B8B1D01}"/>
          </ac:spMkLst>
        </pc:spChg>
        <pc:spChg chg="mod">
          <ac:chgData name="Garima Sharma" userId="c5ca40beb9a8554c" providerId="LiveId" clId="{2265D429-760C-4FF0-9653-4AF4BA9B0970}" dt="2026-09-09T11:05:40.041" v="40" actId="20577"/>
          <ac:spMkLst>
            <pc:docMk/>
            <pc:sldMk cId="1617816889" sldId="264"/>
            <ac:spMk id="17" creationId="{FD841119-0B19-4C6B-B67B-76B1AFA029B1}"/>
          </ac:spMkLst>
        </pc:spChg>
        <pc:spChg chg="mod">
          <ac:chgData name="Garima Sharma" userId="c5ca40beb9a8554c" providerId="LiveId" clId="{2265D429-760C-4FF0-9653-4AF4BA9B0970}" dt="2026-09-09T11:05:40.058" v="42" actId="20577"/>
          <ac:spMkLst>
            <pc:docMk/>
            <pc:sldMk cId="1617816889" sldId="264"/>
            <ac:spMk id="21" creationId="{6FF15975-8711-4825-BD12-5C6240FE0E12}"/>
          </ac:spMkLst>
        </pc:spChg>
      </pc:sldChg>
      <pc:sldChg chg="modSp mod modAnim">
        <pc:chgData name="Garima Sharma" userId="c5ca40beb9a8554c" providerId="LiveId" clId="{2265D429-760C-4FF0-9653-4AF4BA9B0970}" dt="2026-09-09T11:05:40.142" v="49"/>
        <pc:sldMkLst>
          <pc:docMk/>
          <pc:sldMk cId="1553873469" sldId="265"/>
        </pc:sldMkLst>
        <pc:spChg chg="mod">
          <ac:chgData name="Garima Sharma" userId="c5ca40beb9a8554c" providerId="LiveId" clId="{2265D429-760C-4FF0-9653-4AF4BA9B0970}" dt="2026-09-09T11:05:40.119" v="44" actId="20577"/>
          <ac:spMkLst>
            <pc:docMk/>
            <pc:sldMk cId="1553873469" sldId="265"/>
            <ac:spMk id="11" creationId="{2532812F-8D0C-4FEA-A0C7-81848CEF1EB5}"/>
          </ac:spMkLst>
        </pc:spChg>
        <pc:spChg chg="mod">
          <ac:chgData name="Garima Sharma" userId="c5ca40beb9a8554c" providerId="LiveId" clId="{2265D429-760C-4FF0-9653-4AF4BA9B0970}" dt="2026-09-09T11:05:40.130" v="46" actId="20577"/>
          <ac:spMkLst>
            <pc:docMk/>
            <pc:sldMk cId="1553873469" sldId="265"/>
            <ac:spMk id="12" creationId="{ABC56CF4-E462-45C7-AD2D-5DBA238D676B}"/>
          </ac:spMkLst>
        </pc:spChg>
        <pc:spChg chg="mod">
          <ac:chgData name="Garima Sharma" userId="c5ca40beb9a8554c" providerId="LiveId" clId="{2265D429-760C-4FF0-9653-4AF4BA9B0970}" dt="2026-09-09T11:05:40.141" v="48" actId="20577"/>
          <ac:spMkLst>
            <pc:docMk/>
            <pc:sldMk cId="1553873469" sldId="265"/>
            <ac:spMk id="13" creationId="{DB15A100-13D9-46E9-B574-366010594254}"/>
          </ac:spMkLst>
        </pc:spChg>
      </pc:sldChg>
      <pc:sldChg chg="modSp mod modAnim">
        <pc:chgData name="Garima Sharma" userId="c5ca40beb9a8554c" providerId="LiveId" clId="{2265D429-760C-4FF0-9653-4AF4BA9B0970}" dt="2026-09-09T11:05:40.218" v="53"/>
        <pc:sldMkLst>
          <pc:docMk/>
          <pc:sldMk cId="389189207" sldId="266"/>
        </pc:sldMkLst>
        <pc:spChg chg="mod">
          <ac:chgData name="Garima Sharma" userId="c5ca40beb9a8554c" providerId="LiveId" clId="{2265D429-760C-4FF0-9653-4AF4BA9B0970}" dt="2026-09-09T11:05:40.204" v="50" actId="20577"/>
          <ac:spMkLst>
            <pc:docMk/>
            <pc:sldMk cId="389189207" sldId="266"/>
            <ac:spMk id="16" creationId="{138857D9-A082-43B5-BD0A-9B4E5DFE02D1}"/>
          </ac:spMkLst>
        </pc:spChg>
        <pc:spChg chg="mod">
          <ac:chgData name="Garima Sharma" userId="c5ca40beb9a8554c" providerId="LiveId" clId="{2265D429-760C-4FF0-9653-4AF4BA9B0970}" dt="2026-09-09T11:05:40.217" v="52" actId="20577"/>
          <ac:spMkLst>
            <pc:docMk/>
            <pc:sldMk cId="389189207" sldId="266"/>
            <ac:spMk id="17" creationId="{0271D364-5CF0-4A92-8D94-16B571401B38}"/>
          </ac:spMkLst>
        </pc:spChg>
      </pc:sldChg>
      <pc:sldChg chg="modSp mod modAnim">
        <pc:chgData name="Garima Sharma" userId="c5ca40beb9a8554c" providerId="LiveId" clId="{2265D429-760C-4FF0-9653-4AF4BA9B0970}" dt="2026-09-09T11:05:40.317" v="59"/>
        <pc:sldMkLst>
          <pc:docMk/>
          <pc:sldMk cId="1646520914" sldId="267"/>
        </pc:sldMkLst>
        <pc:spChg chg="mod">
          <ac:chgData name="Garima Sharma" userId="c5ca40beb9a8554c" providerId="LiveId" clId="{2265D429-760C-4FF0-9653-4AF4BA9B0970}" dt="2026-09-09T11:05:40.278" v="54" actId="20577"/>
          <ac:spMkLst>
            <pc:docMk/>
            <pc:sldMk cId="1646520914" sldId="267"/>
            <ac:spMk id="13" creationId="{D17A7FF9-1C04-487B-AC7A-6277BCCDA43D}"/>
          </ac:spMkLst>
        </pc:spChg>
        <pc:spChg chg="mod">
          <ac:chgData name="Garima Sharma" userId="c5ca40beb9a8554c" providerId="LiveId" clId="{2265D429-760C-4FF0-9653-4AF4BA9B0970}" dt="2026-09-09T11:05:40.296" v="56" actId="20577"/>
          <ac:spMkLst>
            <pc:docMk/>
            <pc:sldMk cId="1646520914" sldId="267"/>
            <ac:spMk id="17" creationId="{A07AFE62-B729-404A-BD43-FC6F67054802}"/>
          </ac:spMkLst>
        </pc:spChg>
        <pc:spChg chg="mod">
          <ac:chgData name="Garima Sharma" userId="c5ca40beb9a8554c" providerId="LiveId" clId="{2265D429-760C-4FF0-9653-4AF4BA9B0970}" dt="2026-09-09T11:05:40.315" v="58" actId="20577"/>
          <ac:spMkLst>
            <pc:docMk/>
            <pc:sldMk cId="1646520914" sldId="267"/>
            <ac:spMk id="21" creationId="{67905267-FAD6-4720-B41E-DC2F21C9626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Division. | Identify brackets and multiplication or division before calculating. |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Describe the calculation 48 - 6 x 5 without solving it. Answer: Multiply 6 by 5, then subtract the product from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Division.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Division..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 x 6 - 7..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(8 + 4) x 3 =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9 x 6 - 7.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 x 6 - 7. | The structure of the expression determines the order, not reading direction alone.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EB3DDCD-A833-4A9C-BC41-1A8599B98A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F8B775-19FD-408A-B52F-2E11477249B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8F8F0A-04AA-4608-BA00-87C483858BD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5404C7-6F8E-45E8-A10F-415A46C97F7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50A2BA-A7F0-4252-8F96-60C9E4860F5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5E19E64-2871-48B7-A65A-75379B71B57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2B1C63-B6DF-4460-A83A-22D0B9D6960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1A37A1-D475-48F8-866A-0E7552639AB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D25106-9F94-41A3-8491-C878FD96EF6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6BF9DC-D28D-40DE-AE9C-B6E365CC73E0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57205C-2133-447F-8459-BE742147E6A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93583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4E5C980-CE0E-469C-B9F5-260F4C5090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C74ECD-042A-4E0E-9322-D5E982D614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3B40B77-CD61-412D-9E8E-FBAEEBFB0A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DDBFFF-F5E0-46AD-8DA0-C4C386C3358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FE99BC-09A0-458D-BD86-8F27B49A62E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AA8082-B74A-451B-9DC2-D2F2D23ADF1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B6206B-DA1A-4A56-A8FC-B89A9408B2A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D1D794-A223-4E6C-9D21-EC38624ACEB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F54C49-C982-4B84-8B97-3362899ADA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5986B66-D227-43ED-B55D-676E4FFB1F0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45B4DA-C777-4CEE-B876-E469A6D04C3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8B1435-9DAE-4023-B6DB-7B4F8C2BA83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E8F848-50BF-47C5-BF68-5820AC32B70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89DF961-45BA-432E-B1C2-A62C574D71C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ACFC39B-0437-4237-B1CD-E0951725347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5498DF-02D2-4F36-AA11-85C3E6EB19A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2C2625-6CD3-4A41-AB99-FCF53C93918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0D121D-91A8-4E23-9541-C92A6A864D5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1858CC1-118E-4550-99CA-66AA40456EF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74ADEC-EB27-42A7-830F-319B7185BEF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6478AB-9ABE-4215-BD7C-08208638251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Describe the calculation 48 - 6 x 5 without solving 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4C6A06-BA5A-4214-B0D3-472FE28C012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60516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EAE5D1B-AEDC-4E10-9556-B047C024F8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CAFD2B-1F93-489B-8747-9651D07C8CD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0AD16E-5847-4DA6-BD71-AE39C0B942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AB4FE8-E1E3-4F25-9A6F-5643C4C6426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B5ACD6-A16B-4B4C-AAD2-C008903652F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0CB44D-3988-420C-94F5-B01EA9C08A4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7EDF56-0C09-4950-B01A-11796E2F8C8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1B7FBD-E43D-443D-A6A2-482A2C12C1B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996BC-29F2-4CEB-856D-6026DC92A46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1AB65-5953-4251-A217-88AAFD2ABF5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ABEB98-05C0-4271-BCBC-6C79A698E610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D8C494-922F-47F2-BF9A-69D845EAC2D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AFF2A3-05BD-4E72-B59E-8EA1D11701B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DEFE94-513E-48B5-8A51-9DCEE6AB2D97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C7C9B2-3D08-4488-B2C5-1BA0BFE9701C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92601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D0CE758-FF51-4AC1-8F3E-81CB7CA529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67BA85-9301-4E38-9569-D78E1FDF9C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24C0B42-7A15-4327-8F7C-850E994F7C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F56C29-3704-473E-B6C9-AE41941690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4D6FAE-B7E1-4FDB-8BEA-8750C1F95E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178102-D952-48A9-9A7E-24675D0F1FF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15D672-383A-4A62-907D-F14FDD32ABC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8017F0-16F9-40F0-BE1F-FE2FC5B805F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5F46F2-116E-4FDC-991E-C57DD834CAC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964437-DB64-4FCB-82C6-F4ABE9AEDE29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the calculation 48 - 6 x 5 without solving 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F06AD4-9917-41F0-B0E5-AF279D667F9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1C95A55-D902-4795-ADE1-0D10D0A839D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7F7109-2B69-4EFE-9BE1-C29982515F8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7139D4-C657-4C0C-BC5D-F9F7EFC93DB6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8D0C2B-5BF4-4C17-9E32-06F12C6CC8B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5CE530-97E3-451F-8F37-2EE68CEF695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B36C25-74FA-4498-97C6-9C7659EA0E2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8B9EF3-BC1A-4C5D-8F58-4D27226A8F9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A6E625-7140-45E7-B07E-F5E1C2EF9E4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B3551F-47FB-477C-932A-2529FDCDE05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9A0B29-552B-45AE-BA38-6CE12B96F09F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9F3632-B9B5-4A04-A4D7-8269C53DF0A7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72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08EF287-9856-4129-A1CA-65D1E39C9D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E2F134-DB0B-4F71-A9E6-CFFF69E134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F536753-1337-4B1B-B49D-D6782309E5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15E4A-1E6D-444B-8B44-22B1D9F126E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6F4CBE-2287-4C97-88DF-015CBC91841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756F2-250A-42D7-89CC-8B160FF337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B095E1-AC54-42C4-AF21-19671BB957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C41E8-8790-4162-AC5D-F4F05237A79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71D40-709E-4A14-8B27-49941F80957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8D553C-BE12-4929-B086-36AF5A86A11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52AFA9-62AC-4C16-AE7C-9B414C1FC6F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6 by 5, then subtract the product from 48.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48F623-1D10-496F-A8F3-08D50C58937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FA2EB5-BAF0-41B6-AF84-13346C1D505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3330CE-27BE-4BD6-BBC4-0785B6CC874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4201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BF3FECC-D814-4150-932E-CC0AF33206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A56967-E62F-4E81-AF32-AB8E8B31D9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1D0058-228A-4178-93CC-A88C15B0E9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9F7D99-0B7B-4CB2-B9D0-1371D7BEC8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9F32E8-447D-447B-BF89-82469FC20B6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3C5CD-2F59-4EEC-A728-98F894F69CB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58DBF1-F96A-42EB-820A-48FE77185F8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6FEDC-340A-4AA5-888B-34BB20DA59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EECCB7-13EA-4F06-A88E-6EA2412EF3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2985F5-6E9A-4E13-922F-81EC80952F5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8A557A-1305-4726-99ED-F3D043E184A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29D364-82FC-4FA0-A9BF-27BDBB949E95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3A61C2-B045-41C8-A320-FE618E5235B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42D69F-9AB7-4689-97A9-B90017371AE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B4676E-E8AB-4EB4-9364-EC4AB60B855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Division.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220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4D80357-DB06-47A3-BB66-96BB29613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3DF820-74F8-44F9-8FFE-FE1306455D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048B70C-F2C2-46EC-A3BF-81ECCA96AF0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8730AB-8AA0-44B9-A657-172D9D029A6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34993-6BD9-4A8C-9F7C-314279DBB72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48D302-679F-4446-A5FA-72F9FCCCDA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85F9F3-C4EA-41C5-A23B-4B310F7896D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13F03B-D8D0-48E1-BDAD-68678E5A042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28D7E1-1451-4F0D-BFA5-A7B51B6A87C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D72410-F469-4625-B7B5-0572B91EC32E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7FC357-0F9D-4898-861D-E53191769E0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every expression strictly from left to right.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EF00D3-DB23-4088-9843-C9EB0170BF9E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3CD5DC-AE1D-42EF-914B-E1938C1D4EE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772D2D-4583-4069-893F-7F66464689B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structure of the expression determines the order, not reading direction alone.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8095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B504DF0-F861-4B35-B998-0B659444AC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CDF574-14F6-4D09-B5A2-5F0EB69F18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41FAE99-5BCA-4F03-801F-DEFF787023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7B78BE-4C43-4CD0-B9E9-37F4322D8A5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097D1E-92D1-4239-B984-29E550C5F15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4C6351-8A64-47F0-8210-4218619B799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35B7C8-E811-46AE-87B3-F3F021BC36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A08B17-8899-40A4-B8B6-0EDF736CFA1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F00DBD-69B2-4B78-A061-A81827A065B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B67811-0359-4B33-8261-AF9AA55C973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31CB863-5CCA-4376-8FE2-19D92477B9B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F264C5-40F4-46B1-9F4F-E5FB2316335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F94671-6788-4FF3-AAB7-C7652687EC9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71D156-0DFD-4CAC-B3D2-FB927C33EE9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4CAD388-D920-4EA2-BDEE-BB51BE275F0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F30C32-8405-4146-B011-28846F0765B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9DBEB1-1393-40E9-84A6-5032BE60B05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C6E9F2B-05B7-4929-8147-37B8BD697DC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95BADEB-EE35-49BB-8E7E-2A2D0280E72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A622A6E-B615-4832-90BE-8E2272E29D9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C8066C-31CE-4F02-A54F-215EBB56E92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Division.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ED4560-3485-4ECA-B795-0BA312F62D7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7334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147C5ED-6BC5-4B8C-97A0-16ED73055E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9CAA86-7D72-4026-852E-E6A7E4DC0C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C12944-312C-4E94-8D26-D3FA0FF48F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EA30C8-8FCE-4326-9379-A6DD36F38F9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6107F4-D51D-4E8C-A79F-45DBA8F9A5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49DAA0-A1B6-4AA4-B122-72C195A36A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44F57E-8FAE-4D38-96EE-2F29C70ACD9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EC8517-E5AB-4611-928E-A63924141D7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D2FF34-ADA8-4AA7-8014-559DAC87234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5FCEE0C-3E25-405D-B33E-BC75BBE848E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4019942-2963-4EB0-A201-2717ED9EB58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0FA063-B4E2-4F7B-95B2-43EB8F94EBF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BE3E27-4F1B-45F1-962B-5D167B8B1D0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58E654-1EF3-4C4E-BF11-A59576FC9D0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BF1F387-D0F5-483F-8108-6AED205FECC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38BEFC-6A99-4F44-A0B9-838DD4B1A46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841119-0B19-4C6B-B67B-76B1AFA029B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5FF3E3B-08B7-4410-91AA-9E5DE2394A2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752EA1-D2D3-4C8D-B452-B55AAFF8CAC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587C2-4ED6-4F73-975B-F8C6AEDC9A3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F15975-8711-4825-BD12-5C6240FE0E1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7816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A48592A-A9FD-4CF1-9967-CA90F2A495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4417D6-3D7A-49D6-992B-B47960AA29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0FB7983-3D88-48A0-A992-F5C70B47DE1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3ED911-8812-4891-92BD-234D20A76E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4B2F16-9C19-47E3-B345-0A6EA84255F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9C9857-0780-4709-8416-DF7E83169B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3AD9AD-DA4A-4714-8ACA-38EBA0F7D6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B96DDB-0C81-4CB0-9720-B9E7B70EA87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C4A951-0D34-4B93-9D4C-C29F5F07FC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2AB55C-A53E-4EC3-B0FC-5C433D97595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into 8 + 4 x 3 to make the answer 36.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32812F-8D0C-4FEA-A0C7-81848CEF1EB5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C56CF4-E462-45C7-AD2D-5DBA238D676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15A100-13D9-46E9-B574-36601059425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(8 + 4) x 3 = 36.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3873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FA09108-ECF1-4237-8151-6A5051EE71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B05812-86C2-461C-A8A7-AD828569D6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49A028-1591-486A-B4B6-D02061AB4BC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81DBE-4BB1-48D2-A8B6-903B0A2A87E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A2F20C-9B07-494B-B202-5A198313773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08E520-189F-4F0E-9117-74B87D7EB19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CB9590-3E8D-429E-986B-73A48501529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7188A-71F4-458C-A3AB-6D0B223AD7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815774-E458-4FD1-B6A1-54730AD9113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3860-7B4B-499B-BEB3-4CCDD00D0C8D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CC445BD-496E-45AF-933D-60AFFC7F3E59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2B5C8B-43D3-4C5B-80AB-EFF1AA9548B2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E6CAC6-7565-4978-AE1D-7F44085C1D08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10D1B4-9E85-4851-8AED-D397BF00AC47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1E677CD-6A5B-406B-A1FD-310EE334B296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38857D9-A082-43B5-BD0A-9B4E5DFE02D1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x 6 - 7.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71D364-5CF0-4A92-8D94-16B571401B38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47978B-04E2-458B-8A84-091AEFF6AC7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89189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347AF5-03EE-4A89-B47A-2092E9DFE8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E7C8C9-D6E8-4281-8308-D9BD9578DCD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C9E535-5151-458C-B322-25B942D1D6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B52264-D04B-4D9E-A47B-27A8A181D31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16174B-5F0B-4B9E-A959-40A4894621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FE501F-6E9D-4C4B-B335-33F559CD6C0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A1DE40-A549-42B7-815E-22A9612BBC6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53FB3-E560-44C7-876B-5DA7E4405F9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D9B7F8-40D2-4957-9FC3-156E95D0AA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0465B2-B0CC-4E11-996A-E832984D025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C56571-AD50-4625-8792-C1C16FE5F88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8CE818-DDE0-4CA0-A7E1-A0DFC23CDD0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7A7FF9-1C04-487B-AC7A-6277BCCDA43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CF60E81-1BB9-42DB-9039-BBDAC65DB0B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2CCFA5-4C0A-4935-8A14-C2D881A2ED3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B056C8-9125-4CD8-AED6-82780223FFB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7AFE62-B729-404A-BD43-FC6F6705480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every expression strictly from left to right.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AD0EF61-C64E-4304-84C7-3623EF9B79F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6B86E26-3257-4D83-B417-1FC3BCC1EA7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A29233-6FE1-4FD4-9985-9DA9A1C4271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905267-FAD6-4720-B41E-DC2F21C9626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1966D3-B42E-4FA6-AC54-BCD457CB3FD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4652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2026-09-09T10:56:28Z</dcterms:created>
  <dcterms:modified xsi:type="dcterms:W3CDTF">2026-09-09T11:05:40Z</dcterms:modified>
</cp:coreProperties>
</file>