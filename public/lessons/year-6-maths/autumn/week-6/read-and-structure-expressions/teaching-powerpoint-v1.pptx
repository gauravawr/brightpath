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Division. | Identify brackets and multiplication or division before calculating. | The structure of the expression determines the order, not reading direction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Describe the calculation 48 - 6 x 5 without solving it. Answer: Multiply 6 by 5, then subtract the product from 48.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Division.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The structure of the expression determines the order, not reading direction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Division..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9 x 6 - 7..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(8 + 4) x 3 = 36.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Which operation happens first in 72 / 8 + 4? Expected: Write an expression for subtract 7 from the product of 9 and 6. Higher: Insert brackets into 8 + 4 x 3 to make the answer 36.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9 x 6 - 7. | The structure of the expression determines the order, not reading direction alone.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822F1DA-F995-4EF2-8D8A-B006C63A00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E5F3C3-FDFD-4546-A1F4-9BCEF095196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704E66D-7200-43C1-9F3D-ECAB8FE35F3B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1E5913-6562-474C-BB81-060E48C79E2D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D62955-F9C6-4F03-A9E0-4C2C64E1AB87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6  |  Day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E14A20-B9D8-48ED-A87D-DAB0E3E184A6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DD90059-E6C8-4780-B8D2-A46E84F8EA17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0E7C5D-55E0-4B4C-93DD-CC28283DE874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3645F8-3048-4D95-9312-7CBCEAE8A05B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the operations and structure of an expression.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47E57A-F98D-4CF4-8154-4079D736B8E8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C0DDD4-4288-4C9F-A950-2C34F3DA8196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E18779-8C31-40D6-992A-061969847C45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13735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3FEC3C1-B6D8-4709-A451-DC63A16DE36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CF54E2D-D1C4-4CB3-82F0-2A48DC891E1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75D4EE-3B0F-4A1B-8E2D-AFD08EC250D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74200FD-11B7-4BCD-9EC1-EF01E0FCD79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D91B7E-0A4E-43C1-96D5-1F824D2E449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588EA5-8006-450B-A802-46FC0A06222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05E40-34DD-46DD-9B90-1F0AAE0DDC1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8A240D-21C6-42A9-8125-3F03FAA94CD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946108-95B0-47CC-B983-C5B5666883E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8DDFF1-77CA-4536-A4B2-2AC43FE1D5E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20585AF-705D-4116-863D-7E6FA12BFDF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4D6741F-9101-4564-9E1A-D60514C14B2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B57247-09CF-4E88-BF30-8AA443D178E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0EA79F8-EBFA-44AD-B061-4F0D842306F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F467D33-9BCF-4826-B891-5180E116F53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9EE29B7-097E-4D18-AAE6-A6355C11363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B5D68DD-50E5-42E1-AECC-CE73C365EC4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2B633B6-C19F-4206-A7B6-29CB987579F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operation happens first in 72 / 8 + 4?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2A21F61-2929-465B-92D0-D65DD12F695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4CA8B91-1AF9-4A02-B165-70DC009982D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FD031A-A77D-4E3B-A69C-DB986603BF5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949C31-92E6-4DD3-97D5-01C53F3113F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Describe the calculation 48 - 6 x 5 without solving it.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8AF9C7E-8B6D-4A45-B898-7AF5766BB6BF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77042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036022C-9B3D-47D8-A9F3-902597C56F8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517FC3B-26BA-4494-BB48-0E7A1813E33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D02ED2-AA5E-478F-AD06-33D9AA4F2AB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18A3698-A675-4075-B03E-38399094A47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C07CFE-5012-4C44-BEB8-76E0B6012F0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EADD3E-A5BE-4AD0-BDCF-DD0EEB69A9A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BB8765-0DB0-4DC8-B13F-490DC034ED6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6A6697-24FF-43B8-9012-629CC7059A1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AE67F1-6D90-4B01-9CBC-9ED14F8738C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DAD7C1-876D-4F53-B940-8FB7F7D5092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35E638-EE53-4E9E-BD1A-0311A0A2059F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the operations and structure of an expression.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A0D05F-5551-42E6-B7F9-6387F62BEB66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AC8DF3-419B-47B5-9EB6-3B6DCD491F93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7A9534F-C632-4C53-A403-E720FEAD2DCD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2F5544-50B6-484F-A9F4-2B43F76322EA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6BCB58-2D1D-45FA-8A8F-4B85DDB70F72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1386711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1A6E9BA-0EF5-41A9-80DF-DAF4B6D7AF4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EDC9C8-87C1-4BE4-A442-15D307CF5DE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6EC6E9-891F-49D0-BC70-6C8D8AA0D38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46A174C-86A5-4B19-A33F-2886AE837CE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DD2E5D-0FFA-4670-B976-EC7092EEDD6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4098E6-34B8-40D6-A92D-A5E58C455A5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D027BB-708A-420D-9BEB-328B5632F67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E79995-2B14-4A5C-8E64-89C1926F2C0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812A22-E686-496A-BA62-A71537629FD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A5F3C9-D695-4E58-BD6F-18BA9190C6C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6CF466-1DB7-49B2-ADBA-59FC226C17F1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Describe the calculation 48 - 6 x 5 without solving it.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A5E983-61EB-42AB-BB63-22C5EA754DC5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36B9B7C-1808-43D7-9DF4-6C05AAAA9D5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D7A05F9-4666-45A8-9F4D-DE057EDF6AE1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9808A4-D811-4B51-AA86-CD1C005DA63F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brackets and multiplication or division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014005-6CCA-4933-AB30-FC7B64775DDB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2E7C3E0-D008-4D12-8B7A-B85F482ADE75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0190D5-8398-45D5-9FC2-AB41D1E99EDB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63D069-F5DC-4A80-9587-69CA99FA86DF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through operations of equal priority from left to right.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46844A-8F3C-4330-9DAE-77C86DE6EB5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3D3949C-9A78-4535-97BF-F9131667035C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DC2467D-D957-42CB-B93D-6503E9A7AED7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39CF786-0C7F-44D2-AB18-ECCA5D592E89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by estimating or comparing with an equivalent expression.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92478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7BAB765-6302-4B96-AF77-3BD6DF6E3D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B05CC3-A73C-40DD-B7F5-55766CABB97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E0D0AF-E9AF-4E04-B40A-5D3C1E2938A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78EA77-748A-4B57-AEAF-3569D8F4CD6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A3430B-358B-4453-9303-297ECA31BEA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0430DC-3E2A-4C7D-8D59-FD5C096DFDB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452870-80C4-4C5E-AB4E-F43A76814BB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FF2C86C-6C8E-49AC-869C-1781FD876B3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836B79-F383-4A3F-97BF-99A98382AB9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0A7F45-EFD3-4767-83BF-ABB0C7C0001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11FB1B-92D8-4609-A19A-D23217940FFF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9140CC-2494-4C2D-8EAF-DF9D6C24EA91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6 by 5, then subtract the product from 48.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F99758-9C4C-4FE0-8C1C-584E1BDE0514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EBC8E9-2C03-4D6B-BF77-038711A4DEAC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525CC1-ED12-416B-B4DF-04FA7144B4A8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1737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D3C4301-37BF-446B-A20F-697E5ED69B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B449B4-E530-4D2A-A073-1E6D8DEC6F3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5DB9CC-17B6-483C-A070-F8AD7F7813C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340ED76-CB51-495D-8724-F07A7812029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CB6356-F4DF-4DF9-A2AB-F31A4B0BFD4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6D20D9-8B60-44BC-B605-E2B0FBC7FDB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5C5051-0B3B-46FA-B02B-83855BE722E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24917B-AE84-4CFF-A2A2-3E18F6DBCC4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47E4AC-CDF8-4D35-9937-3811F8DC9EB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6CE51D-CB43-4E95-8D5D-2210716B9E6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45A5A5-5840-4DCD-BFE6-13941E36AF65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operation happens first in 72 / 8 + 4?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FDBBA6-C65E-4EB7-A14C-99D3C41D2582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5A87EE-90F3-42E8-80BA-5A67B692221F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2D0F39D-80C1-416B-B364-62C9D00D624E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61DF918-5676-4807-AA63-F7D1FB85CD1C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E2147B-1F1A-4E4E-B420-47F47723B052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Division.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40030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055DC1E-3393-416C-BF8E-8F516D4081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3E0917-0F62-4260-89EA-C738C6FBCF1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8F5B97-EEC9-4A2D-9FE4-BAA1DA89AB4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9880CD5-BBD9-43DC-BC59-BE43399B7C1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5D3649-B541-4AE1-800B-F5047FCE2CB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722E67-F2C7-4DC6-887E-C05C22D859C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059B1F-3662-4AA0-B85E-CC49F74FBD6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FA5277-8161-4983-BBD2-F0DC8A4E6E0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C6863-F371-4F5F-B05E-D93883F1782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9140D9-EF08-42E9-9714-6036DE899E0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917DE27-EC4F-41C7-AECF-DE433838D2DE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9BD899-A2B0-4875-BC5B-2AB01178C18A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reads every expression strictly from left to right.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C35C6E-D155-4767-AE67-D2CB7187C974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46666F-9284-4203-BA83-0FFD928DFD0D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F6CE75-1245-4F71-9EA3-B1A44E864738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structure of the expression determines the order, not reading direction alone.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69163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80BDAEC-E892-45FC-A272-B48EA55E6E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F6FE41-EF0D-408D-A415-E39A382C530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1F7F76-0C5F-4DDD-A6CB-5E024F23846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C640C23-5D37-4BE8-BBE6-50ED7129957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BF646F-236C-4A35-9E96-59CB0CB1041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0A981F-187B-4267-9536-6564AF52C6B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8E18A6-3EC2-4A43-97EA-DE292EBDB0B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FFFCB7-74C2-4BD9-AA93-10BF344B684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26E145-9279-4053-8B63-2EB10D2E58C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DB5555-A58E-4946-A1B3-CF78F49B301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81C379B-5576-4C81-BA89-923F1A6AFA0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CDD8900-806F-413C-8EDA-1FD55C32903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43F58C-66F2-40DE-9A1C-69A6279B438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73D911-22CE-4744-BD52-74DA6A3E9A9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operation happens first in 72 / 8 + 4?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C9A2E66-5DB6-49DE-A63F-9A0E37F93B7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0CC7E7B-E7F6-436C-9D65-38A8702E177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9DC507-622D-4557-99DC-DBFB897F258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AE21A9-1650-4EBD-9287-82573C81E80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FBCAA4D-E335-4A94-9BE0-F474C2C3857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B0FEF3A-737F-4918-9284-6113345B732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1CD956-55F7-4892-B896-DC8C3E19FBB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622E79B-D897-4EE1-B325-B60A46C073A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Division.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460ACF1-CBC6-465B-916B-D0DFEAB5E78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646362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9008BA0-D453-44DB-BB56-5CDA44A212A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1E3DC6-55E2-4C22-B6F6-5B66E30D739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364C81-46B5-49F9-86FE-F7CC70EC808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20309A5-7EFA-4380-809A-8DE84C2C7D3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94D45C-77E4-46E0-B6C0-782C2F674F1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345564-3A1F-45D9-92C1-E7521D6823E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8B7824-9F9D-4E5B-989D-45EC9CF52AE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CB7699-7EE2-4141-B2B3-FD3AFD22F6F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FCC002-2A38-481C-86FB-AB17DD3F677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5BAF6C-9219-42B1-954D-436CD74C06E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5BBA3FD-C528-4C3B-9D93-E6BC97DA573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6DB2FE7-4256-461D-B870-8E88955A922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DA4A1C-CD60-481C-92F0-CFAC36391FD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38A8D4-4F62-41DB-8523-0CB3B081AF4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expression for subtract 7 from the product of 9 and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5C24D6D-8535-4269-B74C-86B0355EFFE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6F8AE14-D3C5-4B96-82FC-3A47980E398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0A937C1-A6F6-43BD-B68A-1AC67418E6A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BF6C18-F325-489D-BF9C-9E818F2B715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06965B3-A6AC-4B86-9BFD-5FB47F1BA84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9AEEA61-F5CF-4A7C-A360-EE4804F1415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8F75887-ADCF-4442-B82B-FEA1A31CE11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498408-648B-4D5B-B76F-E5C8366F72B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0253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F3EB110-A77E-4C6A-899C-46CE9F8F1E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27E612-F88E-4E2C-B2A6-05E61186321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FEB67D-7B26-4B2F-B023-99899501FD8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E4A7E68-E7DA-4BFD-9C03-035D834C1D0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9DB66C-F601-40C0-A8B5-9BAF8A4A2BB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E49185-F96E-4B95-B105-8F646229156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2DB98-9DA0-440A-8A6C-0791D950ED7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F4CDE6-91B6-4783-A1D8-03C3494D799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70C6B7-613D-49DC-9A16-9B511DCF7C8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CD17C3-458D-4163-8E44-C702A591A90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B2382C-7D2B-40F9-A5CE-8308517DBD9F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brackets into 8 + 4 x 3 to make the answer 36.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D51CA4-38FF-46D7-8604-F23AE64D57D6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6B693C-FE95-428F-9416-68122CE2E553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88EFB7-58B3-4926-AEF4-30D552DF384D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(8 + 4) x 3 = 36.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77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2CE3097-147F-4264-BAEA-EF1E364D8C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618CF7B-5E1F-4610-A871-D0DB6C10EF3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D330DA-0650-4836-AE0C-3AA6EC6B156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FD560CF-10D7-4B0D-BE3D-8078AE0E947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62C2F9-C863-469B-93C4-1130AB5F607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3E7CD1-65A5-4C6D-BDCC-89385DC5F44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BAD333-80DF-491C-9806-A4AD86510F1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55A4BF-CDC9-4536-9099-0E14015DFD4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86C463-B0B0-4AD6-94BD-5066F76443C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8EC80F-F6C1-4A04-8020-0AC4A00A6D4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9951CC-5A9F-4FE4-923A-9AC13A1A0F09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C0D1EE7-E2A4-4973-9D17-05CB2E09C3E1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72A9804-1189-4C27-A150-E777DDB98357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6488B8-D1CF-43C3-94D6-7C24F3EE9ADE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E5B5F3-F6E8-4C3D-BBEE-EAB46670DEF5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7D83EB-B9B7-4BBB-9724-D5C33C83106C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CBAFED7-1827-41C6-BC9A-6009F2AEE043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E0532C-F777-4681-AE1F-E49B90A18DC3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FD40474-2C1C-4707-8F89-A353BAFBDBD0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C1223F-9164-4BEB-A969-F698257C7383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F8CDF3-9C49-4886-9EA9-9B0409964D7D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3A81509-B754-44EF-8F4D-2ACDF2560F2F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42AB82D-35E9-4C5D-8DCC-0D6611FBF2EF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05BEFE3-B249-4099-907D-7B1ADC7ADB58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3A072DD-D6C6-4030-965F-57C693A04435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3EF2E5D-1A76-47B7-863B-C71B8BDABE40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975964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09115F1-B32C-4A3A-AF06-55DB96B7BA6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709B9B-9BBA-41AF-A4C5-287B6202AE1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477FDA-F03D-49EF-B312-9DA991ED84D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DDDB73A-49C3-478D-B52B-F4F50EC8D45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97014E-004E-48B3-9CEC-8532D3CA871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3B98B4-AD75-49FB-921A-2952994804A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ED8C96-6EC4-439D-B00A-5A4BB302C2D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C9049A-D9DE-4636-A7EC-99D312B32FD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5D1E32-B67F-430C-B236-C7490E72956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713C5B-AEE4-4EBE-BEFC-0C9ECF70522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structure expressions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0D7E62C-C1CE-4DBD-995C-2E7EBCECBBF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C771A15-12C4-41CC-BB92-0479138B8AE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6CB5EA-6E91-4B47-ABB1-747F84AFBD1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9CF173-D79D-4781-A84F-182DB7DC6B3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expression for subtract 7 from the product of 9 and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EE179D9-4EC1-4DC7-9A45-187FE3D4FCA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9404F5F-AE86-47C0-A6BE-8F8FBED8446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D33BBC-8201-4BFA-81B0-A95946C9EE4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59AA028-722D-46E0-A8A3-139BFE18AB1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reads every expression strictly from left to right.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AA7A34D-DFB8-4A09-BCEE-1EA22234AF0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986C7FA-CFCF-4A1E-BE0A-D4EFE9A5794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4E5118C-9D3D-4908-B3AF-2C0C0A9FA31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4220CF-A267-4AF4-A33C-036A46F2A51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2C0CC3F-E3A5-4E6E-947B-8D4BFEE2F54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99605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1358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2026-09-08T22:36:45Z</dcterms:created>
  <dcterms:modified xsi:type="dcterms:W3CDTF">2026-09-08T22:48:36Z</dcterms:modified>
</cp:coreProperties>
</file>