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7cce6543484529" /><Relationship Type="http://schemas.openxmlformats.org/officeDocument/2006/relationships/extended-properties" Target="/docProps/app.xml" Id="Rdfa9ba00239147bf" /><Relationship Type="http://schemas.openxmlformats.org/officeDocument/2006/relationships/officeDocument" Target="/ppt/presentation.xml" Id="R2e68ab67e1b64d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405e36877044f58"/>
  </p:sldMasterIdLst>
  <p:notesMasterIdLst>
    <p:notesMasterId xmlns:r="http://schemas.openxmlformats.org/officeDocument/2006/relationships" r:id="Rabee200e8a0e4dad"/>
  </p:notesMasterIdLst>
  <p:sldIdLst>
    <p:sldId xmlns:r="http://schemas.openxmlformats.org/officeDocument/2006/relationships" id="256" r:id="R58ae5dfa05ac4df1"/>
    <p:sldId xmlns:r="http://schemas.openxmlformats.org/officeDocument/2006/relationships" id="257" r:id="Re4c296a368834360"/>
    <p:sldId xmlns:r="http://schemas.openxmlformats.org/officeDocument/2006/relationships" id="258" r:id="Rdf7e49e202f34174"/>
    <p:sldId xmlns:r="http://schemas.openxmlformats.org/officeDocument/2006/relationships" id="259" r:id="R04eb12f2d21642a2"/>
    <p:sldId xmlns:r="http://schemas.openxmlformats.org/officeDocument/2006/relationships" id="260" r:id="Ra2ab048c1d14421a"/>
    <p:sldId xmlns:r="http://schemas.openxmlformats.org/officeDocument/2006/relationships" id="261" r:id="Re185940943064f32"/>
    <p:sldId xmlns:r="http://schemas.openxmlformats.org/officeDocument/2006/relationships" id="262" r:id="R48f3a93ce9ee4a4c"/>
    <p:sldId xmlns:r="http://schemas.openxmlformats.org/officeDocument/2006/relationships" id="263" r:id="Rb10c80b2f2e44b49"/>
    <p:sldId xmlns:r="http://schemas.openxmlformats.org/officeDocument/2006/relationships" id="264" r:id="Ree855b5823c6479c"/>
    <p:sldId xmlns:r="http://schemas.openxmlformats.org/officeDocument/2006/relationships" id="265" r:id="Rb28eb830347748d2"/>
    <p:sldId xmlns:r="http://schemas.openxmlformats.org/officeDocument/2006/relationships" id="266" r:id="R4e2d472c68ae42c2"/>
    <p:sldId xmlns:r="http://schemas.openxmlformats.org/officeDocument/2006/relationships" id="267" r:id="R1956e1b64c0141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84e25d25274081" /><Relationship Type="http://schemas.openxmlformats.org/officeDocument/2006/relationships/slideMaster" Target="/ppt/slideMasters/slideMaster1.xml" Id="R9405e36877044f58" /><Relationship Type="http://schemas.openxmlformats.org/officeDocument/2006/relationships/notesMaster" Target="/ppt/notesMasters/notesMaster1.xml" Id="Rabee200e8a0e4dad" /><Relationship Type="http://schemas.openxmlformats.org/officeDocument/2006/relationships/presProps" Target="/ppt/presProps.xml" Id="Rea09bc04fdbb4deb" /><Relationship Type="http://schemas.openxmlformats.org/officeDocument/2006/relationships/tableStyles" Target="/ppt/tableStyles.xml" Id="R986ff443f4f14e03" /><Relationship Type="http://schemas.openxmlformats.org/officeDocument/2006/relationships/slide" Target="/ppt/slides/slide1.xml" Id="R58ae5dfa05ac4df1" /><Relationship Type="http://schemas.openxmlformats.org/officeDocument/2006/relationships/slide" Target="/ppt/slides/slide2.xml" Id="Re4c296a368834360" /><Relationship Type="http://schemas.openxmlformats.org/officeDocument/2006/relationships/slide" Target="/ppt/slides/slide3.xml" Id="Rdf7e49e202f34174" /><Relationship Type="http://schemas.openxmlformats.org/officeDocument/2006/relationships/slide" Target="/ppt/slides/slide4.xml" Id="R04eb12f2d21642a2" /><Relationship Type="http://schemas.openxmlformats.org/officeDocument/2006/relationships/slide" Target="/ppt/slides/slide5.xml" Id="Ra2ab048c1d14421a" /><Relationship Type="http://schemas.openxmlformats.org/officeDocument/2006/relationships/slide" Target="/ppt/slides/slide6.xml" Id="Re185940943064f32" /><Relationship Type="http://schemas.openxmlformats.org/officeDocument/2006/relationships/slide" Target="/ppt/slides/slide7.xml" Id="R48f3a93ce9ee4a4c" /><Relationship Type="http://schemas.openxmlformats.org/officeDocument/2006/relationships/slide" Target="/ppt/slides/slide8.xml" Id="Rb10c80b2f2e44b49" /><Relationship Type="http://schemas.openxmlformats.org/officeDocument/2006/relationships/slide" Target="/ppt/slides/slide9.xml" Id="Ree855b5823c6479c" /><Relationship Type="http://schemas.openxmlformats.org/officeDocument/2006/relationships/slide" Target="/ppt/slides/slide10.xml" Id="Rb28eb830347748d2" /><Relationship Type="http://schemas.openxmlformats.org/officeDocument/2006/relationships/slide" Target="/ppt/slides/slide11.xml" Id="R4e2d472c68ae42c2" /><Relationship Type="http://schemas.openxmlformats.org/officeDocument/2006/relationships/slide" Target="/ppt/slides/slide12.xml" Id="R1956e1b64c0141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a6b5f678e849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ccf9f85a2b4225" /><Relationship Type="http://schemas.openxmlformats.org/officeDocument/2006/relationships/notesMaster" Target="/ppt/notesMasters/notesMaster1.xml" Id="R0b366fab39fb438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1ec9bea7904720" /><Relationship Type="http://schemas.openxmlformats.org/officeDocument/2006/relationships/notesMaster" Target="/ppt/notesMasters/notesMaster1.xml" Id="Re13b36aaf53e47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c98aeabf854fc0" /><Relationship Type="http://schemas.openxmlformats.org/officeDocument/2006/relationships/notesMaster" Target="/ppt/notesMasters/notesMaster1.xml" Id="R89bc6b73adde4f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91de8169fb4a84" /><Relationship Type="http://schemas.openxmlformats.org/officeDocument/2006/relationships/notesMaster" Target="/ppt/notesMasters/notesMaster1.xml" Id="R344baf4fca174b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ae2b875d594c3f" /><Relationship Type="http://schemas.openxmlformats.org/officeDocument/2006/relationships/notesMaster" Target="/ppt/notesMasters/notesMaster1.xml" Id="Rf0dbb68e14ad40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1b07e96b4540a4" /><Relationship Type="http://schemas.openxmlformats.org/officeDocument/2006/relationships/notesMaster" Target="/ppt/notesMasters/notesMaster1.xml" Id="R5e9a19440e8340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9f448719564ded" /><Relationship Type="http://schemas.openxmlformats.org/officeDocument/2006/relationships/notesMaster" Target="/ppt/notesMasters/notesMaster1.xml" Id="R5dacc38bf3a3478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f77d17023f541b7" /><Relationship Type="http://schemas.openxmlformats.org/officeDocument/2006/relationships/notesMaster" Target="/ppt/notesMasters/notesMaster1.xml" Id="Rc06453f6107c428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5db2f17ea84fb9" /><Relationship Type="http://schemas.openxmlformats.org/officeDocument/2006/relationships/notesMaster" Target="/ppt/notesMasters/notesMaster1.xml" Id="Rb3074954890a457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bce81e3737d4b82" /><Relationship Type="http://schemas.openxmlformats.org/officeDocument/2006/relationships/notesMaster" Target="/ppt/notesMasters/notesMaster1.xml" Id="Redcb904352cf4e9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b9d91e1f36e4516" /><Relationship Type="http://schemas.openxmlformats.org/officeDocument/2006/relationships/notesMaster" Target="/ppt/notesMasters/notesMaster1.xml" Id="Rbc63aefbc7be4db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1b9ced838e43d2" /><Relationship Type="http://schemas.openxmlformats.org/officeDocument/2006/relationships/notesMaster" Target="/ppt/notesMasters/notesMaster1.xml" Id="Rf1ffbdbcbe06435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Division. | Identify brackets and multiplication or division before calculating. | The structure of the expression determines the order, not reading direction alone.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Multiply 6 by 5, then subtract the product from 48.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Division.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The structure of the expression determines the order, not reading direction alone.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Division..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9 x 6 - 7..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(8 + 4) x 3 = 36.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9 x 6 - 7.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9 x 6 - 7. | The structure of the expression determines the order, not reading direction alone.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b3075c08a146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c0cf25f71749df" /><Relationship Type="http://schemas.openxmlformats.org/officeDocument/2006/relationships/slideLayout" Target="/ppt/slideLayouts/slideLayout1.xml" Id="R737605c2b6fd4e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7605c2b6fd4e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c38a99791145e9" /><Relationship Type="http://schemas.openxmlformats.org/officeDocument/2006/relationships/notesSlide" Target="/ppt/notesSlides/notesSlide1.xml" Id="R483c6870405f41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e2c6e6b1f64baa" /><Relationship Type="http://schemas.openxmlformats.org/officeDocument/2006/relationships/notesSlide" Target="/ppt/notesSlides/notesSlide2.xml" Id="R263b8a420e5f46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1eb070f9da43d6" /><Relationship Type="http://schemas.openxmlformats.org/officeDocument/2006/relationships/notesSlide" Target="/ppt/notesSlides/notesSlide3.xml" Id="R0ac340c39a4347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c71f3fe4c243ee" /><Relationship Type="http://schemas.openxmlformats.org/officeDocument/2006/relationships/notesSlide" Target="/ppt/notesSlides/notesSlide4.xml" Id="R09cc5ad084cc40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4c13a201b47aa" /><Relationship Type="http://schemas.openxmlformats.org/officeDocument/2006/relationships/notesSlide" Target="/ppt/notesSlides/notesSlide5.xml" Id="R63a60121fe6940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742e6d3b4045e6" /><Relationship Type="http://schemas.openxmlformats.org/officeDocument/2006/relationships/notesSlide" Target="/ppt/notesSlides/notesSlide6.xml" Id="R1e4e4c1c86ee41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9c77e6c772473a" /><Relationship Type="http://schemas.openxmlformats.org/officeDocument/2006/relationships/image" Target="/ppt/media/image.png" Id="R3efee31e03fa4e6c" /><Relationship Type="http://schemas.openxmlformats.org/officeDocument/2006/relationships/notesSlide" Target="/ppt/notesSlides/notesSlide7.xml" Id="Rf5df2e9be22e479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997cf05f74ae0" /><Relationship Type="http://schemas.openxmlformats.org/officeDocument/2006/relationships/notesSlide" Target="/ppt/notesSlides/notesSlide8.xml" Id="Rbdc8945fb4344c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951f41dfcf45da" /><Relationship Type="http://schemas.openxmlformats.org/officeDocument/2006/relationships/notesSlide" Target="/ppt/notesSlides/notesSlide9.xml" Id="R23a2578540934de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01cfdc64e244b8" /><Relationship Type="http://schemas.openxmlformats.org/officeDocument/2006/relationships/notesSlide" Target="/ppt/notesSlides/notesSlide10.xml" Id="R3f0618f494114ee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5123b40c2a4141" /><Relationship Type="http://schemas.openxmlformats.org/officeDocument/2006/relationships/notesSlide" Target="/ppt/notesSlides/notesSlide11.xml" Id="R1d902745988740e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5ea885ac644288" /><Relationship Type="http://schemas.openxmlformats.org/officeDocument/2006/relationships/notesSlide" Target="/ppt/notesSlides/notesSlide12.xml" Id="Rba2416a6eafe43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3470E6-3200-40EF-BD3C-8AE956BE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204549-35FD-45DE-BBDF-F5036CF5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433F9B-D622-4836-9C38-EC7B5C6C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8F3BC8-6253-4B2D-A3B4-E3D64E9C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1602F-CA85-49BD-824B-69FD8564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BFF245-ED18-4327-83F5-F5AAE67C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5332C9-62E0-4D0E-907D-3E552443A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89106A-81AD-48F0-B15D-7EE60C31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the operations and structure of an expression.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06C697-7FA9-4EBC-84F0-50A0AEB4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29AD2E-9A22-40FA-A249-BFE350CE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373939-17EA-481E-BB19-96A150D3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9949680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D196F3-C252-445F-9F51-BFA3499D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4F1D70-552F-4500-9B7C-500D05DE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6FCFDB-F28D-4ED0-BC2E-1F1EFD14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1817A5-40EA-4CB7-AF75-E6110FE9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95D17E-B21F-4580-8487-365D0776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5E0D72-8FB6-43AA-92EB-ACB176DB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154A0C-6607-4E10-9EAC-A760EE54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5973A4-92BF-4383-BAEA-AE126DD2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350D50-5527-4259-B763-96E42855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65A754-74F1-4D06-943B-E4C50D7E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1E605-0618-4B49-90D0-8AF23941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51EEAA-E47F-42F3-A7B4-F3AFBC1C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34D837-8BF2-4F52-B98A-06481CF1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FE2419-C120-4790-9FE1-E7ACB4A8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5FD69A-EFF7-450E-BDC4-CE226746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4DD483-FBF7-4FF8-A679-FB57DCD1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148041-ACAE-447B-B5FE-E7FFA305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operation happens first in 72 / 8 + 4?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65AA27-3D78-4D81-8164-9F203FD2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E9955F-391D-488A-8539-9B48CF13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493E15-0A4F-4D7B-9CB6-05982FD37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B7E0-D8EF-4DC5-958E-F43CB749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Describe the calculation 48 - 6 x 5 without solving it.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A0E7F3-5DE8-4301-B8D4-EC39B40A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370010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FAE915-4A1D-474D-B3FE-6E2C0192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FFA587-FB29-438E-8374-20709F43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3B562B-CB8E-4891-9B24-D820F522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7FE7B-EAEA-452B-8260-CDFC8B92C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625208-AB44-41BE-AFE6-B276910B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A86DE0-C65D-4D4E-AD96-D694F8B2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44B99-9903-4DD2-86EB-E2441B6C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130ED6-2520-4E05-8C17-F95B170A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25E03E-480C-4C6E-8201-C058BED1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7DC3AF-4327-498E-AD61-85A9C16C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the operations and structure of an expression.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5BA3CD-EABC-457D-8DC1-5C259A9CF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6C1D8D-99F4-4F73-A3F1-C225AB5C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4309D9-531F-492E-9032-03C20DE9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68214F-3047-435C-9849-FF847C0E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5D3266-3144-4D48-A6BA-08A23DED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18934702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BBB5C1-BF56-45E1-9728-74D1D8C5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6D6159-390D-4E53-991B-53E2A504E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17633E-85AB-4073-8EEF-7E44AD93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C218EC-8409-49EE-9206-67559EAD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AAE6B-69D6-45FC-AF5B-ADEDAE88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D4E9C9-C183-414E-AEF4-CFAF9AF8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FB5CF6-C8E1-420E-B99D-A57267E4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CE5960-36CF-4EEA-B69E-511F41AC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A219C-E42D-4D17-8B83-E2FDE6E2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51D29D-F66F-47DE-8843-20B521AC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Describe the calculation 48 - 6 x 5 without solving it.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34165C-3A14-49F1-83C2-82F1B5C2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730F24-3554-4A08-8F1B-A9F26867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A79E4F-9D40-46AC-B263-3AB2E4F35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48 - 6 ×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663289-CBFD-4AD4-BFEF-8A5E33A2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177E49-AB2C-41DC-88FD-6FBD3B14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E1B54E-25BE-4EAD-8BA8-E44C500B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Multiplication comes before subtraction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218FEF-15D4-460E-86F2-0A322756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065004-2896-4D55-B1B6-C167C4ED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32D579-C0AB-4572-BFB9-572CFC79C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6 × 5 = 30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DFF773-BAF4-4FE0-B8ED-22D2C439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3291E3-FF7E-4BFE-8D77-390B194E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FB6E59-C3A8-4229-A03C-38DF717A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Then calculate 48 - 30</a:t>
            </a:r>
          </a:p>
        </p:txBody>
      </p:sp>
    </p:spTree>
    <p:extLst>
      <p:ext uri="{BB962C8B-B14F-4D97-AF65-F5344CB8AC3E}">
        <p14:creationId xmlns:p14="http://schemas.microsoft.com/office/powerpoint/2010/main" val="20354098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E2A586-8E3C-44DB-8216-683C54A7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75F311-83A5-4BDE-AC32-108154B2A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B3A676-9CCC-48CC-B18F-2A49723F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DA8000-BD77-4AD5-9D0F-E2F25677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4D847-8B72-41EF-A1E3-75A0FA05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C38D55-E06A-4E18-A659-96EAE396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A239B0-04D3-458A-84C0-9DB1A4A8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564C9C-1494-47F0-9DD1-5458D636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EA81EC-2B9D-4E2C-897D-780E9429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A0D291-CC51-4B78-9390-B84BF370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85ED01-0784-43E6-B851-E44AA611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6 by 5, then subtract the product from 48.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643488-B8DA-4C30-9A2E-BDC1A36B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B8DD5F-5EA8-4BD8-8429-636C3DBB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FCB0B2-9F66-41A4-B1A4-133D8DB9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0756141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1EA78A-6253-4855-9D7A-461CB09A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A8C868-5F08-478E-9256-431D0ACE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123646-4284-4F2F-8C69-EE620DB0D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FEEADA-4432-4449-8E03-EAF3AAD3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72C511-9A74-4F5D-8160-DF839DD80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261E28-F05B-463F-8A56-BAC7F411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09D7CB-3B24-417C-A062-81A059F5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CBC13A-DACE-4F97-8EDC-5848A8AB8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C97A43-814E-41FC-AAEC-2BD3194F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E03F42-B310-41D8-B006-9344C2D04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operation happens first in 72 / 8 + 4?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243E7B-7739-497E-A581-2F5E9F99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C7B93-9A3F-495E-95A3-38A3B294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B053C9-5F09-4932-980F-2E9B81C5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A68274-9E2C-4327-ABF8-24E9BC77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D3075D-C21F-4810-BD66-164C0634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Division.</a:t>
            </a:r>
          </a:p>
        </p:txBody>
      </p:sp>
    </p:spTree>
    <p:extLst>
      <p:ext uri="{BB962C8B-B14F-4D97-AF65-F5344CB8AC3E}">
        <p14:creationId xmlns:p14="http://schemas.microsoft.com/office/powerpoint/2010/main" val="77952316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975D26-F855-46C5-8F9F-D825B3E0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56E047-7F77-4031-802A-5A336712F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38492F-14C3-49B2-94AD-DF7BE418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C26BA2-6C6E-4101-8A17-F2B2F59A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5899E4-3384-4695-A883-4BDD0F93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DECA01-2ED3-40F5-BBF6-5C0F9374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C7F1F5-522D-442C-AE8B-8BB670C0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4FC45C-2570-4B6D-9A86-CAF62BF5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77A318-1E70-45A5-8134-7C4AE855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ee31e03fa4e6c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D99D82-E44A-41A4-9569-58664957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17037F-AE90-4D54-B868-AE77B93F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reads every expression strictly from left to right.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97157A-EE4C-49E8-9C02-331BF34D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330E43-7A76-4CFF-8FC4-F12B03DE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2FC5D0-DCCE-415B-8A9E-5CDE812C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structure of the expression determines the order, not reading direction alone.</a:t>
            </a:r>
          </a:p>
        </p:txBody>
      </p:sp>
    </p:spTree>
    <p:extLst>
      <p:ext uri="{BB962C8B-B14F-4D97-AF65-F5344CB8AC3E}">
        <p14:creationId xmlns:p14="http://schemas.microsoft.com/office/powerpoint/2010/main" val="5379614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EB551F-1FDC-4319-A0E2-67ABFC99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618544-5E13-446B-8E4B-F967FF46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E4083E-3A9E-4D04-96D5-4DB6B519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8AEDF8-D156-4A69-8A57-9D932CCD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E46FE9-9F84-4248-A156-0F461981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D43804-D208-4993-A25D-58EBAF8D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1F12C-D77D-40AB-8CCB-81801CC2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104390-8C69-4C1C-AF19-7354ABEE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4164E1-1DDA-4D8D-8E52-CB9AB5FD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B09D6E-DF73-4ADD-ABE8-259B50DF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78CB8F-0950-44BD-ACD4-DB753B8D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844838-F780-4ADD-84A2-AA403A07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21ACAB-0C20-4C77-BC75-8AA4B295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operation happens first in 72 / 8 + 4?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B742A2-D8B6-47EE-8A06-E75551F9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D0E9A-C76E-4909-A288-E1CD2129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D7C4AC-99D1-44EB-B201-CED6C0D0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BA95DA-7B7D-4739-BB6F-F8DBA0440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4915FE-8C69-4304-B75A-7ABE9517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08EEC9-7A2B-4842-883C-78C6CA7C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34B84A-798B-4B08-8064-2CDF5289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73212D-37BC-4804-8720-C277B106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Division.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380DDD-25FC-4ADE-9F74-2B1CBA138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260529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83AEC7-5901-4061-8595-6CD7F99B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B027F5-9D6D-4305-887D-16C52A1C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96EFEB-78B4-4948-8AFB-EF2F1866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05598C-4A60-4C74-9AEA-94BE3A69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AD8D26-82F7-480F-AF76-4BFE261A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7A62E3-BC6F-455D-9F51-C5710E6ED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531645-19DD-4DEB-9E55-BCDB5499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D12C5E-379F-42EA-9E46-40E7D28F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C44633-A763-4AA1-9268-F860244C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F0AA75-7261-4B0A-880F-2992517A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704D19-0818-4D5F-986A-F45A96AC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A66DBD-D64B-4976-B9C3-49AF5D45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E086B-6A23-439C-A9D9-9566B6D8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expression for subtract 7 from the product of 9 and 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10DDEE-6216-43AD-99A0-3CD04983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A35149-3DB1-4D0C-A0E3-E02A957D1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553FE3-71B4-4315-8B41-20F08336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7D170C-A8B7-46D0-9DD7-CCEA063C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283ACB-EC7C-4F67-A2C6-513B35F2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5671DE-1FF9-4DE3-AEEF-967771AE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1C31D6-9504-491F-AA4B-E406A86C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2A6CB0-6EBE-4A83-875A-442B1298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1237981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EC21FC-CF3D-45C0-B768-A381EA59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24C0CF-947C-42E0-991D-CD01D4AE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64812C-57A7-4AA4-B940-020D9792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427E76-768E-4509-A0BD-3ED58807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714840-B268-4CB4-A9F3-43431C9A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D081EA-23C9-41CE-9E5A-7DD51E74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136AE8-C34D-4C75-9646-0CE9172A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513D81-629D-4AAF-BD5A-E77A30DB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E04C15-F77A-4CF8-8594-11E8411A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4FD3B5-C0F9-4149-81E1-B5A7E6DE8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brackets into 8 + 4 x 3 to make the answer 36.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80C48-BBE5-4E08-8D7A-2C7A3933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ED1DC0-DE90-47AC-B5C0-20899604A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DBB3C2-75E1-4C9D-B170-E01B4420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(8 + 4) x 3 = 36.</a:t>
            </a:r>
          </a:p>
        </p:txBody>
      </p:sp>
    </p:spTree>
    <p:extLst>
      <p:ext uri="{BB962C8B-B14F-4D97-AF65-F5344CB8AC3E}">
        <p14:creationId xmlns:p14="http://schemas.microsoft.com/office/powerpoint/2010/main" val="19186693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A06175-58D6-4F99-A424-02D4860E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3FCE8D-3D3A-43C0-AF48-CAEC36B8B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999A1D-2AD5-49E0-A71F-C13674C86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09F76D-D7FD-4F64-A78F-413553DD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A9D167-F99B-4FFF-BA67-14DB21E2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450223-25CE-4B40-AD11-141C6D03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839CD8-B47E-454B-91EC-AD5C57D47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8EA83C-65E5-4411-A425-6E5BB113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4C70FD-A9B8-473C-83AE-8352AC90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5D7D81-A9BE-4240-9199-90AFAC11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FDE4F2-CC25-41CD-951C-89947C8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0AD185-BD21-441E-8939-96930861A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expression for subtract 7 from the product of 9 and 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5E88D6-6B87-4045-A771-38C71CBC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36B560-D7F3-47FD-B906-FB71CD7F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A9389C-BFE7-4EC4-AEEC-312D571F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4F4A79-104A-45C9-AAF7-5A6FC0A2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 x 6 - 7.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7CC1B2-C7A2-420B-B320-CF4EA428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0473E3-31A7-47AB-B4AE-ADF915E08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413906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1739C0-0361-4E51-AB12-725E85B0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637A93-BF30-4D6E-A4D1-8A1721BC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7D9928-A937-4B50-8F4A-7294D255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46C275-2B72-4880-A854-B9E5B842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7DF356-87FF-4CEE-A598-7B91A76C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035CF6-89F6-4ABC-9C06-355FAFFD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A91AD5-7EC6-449B-8EE5-3E6D8057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CBF32D-0865-434B-B055-EDCAD12D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7D447A-0A2C-44B5-A063-1EE14A28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9D1A5A-06C6-47E7-AE39-18A4B3DD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8C585-7580-4FB0-A2A2-AB12FD6F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4B8C6C-0AFA-43F2-AF1E-97418364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3813E8-C011-4D50-8AE9-48CA3BCD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expression for subtract 7 from the product of 9 and 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9EDF21-CFE9-47BD-A453-F4A9C3FD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636FC9-4EEA-46FC-9E9B-DC6ED2F3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29E83F-1E83-4C2C-8B1A-44C39EC4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A30A3B-FC38-4A77-A789-FF2BB723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reads every expression strictly from left to right.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8008F1-72A4-425C-8197-4D89C812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8311B8-6E7B-4E90-90D4-D00137B7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8A9B16-D184-4EE8-8C98-728A44431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80D982-D195-4AFF-8A96-1A0B9F8B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BB13BB-5462-4521-9A7A-E7B130E0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294639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2026-09-09T22:14:07.6360000Z</dcterms:created>
  <dcterms:modified xsi:type="dcterms:W3CDTF">2026-09-09T22:14:07.6360000Z</dcterms:modified>
</coreProperties>
</file>