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6:10.844" v="59"/>
      <pc:docMkLst>
        <pc:docMk/>
      </pc:docMkLst>
      <pc:sldChg chg="modSp mod modAnim">
        <pc:chgData name="Garima Sharma" userId="c5ca40beb9a8554c" providerId="LiveId" clId="{2265D429-760C-4FF0-9653-4AF4BA9B0970}" dt="2026-09-09T11:06:10.010" v="5"/>
        <pc:sldMkLst>
          <pc:docMk/>
          <pc:sldMk cId="409091042" sldId="257"/>
        </pc:sldMkLst>
        <pc:spChg chg="mod">
          <ac:chgData name="Garima Sharma" userId="c5ca40beb9a8554c" providerId="LiveId" clId="{2265D429-760C-4FF0-9653-4AF4BA9B0970}" dt="2026-09-09T11:06:09.948" v="0" actId="20577"/>
          <ac:spMkLst>
            <pc:docMk/>
            <pc:sldMk cId="409091042" sldId="257"/>
            <ac:spMk id="13" creationId="{BD29E7BA-5212-4C0E-85C4-E1F4F622A7D5}"/>
          </ac:spMkLst>
        </pc:spChg>
        <pc:spChg chg="mod">
          <ac:chgData name="Garima Sharma" userId="c5ca40beb9a8554c" providerId="LiveId" clId="{2265D429-760C-4FF0-9653-4AF4BA9B0970}" dt="2026-09-09T11:06:09.978" v="2" actId="20577"/>
          <ac:spMkLst>
            <pc:docMk/>
            <pc:sldMk cId="409091042" sldId="257"/>
            <ac:spMk id="17" creationId="{D616519A-881D-4E89-8696-C371EFB64986}"/>
          </ac:spMkLst>
        </pc:spChg>
        <pc:spChg chg="mod">
          <ac:chgData name="Garima Sharma" userId="c5ca40beb9a8554c" providerId="LiveId" clId="{2265D429-760C-4FF0-9653-4AF4BA9B0970}" dt="2026-09-09T11:06:10.008" v="4" actId="20577"/>
          <ac:spMkLst>
            <pc:docMk/>
            <pc:sldMk cId="409091042" sldId="257"/>
            <ac:spMk id="21" creationId="{0C3FB7D5-7987-43D1-8AC3-38F7110CA319}"/>
          </ac:spMkLst>
        </pc:spChg>
      </pc:sldChg>
      <pc:sldChg chg="modSp mod modAnim">
        <pc:chgData name="Garima Sharma" userId="c5ca40beb9a8554c" providerId="LiveId" clId="{2265D429-760C-4FF0-9653-4AF4BA9B0970}" dt="2026-09-09T11:06:10.110" v="11"/>
        <pc:sldMkLst>
          <pc:docMk/>
          <pc:sldMk cId="1083064109" sldId="258"/>
        </pc:sldMkLst>
        <pc:spChg chg="mod">
          <ac:chgData name="Garima Sharma" userId="c5ca40beb9a8554c" providerId="LiveId" clId="{2265D429-760C-4FF0-9653-4AF4BA9B0970}" dt="2026-09-09T11:06:10.085" v="6" actId="20577"/>
          <ac:spMkLst>
            <pc:docMk/>
            <pc:sldMk cId="1083064109" sldId="258"/>
            <ac:spMk id="12" creationId="{E38B3A1D-A16E-4022-BEB6-E5C3261C7183}"/>
          </ac:spMkLst>
        </pc:spChg>
        <pc:spChg chg="mod">
          <ac:chgData name="Garima Sharma" userId="c5ca40beb9a8554c" providerId="LiveId" clId="{2265D429-760C-4FF0-9653-4AF4BA9B0970}" dt="2026-09-09T11:06:10.096" v="8" actId="20577"/>
          <ac:spMkLst>
            <pc:docMk/>
            <pc:sldMk cId="1083064109" sldId="258"/>
            <ac:spMk id="13" creationId="{B126AFA3-CC5F-421C-BCC6-010043CFCFAD}"/>
          </ac:spMkLst>
        </pc:spChg>
        <pc:spChg chg="mod">
          <ac:chgData name="Garima Sharma" userId="c5ca40beb9a8554c" providerId="LiveId" clId="{2265D429-760C-4FF0-9653-4AF4BA9B0970}" dt="2026-09-09T11:06:10.109" v="10" actId="20577"/>
          <ac:spMkLst>
            <pc:docMk/>
            <pc:sldMk cId="1083064109" sldId="258"/>
            <ac:spMk id="14" creationId="{477A5F88-DD74-4B54-9216-6C0AFCF37450}"/>
          </ac:spMkLst>
        </pc:spChg>
      </pc:sldChg>
      <pc:sldChg chg="modSp mod modAnim">
        <pc:chgData name="Garima Sharma" userId="c5ca40beb9a8554c" providerId="LiveId" clId="{2265D429-760C-4FF0-9653-4AF4BA9B0970}" dt="2026-09-09T11:06:10.210" v="17"/>
        <pc:sldMkLst>
          <pc:docMk/>
          <pc:sldMk cId="738318313" sldId="259"/>
        </pc:sldMkLst>
        <pc:spChg chg="mod">
          <ac:chgData name="Garima Sharma" userId="c5ca40beb9a8554c" providerId="LiveId" clId="{2265D429-760C-4FF0-9653-4AF4BA9B0970}" dt="2026-09-09T11:06:10.173" v="12" actId="20577"/>
          <ac:spMkLst>
            <pc:docMk/>
            <pc:sldMk cId="738318313" sldId="259"/>
            <ac:spMk id="14" creationId="{6357D4BB-043B-408A-BF51-9ADAEF1FD008}"/>
          </ac:spMkLst>
        </pc:spChg>
        <pc:spChg chg="mod">
          <ac:chgData name="Garima Sharma" userId="c5ca40beb9a8554c" providerId="LiveId" clId="{2265D429-760C-4FF0-9653-4AF4BA9B0970}" dt="2026-09-09T11:06:10.190" v="14" actId="20577"/>
          <ac:spMkLst>
            <pc:docMk/>
            <pc:sldMk cId="738318313" sldId="259"/>
            <ac:spMk id="18" creationId="{550C49FF-4195-4BB4-B52B-AC38AACF0D63}"/>
          </ac:spMkLst>
        </pc:spChg>
        <pc:spChg chg="mod">
          <ac:chgData name="Garima Sharma" userId="c5ca40beb9a8554c" providerId="LiveId" clId="{2265D429-760C-4FF0-9653-4AF4BA9B0970}" dt="2026-09-09T11:06:10.209" v="16" actId="20577"/>
          <ac:spMkLst>
            <pc:docMk/>
            <pc:sldMk cId="738318313" sldId="259"/>
            <ac:spMk id="22" creationId="{9D193BA6-549F-4F69-A707-0137F515DFA1}"/>
          </ac:spMkLst>
        </pc:spChg>
      </pc:sldChg>
      <pc:sldChg chg="modSp mod modAnim">
        <pc:chgData name="Garima Sharma" userId="c5ca40beb9a8554c" providerId="LiveId" clId="{2265D429-760C-4FF0-9653-4AF4BA9B0970}" dt="2026-09-09T11:06:10.284" v="23"/>
        <pc:sldMkLst>
          <pc:docMk/>
          <pc:sldMk cId="1122698076" sldId="260"/>
        </pc:sldMkLst>
        <pc:spChg chg="mod">
          <ac:chgData name="Garima Sharma" userId="c5ca40beb9a8554c" providerId="LiveId" clId="{2265D429-760C-4FF0-9653-4AF4BA9B0970}" dt="2026-09-09T11:06:10.259" v="18" actId="20577"/>
          <ac:spMkLst>
            <pc:docMk/>
            <pc:sldMk cId="1122698076" sldId="260"/>
            <ac:spMk id="11" creationId="{3F11358C-595C-4A46-8ED6-3F4821E37BF6}"/>
          </ac:spMkLst>
        </pc:spChg>
        <pc:spChg chg="mod">
          <ac:chgData name="Garima Sharma" userId="c5ca40beb9a8554c" providerId="LiveId" clId="{2265D429-760C-4FF0-9653-4AF4BA9B0970}" dt="2026-09-09T11:06:10.274" v="20" actId="20577"/>
          <ac:spMkLst>
            <pc:docMk/>
            <pc:sldMk cId="1122698076" sldId="260"/>
            <ac:spMk id="13" creationId="{8AD7FF65-7A71-4A72-879C-E6A0D934ED57}"/>
          </ac:spMkLst>
        </pc:spChg>
        <pc:spChg chg="mod">
          <ac:chgData name="Garima Sharma" userId="c5ca40beb9a8554c" providerId="LiveId" clId="{2265D429-760C-4FF0-9653-4AF4BA9B0970}" dt="2026-09-09T11:06:10.283" v="22" actId="20577"/>
          <ac:spMkLst>
            <pc:docMk/>
            <pc:sldMk cId="1122698076" sldId="260"/>
            <ac:spMk id="14" creationId="{E81EB35B-7889-4943-BE93-F40B4204A676}"/>
          </ac:spMkLst>
        </pc:spChg>
      </pc:sldChg>
      <pc:sldChg chg="modSp mod modAnim">
        <pc:chgData name="Garima Sharma" userId="c5ca40beb9a8554c" providerId="LiveId" clId="{2265D429-760C-4FF0-9653-4AF4BA9B0970}" dt="2026-09-09T11:06:10.354" v="27"/>
        <pc:sldMkLst>
          <pc:docMk/>
          <pc:sldMk cId="1647899928" sldId="261"/>
        </pc:sldMkLst>
        <pc:spChg chg="mod">
          <ac:chgData name="Garima Sharma" userId="c5ca40beb9a8554c" providerId="LiveId" clId="{2265D429-760C-4FF0-9653-4AF4BA9B0970}" dt="2026-09-09T11:06:10.340" v="24" actId="20577"/>
          <ac:spMkLst>
            <pc:docMk/>
            <pc:sldMk cId="1647899928" sldId="261"/>
            <ac:spMk id="14" creationId="{744D13DC-7AFA-436F-9DD3-399DDBF9EC19}"/>
          </ac:spMkLst>
        </pc:spChg>
        <pc:spChg chg="mod">
          <ac:chgData name="Garima Sharma" userId="c5ca40beb9a8554c" providerId="LiveId" clId="{2265D429-760C-4FF0-9653-4AF4BA9B0970}" dt="2026-09-09T11:06:10.353" v="26" actId="20577"/>
          <ac:spMkLst>
            <pc:docMk/>
            <pc:sldMk cId="1647899928" sldId="261"/>
            <ac:spMk id="15" creationId="{32E91DBB-0279-4C53-BFAE-B4CB2DC9726C}"/>
          </ac:spMkLst>
        </pc:spChg>
      </pc:sldChg>
      <pc:sldChg chg="modSp mod modAnim">
        <pc:chgData name="Garima Sharma" userId="c5ca40beb9a8554c" providerId="LiveId" clId="{2265D429-760C-4FF0-9653-4AF4BA9B0970}" dt="2026-09-09T11:06:10.427" v="31"/>
        <pc:sldMkLst>
          <pc:docMk/>
          <pc:sldMk cId="1714675340" sldId="262"/>
        </pc:sldMkLst>
        <pc:spChg chg="mod">
          <ac:chgData name="Garima Sharma" userId="c5ca40beb9a8554c" providerId="LiveId" clId="{2265D429-760C-4FF0-9653-4AF4BA9B0970}" dt="2026-09-09T11:06:10.407" v="28" actId="20577"/>
          <ac:spMkLst>
            <pc:docMk/>
            <pc:sldMk cId="1714675340" sldId="262"/>
            <ac:spMk id="12" creationId="{6DA89955-DA84-46CF-9823-3F1912070B5F}"/>
          </ac:spMkLst>
        </pc:spChg>
        <pc:spChg chg="mod">
          <ac:chgData name="Garima Sharma" userId="c5ca40beb9a8554c" providerId="LiveId" clId="{2265D429-760C-4FF0-9653-4AF4BA9B0970}" dt="2026-09-09T11:06:10.425" v="30" actId="20577"/>
          <ac:spMkLst>
            <pc:docMk/>
            <pc:sldMk cId="1714675340" sldId="262"/>
            <ac:spMk id="15" creationId="{09079F75-E1C0-4221-8190-0D9CC63BC1D0}"/>
          </ac:spMkLst>
        </pc:spChg>
      </pc:sldChg>
      <pc:sldChg chg="modSp mod modAnim">
        <pc:chgData name="Garima Sharma" userId="c5ca40beb9a8554c" providerId="LiveId" clId="{2265D429-760C-4FF0-9653-4AF4BA9B0970}" dt="2026-09-09T11:06:10.514" v="37"/>
        <pc:sldMkLst>
          <pc:docMk/>
          <pc:sldMk cId="523386422" sldId="263"/>
        </pc:sldMkLst>
        <pc:spChg chg="mod">
          <ac:chgData name="Garima Sharma" userId="c5ca40beb9a8554c" providerId="LiveId" clId="{2265D429-760C-4FF0-9653-4AF4BA9B0970}" dt="2026-09-09T11:06:10.470" v="32" actId="20577"/>
          <ac:spMkLst>
            <pc:docMk/>
            <pc:sldMk cId="523386422" sldId="263"/>
            <ac:spMk id="13" creationId="{45F3390F-43DD-4CA7-823C-F1E61BEA84AD}"/>
          </ac:spMkLst>
        </pc:spChg>
        <pc:spChg chg="mod">
          <ac:chgData name="Garima Sharma" userId="c5ca40beb9a8554c" providerId="LiveId" clId="{2265D429-760C-4FF0-9653-4AF4BA9B0970}" dt="2026-09-09T11:06:10.494" v="34" actId="20577"/>
          <ac:spMkLst>
            <pc:docMk/>
            <pc:sldMk cId="523386422" sldId="263"/>
            <ac:spMk id="17" creationId="{609AC74B-A44A-47AE-B757-543155D07876}"/>
          </ac:spMkLst>
        </pc:spChg>
        <pc:spChg chg="mod">
          <ac:chgData name="Garima Sharma" userId="c5ca40beb9a8554c" providerId="LiveId" clId="{2265D429-760C-4FF0-9653-4AF4BA9B0970}" dt="2026-09-09T11:06:10.513" v="36" actId="20577"/>
          <ac:spMkLst>
            <pc:docMk/>
            <pc:sldMk cId="523386422" sldId="263"/>
            <ac:spMk id="21" creationId="{BCF4C9D4-F564-4ECF-929B-C1D14C7CF5D1}"/>
          </ac:spMkLst>
        </pc:spChg>
      </pc:sldChg>
      <pc:sldChg chg="modSp mod modAnim">
        <pc:chgData name="Garima Sharma" userId="c5ca40beb9a8554c" providerId="LiveId" clId="{2265D429-760C-4FF0-9653-4AF4BA9B0970}" dt="2026-09-09T11:06:10.610" v="43"/>
        <pc:sldMkLst>
          <pc:docMk/>
          <pc:sldMk cId="366492633" sldId="264"/>
        </pc:sldMkLst>
        <pc:spChg chg="mod">
          <ac:chgData name="Garima Sharma" userId="c5ca40beb9a8554c" providerId="LiveId" clId="{2265D429-760C-4FF0-9653-4AF4BA9B0970}" dt="2026-09-09T11:06:10.571" v="38" actId="20577"/>
          <ac:spMkLst>
            <pc:docMk/>
            <pc:sldMk cId="366492633" sldId="264"/>
            <ac:spMk id="13" creationId="{D0344251-56D7-411D-A54B-A67C16BFC5B1}"/>
          </ac:spMkLst>
        </pc:spChg>
        <pc:spChg chg="mod">
          <ac:chgData name="Garima Sharma" userId="c5ca40beb9a8554c" providerId="LiveId" clId="{2265D429-760C-4FF0-9653-4AF4BA9B0970}" dt="2026-09-09T11:06:10.593" v="40" actId="20577"/>
          <ac:spMkLst>
            <pc:docMk/>
            <pc:sldMk cId="366492633" sldId="264"/>
            <ac:spMk id="17" creationId="{C5C19C9A-0CF5-421F-A5AB-02E7F82C7040}"/>
          </ac:spMkLst>
        </pc:spChg>
        <pc:spChg chg="mod">
          <ac:chgData name="Garima Sharma" userId="c5ca40beb9a8554c" providerId="LiveId" clId="{2265D429-760C-4FF0-9653-4AF4BA9B0970}" dt="2026-09-09T11:06:10.609" v="42" actId="20577"/>
          <ac:spMkLst>
            <pc:docMk/>
            <pc:sldMk cId="366492633" sldId="264"/>
            <ac:spMk id="21" creationId="{3999FF15-8D1D-48FD-86B5-A7AFEA9A5574}"/>
          </ac:spMkLst>
        </pc:spChg>
      </pc:sldChg>
      <pc:sldChg chg="modSp mod modAnim">
        <pc:chgData name="Garima Sharma" userId="c5ca40beb9a8554c" providerId="LiveId" clId="{2265D429-760C-4FF0-9653-4AF4BA9B0970}" dt="2026-09-09T11:06:10.672" v="49"/>
        <pc:sldMkLst>
          <pc:docMk/>
          <pc:sldMk cId="600338513" sldId="265"/>
        </pc:sldMkLst>
        <pc:spChg chg="mod">
          <ac:chgData name="Garima Sharma" userId="c5ca40beb9a8554c" providerId="LiveId" clId="{2265D429-760C-4FF0-9653-4AF4BA9B0970}" dt="2026-09-09T11:06:10.652" v="44" actId="20577"/>
          <ac:spMkLst>
            <pc:docMk/>
            <pc:sldMk cId="600338513" sldId="265"/>
            <ac:spMk id="11" creationId="{FA9025C7-9E26-42DA-A372-5FB9C9B40D55}"/>
          </ac:spMkLst>
        </pc:spChg>
        <pc:spChg chg="mod">
          <ac:chgData name="Garima Sharma" userId="c5ca40beb9a8554c" providerId="LiveId" clId="{2265D429-760C-4FF0-9653-4AF4BA9B0970}" dt="2026-09-09T11:06:10.661" v="46" actId="20577"/>
          <ac:spMkLst>
            <pc:docMk/>
            <pc:sldMk cId="600338513" sldId="265"/>
            <ac:spMk id="12" creationId="{5053CD26-53B5-41D4-94AC-B74BF239FDDD}"/>
          </ac:spMkLst>
        </pc:spChg>
        <pc:spChg chg="mod">
          <ac:chgData name="Garima Sharma" userId="c5ca40beb9a8554c" providerId="LiveId" clId="{2265D429-760C-4FF0-9653-4AF4BA9B0970}" dt="2026-09-09T11:06:10.671" v="48" actId="20577"/>
          <ac:spMkLst>
            <pc:docMk/>
            <pc:sldMk cId="600338513" sldId="265"/>
            <ac:spMk id="13" creationId="{55BD254E-B199-4D30-9977-7DF47A358C68}"/>
          </ac:spMkLst>
        </pc:spChg>
      </pc:sldChg>
      <pc:sldChg chg="modSp mod modAnim">
        <pc:chgData name="Garima Sharma" userId="c5ca40beb9a8554c" providerId="LiveId" clId="{2265D429-760C-4FF0-9653-4AF4BA9B0970}" dt="2026-09-09T11:06:10.749" v="53"/>
        <pc:sldMkLst>
          <pc:docMk/>
          <pc:sldMk cId="124021602" sldId="266"/>
        </pc:sldMkLst>
        <pc:spChg chg="mod">
          <ac:chgData name="Garima Sharma" userId="c5ca40beb9a8554c" providerId="LiveId" clId="{2265D429-760C-4FF0-9653-4AF4BA9B0970}" dt="2026-09-09T11:06:10.733" v="50" actId="20577"/>
          <ac:spMkLst>
            <pc:docMk/>
            <pc:sldMk cId="124021602" sldId="266"/>
            <ac:spMk id="16" creationId="{E68B6460-EF20-4952-AA98-BA0792A5F611}"/>
          </ac:spMkLst>
        </pc:spChg>
        <pc:spChg chg="mod">
          <ac:chgData name="Garima Sharma" userId="c5ca40beb9a8554c" providerId="LiveId" clId="{2265D429-760C-4FF0-9653-4AF4BA9B0970}" dt="2026-09-09T11:06:10.744" v="52" actId="20577"/>
          <ac:spMkLst>
            <pc:docMk/>
            <pc:sldMk cId="124021602" sldId="266"/>
            <ac:spMk id="17" creationId="{0ED11221-4708-441B-89A3-261E79B10826}"/>
          </ac:spMkLst>
        </pc:spChg>
      </pc:sldChg>
      <pc:sldChg chg="modSp mod modAnim">
        <pc:chgData name="Garima Sharma" userId="c5ca40beb9a8554c" providerId="LiveId" clId="{2265D429-760C-4FF0-9653-4AF4BA9B0970}" dt="2026-09-09T11:06:10.844" v="59"/>
        <pc:sldMkLst>
          <pc:docMk/>
          <pc:sldMk cId="1560729330" sldId="267"/>
        </pc:sldMkLst>
        <pc:spChg chg="mod">
          <ac:chgData name="Garima Sharma" userId="c5ca40beb9a8554c" providerId="LiveId" clId="{2265D429-760C-4FF0-9653-4AF4BA9B0970}" dt="2026-09-09T11:06:10.807" v="54" actId="20577"/>
          <ac:spMkLst>
            <pc:docMk/>
            <pc:sldMk cId="1560729330" sldId="267"/>
            <ac:spMk id="13" creationId="{4A980629-658A-4ADE-893F-ECE39ED2A8D7}"/>
          </ac:spMkLst>
        </pc:spChg>
        <pc:spChg chg="mod">
          <ac:chgData name="Garima Sharma" userId="c5ca40beb9a8554c" providerId="LiveId" clId="{2265D429-760C-4FF0-9653-4AF4BA9B0970}" dt="2026-09-09T11:06:10.827" v="56" actId="20577"/>
          <ac:spMkLst>
            <pc:docMk/>
            <pc:sldMk cId="1560729330" sldId="267"/>
            <ac:spMk id="17" creationId="{D2CB1D9E-B44E-4F6B-A71C-9D96CF2A44E8}"/>
          </ac:spMkLst>
        </pc:spChg>
        <pc:spChg chg="mod">
          <ac:chgData name="Garima Sharma" userId="c5ca40beb9a8554c" providerId="LiveId" clId="{2265D429-760C-4FF0-9653-4AF4BA9B0970}" dt="2026-09-09T11:06:10.843" v="58" actId="20577"/>
          <ac:spMkLst>
            <pc:docMk/>
            <pc:sldMk cId="1560729330" sldId="267"/>
            <ac:spMk id="21" creationId="{500BF11C-18E3-4168-9187-70CF4E773D8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n = 8. | Identify brackets and multiplication or division before calculating. | Undo the outer multiplication first, then undo the addition inside the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Solve 6 x (n + 5) = 72. Answer: n =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n =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Undo the outer multiplication first, then undo the addition inside the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n = 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n = 10..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Examples include 5 x (4 + 3) + 1 and 40 - 4.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n =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n = 10. | Undo the outer multiplication first, then undo the addition inside the brackets.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2B2DEA8-CDBD-43A4-804A-03665B460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E8A121-C3DD-421E-ADAE-BD3F5ADFE60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E87D6B-89F2-4921-8286-584DEA6356C7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6BE9DB-594D-4460-9F29-5AE2E9F05FE9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3C23C0-0B06-48EA-9936-4D5037EE0AE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42C274-B882-43C6-8F5A-B8D2C9C65B5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F3AE61-103B-43B9-98B1-4C2494D1B65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F315-ED5C-46C2-B35C-398ABF175223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and structure to find missing values.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AF556E-43AB-4CF7-AC3C-A6F84848BA3B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786E9B-B4A9-4B16-B425-584B3E77E82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64F58E-4156-419D-9AED-56500BE08C8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38521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798FFDF-1CCC-48BF-9DBF-2032717915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1ED021-19F4-4642-A993-D3560DE6A9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2189892-BDB1-42F6-8534-1F5052F58B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44A68D-D135-47CC-9FFB-6735C4BFDEE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9072CC-7C8D-47EE-8E26-9350E39BDDB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1B8C70-CCBD-4049-8244-DC8CBA22D59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AB72B9-2078-4B99-A678-5D6C1D72FB9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535692-4C34-46E1-B7A2-247B4EEE3FE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9011CE-BD5F-480E-B61A-9F5FDA27BF5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065C68D-9DE7-4B9B-8E0A-A246CB8065D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474AE3-7EAD-43F2-8927-86E32C162AE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AD21F3-0EF3-403B-8446-AAF39C01B47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29E7BA-5212-4C0E-85C4-E1F4F622A7D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FDB763-F032-4524-B731-0BA454F70A7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94F885D-F9AB-4217-ACA3-7EBF0214C82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25E5C5-784E-4F99-9889-A4B37C282CD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16519A-881D-4E89-8696-C371EFB6498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A4A8923-27D5-4DE9-8C4C-42D67D5E347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8FE09C3-AA4D-4EEE-BD15-64DC403CB2D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796F312-7D47-4F38-B873-A3A67467164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C3FB7D5-7987-43D1-8AC3-38F7110CA31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6 x (n + 5) = 72.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412284-7B0A-48BA-B035-D56025394FE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09091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61CF9DA-53D9-4F73-9F95-FBC394ADDD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326F00-6ACB-4CE1-B81E-CDC624DF1CB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E50CEF-7060-4C7F-B7D1-84A53E85DD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D99D5C-4645-41B3-A2C3-DE99ECF6EFD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1BE294-72B4-4BAA-92DB-0660E09A2CB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EE51CB-5B2C-42B9-83B8-C788CCC1743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891B88-D1CF-4657-BC62-C34535D62DB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E3BAB7-4BDF-4EBF-8DA8-9B59580BE5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4A5D3B-5894-4491-B09E-D83D55DE1D2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5C292A-E7BF-4870-8BAA-2F7FFCA5185D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and structure to find missing values.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ABEB45-762F-4E34-9F7B-32CCB4F9D4C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8B3A1D-A16E-4022-BEB6-E5C3261C7183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26AFA3-CC5F-421C-BCC6-010043CFCFA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7A5F88-DD74-4B54-9216-6C0AFCF37450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B960A3-9491-4140-B875-BA2824AB0547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083064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A5F768E-322D-4732-B636-F15916FC15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25D49B-28B2-4272-8DD1-36B26E7B93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DB3B76D-4724-43E1-A44C-2A94AD3A83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3CE947-E6D9-40C2-B9B3-C8A27CB637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FFD8D2-CE55-4B5B-B09E-F76D13D3D28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B3849B-6D0D-496C-9FD4-A416A3D4505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D3683B-C52C-48BB-A3C3-D9832378F11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F40A00-789E-49CC-B535-4E5AB1E6DA4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AFB6FA-70E4-41D3-9F23-D24870423B7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8AEF37-87CB-4A99-B88E-F22ACF0DD17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 x (n + 5) = 72.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94CE69-71F9-4291-A748-F520B2663E9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5CE2181-7BB2-499A-86D0-AEFB181D6C1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12D3E4-EA90-4D44-A3F0-587CE492B044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57D4BB-043B-408A-BF51-9ADAEF1FD00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202C32-673C-4C27-A951-68A7BFF335E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2B15D7C-D184-4C78-9F57-41D5D3D31DC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EAE4A7-373E-44F3-BB79-3E8F108A52D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0C49FF-4195-4BB4-B52B-AC38AACF0D6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344A6-AC2E-4286-96C6-DE0E4DEF65A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2D3C4AB-8FEE-4EED-9091-B9DF7F023A2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E6F0F4-BAEC-4799-916C-2C15272DBB68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D193BA6-549F-4F69-A707-0137F515DFA1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8318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B03F601-239C-46C9-B308-2DA7F34BB1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D36155-49B6-4870-BBEE-A84DEAAB8F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457DB7A-8BA8-4A21-9C02-206E10E1F3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A57AD0-707E-440F-8E7E-3DA6789D494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332886-C927-4D71-B935-4D8CC08B045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443B27-E024-477D-9242-A3D79AB1E26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AC6966-8C89-4E0E-AE26-EEEFEA0CA9C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A2124C-327C-4D01-BC0A-7FC34C7A949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8CBB02-7AAA-4941-8D6B-E51DD989F10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9D0468-71C5-41FA-9302-4C6125DAEE7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11358C-595C-4A46-8ED6-3F4821E37BF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 = 7.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BE80D2-FAEE-4D8A-A37D-896BE68C67F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D7FF65-7A71-4A72-879C-E6A0D934ED57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EB35B-7889-4943-BE93-F40B4204A67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2269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5781DB4-1A54-426D-BE8B-DC09C04144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1AAF3F-9893-4F5D-81D7-6612A6918AC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2E527A-07EF-4237-863D-8FC309A8326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10D5BC-77F6-4ADE-83AA-49152B45B43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3D7D0A-A145-49E2-814B-F705FA6C4E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0C2D3-BD38-430F-AEF5-290D39E4E4C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762B7F-B509-4585-9201-ECADA56F928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6D4928-C5C4-4EF2-BEDE-140D9DAA158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7D179C-5E7C-4CB0-ACBD-9D6755290B7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3916C2-5B32-483B-B48A-FB7FD075DCB1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4050CB-FB79-4DA5-8AEA-7A0F8794EDF4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E0295F-DAEF-472B-937E-937C8FB3C13C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C4B513-D3C7-4F97-90DD-061DB509480B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4D13DC-7AFA-436F-9DD3-399DDBF9EC1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E91DBB-0279-4C53-BFAE-B4CB2DC9726C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n = 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7899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7784AE8-C0CA-4BCA-ACB4-D87F0A358A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1EFB42-0D2A-4B4D-AFCC-DC1E9DD17E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B787EC7-DB2B-451F-AD9C-FDB147638CC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B0875-0F57-4EE9-BB6A-6623B4B128B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35C61D-5DB1-426A-A26D-CC16ED33C35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526371-4632-4857-BFF1-6F4C0715FF5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2C4A97-3698-4EFB-AFC3-AB594D000C1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B7D48D-0402-4A5A-8F94-0632F8741DE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329999-185C-4BD4-B984-2995B59F7FB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DB82FD1-6AC5-42CE-9B59-055325716FAC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A89955-DA84-46CF-9823-3F1912070B5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72 by 6 but forgets to subtract the 5 inside the brackets.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305582-C3E8-4AD3-B61D-5258F272749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C03A7-5281-46AE-8B59-ED5D095CB80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9F75-E1C0-4221-8190-0D9CC63BC1D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Undo the outer multiplication first, then undo the addition inside the brackets.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4675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641402B-DD3E-422E-83BE-8653B91BAF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6D23E6-706D-4050-906C-E98A0BE09A7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E011DB-27C7-467E-BC26-21F42D36CA6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9AD5AB-FF56-401B-8996-CAD4F02FC23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4CF13F-5CE0-4BB9-BF0E-B97366C5491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427DBE-64E8-43AB-8D78-07AADE45B02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54FEAF-74B1-4F4F-B84D-047A5842BEE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0EE2F5-044C-412A-9D09-0E7AC9BADE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ECEB49-EB83-45DE-B44B-C3A97366160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16EFC6-E077-428C-832A-F9D89F4D1D1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F059AA-612A-4827-9109-26BD78FAD00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C89E6F-E001-418C-A527-C78AE34F2A0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F3390F-43DD-4CA7-823C-F1E61BEA84A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BFB089-8A2A-4B41-AF4A-245E0C559DC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D4B705-7465-4769-ACDC-48AD54098A4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A08E47-D756-4C2E-B731-E5902769CEF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9AC74B-A44A-47AE-B757-543155D0787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5AA9D5-9454-4BEC-89D0-ADAC0AFC3A5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711F49F-FC81-4D30-B626-83876E11F5A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09AF75E-4F43-4579-8B3B-E4792F5A350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F4C9D4-F564-4ECF-929B-C1D14C7CF5D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n = 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D1F3FC-C0B5-4852-B304-13B9D5CEA74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2338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61D70E8-8E88-469F-BDC6-2B82C7006A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3BF745-EADF-4FE8-9914-ED807E3AE5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0464EC-A099-4BB9-B415-CEB5F7B115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FAC401-99D3-49B3-953F-BE8FC2E76EE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72CC8A-3C09-43ED-842B-472FCF2B888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688AE5-F43A-4662-A33A-91F3D701368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75571B-B996-4B50-9970-A5426DEF03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BD03FC-9477-4A90-AD9C-325B13DEEDA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8151C6-17F2-425F-A144-9E1B58B1C08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A91B804-4E37-4170-99C2-9D2C3542A30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3846B4A-6B12-4CBB-BA9C-5B19349A5EA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F65434-30F4-4144-8611-9F7821D2CA4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344251-56D7-411D-A54B-A67C16BFC5B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E5F965-93E3-4FCE-A6F6-370D1085DE1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356F514-3735-415B-AA23-DD2CF45C26F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E78012-78D1-42C2-89B5-C8A9DF10CBD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5C19C9A-0CF5-421F-A5AB-02E7F82C704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0608DF4-EF55-4C1C-A79B-D0665C63C98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090F9AB-3C5C-481B-862A-B1105B1DBDB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8A3C3B-83B5-4D65-BBD1-E31A97B6230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99FF15-8D1D-48FD-86B5-A7AFEA9A557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49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82CD811-E2CE-4A84-93DE-C3DDD7911A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F1F3E1-791C-41F3-9DED-D517B643C96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82FFBA-48F6-4761-AD8F-6D49077D54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ADE442-668B-48D9-909F-AB686DF58FB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B0B933-B2E7-4A21-B667-AADC2FAF1B1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E1B749-4D0B-4D7B-9591-8DE848A5AE1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B06FB8-0400-4DCE-8A28-9A10FA3E309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539EE0-181F-4820-860F-2FE3CF5B7C8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014EC8-93D9-4EDC-BF52-407D261FE5E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98CDFD-D00E-4309-B60F-91E96A8074A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expressions using n = 4 that both equal 36.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9025C7-9E26-42DA-A372-5FB9C9B40D55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53CD26-53B5-41D4-94AC-B74BF239FDDD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BD254E-B199-4D30-9977-7DF47A358C68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Examples include 5 x (4 + 3) + 1 and 40 - 4.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33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3538807-E73F-4F3D-89F9-B84DA538F3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1DB102-1979-42DA-8D31-A9CD4F9C65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280FD5A-25DD-42CE-A0AC-581A736970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0553A-6A1F-4606-B54E-6FD7E0F3DE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1C3DF9-89A8-47EA-B90E-81308130079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699D2-77F6-4A6F-8D9B-D33387749AE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2D0383-9E1F-4258-BE8D-184B0D0982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818F72-CD34-4C4F-8C2B-489AC0D6A32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3B046E-1338-42C5-BB25-818A5BF2A7D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4E4A03-FE12-49CD-936B-D88DE9B8E855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5236CD3-45D6-443E-908C-4A4A71792428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5A3416-D9A3-4DE6-A437-5ACEAF9F1225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8329AD-CFAF-46C0-BF07-554A38914680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234F7E-400D-4E8C-B51F-9A69EE2D817F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F5D231-06DC-42D8-9B57-A2D115CC5079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8B6460-EF20-4952-AA98-BA0792A5F611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 = 10.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D11221-4708-441B-89A3-261E79B10826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B8922B1-E5B9-43C2-9E78-35C8A9A000F7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4021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36E94A6-CD22-4918-ADB2-36D488CEFE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E76D95-55D3-4B4B-B4D8-D1609DF02E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F458856-98B9-4138-BAA2-A60268CE44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E9E405-5BC1-40C9-8D86-DFABAAF440D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ADDB45-C593-4F5F-9042-AC135E18219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49CEF6-A0EB-43A7-8161-9CCA6908171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145A7B-6AF6-410C-8A3A-7B62EFE726B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DEB1D5-7181-4741-B1FA-31D4A8F5E81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1D81C9-18C3-4F97-AF3C-C04D39E1D93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2ED321-DCC8-4F27-9B41-D02E7B95F68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1A810E7-8513-45E8-A3AB-70841935A11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146EA6-A78D-41CC-A436-F127A3293D9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980629-658A-4ADE-893F-ECE39ED2A8D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pt-BR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428CDD1-360A-480C-9C82-4F5957BE817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0A09A5D-B2EB-424B-B7BD-CCF7A03CA52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C0C6D7-0057-41B3-BEBE-CB93A40918C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CB1D9E-B44E-4F6B-A71C-9D96CF2A44E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72 by 6 but forgets to subtract the 5 inside the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5BEEB62-8CE3-48D6-89A5-1BC1F1270B2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835B56B-4620-4A03-99E2-532B337FA05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5ED188-033C-45AB-8D56-3150226C601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0BF11C-18E3-4168-9187-70CF4E773D8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1A00FA-9EE0-457F-AA5E-76652888EB6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60729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1162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2026-09-09T10:56:35Z</dcterms:created>
  <dcterms:modified xsi:type="dcterms:W3CDTF">2026-09-09T11:06:10Z</dcterms:modified>
</cp:coreProperties>
</file>