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e8576266a2d498b" /><Relationship Type="http://schemas.openxmlformats.org/officeDocument/2006/relationships/extended-properties" Target="/docProps/app.xml" Id="R8b0f71e5a5d34d9e" /><Relationship Type="http://schemas.openxmlformats.org/officeDocument/2006/relationships/officeDocument" Target="/ppt/presentation.xml" Id="R4d72f80e2b8044a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89856df34fc4cfa"/>
  </p:sldMasterIdLst>
  <p:notesMasterIdLst>
    <p:notesMasterId xmlns:r="http://schemas.openxmlformats.org/officeDocument/2006/relationships" r:id="R17dc59744d844d1d"/>
  </p:notesMasterIdLst>
  <p:sldIdLst>
    <p:sldId xmlns:r="http://schemas.openxmlformats.org/officeDocument/2006/relationships" id="256" r:id="R49f6fbd34a264dc3"/>
    <p:sldId xmlns:r="http://schemas.openxmlformats.org/officeDocument/2006/relationships" id="257" r:id="R1e11c57b839e4c67"/>
    <p:sldId xmlns:r="http://schemas.openxmlformats.org/officeDocument/2006/relationships" id="258" r:id="R0cfc945edb164e9a"/>
    <p:sldId xmlns:r="http://schemas.openxmlformats.org/officeDocument/2006/relationships" id="259" r:id="Rdc959efbfa634733"/>
    <p:sldId xmlns:r="http://schemas.openxmlformats.org/officeDocument/2006/relationships" id="260" r:id="R1e6b27dc36424a3a"/>
    <p:sldId xmlns:r="http://schemas.openxmlformats.org/officeDocument/2006/relationships" id="261" r:id="R768352b96e424811"/>
    <p:sldId xmlns:r="http://schemas.openxmlformats.org/officeDocument/2006/relationships" id="262" r:id="Rbfe53719e5874ef3"/>
    <p:sldId xmlns:r="http://schemas.openxmlformats.org/officeDocument/2006/relationships" id="263" r:id="R088d804730944d14"/>
    <p:sldId xmlns:r="http://schemas.openxmlformats.org/officeDocument/2006/relationships" id="264" r:id="R8f526e688b8a4eea"/>
    <p:sldId xmlns:r="http://schemas.openxmlformats.org/officeDocument/2006/relationships" id="265" r:id="R51b29991b4c04d9f"/>
    <p:sldId xmlns:r="http://schemas.openxmlformats.org/officeDocument/2006/relationships" id="266" r:id="Rcaf6b575b9c44df7"/>
    <p:sldId xmlns:r="http://schemas.openxmlformats.org/officeDocument/2006/relationships" id="267" r:id="R1d8b19dc96ec44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183b37292aa4ab9" /><Relationship Type="http://schemas.openxmlformats.org/officeDocument/2006/relationships/slideMaster" Target="/ppt/slideMasters/slideMaster1.xml" Id="R089856df34fc4cfa" /><Relationship Type="http://schemas.openxmlformats.org/officeDocument/2006/relationships/notesMaster" Target="/ppt/notesMasters/notesMaster1.xml" Id="R17dc59744d844d1d" /><Relationship Type="http://schemas.openxmlformats.org/officeDocument/2006/relationships/presProps" Target="/ppt/presProps.xml" Id="R9444647799d94d98" /><Relationship Type="http://schemas.openxmlformats.org/officeDocument/2006/relationships/tableStyles" Target="/ppt/tableStyles.xml" Id="R035bc99fa9c44ceb" /><Relationship Type="http://schemas.openxmlformats.org/officeDocument/2006/relationships/slide" Target="/ppt/slides/slide1.xml" Id="R49f6fbd34a264dc3" /><Relationship Type="http://schemas.openxmlformats.org/officeDocument/2006/relationships/slide" Target="/ppt/slides/slide2.xml" Id="R1e11c57b839e4c67" /><Relationship Type="http://schemas.openxmlformats.org/officeDocument/2006/relationships/slide" Target="/ppt/slides/slide3.xml" Id="R0cfc945edb164e9a" /><Relationship Type="http://schemas.openxmlformats.org/officeDocument/2006/relationships/slide" Target="/ppt/slides/slide4.xml" Id="Rdc959efbfa634733" /><Relationship Type="http://schemas.openxmlformats.org/officeDocument/2006/relationships/slide" Target="/ppt/slides/slide5.xml" Id="R1e6b27dc36424a3a" /><Relationship Type="http://schemas.openxmlformats.org/officeDocument/2006/relationships/slide" Target="/ppt/slides/slide6.xml" Id="R768352b96e424811" /><Relationship Type="http://schemas.openxmlformats.org/officeDocument/2006/relationships/slide" Target="/ppt/slides/slide7.xml" Id="Rbfe53719e5874ef3" /><Relationship Type="http://schemas.openxmlformats.org/officeDocument/2006/relationships/slide" Target="/ppt/slides/slide8.xml" Id="R088d804730944d14" /><Relationship Type="http://schemas.openxmlformats.org/officeDocument/2006/relationships/slide" Target="/ppt/slides/slide9.xml" Id="R8f526e688b8a4eea" /><Relationship Type="http://schemas.openxmlformats.org/officeDocument/2006/relationships/slide" Target="/ppt/slides/slide10.xml" Id="R51b29991b4c04d9f" /><Relationship Type="http://schemas.openxmlformats.org/officeDocument/2006/relationships/slide" Target="/ppt/slides/slide11.xml" Id="Rcaf6b575b9c44df7" /><Relationship Type="http://schemas.openxmlformats.org/officeDocument/2006/relationships/slide" Target="/ppt/slides/slide12.xml" Id="R1d8b19dc96ec44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bcb9880d16e453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5cb5dae6dc42eb" /><Relationship Type="http://schemas.openxmlformats.org/officeDocument/2006/relationships/notesMaster" Target="/ppt/notesMasters/notesMaster1.xml" Id="R4a6e1ac32e3348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20dbb9d52d4cc2" /><Relationship Type="http://schemas.openxmlformats.org/officeDocument/2006/relationships/notesMaster" Target="/ppt/notesMasters/notesMaster1.xml" Id="Re53ee7799a5646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c1f93d9994437e" /><Relationship Type="http://schemas.openxmlformats.org/officeDocument/2006/relationships/notesMaster" Target="/ppt/notesMasters/notesMaster1.xml" Id="R8313361e13ce4cc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165b9d18f44fe1" /><Relationship Type="http://schemas.openxmlformats.org/officeDocument/2006/relationships/notesMaster" Target="/ppt/notesMasters/notesMaster1.xml" Id="Rd52aae596b2844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0c4c4c436d5488e" /><Relationship Type="http://schemas.openxmlformats.org/officeDocument/2006/relationships/notesMaster" Target="/ppt/notesMasters/notesMaster1.xml" Id="Rd77724c5efd34a6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86fe8096764967" /><Relationship Type="http://schemas.openxmlformats.org/officeDocument/2006/relationships/notesMaster" Target="/ppt/notesMasters/notesMaster1.xml" Id="R7901f4863c84454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8d04e71e4c746ae" /><Relationship Type="http://schemas.openxmlformats.org/officeDocument/2006/relationships/notesMaster" Target="/ppt/notesMasters/notesMaster1.xml" Id="Ra596151602ec4f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42fba98e76f4fa2" /><Relationship Type="http://schemas.openxmlformats.org/officeDocument/2006/relationships/notesMaster" Target="/ppt/notesMasters/notesMaster1.xml" Id="R548f16e566584de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78f4fb9e3043c1" /><Relationship Type="http://schemas.openxmlformats.org/officeDocument/2006/relationships/notesMaster" Target="/ppt/notesMasters/notesMaster1.xml" Id="R03efaad86540471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af6e005b3c449a" /><Relationship Type="http://schemas.openxmlformats.org/officeDocument/2006/relationships/notesMaster" Target="/ppt/notesMasters/notesMaster1.xml" Id="R5353b297a76948b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1968782f4404e4f" /><Relationship Type="http://schemas.openxmlformats.org/officeDocument/2006/relationships/notesMaster" Target="/ppt/notesMasters/notesMaster1.xml" Id="R26ba0de27d8741d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f63a1bdea14cd2" /><Relationship Type="http://schemas.openxmlformats.org/officeDocument/2006/relationships/notesMaster" Target="/ppt/notesMasters/notesMaster1.xml" Id="Rbdec24e4d7a64d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Operation cards, bracket cards, mini whiteboards, four-function examples.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n = 8. | Identify brackets and multiplication or division before calculating. | Undo the outer multiplication first, then undo the addition inside the brackets.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operation, expression, brackets, order, inverse, equivalent.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n =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n =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Undo the outer multiplication first, then undo the addition inside the brackets.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n = 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n = 10..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Examples include 5 x (4 + 3) + 1 and 40 - 4.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n = 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n = 10. | Undo the outer multiplication first, then undo the addition inside the brackets.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6013de260d4f2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e1181bd36c44ed2" /><Relationship Type="http://schemas.openxmlformats.org/officeDocument/2006/relationships/slideLayout" Target="/ppt/slideLayouts/slideLayout1.xml" Id="Rd56ad484750a44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6ad484750a44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e07a1e28b4a02" /><Relationship Type="http://schemas.openxmlformats.org/officeDocument/2006/relationships/notesSlide" Target="/ppt/notesSlides/notesSlide1.xml" Id="Rad7a8cc4eabb40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ddac8f8bae4cbb" /><Relationship Type="http://schemas.openxmlformats.org/officeDocument/2006/relationships/notesSlide" Target="/ppt/notesSlides/notesSlide2.xml" Id="R1906c3e55ca744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e2b978f5a64c47" /><Relationship Type="http://schemas.openxmlformats.org/officeDocument/2006/relationships/notesSlide" Target="/ppt/notesSlides/notesSlide3.xml" Id="R0f0aebbbe69641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b5e3e74df749ba" /><Relationship Type="http://schemas.openxmlformats.org/officeDocument/2006/relationships/notesSlide" Target="/ppt/notesSlides/notesSlide4.xml" Id="R3da98b078be44a3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4e4885b7514b84" /><Relationship Type="http://schemas.openxmlformats.org/officeDocument/2006/relationships/notesSlide" Target="/ppt/notesSlides/notesSlide5.xml" Id="Rd59c5f794b4d48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9ff92fcb04ddd" /><Relationship Type="http://schemas.openxmlformats.org/officeDocument/2006/relationships/notesSlide" Target="/ppt/notesSlides/notesSlide6.xml" Id="R919a69cf29cd458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48c945ddf74b6d" /><Relationship Type="http://schemas.openxmlformats.org/officeDocument/2006/relationships/image" Target="/ppt/media/image.png" Id="R8b5cba0d9faf4780" /><Relationship Type="http://schemas.openxmlformats.org/officeDocument/2006/relationships/notesSlide" Target="/ppt/notesSlides/notesSlide7.xml" Id="R9146dd4b08d345a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e87a7499854eb8" /><Relationship Type="http://schemas.openxmlformats.org/officeDocument/2006/relationships/notesSlide" Target="/ppt/notesSlides/notesSlide8.xml" Id="R2582398794404f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08e9fb28b946ee" /><Relationship Type="http://schemas.openxmlformats.org/officeDocument/2006/relationships/notesSlide" Target="/ppt/notesSlides/notesSlide9.xml" Id="Rca034f1138ad466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cda5a4c1864372" /><Relationship Type="http://schemas.openxmlformats.org/officeDocument/2006/relationships/notesSlide" Target="/ppt/notesSlides/notesSlide10.xml" Id="Rf6fb8aab7b024d7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c26f1835784eb1" /><Relationship Type="http://schemas.openxmlformats.org/officeDocument/2006/relationships/notesSlide" Target="/ppt/notesSlides/notesSlide11.xml" Id="Rf7d0cf56d0bf418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e8b52b45ba4a70" /><Relationship Type="http://schemas.openxmlformats.org/officeDocument/2006/relationships/notesSlide" Target="/ppt/notesSlides/notesSlide12.xml" Id="R2e84d21882cb43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9E1672-2FAC-4D31-9A90-770AA1A2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A1E9C5-7B71-4484-9B31-3D6E4A63C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D335D6-80E7-4495-B577-850B7D4E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E098BC-1DB8-415F-BBB7-366B284F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1CD7DD-1FE1-4882-A4F5-066B61AE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D9BA6D-BEA5-44DD-BE0D-4A899367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59D7A4-9D55-4D80-996E-DC699880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386652-32D5-42D5-A74E-3E0DC840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inverse operations and structure to find missing values.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B9B29D-3A12-48A4-8839-E32C7541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82C909-9AD1-4E5C-A884-B3C503A0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Operation cards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4ABF93-D53B-4EA2-9741-AF94531A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188949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797412-E5CB-4C5F-AB0A-5542325C4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3B562C-BA1A-41F9-AF4E-A50D0A7A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5AF5FD-D45E-4E4D-9140-D1B6B820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78F6BD-C6DA-418F-87BD-748C44AF1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80F242-A1A4-4440-9210-6A0541FA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5CC748-56D4-4042-B31A-BF07FD83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679C7-83D9-4AAD-8508-BB8A690B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5EE049-E728-4B52-BA97-39596F1DE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84CC97-0BEE-4A39-A8FE-2F728D589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3769ED-6CAD-4392-93B5-86AB74A9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1413B7-C775-4471-A582-5830CBA2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3A47E2-9CB0-4BBC-9CB5-A7B2EC94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4D24C7-8A8A-48C8-9C0E-D4E34F9D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accurately with the four operations and understand grouping with brackets.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A6A149-16D0-4050-8E2C-500C2970D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B22792-E9C9-45D2-BEC5-C17E274E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574289-46CE-4071-8741-D10A043C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3E8449-71EF-477E-9455-AE8C1BD4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180 / (n - 2) = 30.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44A853-880A-4B9D-B170-4FC644F5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CE3FAC-0AD4-4A9B-ABBA-A11FFA8D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CF9F18-C1A2-4E35-BBD2-2BAB304FA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B6B771-B94A-4730-A3A9-05A3444D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Solve 6 x (n + 5) = 72.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27B258-6626-4718-BDC3-7EAC6D5B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5351070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FCBEB3-7720-442E-80F5-651BE7C1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A060A6-724D-4AF9-BB35-BD853D81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78AB85-E762-4DF7-8B0C-2B56391C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6C50BA-A05E-4DC4-9DA0-4870FD1D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D3697E-6077-4AAC-88EC-5C2AABF0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80B972-22FC-46F3-A51A-BD27EEEB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032530-2E60-453E-9DC1-D1E7068A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4981C7-3338-48F1-8F26-88E229A7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3F6772-2B20-4F86-B904-3BBACBDCA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DF38ED-A494-4BB5-8D9B-4A5CC588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inverse operations and structure to find missing values.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CBEFB7-3FE8-40DE-ABC1-979A177E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DDED31-BFE3-48D8-B659-3C3AFAC35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brackets and multiplication or division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365AF8-FDEA-4E40-AED2-DE0CC024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through operations of equal priority from left to right.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8A4157-CB39-426E-BEB1-CF0ADBAE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by estimating or comparing with an equivalent expression.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D29160-DDC7-4E98-AD66-22B8BB9F6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operation  |  expression  |  brackets  |  order  |  inverse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19186319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4BE62E-DA19-44C5-A65E-802529CF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75431C-77C4-49AE-BD62-D9BE9FBC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A6F157-C9CC-4C22-9B7C-245F440A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4BCD28-6B70-4770-B913-BAB7A6FE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101BD9-A3CF-421E-9D01-B34852AA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5E6C70-CAD2-413D-96F6-B9318BEB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51C134-3060-48F6-B5BB-3B269FD1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7F1161-152E-4BA0-949B-AA498455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F89747-31C9-4DB8-85B9-ED895EAF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86E504-2465-4D96-AD3A-94E1D4B3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6 x (n + 5) = 72.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A8244C-ED3B-4225-BC77-C7437248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930175-460F-435F-81A9-F3E4822B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204625-961D-4861-A4E0-A0EE71D1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brackets and multiplication or division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7E242A-6155-475F-81AE-6866CEA7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9FECD1-F2D3-498E-AF70-55E497E1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3072E5-0219-4491-97B5-7E75D902F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Work through operations of equal priority from left to right.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F8F175-C3C8-4E94-A2D5-DB864A88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319712-CA48-425B-860C-E05A62C2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700A9B-E3BB-44BF-B6D5-E2C92C3AF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n = 7.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E9340D-BF88-446B-9863-EC37AC1D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45881C-0D5C-494C-A24B-A69E7367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1B83A2-B38A-43C7-B8E1-C47BCD53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by estimating or comparing with an equivalent expression.</a:t>
            </a:r>
          </a:p>
        </p:txBody>
      </p:sp>
    </p:spTree>
    <p:extLst>
      <p:ext uri="{BB962C8B-B14F-4D97-AF65-F5344CB8AC3E}">
        <p14:creationId xmlns:p14="http://schemas.microsoft.com/office/powerpoint/2010/main" val="3319713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102BD9-CA03-41E1-A2F7-3D1FE7E42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6AE691-821B-4757-8574-321971635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6DDAC4-5D54-4F2C-B9E1-1A5F9BCA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ACC93D-BC44-43D0-B9AF-830ECFB0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7E6EA0-A2E4-4425-BAA7-9087AB18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BBDFEF-037E-40A8-ADAE-5E776876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50623E-5384-48DA-A7D1-D345D4C1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7AB625-51A0-4E33-8370-21622615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BB59FC-D6F9-4B37-8A69-CC90BC6CC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824F94-1656-4D84-8AC8-72C2E1E0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CAE930-677E-493A-9BF1-617E01DD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 = 7.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2FFD15-710A-4D6D-9137-73FF9509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53AD54-903E-4EE1-8E81-94A339BC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by estimating or comparing with an equivalent expression.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08B3EC-41F2-4D9B-B254-E38A3A78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0192134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77EFE4-E7B0-47DF-A8E0-B209059C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9F481F-7975-4DA6-AF39-908733CFA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AB9622-8D1C-404F-B718-D56B6774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CD19B8-AFD9-4403-BE44-094A2765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125184-FA56-4BC5-A360-F8A547A0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AB208-C272-45D6-8E17-0205B57A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E4337B-CC0B-4CE3-8A53-8EB03960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4BCA4C-6494-4F84-BC2B-C6372C3D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01094-BF47-4DDE-A268-4EE3F0B6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CF4964-EA78-4994-A893-35688598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180 / (n - 2) = 30.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0E25E4-FF77-4E1E-AB21-DF0BA7DB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898B70-A33C-4CA5-96F4-8714F7F1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FA9B01-024C-4533-BD37-47CEB444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A032B8-4AF1-4251-96C3-431AE6E0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28F26C-4523-4402-BBD0-7EDA359D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n = 8.</a:t>
            </a:r>
          </a:p>
        </p:txBody>
      </p:sp>
    </p:spTree>
    <p:extLst>
      <p:ext uri="{BB962C8B-B14F-4D97-AF65-F5344CB8AC3E}">
        <p14:creationId xmlns:p14="http://schemas.microsoft.com/office/powerpoint/2010/main" val="12947775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4F29E6-5E19-4FF9-81CA-3F7DB439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18ABF8-74D8-4DE8-96A3-71E559EF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6B1A81-08F5-4F33-9017-3A2BC4DE4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6B9803-239F-4BA5-8387-CB175BE1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A40B72-71C5-4125-BA99-E3C86CF7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17CBF7-ED85-4B33-A307-31BB20D7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D853CF-20B5-4A96-8247-B89CA3AC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3452FB-7AF6-4E02-9656-E1E062A0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63E3E9-610D-4F3E-AB86-7DD1E828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5cba0d9faf478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EE83A9-08AF-41D9-8364-2F15E396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49A188-878D-48DA-BBE1-F9D13F7A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72 by 6 but forgets to subtract the 5 inside the brackets.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F23463-AD93-4743-AA80-C7FED5E9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4AC90A-CBFE-4C69-8AE9-A049A2C3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7B95E0-7EB6-4505-B543-AFACECBC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Undo the outer multiplication first, then undo the addition inside the brackets.</a:t>
            </a:r>
          </a:p>
        </p:txBody>
      </p:sp>
    </p:spTree>
    <p:extLst>
      <p:ext uri="{BB962C8B-B14F-4D97-AF65-F5344CB8AC3E}">
        <p14:creationId xmlns:p14="http://schemas.microsoft.com/office/powerpoint/2010/main" val="11018507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DC3D30-AF4D-41B8-BE88-FAE74098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25DCBF-F74E-408D-B919-A0866FC0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F21880-7588-46E1-A481-178BE803B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BB8CE2-9A96-404B-B7C9-185F5F18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24197-4272-46C6-B11E-6E2604BF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E75BB7-ACDA-4BC0-A661-614FDE3C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A0CD29-2BB3-410F-B66D-7AD72B69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8631BD-5F82-4148-B611-9EB45AB3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BEEBE5-D18A-411D-973C-750F5AF3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9FD48D-F87A-41F9-84AA-E3211F5D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B4ED56-0D0E-4278-934C-019FADEB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D7F3EA-4515-4C1C-883D-83A3DBEA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8A0D68-00C2-465D-9678-69E899B4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180 / (n - 2) = 30.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4FE952-F21D-4764-B5D0-06C9381C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2FBD04-6E67-4549-B962-BF8A4BA8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B7EB5A-CCCD-4EA2-A554-8D90FBFBB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E583B6-D8DF-48C6-9116-D5BE03BD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B41A26-9A10-488C-A2BE-66BC8CA8A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BE0B14-A59E-4399-B71F-CC910BE1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DF7DBF-4581-4F37-997A-E7F9932E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0D9CF5-C9CB-4DD1-98D5-1A5BBE3A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n = 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931DCC-98F7-4493-8169-DB599DC2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4176156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990CFE-C067-4BE8-822D-860BE605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609489-9757-49F2-9140-8C69DD5A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BFBF8A-CEC3-4C4A-BAAE-FCE01480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AA9A02-C5AC-4BE9-A96A-8C4814CB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B9CE1-DCCB-4220-AE7E-391079EE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CEA5EC-F27E-437A-B192-60E4C720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7B912E-82D4-408E-A06A-29CA0FC1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81BB62-B723-4439-8EE5-64431BF9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3AF710-F5D2-4A3F-9737-7F8DDAEAC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5A3659-950F-44E3-BB86-28BBA29D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43F997-CF9C-4A6D-A36D-83470110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91738B-FAF0-4DD8-AAE2-F3C6E4F5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E1EA62-7C7B-4C9A-A8AE-1323436E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n: 14 + n x 5 = 64.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7CD82E-C841-47A3-97A3-FE9A1398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7B0E05-1A40-4F64-925F-6624DCD8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0A7098-D131-4654-8A61-E92258A7C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A7E1D1-F8DD-449C-A46C-DEEF5CFE0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9CA629-E1C3-4EFA-8702-71CDF008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D4F3C6-663B-4AAB-AA8F-6DCCFABB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741937-5C65-458C-93B5-653B169D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7E22F4-37C2-48B0-8692-A3D0863B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980333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A241CA-0293-41BD-980A-FE75366A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C3E2B2-2BE5-4FFF-B99E-DB329B70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D280F6-8834-4A83-9ABE-B6F48C9C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167004-9939-45DA-82C9-CFCDDBFD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6B3DD1-1460-4934-B3FF-B263F2B3E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53F48F-B1F4-4633-855D-4E8C59BF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F9D77F-CED1-4302-A164-90CC21A1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80D4B7-54A3-49DE-80A2-E59412D3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EB3356-7C5B-42A0-ADCF-AECFF125F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92A5CA-BE81-4FAE-A035-5E04710F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two different expressions using n = 4 that both equal 36.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52186B-89A6-4C22-93ED-5DE1B835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DF70C4-F1DE-4FA2-A124-7A97A744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33E336-747A-4758-900D-65181B1F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Examples include 5 x (4 + 3) + 1 and 40 - 4.</a:t>
            </a:r>
          </a:p>
        </p:txBody>
      </p:sp>
    </p:spTree>
    <p:extLst>
      <p:ext uri="{BB962C8B-B14F-4D97-AF65-F5344CB8AC3E}">
        <p14:creationId xmlns:p14="http://schemas.microsoft.com/office/powerpoint/2010/main" val="14246137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94E050-F42B-4959-8E96-D76C90760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D7317B-49EF-4CCD-A97C-F09DEE47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109F90-058D-44BC-9375-C16895C9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CF92A5-DD28-41CD-B3D5-D04F1757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E10AD4-34F1-4EBF-9074-3104181C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4B7615-86E1-484E-8C0E-7E394233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8F04E-47E7-449A-89E5-D41D53F7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DF47C0-FA7A-462C-BFE7-1713F524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2F9154-57B8-41AB-B7D5-273E59A2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6DE38-0966-453A-9526-28288E58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835F98-6EC5-46D6-BF91-027E1BE8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C3C1B4-D602-4B41-82A5-750EBC0C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n: 14 + n x 5 = 64.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50DC33-334B-4008-A19A-5CDA7532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DD15F-1100-42C5-9E48-94ACC8D7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66AE88-7011-41E4-96E4-F4581B06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D150E3-6394-499B-8E29-1DE42F9F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n = 10.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98B06B-90D1-4EEC-A031-4BB9A77E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EBF84B-2588-4A44-A438-5F3F9890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3044884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607E76-08D8-4607-8922-431DAEF9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CDD356-594A-4B2D-A9AA-5E9A24C2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8E3105-A0BF-494A-AD41-97ED10AE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0280AD-484D-4929-B9A5-9E71B127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8B715A-EE10-4D51-BC21-1CCA1D44C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CB86C5-D164-4BD0-8545-9766C682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162DD3-35EA-4D6B-B8E2-84F0F341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9DCB16-8C06-49C4-9200-6A21299C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AD138B-47A9-4054-A7A3-9A9CCAF09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missing-number 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6A4F62-4E0D-42E4-98CB-C9C8462A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DBE765-4A15-4F82-8FEC-5FF9D1B0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26C9A3-5693-4DEE-B23F-E828CFB0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439A5E-2D49-4A40-8BC8-3BCAAA75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n: 14 + n x 5 = 64.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41D6DC-6474-4071-ACC2-445AF173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D722EC-DE46-4426-BB3C-3D28BBC5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C4016D-55C6-4456-9E18-3A1A0697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D2971B-7A57-410B-8207-DDB05885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72 by 6 but forgets to subtract the 5 inside the brackets.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614F71-DEEF-4B27-8008-4BFD7453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5CB587-753C-4CC6-93FD-D844D21E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B5068B-D71D-4B19-B479-28ECE91E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E270D3-CAB2-4179-9966-A5EF5C83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9A2AC8-E8EA-45F5-A0D8-A4241C4E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3520394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2026-09-09T20:45:30.1250000Z</dcterms:created>
  <dcterms:modified xsi:type="dcterms:W3CDTF">2026-09-09T20:45:30.1250000Z</dcterms:modified>
</coreProperties>
</file>