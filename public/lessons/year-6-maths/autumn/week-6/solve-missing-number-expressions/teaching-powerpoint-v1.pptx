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5a76920e0d473e" /><Relationship Type="http://schemas.openxmlformats.org/officeDocument/2006/relationships/extended-properties" Target="/docProps/app.xml" Id="R06a3224e71ec45e3" /><Relationship Type="http://schemas.openxmlformats.org/officeDocument/2006/relationships/officeDocument" Target="/ppt/presentation.xml" Id="R67bb673d91284c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60168db9754ab5"/>
  </p:sldMasterIdLst>
  <p:notesMasterIdLst>
    <p:notesMasterId xmlns:r="http://schemas.openxmlformats.org/officeDocument/2006/relationships" r:id="Rc56f04a463db43cd"/>
  </p:notesMasterIdLst>
  <p:sldIdLst>
    <p:sldId xmlns:r="http://schemas.openxmlformats.org/officeDocument/2006/relationships" id="256" r:id="R8f640305a57747ab"/>
    <p:sldId xmlns:r="http://schemas.openxmlformats.org/officeDocument/2006/relationships" id="257" r:id="R7c506fd21dc44423"/>
    <p:sldId xmlns:r="http://schemas.openxmlformats.org/officeDocument/2006/relationships" id="258" r:id="Rdf0ef165519a454d"/>
    <p:sldId xmlns:r="http://schemas.openxmlformats.org/officeDocument/2006/relationships" id="259" r:id="R00f9409ff13a4384"/>
    <p:sldId xmlns:r="http://schemas.openxmlformats.org/officeDocument/2006/relationships" id="260" r:id="Rbb606c25c240419f"/>
    <p:sldId xmlns:r="http://schemas.openxmlformats.org/officeDocument/2006/relationships" id="261" r:id="R276668e74c12483e"/>
    <p:sldId xmlns:r="http://schemas.openxmlformats.org/officeDocument/2006/relationships" id="262" r:id="R8a8d154257b54d5a"/>
    <p:sldId xmlns:r="http://schemas.openxmlformats.org/officeDocument/2006/relationships" id="263" r:id="R16a8d39b50fc416d"/>
    <p:sldId xmlns:r="http://schemas.openxmlformats.org/officeDocument/2006/relationships" id="264" r:id="R4b81adb7d18b44c9"/>
    <p:sldId xmlns:r="http://schemas.openxmlformats.org/officeDocument/2006/relationships" id="265" r:id="Re6a8423a118d400d"/>
    <p:sldId xmlns:r="http://schemas.openxmlformats.org/officeDocument/2006/relationships" id="266" r:id="Re4b6db351673423b"/>
    <p:sldId xmlns:r="http://schemas.openxmlformats.org/officeDocument/2006/relationships" id="267" r:id="Rac9ae425a0ec4e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8e12f2e3a34df4" /><Relationship Type="http://schemas.openxmlformats.org/officeDocument/2006/relationships/slideMaster" Target="/ppt/slideMasters/slideMaster1.xml" Id="Raf60168db9754ab5" /><Relationship Type="http://schemas.openxmlformats.org/officeDocument/2006/relationships/notesMaster" Target="/ppt/notesMasters/notesMaster1.xml" Id="Rc56f04a463db43cd" /><Relationship Type="http://schemas.openxmlformats.org/officeDocument/2006/relationships/presProps" Target="/ppt/presProps.xml" Id="R8ec64d30ffe84484" /><Relationship Type="http://schemas.openxmlformats.org/officeDocument/2006/relationships/tableStyles" Target="/ppt/tableStyles.xml" Id="Ra51037127f6b4470" /><Relationship Type="http://schemas.openxmlformats.org/officeDocument/2006/relationships/slide" Target="/ppt/slides/slide1.xml" Id="R8f640305a57747ab" /><Relationship Type="http://schemas.openxmlformats.org/officeDocument/2006/relationships/slide" Target="/ppt/slides/slide2.xml" Id="R7c506fd21dc44423" /><Relationship Type="http://schemas.openxmlformats.org/officeDocument/2006/relationships/slide" Target="/ppt/slides/slide3.xml" Id="Rdf0ef165519a454d" /><Relationship Type="http://schemas.openxmlformats.org/officeDocument/2006/relationships/slide" Target="/ppt/slides/slide4.xml" Id="R00f9409ff13a4384" /><Relationship Type="http://schemas.openxmlformats.org/officeDocument/2006/relationships/slide" Target="/ppt/slides/slide5.xml" Id="Rbb606c25c240419f" /><Relationship Type="http://schemas.openxmlformats.org/officeDocument/2006/relationships/slide" Target="/ppt/slides/slide6.xml" Id="R276668e74c12483e" /><Relationship Type="http://schemas.openxmlformats.org/officeDocument/2006/relationships/slide" Target="/ppt/slides/slide7.xml" Id="R8a8d154257b54d5a" /><Relationship Type="http://schemas.openxmlformats.org/officeDocument/2006/relationships/slide" Target="/ppt/slides/slide8.xml" Id="R16a8d39b50fc416d" /><Relationship Type="http://schemas.openxmlformats.org/officeDocument/2006/relationships/slide" Target="/ppt/slides/slide9.xml" Id="R4b81adb7d18b44c9" /><Relationship Type="http://schemas.openxmlformats.org/officeDocument/2006/relationships/slide" Target="/ppt/slides/slide10.xml" Id="Re6a8423a118d400d" /><Relationship Type="http://schemas.openxmlformats.org/officeDocument/2006/relationships/slide" Target="/ppt/slides/slide11.xml" Id="Re4b6db351673423b" /><Relationship Type="http://schemas.openxmlformats.org/officeDocument/2006/relationships/slide" Target="/ppt/slides/slide12.xml" Id="Rac9ae425a0ec4e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5892a1c07e4d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304eee5520418a" /><Relationship Type="http://schemas.openxmlformats.org/officeDocument/2006/relationships/notesMaster" Target="/ppt/notesMasters/notesMaster1.xml" Id="R7c91cc3286fe46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82a05d86614800" /><Relationship Type="http://schemas.openxmlformats.org/officeDocument/2006/relationships/notesMaster" Target="/ppt/notesMasters/notesMaster1.xml" Id="R48a53b482d0a42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e8e16036b84182" /><Relationship Type="http://schemas.openxmlformats.org/officeDocument/2006/relationships/notesMaster" Target="/ppt/notesMasters/notesMaster1.xml" Id="R219686d1ee8b44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4242d809bc45fc" /><Relationship Type="http://schemas.openxmlformats.org/officeDocument/2006/relationships/notesMaster" Target="/ppt/notesMasters/notesMaster1.xml" Id="R71a24b92a7fb43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26947a54c24227" /><Relationship Type="http://schemas.openxmlformats.org/officeDocument/2006/relationships/notesMaster" Target="/ppt/notesMasters/notesMaster1.xml" Id="R10d6651be89f47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221bc9a3894fa5" /><Relationship Type="http://schemas.openxmlformats.org/officeDocument/2006/relationships/notesMaster" Target="/ppt/notesMasters/notesMaster1.xml" Id="R1fe6aaf6256b49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c3e5d77340421b" /><Relationship Type="http://schemas.openxmlformats.org/officeDocument/2006/relationships/notesMaster" Target="/ppt/notesMasters/notesMaster1.xml" Id="R085b1ba8d9c549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2e83a97b514638" /><Relationship Type="http://schemas.openxmlformats.org/officeDocument/2006/relationships/notesMaster" Target="/ppt/notesMasters/notesMaster1.xml" Id="R5a2bf736a4b24d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77461f9e1f4c95" /><Relationship Type="http://schemas.openxmlformats.org/officeDocument/2006/relationships/notesMaster" Target="/ppt/notesMasters/notesMaster1.xml" Id="Rb3a58648dce749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304f38694e46cf" /><Relationship Type="http://schemas.openxmlformats.org/officeDocument/2006/relationships/notesMaster" Target="/ppt/notesMasters/notesMaster1.xml" Id="R062dca0ed61743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ee451403ce44e5" /><Relationship Type="http://schemas.openxmlformats.org/officeDocument/2006/relationships/notesMaster" Target="/ppt/notesMasters/notesMaster1.xml" Id="Rd301f2575f7240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5d3514faca4150" /><Relationship Type="http://schemas.openxmlformats.org/officeDocument/2006/relationships/notesMaster" Target="/ppt/notesMasters/notesMaster1.xml" Id="Ra1d04391b21544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Operation cards, bracket cards, mini whiteboards, four-function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n = 8. | Identify brackets and multiplication or division before calculating. | Undo the outer multiplication first, then undo the addition inside the brackets.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operation, expression, brackets, order, inverse, equivalent.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n =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n =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Undo the outer multiplication first, then undo the addition inside the brackets.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n = 8..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n = 10..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Examples include 5 x (4 + 3) + 1 and 40 - 4.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n =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n = 10. | Undo the outer multiplication first, then undo the addition inside the brackets.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c8f8ffc44b41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4d110467be4b06" /><Relationship Type="http://schemas.openxmlformats.org/officeDocument/2006/relationships/slideLayout" Target="/ppt/slideLayouts/slideLayout1.xml" Id="R794f09c567f64e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4f09c567f64e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89da7e38949ae" /><Relationship Type="http://schemas.openxmlformats.org/officeDocument/2006/relationships/notesSlide" Target="/ppt/notesSlides/notesSlide1.xml" Id="R426526b0d4ec4c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d6a9ea39e487c" /><Relationship Type="http://schemas.openxmlformats.org/officeDocument/2006/relationships/notesSlide" Target="/ppt/notesSlides/notesSlide2.xml" Id="R53a5400cedc944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0a7664abd44bd" /><Relationship Type="http://schemas.openxmlformats.org/officeDocument/2006/relationships/notesSlide" Target="/ppt/notesSlides/notesSlide3.xml" Id="R8790496460fe4c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6ac470f864317" /><Relationship Type="http://schemas.openxmlformats.org/officeDocument/2006/relationships/notesSlide" Target="/ppt/notesSlides/notesSlide4.xml" Id="Rfb445373bbbb42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0f67cdfbc453b" /><Relationship Type="http://schemas.openxmlformats.org/officeDocument/2006/relationships/notesSlide" Target="/ppt/notesSlides/notesSlide5.xml" Id="R574ce989c68a44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b6b5b31aa4619" /><Relationship Type="http://schemas.openxmlformats.org/officeDocument/2006/relationships/notesSlide" Target="/ppt/notesSlides/notesSlide6.xml" Id="R14f857427ac34e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aa739c0b94c07" /><Relationship Type="http://schemas.openxmlformats.org/officeDocument/2006/relationships/image" Target="/ppt/media/image.png" Id="Rad50acf117244a2f" /><Relationship Type="http://schemas.openxmlformats.org/officeDocument/2006/relationships/notesSlide" Target="/ppt/notesSlides/notesSlide7.xml" Id="R76220db963b144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f4f8eef764cdf" /><Relationship Type="http://schemas.openxmlformats.org/officeDocument/2006/relationships/notesSlide" Target="/ppt/notesSlides/notesSlide8.xml" Id="R0c138894bf8a4b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bd29c4b1941d2" /><Relationship Type="http://schemas.openxmlformats.org/officeDocument/2006/relationships/notesSlide" Target="/ppt/notesSlides/notesSlide9.xml" Id="R61ddf952ab474a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a0b1e7d554bda" /><Relationship Type="http://schemas.openxmlformats.org/officeDocument/2006/relationships/notesSlide" Target="/ppt/notesSlides/notesSlide10.xml" Id="Ra8111d9091b243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20864c47a4a3d" /><Relationship Type="http://schemas.openxmlformats.org/officeDocument/2006/relationships/notesSlide" Target="/ppt/notesSlides/notesSlide11.xml" Id="R92cfaa1e2def41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cc48cadd34e20" /><Relationship Type="http://schemas.openxmlformats.org/officeDocument/2006/relationships/notesSlide" Target="/ppt/notesSlides/notesSlide12.xml" Id="Rba531390c1ed4d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759B3-7EDC-46F2-9DA9-99475F25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1F1C6-A992-43FE-8E1B-431EF271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1E3C2-7987-4A72-8C87-A20BA274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2BE80-8424-4927-BFB1-89D9109E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A3E77-9DFD-4706-A97F-63B9BC44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missing-number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98466-F413-423A-84E4-3D4442AC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39901-9E00-490D-829A-F6905411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D1725-F1AB-41C0-9E5F-2BFAA35E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use inverse operations and structure to find missing values.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B0C4F-1339-4759-B650-CEFBEC3A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B97C7-16F2-488D-B59C-3847FD0C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Operation cards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93D27-10A3-4AA1-8D92-7E71A98E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662605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BF2FE7-51C2-442D-8ABE-E6D71CC8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F539A-10DE-4333-8B3E-893F20D1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E4281-9D0C-4F22-B3D2-00341C4F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BD530-E00F-40E1-AAC3-F26CFE50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27FC3-FBA1-4EA4-8614-771138E3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375D8-683C-41CB-AD88-D31AB86A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EA72B-27A8-46FA-8EEC-47322920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A5D6D-4716-4345-8EDB-D6830699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59952-1C08-4FBF-8C59-68C3F7DC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missing-number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A80A4-4EC9-4C4D-8C87-164113AC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D2E93-8C88-489F-A3F9-E4D099D9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8645B-9C86-4DC4-B06A-8EFF63BD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ABABF-5F6B-4B46-9280-77AB0E13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Calculate accurately with the four operations and understand grouping with brackets.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DE70A-9F36-48FB-A1BA-5DEA7EE7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AE227-7ECF-4468-99A1-24A10BD4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5311E-DC43-4EA5-ADCC-4A533EF2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DB7C6F-7C15-448C-8DC2-B58AD76F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180 / (n - 2) = 30.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9DCE6-509A-4121-8EE0-CE59EC6C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EB895A-FC3A-48F9-9B7E-42139316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85172-60BD-4DF2-90AE-E9ECFAD1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2A225-717D-4950-9BE6-A5612906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Solve 6 x (n + 5) = 72.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079A98-6064-4485-AFB4-51519D62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59918277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CC5FB-F5F4-4A1F-9C1C-422FD5C5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A92A7-0F53-45DC-890F-54341270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28187-64F9-4353-9104-71BEBB3E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9EAC3-6DA0-418E-9A6C-87763D56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E14DC-11F1-4C00-9A2B-A0C650B3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E25F5-E8E8-465C-804C-3DF7E157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5B4A5-0673-497F-946E-285E5466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5B74E-988D-491A-BFE4-C3279267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63820-D3DF-4224-98EB-7C527F4F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missing-number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74411-6F38-4B31-8B69-2186F350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use inverse operations and structure to find missing values.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A45C6-E282-45AE-AC31-A3881712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F0906-2D78-4121-B5A5-A8331F33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brackets and multiplication or division before calculating.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B48F6-3F19-4725-A208-ACD8B686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Work through operations of equal priority from left to right.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DFAE7-3D04-4AF3-8020-2150E95E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by estimating or comparing with an equivalent expression.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07909-3C7E-428C-91C9-89391E03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operation  |  expression  |  brackets  |  order  |  inverse  |  equivalent</a:t>
            </a:r>
          </a:p>
        </p:txBody>
      </p:sp>
    </p:spTree>
    <p:extLst>
      <p:ext uri="{BB962C8B-B14F-4D97-AF65-F5344CB8AC3E}">
        <p14:creationId xmlns:p14="http://schemas.microsoft.com/office/powerpoint/2010/main" val="67181264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656AB-CC12-4D0D-8A90-62C47E26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F713D-87E1-4B75-8187-5A332742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3DA34-A000-45E7-BED0-FC39FA16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E395C-C73B-46C8-82F0-FAAEDB52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FFB88-47BD-45A4-82CC-D56192D7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2EF00-6774-4E74-B4C4-09B7A716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927F9-8818-4093-8AAF-DD8876C2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30E8E-CFB2-4783-9A07-F8F5C14F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EA570-2BF0-4918-93E9-397E1075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missing-number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25FCA-14AC-435D-BF86-151ACC60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6 x (n + 5) = 72.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F5FDB-232B-4965-A4E4-5DDA016B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443CA-4BEF-43E7-9532-D96C7618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D2809-6AA8-4BB8-9387-05E2C48E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 × (n + 5) = 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5A691-A5F3-463C-B27F-4487A67E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33DB4-7417-43D0-9645-CD6916C7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54660-9622-4500-9C99-FC36A73A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n + 5 = 72 ÷ 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878E0-B612-4D89-9385-3ACE0236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BB4EC-3EE7-428C-9EDC-72EB3F7D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F50D6-F388-4300-8860-8CAA0036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n + 5 = 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97456-45B5-4F5C-9EA1-8FCBDEA0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829B1A-96A6-4280-97D8-ECDDAD76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6BC16-BF2C-4869-B771-A47E7A98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n = 12 - 5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269BBE-9913-4B49-B6D3-57715908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77F7AD-B2E4-46D5-9B12-FCA46286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768BD7-9D34-41EC-A8D4-C72437C3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n = 7</a:t>
            </a:r>
          </a:p>
        </p:txBody>
      </p:sp>
    </p:spTree>
    <p:extLst>
      <p:ext uri="{BB962C8B-B14F-4D97-AF65-F5344CB8AC3E}">
        <p14:creationId xmlns:p14="http://schemas.microsoft.com/office/powerpoint/2010/main" val="138249018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A4C52-33C2-493B-BF7A-18BB6783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C1228-2B06-4683-A2EB-45998E10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6597B-E48D-43CD-B093-A2E9B349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F492E-806A-4059-8A58-B2FD3CDA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3E0AF-7E4D-4BF6-8F4F-155036DF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C265A-E8B6-47EB-8F2F-5E55333A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CE50A-A58A-4437-B85A-8116238E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BAE92-C8BB-4AF2-B0BB-5D28131A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F92BC-D80F-4137-AC2D-2454BA2F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missing-number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6D85A-A788-456D-A6C7-341BDE2E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67BE9-598C-45F4-A997-C458D14A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 = 7.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26DB0-2B60-425C-8AD6-60E13438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D087D-5E70-45DD-AAFD-6C247937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by estimating or comparing with an equivalent expression.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4DB8E-56BB-4A95-8957-AE5BE294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8312242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E4A8C-61C4-4781-A728-9E6A44F5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409D6-C6C6-4F10-BA2E-9D84CAA7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CADAC-F4B0-450C-895A-74C651C8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50FA1-9ADC-47A9-B670-ED7C4C53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B5D11-5FE1-40D5-ABF7-7BC0668B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5E7BA-45E8-4A72-8136-C9CEB68C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088A0-F6D1-4549-9B1E-F7EA7ABE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8B993-C5C7-45C2-B863-3FA263C8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C2717-D276-49EC-A06C-E535273C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missing-number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3FC31-5A10-4446-8CA1-1652782D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180 / (n - 2) = 30.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43E5E-EC42-4028-8D7C-351063A3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86C51-D223-4D1D-BE14-D62C0136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734A5-A75D-423F-A8E8-71F76341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A1EFC-BE9D-451F-9686-D4E811F7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70F61-0AEC-42D9-B917-96C28328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n = 8.</a:t>
            </a:r>
          </a:p>
        </p:txBody>
      </p:sp>
    </p:spTree>
    <p:extLst>
      <p:ext uri="{BB962C8B-B14F-4D97-AF65-F5344CB8AC3E}">
        <p14:creationId xmlns:p14="http://schemas.microsoft.com/office/powerpoint/2010/main" val="95256956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E4649-3D19-4754-9E4D-4ECB4887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64602-7905-4AC6-ACD6-8D780E9E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60A51-0381-4A2B-B84E-984FA08A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5582B-7C51-4732-B1AE-FB67E6DB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16F38-578F-4D3A-841A-A062D052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37091-DE06-414A-B39E-B6085D55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2CB3D-C887-4FEF-B813-95C31992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5E8BE-08DE-4F3E-929D-50DEB39D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BB913-85AE-4BFC-B220-C1944513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missing-number expressions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0acf117244a2f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56156-4D6B-47AB-B02C-A0C30669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706A8-C7C5-413F-BBBD-8A08FEBA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divides 72 by 6 but forgets to subtract the 5 inside the brackets.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50FFF-1D5A-4FF8-9E35-10ADAB9F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EF6A5-4F1A-42DA-BD73-5620FD46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DB98D-D7F1-4160-BA68-58DECB91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Undo the outer multiplication first, then undo the addition inside the brackets.</a:t>
            </a:r>
          </a:p>
        </p:txBody>
      </p:sp>
    </p:spTree>
    <p:extLst>
      <p:ext uri="{BB962C8B-B14F-4D97-AF65-F5344CB8AC3E}">
        <p14:creationId xmlns:p14="http://schemas.microsoft.com/office/powerpoint/2010/main" val="114637643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565A6-9F65-43BA-9296-4176BF1D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0976C-4D83-441B-9188-726988F4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2A6D2-D3CC-4FFD-964B-E9070772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758B1-17A5-4731-83A7-FF2413A4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D8367-9CD7-47BB-8B08-9F4985F3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5EC51-AC3D-4ECF-9FAB-44ABD0B5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3E37A-0D66-4B80-99CD-5E51EA04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36D5C-0DC6-4B21-B270-06BA1E15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0B85D-DA1A-4ECF-82E9-925C75F9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missing-number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F1CAB-A210-41AF-BE09-52C20251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99119-DD12-48C1-BC17-E4D86ED2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0B868-E25E-462B-98ED-F2AF9624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9EB71-D714-45A3-B511-A0DEA074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180 / (n - 2) = 30.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E2034-4B5A-4AEF-9AD2-2359CDA3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64D58-704E-462A-8CE5-6F38948D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AF436-E2A8-4557-8A87-AA481E9E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D23B4-29DC-4D02-9310-B24160A2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A625E-B757-4D1E-BC0D-D5800BAA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25D5F-2165-43BD-99CE-E406E1E3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FF9AA-979E-436A-AE1B-0469AE13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352FD-B110-4C4B-A967-6DB62404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n = 8.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A63081-AB20-401D-B326-B54E65AB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59250758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5E5DB2-AE56-40D5-92CD-E20E0A61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43141-D463-4CAA-B7B0-93D5FAD5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6452C-C3FA-4FDD-8BC7-43F65E3A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B823F-F9C7-4A26-9F22-94E421E9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801CB-6B9D-4332-9502-8F690B50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E560C-C19A-4E42-B72B-AFE18351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66AF2-E611-4C14-8DF9-00F96CA5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2DBE1-AEFC-417E-988A-36361DB5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67865-0382-4114-B3FB-EF4696AA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missing-number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ACA2E-E4EA-472A-9570-2AE2CDF0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6D0B1-721C-48EA-B8E1-724CE809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226EF-13AE-4952-9B0B-17B33AA9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75FE1-DE42-43B7-B962-47E52CBB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n: 14 + n x 5 = 64.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19046-969F-41FB-B064-88B86163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512BE-BF1F-494A-AF02-506E9699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AD93A-E28F-4F8B-B4C0-B250182F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CE504-CC37-4FA1-AF4A-FD7956F9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E0E4B-5C21-40B0-94BB-EC1C6801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8DE1C6-CE25-4B90-BD28-BDD4AF35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02ED04-D124-4FC7-BF6D-F19CC433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02D00-4816-4406-BDAA-6B833280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30913047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49ACD-A66A-41AD-BE75-45309587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E9E7D-264D-4268-8683-91FECD99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652FD-6E07-47FE-ADBD-CFDCF62B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7CB1B-2FB9-4500-97D5-6D92F25B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B3D44-F97F-4D85-9D53-2C7FE5DB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2F681-CD93-40D2-9A54-DAF9CFEB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D441A-C94F-46AF-96D2-293192AA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93E03-CFF4-4659-84A6-196AAE67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F797F-9CEF-4CEB-AA3D-6CA2AF8B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missing-number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60EEC-F7F5-413C-9BE5-E7603C4A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Create two different expressions using n = 4 that both equal 36.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0A2FF-3B3E-44D8-80BE-E34FAB77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9A18D-0124-4CA5-88D0-4581380B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587D8-E365-4365-9185-07E063CF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Examples include 5 x (4 + 3) + 1 and 40 - 4.</a:t>
            </a:r>
          </a:p>
        </p:txBody>
      </p:sp>
    </p:spTree>
    <p:extLst>
      <p:ext uri="{BB962C8B-B14F-4D97-AF65-F5344CB8AC3E}">
        <p14:creationId xmlns:p14="http://schemas.microsoft.com/office/powerpoint/2010/main" val="30452231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E5AE6-EF47-4954-8F77-2D733184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5F627-AA65-448C-B0E8-57D39C40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3AF73-49BC-45BB-BC09-6B8EB462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C75DC-C64A-447D-8BD4-D92A3C32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FEAF8-E19D-439A-9B63-28D145BF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FDC6E-4EE2-4090-BE5B-061696CA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9A03E-288E-4749-964C-74B76988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2D557-B707-4C01-91A4-0BBDB722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95487-8462-4121-8CF4-F0811A3F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missing-number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4F02E-3FDF-4A4A-AE44-6451880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8E573-C00F-49E0-A092-B624E9CB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EA3FD-98F0-4BF8-9E9A-C19387F8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n: 14 + n x 5 = 64.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B5559-6E3A-4D70-9B8C-B307AC69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0085D-8496-4BA2-B734-DFB8E242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80B42-AE45-47EA-831E-7BCC4FCD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29BAC-1EBE-48ED-8D5F-1FDA76CC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n = 10.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8322A-116F-4300-8210-4E622822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3C8D4-46FD-4B0A-8BDD-9C5F325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203796299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148A4-CE69-4C56-B184-0F916E3B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AB2BD-62E4-4BEF-BE03-E0989F62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DDC89-D23E-473C-9F1B-738120EB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27F45-5F69-4C17-906F-2AD35198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895A8-D0ED-4348-BF92-4B6BC6AB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CC370-E33F-4BA5-B4BB-0A88EACD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27F11-C702-4BA2-87C2-0E72398B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A0BBC-EBA0-4E7F-9CD6-2CC18359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85999-62BD-499E-A1B6-649EFAD2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missing-number expressions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A2725-AF7D-4CFF-B86B-E0D6E3D8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D6CD1-585B-4BB1-90A1-627A8E68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80677-2754-4BAB-9B6E-B84744E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C5240-FAA7-40DD-BE85-C60BE6C8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n: 14 + n x 5 = 64.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E0C5B-5574-49D0-B93E-4C5A973F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3B520-ABF6-4B60-918C-5815E7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EF8DC-DEBE-4FDD-BF95-364E52CE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4F6CE-008E-4ABE-9E0D-FCD248BB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divides 72 by 6 but forgets to subtract the 5 inside the brackets.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940AB-1093-41E0-BADF-144F8871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F2B97-93D8-42CE-A97C-4E09CAB5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CF96D-8C6B-4724-8988-40400941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D311F-DC19-47DF-AC1C-68037ABA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65320-6AE4-4D3E-A4DD-2978B6A2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95397520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2026-09-09T22:14:11.7230000Z</dcterms:created>
  <dcterms:modified xsi:type="dcterms:W3CDTF">2026-09-09T22:14:11.7230000Z</dcterms:modified>
</coreProperties>
</file>