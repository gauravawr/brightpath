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n = 8. | Identify brackets and multiplication or division before calculating. | Undo the outer multiplication first, then undo the addition inside the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Solve 6 x (n + 5) = 72. Answer: n =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n =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Undo the outer multiplication first, then undo the addition inside the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n = 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n = 10..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Examples include 5 x (4 + 3) + 1 and 40 - 4.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Solve 180 / (n - 2) = 30. Expected: Find n: 14 + n x 5 = 64. Higher: Create two different expressions using n = 4 that both equal 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n = 10. | Undo the outer multiplication first, then undo the addition inside the brackets.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862C9F2-91E7-4128-8708-46CEAB9E52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E55DA3-B911-4FA2-BE43-82191783A69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9D63549-8512-4C8C-B499-F0EE4EB6358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3D6369-8D62-422C-B7FE-7BE9FE986030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4FADD5-5371-42AF-A502-0FADDB2056E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9DE1F8-64B3-495C-851D-4C805B92FFAD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F3824EB-C45B-4C63-A280-E7F50F76BB11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E754F7-23F1-45A9-98D6-6D5C0B011D82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9D1A5B-2E12-4995-B18A-2943B92CC560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and structure to find missing values.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95B74A-3C26-434A-A769-1B442BDB9B97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884C41-CC17-42CB-A207-7825EA96EB6D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A6412D-E5D3-4A8C-9FA2-BE7B3A9D8E4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32181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6864CA5-769F-4354-94A5-E3283D1CEE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D23F89-105E-4EC2-8362-1CD081F280B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EFCFEC-26D6-4AB2-89BB-87F8BF2ED5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9EB61FD-B922-45A5-974F-4DDF68976D0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CEF290-5FF3-4513-89DF-96ADD3665CD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D7CC23-2F6E-4E7C-A64D-39C9C61402F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57B0B4-6BEA-4177-BA0A-F3387347A7A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69A7C1-F7C2-492C-9705-FC4C7D8DED4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B7C0F1-8425-4F22-B8FD-A2CEFCA89B3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79D5BD-ED2B-4F5F-AE10-13ADF820667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DE0777-1853-4B44-8786-181F91733D6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578D247-B10A-4DAF-BA13-12311DC7377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3BF040-BFB1-45CA-A8BA-04C611244BB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403663-7BD3-479B-8AD8-5B939E84642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0827D58-1C98-4B0B-A7A3-0EFCCB987B1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531E413-A834-42DE-A123-DA651C8CC31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1796009-D940-4783-8B46-9D6B38A2AD4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C24D6C-2FE5-494B-AA58-BAC0588BCF8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pt-BR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180 / (n - 2) = 30.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0310D16-C206-4B20-AE6A-3D5EA8BE07C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B5D4E55-7ABE-4966-BA3B-8FB4A7FD736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CE1F32-8942-4592-9783-6BE730BAB4B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6EA49BB-67E9-4803-B09C-3D37AFDA07B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Solve 6 x (n + 5) = 72.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E212D0-5457-402D-A809-E21354B3DED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80365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7660729-2B7C-40A8-9ED7-A8E53B832D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8C118A-76B8-40F7-8B33-687F0B4C50A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FEEE5A-E8B6-4700-BB28-A2049F0A474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81C00B-7AC9-4932-9DDF-1A67B18BD2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413007-A527-41F8-8290-24545715266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A4A9CA-CBF0-481D-AE03-E5F904D9370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E5EB77-FAC9-4939-9E0F-CBE64608D92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ADE77B-CAC4-4C32-8020-8498A03CD89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3C0480-3496-4577-9CE6-EF758E31FBE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4FC4A3-9B1D-4073-A2D7-B3AC2F3F629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6A2FF8-8B02-4F39-91F9-CB746A96B3EF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and structure to find missing values.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8C4DB8-5A2A-4B31-B36B-99345B74A689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CFD33C-95A9-4D54-A03D-4DC518329315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840F62-E350-4E34-8181-EB37C36B5A0F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A6129E-E8C3-4730-89D7-0978562877A8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28CA22-85FF-4D35-9C70-B5B38FA14F53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5935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ED7D624-4470-4972-91EB-F95522F60D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AC83CD-3E6C-466C-9935-1534FDD9323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0D902B-9A71-4DFE-9FA2-86A5CD43B1A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7F5CE68-268F-450C-86D4-E5505D000ED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5B402C-390C-406D-BF92-5968946CDB4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D3EB9C-F796-43D1-8FA9-DFE0C9555A6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2119B8-F715-44D0-9858-D6774F2335B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1E61A-E196-4CD1-8A86-866BCF0DE14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F7522A-A5B8-4E8A-9FB9-1C271ED5084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7D5C2C-CD85-47DD-9DB9-5D0A2276A12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F1150A-EDE1-493C-819B-DA0805964BDE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 x (n + 5) = 72.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1F5A9C-A70C-43A4-B1E0-55565A74F25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1916F70-36EC-4255-B221-F40EB4A25F6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25F593-1AB0-4D7F-8C00-EF0D3E10BDE9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89D890-477D-43EE-8AAA-D8A535DFBD7E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brackets and multiplication or division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910C6F-2E07-4180-9468-82E88780BCDE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9CABA47-C9F7-4FF5-967E-1A7E6C736E9E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26F85AD-91C4-480D-A631-F924EF65972C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A51A811-CD3B-4489-A5D1-BE3F420DB87D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through operations of equal priority from left to right.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4855D4B-72FD-4D6C-9EF7-9712E0A20D0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D70973B-2564-4418-8D93-26C008762DD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990888-041C-49F5-8F04-FCAB0CC084EF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C7D1AA-939D-4CBA-B3FF-02A85508E1DD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by estimating or comparing with an equivalent expression.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96918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7D149D-1109-411A-BE0C-C60043CB7B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00567C-4F34-470B-8FC5-2170B88A632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2A31CC-31E9-4B74-B230-24049C14A1C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BAE864-2D93-4A2F-9838-6E5A834712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1F91CE-9312-4630-95AD-68A9715FE74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2D33FB-8B1C-4AFD-9271-A7C9AD90285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E1080C-9CE5-44D1-AF27-62F095CAA3F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0D7C06-50BF-4077-81C5-7B3F40B8EB1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8CB1C7-0A40-4446-88A8-8FF6646F3FC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F897BC-FB55-4835-9B73-A620A8F26CF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95BA1C-F790-463E-8615-6A198C45C0A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3A0BE9-85C8-4404-AB21-A994B6567D10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 = 7.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D2D2C6-9B08-43CC-9DB1-EF0DDDA03709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68DB9D-7CA3-461D-920E-7004B937DE6B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F2C08C-9400-4361-B35F-7CE2208C1710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742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E5CBC3D-E32B-41A9-9FF5-ADA69F1EEA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0E94E4-203C-4A73-8F92-3A2E93EE775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D86E60-347D-44C4-BE84-298681D7467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229332C-E7CA-43B5-AF2A-17BF80FFEE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EE9A3A-C07A-4523-967C-7F886B4127B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5AD6E5-044A-4F71-9D49-9455F9FC72A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821B76-717F-4EF1-9E23-BB858FCD318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7CCDC5-5DE2-4106-81F0-BB886C9C0E2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49FD9F-8702-42AC-834C-BCB11B765CA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C03560-C17A-46D4-BB22-FC8C78786B1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52584A-BB30-4EA6-8BC7-2F6EC8DC44BD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180 / (n - 2) = 30.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40BC43-9C81-4376-8220-16F66914583C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1BCFC3-C33B-4C00-8C1A-526737ADDBB2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BFBC6B-FC58-4D84-8E33-F6B535F091E2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193E8E-9151-4162-A381-1CDC57EA3ED1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9B70D6-C92E-4173-A3F1-C9FFFA7C155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n = 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7430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79ADB81-EDEE-4DD1-B6D8-5FEB09CE9C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AB7D24-14FA-4189-97AF-7125A3E2ADF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49882-85BB-44D1-A95A-1CA7479754D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76813B1-54C7-4796-9B74-B0330786081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54C68E-E7D5-4621-8E4B-C066F400893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58A06-19A1-4C15-BAF0-8044160928D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A4A486-F235-4E98-9E11-DC5C651E903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68430B-B5B3-4D17-A944-0FC792F442B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7BD191-27F5-43CA-B2D9-7DB592CD3F5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B7B8D4-19B7-4F73-8952-EFA63043CD7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621CA45-66E2-4C9D-B5B8-AA2F04BA248B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6E35F8-8D9F-4CFA-ACB9-0E173A7E718B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72 by 6 but forgets to subtract the 5 inside the brackets.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FA39FD-92FA-4B7A-89B3-B500C3E3C37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9E150A-6158-4849-8B90-637EC27251DA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315C56E-38A5-4C96-B915-D2A012530ED6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Undo the outer multiplication first, then undo the addition inside the brackets.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5638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84ADC38-B9BC-4D7F-9561-96E042956F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919D55-7B94-4FC2-9111-3F6864C4855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2CC9AD-BBA4-4833-9F63-1CB490DF29A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868B61-E296-409A-827E-7A103627C82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650C50-09AB-48D4-B7F2-7A6031BAFB5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8D4376-342E-4A2F-B461-EDF6B213BDA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C0814A-9C06-4D7B-BDFA-7B2ED8FA240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32323E-A5A5-437A-AF99-AB1734321B7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4A1D98-BECE-4BA5-B1EA-0B49A16EEF2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6B9210-AF3D-4D58-BD44-43A0D9CAA6C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E48E09B-7FAC-42C5-8846-0A35468EDE0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413CC1B-22E4-4C12-A06E-C2ED62C067E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D73BF6-BBC5-4933-A373-BB0A0001E90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F0CC63-7C58-4582-A938-D95D4276599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pt-BR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180 / (n - 2) = 30.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515F29-50A9-488E-943C-362EF64BF36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D877331-356C-40D6-8F48-3C14CC4190A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A910276-5738-46C1-B81D-CCB54542A02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D16FA2A-A0F4-4957-B2F2-DA090B3A8C2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C6C9AC0-DD1F-48BC-8DD3-13246DA214E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7F99E8E-A99D-4B32-8530-F2118A5B9BD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B82ABC-F666-4025-B1B0-9C8B2B36AE7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FBA5BA-004C-4C10-9B65-F0D9352F02A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n = 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FC3CF6-1BB6-4D91-A9A7-A6DA80639DD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58500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81710AD-6F84-48C1-99AB-DB7A7BDBF7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5D6C77-F9E7-449F-90D5-ED8EE74CCDE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E14F4E-AA1C-4276-A29A-39EA3271C17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751E517-D8CB-4927-962D-D2CA0299482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128E30-6C6B-4635-94F7-78C5B6427CD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ADADFC-5C35-4246-A98F-E6193D2258B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BB3BD2-2DBC-4E23-8F26-444484064F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6EE5EE-EBF0-4295-A64F-82204269260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9C8F5C-45E8-44D7-9195-14D0A370F83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9578CE-8755-4854-8511-99DA3DC9D80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F0ED422-28EA-4225-9E6B-69C2027C2E0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FDB99CE-A7EC-49FD-9731-EE81422DA1F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82F005-5420-4469-96DE-ECDE7DE4DBD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234B31-1DD7-4613-95D5-B0CD79206A7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pt-BR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n: 14 + n x 5 = 64.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39218FC-B921-4C7D-8283-740FDA1186A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02E749B-E040-404E-A3F9-8465A02148F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8EA7A0-70F4-4304-AFBA-C5B3E09F193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CA773C-8CFA-46AF-963C-047C690B6A9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E389A00-43A2-4748-8278-B4CFBB452CD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47FA83D-2E35-465D-BAA8-1704415B028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4A4827-9B62-4C71-9F02-E9723EB8B06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3C8FC52-C494-42AE-9B04-4581CA22227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41844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8D10679-2C71-4FAD-8B17-D9F3D5CF9C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7A97BF-280A-4E9B-8455-CF2AC32098C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21719C-79FC-400D-92A7-57FDB08A6C6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63BFC5D-0A7C-4107-AB6E-6E626169FD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EEEFCA-A939-4C64-BFA4-7CE86D6A533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6C1913-A386-4A39-8995-65ADD9A77D9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548EEC-564B-44B3-A5BB-0369A80BF83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886AEE-4E15-4B32-85D2-900E6C3F5E4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72D5AC-3F8C-4D18-92E6-7400ACD9D55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004DC5-8147-420D-958D-DB172E60141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A46BFF-5C99-4EA3-AF56-D8E2890FE6E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expressions using n = 4 that both equal 36.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0A80CB-02EE-4096-9B04-B97DEFBCB544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97473C-A457-4967-AD9B-D3A08C500E80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CFB6B2-3A40-44AF-8108-AA1945CC0957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Examples include 5 x (4 + 3) + 1 and 40 - 4.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9171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FE445AA-6DB7-47CE-B772-3AF3BA995F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64E4C8-8A76-43F2-804A-7A34F9BFD78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79E890-ED5C-457D-939F-67E96A38E9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EA8208-BC58-4B9A-959D-802401C6E8C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2CC19B-1889-47EF-9528-9D8579794A7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575379-084C-41DE-AF24-51F7E0AEC57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210C55-BC34-4B23-BBCA-94EC2071FFB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EDCB8D-0EAC-405C-BE28-FBE52E495E0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D03609-CDD3-4039-8B05-A8F0A3BCE5F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2E9000-C26E-49CD-88ED-C5C268C1877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6F3BDA-A9C7-4932-B1FB-3A8C2E26EE39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16E8281-171E-4FB7-B248-FE700FFFD61F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3DBC86-C187-4F8C-A0C3-6E2B2E9DFBF6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309C1C-8F21-47BF-B213-FC751706CE0E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D7205F-9E80-4D91-87A1-DF6274B52C71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337B3-7575-4BD4-8565-9450845B0761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51F36FB-9DB8-4C2F-8382-AA49F221AF5B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D22001-D7B0-47CE-B16B-07FA787FF89E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5AACC8-FB7F-4EF2-B0B8-FF67F0868C7F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6BAAFD-6E74-4CB5-BC61-4F7A0DBFAE26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7625CC-D66C-42A9-9003-87A77905B93B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C201265-375D-4A7B-AA94-090D090BF831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791A62-DDE5-405B-8842-50A21A32F3D2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43BC4D4-4611-4E8A-A57B-8709B4BC2290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2E2EC6-7540-46BF-8120-236B1D0249CB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1C26E5A-698C-410A-B0C9-BF9259228118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944967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0F9C250-D251-4430-9E38-13CB85D6E6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5C87F8-90F5-48F3-BB03-DE01B1F7BDA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8C253F-3FB3-4A42-82AA-486AEB5C644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CE17FD-E5B4-4FD9-BD70-B82D987785D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E5DF8-DD0E-4F7C-8AB9-1049CDD8037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D0ED92-94DE-4CD7-A7A3-8DC26894CD3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2E6606-9164-4B1E-A10A-DD754D93798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ACA53A-8651-49BA-9104-61A6D8FBD1C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CAA6FE-AA19-4021-89A9-0B9307AEF56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551BCF-4541-4597-9074-2AC53C7584B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D20F38-928B-4836-BE77-E0D61C657C8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E0AFD22-68A5-4D1F-8826-60287B79243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02E037-4D85-4F9C-87F1-D5685C19915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A3FB41-2766-4B81-B851-92C90736EA6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pt-BR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n: 14 + n x 5 = 64.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72FC2E-9FDF-43E0-BAA4-A0021CE8ACD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60FB2F0-409F-4C81-9491-6B9B4763364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9D4888-ADA7-4C04-936E-0D7A0AE48AF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8DA0264-81CE-463E-910B-9830FFB5D20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72 by 6 but forgets to subtract the 5 inside the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7E3835D-DE3C-4BA8-8838-D95575E960B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CF6015D-7AC0-45AC-92D0-297B7E8409A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CFBE07-CCCD-4445-AA44-4718C94CE0B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D267E4-A18F-4453-A1AE-F4C7013E317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9C59F80-30E9-4D7A-A0B2-B6865B173B8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27919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1346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2026-09-08T22:37:02Z</dcterms:created>
  <dcterms:modified xsi:type="dcterms:W3CDTF">2026-09-08T22:48:51Z</dcterms:modified>
</cp:coreProperties>
</file>