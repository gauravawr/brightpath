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4862c02b72541ef" /><Relationship Type="http://schemas.openxmlformats.org/officeDocument/2006/relationships/extended-properties" Target="/docProps/app.xml" Id="Rca7911cb98884fad" /><Relationship Type="http://schemas.openxmlformats.org/officeDocument/2006/relationships/officeDocument" Target="/ppt/presentation.xml" Id="R0e230a7740df446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7a32e57f96a43b2"/>
  </p:sldMasterIdLst>
  <p:notesMasterIdLst>
    <p:notesMasterId xmlns:r="http://schemas.openxmlformats.org/officeDocument/2006/relationships" r:id="R901a4853a9354a0a"/>
  </p:notesMasterIdLst>
  <p:sldIdLst>
    <p:sldId xmlns:r="http://schemas.openxmlformats.org/officeDocument/2006/relationships" id="256" r:id="Ra1b8351b26be438e"/>
    <p:sldId xmlns:r="http://schemas.openxmlformats.org/officeDocument/2006/relationships" id="257" r:id="Rfc88b1bf0da248f1"/>
    <p:sldId xmlns:r="http://schemas.openxmlformats.org/officeDocument/2006/relationships" id="258" r:id="R060212017a2d4e15"/>
    <p:sldId xmlns:r="http://schemas.openxmlformats.org/officeDocument/2006/relationships" id="259" r:id="R5edab88e62684d46"/>
    <p:sldId xmlns:r="http://schemas.openxmlformats.org/officeDocument/2006/relationships" id="260" r:id="R5aedce61accf4ad1"/>
    <p:sldId xmlns:r="http://schemas.openxmlformats.org/officeDocument/2006/relationships" id="261" r:id="R991bee1cf5284026"/>
    <p:sldId xmlns:r="http://schemas.openxmlformats.org/officeDocument/2006/relationships" id="262" r:id="Rf16ab65f050e43c7"/>
    <p:sldId xmlns:r="http://schemas.openxmlformats.org/officeDocument/2006/relationships" id="263" r:id="R5823aa98f2bb42f0"/>
    <p:sldId xmlns:r="http://schemas.openxmlformats.org/officeDocument/2006/relationships" id="264" r:id="Rf67c6a547dcc4e73"/>
    <p:sldId xmlns:r="http://schemas.openxmlformats.org/officeDocument/2006/relationships" id="265" r:id="R618b1b41d37d419e"/>
    <p:sldId xmlns:r="http://schemas.openxmlformats.org/officeDocument/2006/relationships" id="266" r:id="R4844aca27ec144d7"/>
    <p:sldId xmlns:r="http://schemas.openxmlformats.org/officeDocument/2006/relationships" id="267" r:id="R4b49c9cf7c1044d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2a1931371b24aac" /><Relationship Type="http://schemas.openxmlformats.org/officeDocument/2006/relationships/slideMaster" Target="/ppt/slideMasters/slideMaster1.xml" Id="R47a32e57f96a43b2" /><Relationship Type="http://schemas.openxmlformats.org/officeDocument/2006/relationships/notesMaster" Target="/ppt/notesMasters/notesMaster1.xml" Id="R901a4853a9354a0a" /><Relationship Type="http://schemas.openxmlformats.org/officeDocument/2006/relationships/presProps" Target="/ppt/presProps.xml" Id="Ra7c2685578ef4e1d" /><Relationship Type="http://schemas.openxmlformats.org/officeDocument/2006/relationships/tableStyles" Target="/ppt/tableStyles.xml" Id="R4a9fd770d5924472" /><Relationship Type="http://schemas.openxmlformats.org/officeDocument/2006/relationships/slide" Target="/ppt/slides/slide1.xml" Id="Ra1b8351b26be438e" /><Relationship Type="http://schemas.openxmlformats.org/officeDocument/2006/relationships/slide" Target="/ppt/slides/slide2.xml" Id="Rfc88b1bf0da248f1" /><Relationship Type="http://schemas.openxmlformats.org/officeDocument/2006/relationships/slide" Target="/ppt/slides/slide3.xml" Id="R060212017a2d4e15" /><Relationship Type="http://schemas.openxmlformats.org/officeDocument/2006/relationships/slide" Target="/ppt/slides/slide4.xml" Id="R5edab88e62684d46" /><Relationship Type="http://schemas.openxmlformats.org/officeDocument/2006/relationships/slide" Target="/ppt/slides/slide5.xml" Id="R5aedce61accf4ad1" /><Relationship Type="http://schemas.openxmlformats.org/officeDocument/2006/relationships/slide" Target="/ppt/slides/slide6.xml" Id="R991bee1cf5284026" /><Relationship Type="http://schemas.openxmlformats.org/officeDocument/2006/relationships/slide" Target="/ppt/slides/slide7.xml" Id="Rf16ab65f050e43c7" /><Relationship Type="http://schemas.openxmlformats.org/officeDocument/2006/relationships/slide" Target="/ppt/slides/slide8.xml" Id="R5823aa98f2bb42f0" /><Relationship Type="http://schemas.openxmlformats.org/officeDocument/2006/relationships/slide" Target="/ppt/slides/slide9.xml" Id="Rf67c6a547dcc4e73" /><Relationship Type="http://schemas.openxmlformats.org/officeDocument/2006/relationships/slide" Target="/ppt/slides/slide10.xml" Id="R618b1b41d37d419e" /><Relationship Type="http://schemas.openxmlformats.org/officeDocument/2006/relationships/slide" Target="/ppt/slides/slide11.xml" Id="R4844aca27ec144d7" /><Relationship Type="http://schemas.openxmlformats.org/officeDocument/2006/relationships/slide" Target="/ppt/slides/slide12.xml" Id="R4b49c9cf7c1044d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7a5225b19fa4c6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c2dafa4d9e74c7b" /><Relationship Type="http://schemas.openxmlformats.org/officeDocument/2006/relationships/notesMaster" Target="/ppt/notesMasters/notesMaster1.xml" Id="Ra17a8fbc10204fc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f4e83592eda45bf" /><Relationship Type="http://schemas.openxmlformats.org/officeDocument/2006/relationships/notesMaster" Target="/ppt/notesMasters/notesMaster1.xml" Id="R69adf9f975f64c8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1980264a0fc4806" /><Relationship Type="http://schemas.openxmlformats.org/officeDocument/2006/relationships/notesMaster" Target="/ppt/notesMasters/notesMaster1.xml" Id="R557075413bae43e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249c8d63d2f4253" /><Relationship Type="http://schemas.openxmlformats.org/officeDocument/2006/relationships/notesMaster" Target="/ppt/notesMasters/notesMaster1.xml" Id="Ra5c9a944e3cf4d1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95f7bd7cd754878" /><Relationship Type="http://schemas.openxmlformats.org/officeDocument/2006/relationships/notesMaster" Target="/ppt/notesMasters/notesMaster1.xml" Id="R3c03f7846269491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c39ff26ba084e51" /><Relationship Type="http://schemas.openxmlformats.org/officeDocument/2006/relationships/notesMaster" Target="/ppt/notesMasters/notesMaster1.xml" Id="R360938e781084f9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1db2d05754f4ae2" /><Relationship Type="http://schemas.openxmlformats.org/officeDocument/2006/relationships/notesMaster" Target="/ppt/notesMasters/notesMaster1.xml" Id="R91aa45508ba345c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b589c6240294bd9" /><Relationship Type="http://schemas.openxmlformats.org/officeDocument/2006/relationships/notesMaster" Target="/ppt/notesMasters/notesMaster1.xml" Id="R3bc56dadcbda461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c07c94202944030" /><Relationship Type="http://schemas.openxmlformats.org/officeDocument/2006/relationships/notesMaster" Target="/ppt/notesMasters/notesMaster1.xml" Id="Rc26251a7d06f479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bc6f1dd263541b7" /><Relationship Type="http://schemas.openxmlformats.org/officeDocument/2006/relationships/notesMaster" Target="/ppt/notesMasters/notesMaster1.xml" Id="R5ad84cb7067c4c2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23a966dab0a4e31" /><Relationship Type="http://schemas.openxmlformats.org/officeDocument/2006/relationships/notesMaster" Target="/ppt/notesMasters/notesMaster1.xml" Id="R5139ca3a7426483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8686131c86f4707" /><Relationship Type="http://schemas.openxmlformats.org/officeDocument/2006/relationships/notesMaster" Target="/ppt/notesMasters/notesMaster1.xml" Id="R8b2dcc6beaf9416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Operation cards, bracket cards, mini whiteboards, four-function examples.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84. | Identify brackets and multiplication or division before calculating. | Multiplication has priority, so calculate 6 x 7 first.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operation, expression, brackets, order, inverse, equivalent.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60.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84.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Multiplication has priority, so calculate 6 x 7 first.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84..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48..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One answer is 2 + 4 x 8 = 34.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48.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48. | Multiplication has priority, so calculate 6 x 7 first.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3cc39830514d6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4d538f3a72f4dc5" /><Relationship Type="http://schemas.openxmlformats.org/officeDocument/2006/relationships/slideLayout" Target="/ppt/slideLayouts/slideLayout1.xml" Id="R5954b8dd0c9a43e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954b8dd0c9a43e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977146805f4756" /><Relationship Type="http://schemas.openxmlformats.org/officeDocument/2006/relationships/notesSlide" Target="/ppt/notesSlides/notesSlide1.xml" Id="Rf88215af24ea452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b1353fa8ce464b" /><Relationship Type="http://schemas.openxmlformats.org/officeDocument/2006/relationships/notesSlide" Target="/ppt/notesSlides/notesSlide2.xml" Id="Rc741194f20f647f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175b6d41684831" /><Relationship Type="http://schemas.openxmlformats.org/officeDocument/2006/relationships/notesSlide" Target="/ppt/notesSlides/notesSlide3.xml" Id="Rff7b0fe43651473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78b7b702ea4398" /><Relationship Type="http://schemas.openxmlformats.org/officeDocument/2006/relationships/notesSlide" Target="/ppt/notesSlides/notesSlide4.xml" Id="Rc3ea3ac6046b47b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fe725fdce24799" /><Relationship Type="http://schemas.openxmlformats.org/officeDocument/2006/relationships/notesSlide" Target="/ppt/notesSlides/notesSlide5.xml" Id="R99a13bd388f049e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b851a554c54d91" /><Relationship Type="http://schemas.openxmlformats.org/officeDocument/2006/relationships/notesSlide" Target="/ppt/notesSlides/notesSlide6.xml" Id="R951eb116bcfa4d4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5a6f5c7d564e02" /><Relationship Type="http://schemas.openxmlformats.org/officeDocument/2006/relationships/image" Target="/ppt/media/image.png" Id="R47d64498370043eb" /><Relationship Type="http://schemas.openxmlformats.org/officeDocument/2006/relationships/notesSlide" Target="/ppt/notesSlides/notesSlide7.xml" Id="R9ca8430134eb41a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70dc00eaa448fa" /><Relationship Type="http://schemas.openxmlformats.org/officeDocument/2006/relationships/notesSlide" Target="/ppt/notesSlides/notesSlide8.xml" Id="R9c1cb321c22d451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ddb717262448ff" /><Relationship Type="http://schemas.openxmlformats.org/officeDocument/2006/relationships/notesSlide" Target="/ppt/notesSlides/notesSlide9.xml" Id="R27d6a08aa78d483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6373c1af3b4db4" /><Relationship Type="http://schemas.openxmlformats.org/officeDocument/2006/relationships/notesSlide" Target="/ppt/notesSlides/notesSlide10.xml" Id="R61060cecefba405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2ec0e6b9144884" /><Relationship Type="http://schemas.openxmlformats.org/officeDocument/2006/relationships/notesSlide" Target="/ppt/notesSlides/notesSlide11.xml" Id="R6dc84de38ade4d1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a57ef335244f20" /><Relationship Type="http://schemas.openxmlformats.org/officeDocument/2006/relationships/notesSlide" Target="/ppt/notesSlides/notesSlide12.xml" Id="Rfe9935ad2a94447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7B62BA-CA86-4FB6-9A46-0E9DB36B5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2FD209-3C47-4AD4-BAD7-E150E6895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9392C7-0F04-4436-AF8F-B682F0616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192C4C-0664-4661-BFF0-777315442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6DBE71-075A-4F47-832E-EFC952BC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942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multiplication and division before addition and subtraction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EEC246-933C-4A59-94A7-8974E0270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4923ED-F9D2-416F-9737-7E8497418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13283C-6B01-40AF-A885-8A6D59C1B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apply the order of operations without brackets.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5407C4-14BB-4D8F-A18F-FF2E78492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43574F-42BC-4F60-BA8D-0E690A6C6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Operation cards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9B67FE-C8E0-47B2-862F-409B33575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12739849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5D46319-A89B-41B5-BD9C-FB2C8A0D5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9487BF-5168-449B-9CB2-DBA5ABEA0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7F9251-4A2B-46E8-A7FC-A209019B8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8D5D66-707A-4364-BF25-D7A9781CA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1F90C4-A427-4F43-92FF-8CAA723AF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183AE8-CA64-4D45-9900-7FCAE3561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38F309-25ED-49F0-BEB2-88B5C901B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A7BA65-5FA3-42C7-9D7F-6497896A8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839CC3-B88B-4366-B637-67518584D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multiplication and division before addition and subtraction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554898-0FCE-4DC6-BE2E-6DF6CDB1F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0F62D2-4049-4231-B5B4-E2FD8A146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9893FB-EAD7-4356-B3F0-51C0A9D94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85BE84-180A-478E-8CDA-6F2B7DAC8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Calculate accurately with the four operations and understand grouping with brackets.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DAD0CE-429E-45F0-B36E-F042618A9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7A24FD-E68C-4F71-9A53-B071A43D0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0B2547-358F-473B-9E4B-04B82DD5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B39030-A0F8-4953-A8CF-34A76AAC9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90 - 36 / 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18D389-8A30-4AEF-8CAE-C17DABDFF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6F23A8-212F-4EC0-8351-1ACE03607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7620FA-C323-4B7B-9DBC-8529F2BAD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A8998D-9DFC-466B-9F80-24E4BBCE0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18 + 6 x 7.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23F2DDF-A67D-4D22-8018-1A4664BB3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42374790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EC0AE6-4247-4279-A59C-300C4494F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2CF7F1-8990-4F88-88F0-DFDC5671F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FDE127-D52E-42F5-AB27-AED667779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077019-69EF-47A1-8725-B24CA0777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69B0E3-B3DB-424D-B505-89CBE30BE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5E3E5C-19B8-427F-A6C6-09C25EBBF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2803F6-1116-4230-9F81-0F802FD5F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FFF22E-B337-49F0-8845-4047111D3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D88022-B4FF-4C25-A5DA-570E4CF03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multiplication and division before addition and subtraction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7253E6-EC41-4418-B99E-B4217F9A1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apply the order of operations without brackets.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5A39E9-542C-4BE9-8558-9DABC3A79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1E0610-3ACA-4F97-9C0D-85030DF34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brackets and multiplication or division before calculating.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D04591-64C8-4EA7-BA22-9061E92DE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Work through operations of equal priority from left to right.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EE7537-E0AB-47E8-B8F5-A9604B579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by estimating or comparing with an equivalent expression.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EC0382-BFE8-4312-A785-C69BA416F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operation  |  expression  |  brackets  |  order  |  inverse  |  equivalent</a:t>
            </a:r>
          </a:p>
        </p:txBody>
      </p:sp>
    </p:spTree>
    <p:extLst>
      <p:ext uri="{BB962C8B-B14F-4D97-AF65-F5344CB8AC3E}">
        <p14:creationId xmlns:p14="http://schemas.microsoft.com/office/powerpoint/2010/main" val="134144836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60BEE2-ED79-4D13-8321-6038336D4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ECCFE5-A241-4869-8B06-668A96741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43E716-F7F0-4714-88E2-41163595D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9DD30C-4F20-4375-B532-D122AABF7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9AEFB5-199F-41E3-ACA2-73DC6C3E2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645171-C15A-4E3C-AD9C-A17A5B812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8222BC-CA69-4F4C-9580-4EE446A66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A9765D-E8AF-413B-80B1-0F2299632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A09272-0867-43CA-A986-5226AC16C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multiplication and division before addition and subtraction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1E09A3-8B98-42B8-BA90-92CC38E81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18 + 6 x 7.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68E413-672E-489B-8964-1C2026BF9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E9ACED-C4F9-445F-84D6-4CBA8178C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34CA80-D5DA-41AD-99EF-0EFDB88C9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Identify brackets and multiplication or division before calculating.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255BDE-482B-4698-8C6A-B551F7A47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7ABF0C-5109-495F-A0CD-BC762B048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424843-18C5-4429-AD9B-5D84F2FB5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Work through operations of equal priority from left to right.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5836F1-DCDA-4322-8D23-3B9096D67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A3C8A7-7CA3-43B2-ABF4-B37DB79C3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BD40B6-519E-4FF9-97E1-6162EF992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60.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16C222-256C-455B-80F3-E41978241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83BF52-4954-47E7-9CF8-D7E2C06DC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025B83-C813-42CB-A106-0922774CB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by estimating or comparing with an equivalent expression.</a:t>
            </a:r>
          </a:p>
        </p:txBody>
      </p:sp>
    </p:spTree>
    <p:extLst>
      <p:ext uri="{BB962C8B-B14F-4D97-AF65-F5344CB8AC3E}">
        <p14:creationId xmlns:p14="http://schemas.microsoft.com/office/powerpoint/2010/main" val="201740563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196F80-C064-467D-B37D-98A7CDC33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38F177-589C-4369-AE08-B3D68F8E4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162E4E-E5F1-4B5C-B1CE-6256E854B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D6BAAF-78AD-4DC5-A2B3-E23F3BCD5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2A3FF8-8881-42C6-B311-FEAF5A48B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A9C46C-C3F3-492C-B3E3-1B5F95F72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0E23FA-21EF-4341-A32A-8AB9FA6E4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8A7EFC-D443-4145-B103-684A47CED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A13957-029B-451B-8ED0-D2BF7DC08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multiplication and division before addition and subtraction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C0D62B-2EAD-473E-B9D1-14D517E49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C1D508-EB99-4263-A788-5544F2BCE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60.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5830FD-2823-4BEA-8789-E29632A36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A1059C-899B-444E-8B8C-EC543485C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by estimating or comparing with an equivalent expression.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3A6376-7B88-41AA-A36B-33B437BA9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3821757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84CF3F-969A-4BD4-8F85-F775B2383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C37B42-FBD1-4CE6-B99D-ADFF1E8AE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A0ED67-CE58-454E-9622-5548511C2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F8AB75-F9D2-4D13-8AB4-E4F2BA040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B76CEE-1FB0-41B5-8F61-311EB62D1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A3F936-AE5A-42D0-9FB2-F1FED11FA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314961-F7C7-40D1-8DAB-A8BC00FC6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2F8131-4687-4DBD-B1FA-35A659135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526F27-B41B-4426-9CB8-B633AC2C6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multiplication and division before addition and subtraction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A34D82-AB98-4CE5-9CCB-B890192F5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90 - 36 / 6.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00F2A7-5915-4786-A244-FD3261E1A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E686F2-A930-4BEC-B87A-C4AFD1AFF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4F12CA-9651-4814-B44E-4D6C00BFD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B69CEE-AEC7-4EA3-BAB3-01E87E89B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0EBEA4-1B8B-43FA-A7DD-539AC47F4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84.</a:t>
            </a:r>
          </a:p>
        </p:txBody>
      </p:sp>
    </p:spTree>
    <p:extLst>
      <p:ext uri="{BB962C8B-B14F-4D97-AF65-F5344CB8AC3E}">
        <p14:creationId xmlns:p14="http://schemas.microsoft.com/office/powerpoint/2010/main" val="174375173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AA3BD1-E27C-4036-AC8F-D19BDCCB2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937D41-0C44-47DF-B251-CD24B18E4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46A449-FDB1-4616-93C2-776C74DF8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91C041-1FA4-4A4C-9744-17EC0F0DC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919A34-266F-4AEC-91D5-217636203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9A7333-E3A7-4843-B56E-71F4878F9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B2B2BF-A1DE-4269-B3C3-F2AA679D7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017C8E-749D-409C-811A-29DEE5E79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881663-DC86-4B68-9F83-935914084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multiplication and division before addition and subtraction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d64498370043eb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A4C726-9F0B-49AC-B95D-2C696D1C1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740BC0-3B24-4301-AE0B-8AF77D4D2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adds 18 and 6 before multiplying by 7.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4C6E3B-5944-488D-BE02-9A806E61B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2AF713-08D1-449B-9056-059BAD0B2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04E0D4-68C8-4158-A746-68B7A29E7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Multiplication has priority, so calculate 6 x 7 first.</a:t>
            </a:r>
          </a:p>
        </p:txBody>
      </p:sp>
    </p:spTree>
    <p:extLst>
      <p:ext uri="{BB962C8B-B14F-4D97-AF65-F5344CB8AC3E}">
        <p14:creationId xmlns:p14="http://schemas.microsoft.com/office/powerpoint/2010/main" val="51535205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B03451B-569D-487B-B7EF-225AF7991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AD8344-E23D-4A66-82C8-5B145DC2E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8B5C76-E5C2-4A7C-8CDA-FDCC87946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C3033E-B5DD-4C65-A8C1-D19618231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095697-4671-444C-90A0-B8068F5B8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1B19D1-B9F7-4A90-8A86-E5396FAA5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ADB19A-4A37-4F03-9C47-C1CF92B48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422668-40DA-4925-B0F0-A2BCE9C13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809EBB-6E75-4D94-83B8-21E805537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multiplication and division before addition and subtraction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7B638B-F449-4330-BF2B-1470D0F7B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C65AD5-63F3-4236-A54C-CCD07EC74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F256F7-A9FC-4E97-825A-C7130772C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DA5830-3EC0-4D29-98BF-E09604867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90 - 36 / 6.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C19F8E-17DD-40F8-8FBB-1072E329C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BBA26B-E3F2-4815-AB61-D9D2166C6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B446A8-EC76-4A22-859F-135314A59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F8D1D2-C140-46C0-843A-7605F3C33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887B1A-CB3C-4151-85DA-285F8CEE1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21E0F5-F8F5-4EB0-AB7A-49D10BCC7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F3EECD-8326-47EE-BDFC-FE8A68A19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16BA87-5761-4E07-84B5-C9ECC78F9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84.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1FFF792-ACD7-41AB-A947-E59427CB6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59328069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F02FF2-2BA1-4FBF-A687-0744ECBDF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BD2AEE-780D-4D84-8543-0003AEB2A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57D1E8-8D35-41E0-9E28-9E39F8DDB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BE24C1-A04D-413B-8216-DB146C7F5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30D70E-FD1D-4EFD-8E2A-5CB099FFA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E0FA5F-2C3A-48AC-8DA6-7051E0C4A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8C0C34-11FC-493F-9969-1813DA1BA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B9F7BC-1CC7-4507-9D47-456F307E8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0ADBF8-5337-4274-B269-40808B155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multiplication and division before addition and subtraction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078800-6343-4A98-A689-26DA54787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01257F-C354-48EC-83C1-31ACF0DAB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A786FB-E1DD-4112-9D5E-69789D9BE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715772-5142-4113-802B-7DFBCAF70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120 / 5 + 8 x 3.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F657E0-6313-4B05-8831-9A8372BB3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CF4463-9CAE-469E-ABE1-E024E781E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E48372-6DC5-43B1-8B77-C8E318619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099098-7AC7-4AE1-8C96-45BD6DED2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8428E5-2423-4FB8-AFB5-8806C5C7E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9B333E-EC52-4DA1-B59C-3CB09B727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615060-E50E-4499-9DA0-7B293E872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43E366-E529-43A7-B747-E88EBD41B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96897690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D07040-BB51-46C2-AC89-9E2BE7E0E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E613F3-313B-4570-BAC6-BA941EC06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719AB1-8649-469E-B1A4-86A17472E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FA6167-4FBA-4D99-92E6-591419E0F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F172C1-A036-438D-85D9-4FF8D2730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AE2B64-52AD-4064-AA03-23E1B8EFB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2FF0F5-15D4-47C2-A71B-454BFB450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81601F-84A6-44FE-8EAC-786BD2A6A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0D5E0B-CDF7-4C05-BCA8-146893225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multiplication and division before addition and subtraction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DADB37-8D7D-4567-9CE3-2F2362081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the digits 2, 4 and 8 once to make an expression with answer 34.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EDCEC7-A3AA-475B-8300-094573AC5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DA1F9B-3D74-42B9-9A93-7F996099A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4014F4-89FD-4F47-AB5A-99EE50083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One answer is 2 + 4 x 8 = 34.</a:t>
            </a:r>
          </a:p>
        </p:txBody>
      </p:sp>
    </p:spTree>
    <p:extLst>
      <p:ext uri="{BB962C8B-B14F-4D97-AF65-F5344CB8AC3E}">
        <p14:creationId xmlns:p14="http://schemas.microsoft.com/office/powerpoint/2010/main" val="185552330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FE7925-9744-4D70-8714-1688B568F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68F6C7-9A60-45EE-B090-052461635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8ABF4C-64C9-48A2-AD45-092550895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7AABB2-6278-4A2D-AA2F-CA8546CAA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5C3857-8F55-4B6B-BA9B-1ED9D2A40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8FB80D-5BDC-48C2-A952-AA1727221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A16EAF-01FF-48A4-B182-6B55BB3A5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B4622B-DCB9-4528-9B5E-E5B9DDAE2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9BAE04-219B-4635-B870-EF5E01448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multiplication and division before addition and subtraction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D75F4C-FCBB-4A45-986F-322237A46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46098C-2A97-4B4C-849A-F4E1F6C28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B132B7-4CF9-4EB8-B608-01198C568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120 / 5 + 8 x 3.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377844-D4BD-48D1-812A-B98E63804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0579E7-C66A-454B-9609-1A1756E8A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46F979-2CD2-42A6-AA17-6E87E70BA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04A794-7833-4AFF-ACE1-81ADABE05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48.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ED5AAF-EF47-46DB-90D3-10DBAD41B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B6781A-20DD-4596-9B49-B44DB2D23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21076204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409259-98A5-4903-AA1E-4B9903348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E451F7-1FF1-47BB-B002-6BDE5C7C8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215B3E-0CCF-40F2-911C-41AC7ECD2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83C3B2-A6CF-4021-AC5C-13A8F8488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0457D5-8C50-4D29-8073-1B10F3CBD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538F0B-B55F-45B6-AB26-882A1DDAA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30839E-8450-498E-96F2-4F3D5EDCD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E342A2-FA5F-4ABA-8EF4-F338B817C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02D0E5-613A-4C8B-ADA1-506834A5B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multiplication and division before addition and subtraction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1A5A54-25F1-406A-9F7A-17344B2B1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83DA32-ACB2-41F4-8696-9A5B2E9EC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DA3D0C-3472-4AA3-9487-E890EDBC8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AF4FCB-FBFF-4429-86E5-181AFCEB5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120 / 5 + 8 x 3.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CA1F81-A410-4C9B-A59F-2277E1A3F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DBE2E2-DC0A-450F-9350-7B89B6C4D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BDC225-70ED-4209-A2E7-174E8866E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2B6DA2-6398-4F09-98C9-0A90C20FA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adds 18 and 6 before multiplying by 7.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4B11EA-40B3-49A6-B888-0E31E8064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3C1D67-1F25-4902-9BDA-1A7C32E7C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902153-BB79-4000-AAAE-DFCC621F5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051423-9951-47CA-9A7A-24FA3DC6D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608B9B5-D335-4AB2-B579-0A7EE9020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14876358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2026-09-09T20:45:27.6830000Z</dcterms:created>
  <dcterms:modified xsi:type="dcterms:W3CDTF">2026-09-09T20:45:27.6830000Z</dcterms:modified>
</coreProperties>
</file>