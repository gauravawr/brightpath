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5:49.860" v="59"/>
      <pc:docMkLst>
        <pc:docMk/>
      </pc:docMkLst>
      <pc:sldChg chg="modSp mod modAnim">
        <pc:chgData name="Garima Sharma" userId="c5ca40beb9a8554c" providerId="LiveId" clId="{2265D429-760C-4FF0-9653-4AF4BA9B0970}" dt="2026-09-09T11:05:48.933" v="5"/>
        <pc:sldMkLst>
          <pc:docMk/>
          <pc:sldMk cId="71054338" sldId="257"/>
        </pc:sldMkLst>
        <pc:spChg chg="mod">
          <ac:chgData name="Garima Sharma" userId="c5ca40beb9a8554c" providerId="LiveId" clId="{2265D429-760C-4FF0-9653-4AF4BA9B0970}" dt="2026-09-09T11:05:48.881" v="0" actId="20577"/>
          <ac:spMkLst>
            <pc:docMk/>
            <pc:sldMk cId="71054338" sldId="257"/>
            <ac:spMk id="13" creationId="{0491E5BE-3654-4EE0-9FD0-2D904FE9291F}"/>
          </ac:spMkLst>
        </pc:spChg>
        <pc:spChg chg="mod">
          <ac:chgData name="Garima Sharma" userId="c5ca40beb9a8554c" providerId="LiveId" clId="{2265D429-760C-4FF0-9653-4AF4BA9B0970}" dt="2026-09-09T11:05:48.906" v="2" actId="20577"/>
          <ac:spMkLst>
            <pc:docMk/>
            <pc:sldMk cId="71054338" sldId="257"/>
            <ac:spMk id="17" creationId="{81925739-6BC4-477D-9FE0-4E8E75F618B4}"/>
          </ac:spMkLst>
        </pc:spChg>
        <pc:spChg chg="mod">
          <ac:chgData name="Garima Sharma" userId="c5ca40beb9a8554c" providerId="LiveId" clId="{2265D429-760C-4FF0-9653-4AF4BA9B0970}" dt="2026-09-09T11:05:48.932" v="4" actId="20577"/>
          <ac:spMkLst>
            <pc:docMk/>
            <pc:sldMk cId="71054338" sldId="257"/>
            <ac:spMk id="21" creationId="{C157A525-B09A-4E49-844A-D2338AC46E55}"/>
          </ac:spMkLst>
        </pc:spChg>
      </pc:sldChg>
      <pc:sldChg chg="modSp mod modAnim">
        <pc:chgData name="Garima Sharma" userId="c5ca40beb9a8554c" providerId="LiveId" clId="{2265D429-760C-4FF0-9653-4AF4BA9B0970}" dt="2026-09-09T11:05:49.027" v="11"/>
        <pc:sldMkLst>
          <pc:docMk/>
          <pc:sldMk cId="1794838547" sldId="258"/>
        </pc:sldMkLst>
        <pc:spChg chg="mod">
          <ac:chgData name="Garima Sharma" userId="c5ca40beb9a8554c" providerId="LiveId" clId="{2265D429-760C-4FF0-9653-4AF4BA9B0970}" dt="2026-09-09T11:05:48.995" v="6" actId="20577"/>
          <ac:spMkLst>
            <pc:docMk/>
            <pc:sldMk cId="1794838547" sldId="258"/>
            <ac:spMk id="12" creationId="{6FBB2B5E-7361-4F20-B599-07F42148DDCF}"/>
          </ac:spMkLst>
        </pc:spChg>
        <pc:spChg chg="mod">
          <ac:chgData name="Garima Sharma" userId="c5ca40beb9a8554c" providerId="LiveId" clId="{2265D429-760C-4FF0-9653-4AF4BA9B0970}" dt="2026-09-09T11:05:49.009" v="8" actId="20577"/>
          <ac:spMkLst>
            <pc:docMk/>
            <pc:sldMk cId="1794838547" sldId="258"/>
            <ac:spMk id="13" creationId="{1E0D151B-55C2-4A54-AF00-8366873165E9}"/>
          </ac:spMkLst>
        </pc:spChg>
        <pc:spChg chg="mod">
          <ac:chgData name="Garima Sharma" userId="c5ca40beb9a8554c" providerId="LiveId" clId="{2265D429-760C-4FF0-9653-4AF4BA9B0970}" dt="2026-09-09T11:05:49.023" v="10" actId="20577"/>
          <ac:spMkLst>
            <pc:docMk/>
            <pc:sldMk cId="1794838547" sldId="258"/>
            <ac:spMk id="14" creationId="{A6BE98EF-4D3B-4CD7-8C18-6726662A5D4D}"/>
          </ac:spMkLst>
        </pc:spChg>
      </pc:sldChg>
      <pc:sldChg chg="modSp mod modAnim">
        <pc:chgData name="Garima Sharma" userId="c5ca40beb9a8554c" providerId="LiveId" clId="{2265D429-760C-4FF0-9653-4AF4BA9B0970}" dt="2026-09-09T11:05:49.152" v="17"/>
        <pc:sldMkLst>
          <pc:docMk/>
          <pc:sldMk cId="1620927003" sldId="259"/>
        </pc:sldMkLst>
        <pc:spChg chg="mod">
          <ac:chgData name="Garima Sharma" userId="c5ca40beb9a8554c" providerId="LiveId" clId="{2265D429-760C-4FF0-9653-4AF4BA9B0970}" dt="2026-09-09T11:05:49.108" v="12" actId="20577"/>
          <ac:spMkLst>
            <pc:docMk/>
            <pc:sldMk cId="1620927003" sldId="259"/>
            <ac:spMk id="14" creationId="{0078661A-A6C9-4415-BF91-4ED1CBF0D5DE}"/>
          </ac:spMkLst>
        </pc:spChg>
        <pc:spChg chg="mod">
          <ac:chgData name="Garima Sharma" userId="c5ca40beb9a8554c" providerId="LiveId" clId="{2265D429-760C-4FF0-9653-4AF4BA9B0970}" dt="2026-09-09T11:05:49.125" v="14" actId="20577"/>
          <ac:spMkLst>
            <pc:docMk/>
            <pc:sldMk cId="1620927003" sldId="259"/>
            <ac:spMk id="18" creationId="{099CBBC3-9D45-4577-A912-4632635E9BEF}"/>
          </ac:spMkLst>
        </pc:spChg>
        <pc:spChg chg="mod">
          <ac:chgData name="Garima Sharma" userId="c5ca40beb9a8554c" providerId="LiveId" clId="{2265D429-760C-4FF0-9653-4AF4BA9B0970}" dt="2026-09-09T11:05:49.148" v="16" actId="20577"/>
          <ac:spMkLst>
            <pc:docMk/>
            <pc:sldMk cId="1620927003" sldId="259"/>
            <ac:spMk id="22" creationId="{CB700827-AEE3-438E-B6D8-AB6C5A03646E}"/>
          </ac:spMkLst>
        </pc:spChg>
      </pc:sldChg>
      <pc:sldChg chg="modSp mod modAnim">
        <pc:chgData name="Garima Sharma" userId="c5ca40beb9a8554c" providerId="LiveId" clId="{2265D429-760C-4FF0-9653-4AF4BA9B0970}" dt="2026-09-09T11:05:49.218" v="23"/>
        <pc:sldMkLst>
          <pc:docMk/>
          <pc:sldMk cId="1378364591" sldId="260"/>
        </pc:sldMkLst>
        <pc:spChg chg="mod">
          <ac:chgData name="Garima Sharma" userId="c5ca40beb9a8554c" providerId="LiveId" clId="{2265D429-760C-4FF0-9653-4AF4BA9B0970}" dt="2026-09-09T11:05:49.197" v="18" actId="20577"/>
          <ac:spMkLst>
            <pc:docMk/>
            <pc:sldMk cId="1378364591" sldId="260"/>
            <ac:spMk id="11" creationId="{57EA129D-62E4-42FA-B49D-8612547360B8}"/>
          </ac:spMkLst>
        </pc:spChg>
        <pc:spChg chg="mod">
          <ac:chgData name="Garima Sharma" userId="c5ca40beb9a8554c" providerId="LiveId" clId="{2265D429-760C-4FF0-9653-4AF4BA9B0970}" dt="2026-09-09T11:05:49.208" v="20" actId="20577"/>
          <ac:spMkLst>
            <pc:docMk/>
            <pc:sldMk cId="1378364591" sldId="260"/>
            <ac:spMk id="13" creationId="{66709081-6BFC-4230-86E8-2992FBCCBC7B}"/>
          </ac:spMkLst>
        </pc:spChg>
        <pc:spChg chg="mod">
          <ac:chgData name="Garima Sharma" userId="c5ca40beb9a8554c" providerId="LiveId" clId="{2265D429-760C-4FF0-9653-4AF4BA9B0970}" dt="2026-09-09T11:05:49.217" v="22" actId="20577"/>
          <ac:spMkLst>
            <pc:docMk/>
            <pc:sldMk cId="1378364591" sldId="260"/>
            <ac:spMk id="14" creationId="{D353CF79-3B27-46EB-9B6F-24903981EA25}"/>
          </ac:spMkLst>
        </pc:spChg>
      </pc:sldChg>
      <pc:sldChg chg="modSp mod modAnim">
        <pc:chgData name="Garima Sharma" userId="c5ca40beb9a8554c" providerId="LiveId" clId="{2265D429-760C-4FF0-9653-4AF4BA9B0970}" dt="2026-09-09T11:05:49.290" v="27"/>
        <pc:sldMkLst>
          <pc:docMk/>
          <pc:sldMk cId="971038742" sldId="261"/>
        </pc:sldMkLst>
        <pc:spChg chg="mod">
          <ac:chgData name="Garima Sharma" userId="c5ca40beb9a8554c" providerId="LiveId" clId="{2265D429-760C-4FF0-9653-4AF4BA9B0970}" dt="2026-09-09T11:05:49.276" v="24" actId="20577"/>
          <ac:spMkLst>
            <pc:docMk/>
            <pc:sldMk cId="971038742" sldId="261"/>
            <ac:spMk id="14" creationId="{D58905CA-181F-41DC-B41B-4C967D089B0B}"/>
          </ac:spMkLst>
        </pc:spChg>
        <pc:spChg chg="mod">
          <ac:chgData name="Garima Sharma" userId="c5ca40beb9a8554c" providerId="LiveId" clId="{2265D429-760C-4FF0-9653-4AF4BA9B0970}" dt="2026-09-09T11:05:49.289" v="26" actId="20577"/>
          <ac:spMkLst>
            <pc:docMk/>
            <pc:sldMk cId="971038742" sldId="261"/>
            <ac:spMk id="15" creationId="{C486E790-0047-4ED2-8E49-B5C27F72C75E}"/>
          </ac:spMkLst>
        </pc:spChg>
      </pc:sldChg>
      <pc:sldChg chg="modSp mod modAnim">
        <pc:chgData name="Garima Sharma" userId="c5ca40beb9a8554c" providerId="LiveId" clId="{2265D429-760C-4FF0-9653-4AF4BA9B0970}" dt="2026-09-09T11:05:49.351" v="31"/>
        <pc:sldMkLst>
          <pc:docMk/>
          <pc:sldMk cId="2062948897" sldId="262"/>
        </pc:sldMkLst>
        <pc:spChg chg="mod">
          <ac:chgData name="Garima Sharma" userId="c5ca40beb9a8554c" providerId="LiveId" clId="{2265D429-760C-4FF0-9653-4AF4BA9B0970}" dt="2026-09-09T11:05:49.334" v="28" actId="20577"/>
          <ac:spMkLst>
            <pc:docMk/>
            <pc:sldMk cId="2062948897" sldId="262"/>
            <ac:spMk id="12" creationId="{8BED0DFF-627D-4D5C-8EC6-49AA5A2ECF06}"/>
          </ac:spMkLst>
        </pc:spChg>
        <pc:spChg chg="mod">
          <ac:chgData name="Garima Sharma" userId="c5ca40beb9a8554c" providerId="LiveId" clId="{2265D429-760C-4FF0-9653-4AF4BA9B0970}" dt="2026-09-09T11:05:49.349" v="30" actId="20577"/>
          <ac:spMkLst>
            <pc:docMk/>
            <pc:sldMk cId="2062948897" sldId="262"/>
            <ac:spMk id="15" creationId="{E79C8E0E-4703-4BEB-859D-1B0AE902D131}"/>
          </ac:spMkLst>
        </pc:spChg>
      </pc:sldChg>
      <pc:sldChg chg="modSp mod modAnim">
        <pc:chgData name="Garima Sharma" userId="c5ca40beb9a8554c" providerId="LiveId" clId="{2265D429-760C-4FF0-9653-4AF4BA9B0970}" dt="2026-09-09T11:05:49.477" v="37"/>
        <pc:sldMkLst>
          <pc:docMk/>
          <pc:sldMk cId="1545315389" sldId="263"/>
        </pc:sldMkLst>
        <pc:spChg chg="mod">
          <ac:chgData name="Garima Sharma" userId="c5ca40beb9a8554c" providerId="LiveId" clId="{2265D429-760C-4FF0-9653-4AF4BA9B0970}" dt="2026-09-09T11:05:49.424" v="32" actId="20577"/>
          <ac:spMkLst>
            <pc:docMk/>
            <pc:sldMk cId="1545315389" sldId="263"/>
            <ac:spMk id="13" creationId="{42323837-168B-4B87-86EB-A9BA99CFA121}"/>
          </ac:spMkLst>
        </pc:spChg>
        <pc:spChg chg="mod">
          <ac:chgData name="Garima Sharma" userId="c5ca40beb9a8554c" providerId="LiveId" clId="{2265D429-760C-4FF0-9653-4AF4BA9B0970}" dt="2026-09-09T11:05:49.452" v="34" actId="20577"/>
          <ac:spMkLst>
            <pc:docMk/>
            <pc:sldMk cId="1545315389" sldId="263"/>
            <ac:spMk id="17" creationId="{60C26B1D-3DE2-4B06-97DE-87B1946E3C05}"/>
          </ac:spMkLst>
        </pc:spChg>
        <pc:spChg chg="mod">
          <ac:chgData name="Garima Sharma" userId="c5ca40beb9a8554c" providerId="LiveId" clId="{2265D429-760C-4FF0-9653-4AF4BA9B0970}" dt="2026-09-09T11:05:49.476" v="36" actId="20577"/>
          <ac:spMkLst>
            <pc:docMk/>
            <pc:sldMk cId="1545315389" sldId="263"/>
            <ac:spMk id="21" creationId="{FDF74DD6-7A5F-48A3-8EE0-BB1AB6FEA2B4}"/>
          </ac:spMkLst>
        </pc:spChg>
      </pc:sldChg>
      <pc:sldChg chg="modSp mod modAnim">
        <pc:chgData name="Garima Sharma" userId="c5ca40beb9a8554c" providerId="LiveId" clId="{2265D429-760C-4FF0-9653-4AF4BA9B0970}" dt="2026-09-09T11:05:49.591" v="43"/>
        <pc:sldMkLst>
          <pc:docMk/>
          <pc:sldMk cId="361970278" sldId="264"/>
        </pc:sldMkLst>
        <pc:spChg chg="mod">
          <ac:chgData name="Garima Sharma" userId="c5ca40beb9a8554c" providerId="LiveId" clId="{2265D429-760C-4FF0-9653-4AF4BA9B0970}" dt="2026-09-09T11:05:49.538" v="38" actId="20577"/>
          <ac:spMkLst>
            <pc:docMk/>
            <pc:sldMk cId="361970278" sldId="264"/>
            <ac:spMk id="13" creationId="{8AFCD765-5B47-48CF-9218-1E0B36C34D5A}"/>
          </ac:spMkLst>
        </pc:spChg>
        <pc:spChg chg="mod">
          <ac:chgData name="Garima Sharma" userId="c5ca40beb9a8554c" providerId="LiveId" clId="{2265D429-760C-4FF0-9653-4AF4BA9B0970}" dt="2026-09-09T11:05:49.565" v="40" actId="20577"/>
          <ac:spMkLst>
            <pc:docMk/>
            <pc:sldMk cId="361970278" sldId="264"/>
            <ac:spMk id="17" creationId="{3ED05AB2-C7B2-44F3-9DB0-E66D5E787524}"/>
          </ac:spMkLst>
        </pc:spChg>
        <pc:spChg chg="mod">
          <ac:chgData name="Garima Sharma" userId="c5ca40beb9a8554c" providerId="LiveId" clId="{2265D429-760C-4FF0-9653-4AF4BA9B0970}" dt="2026-09-09T11:05:49.590" v="42" actId="20577"/>
          <ac:spMkLst>
            <pc:docMk/>
            <pc:sldMk cId="361970278" sldId="264"/>
            <ac:spMk id="21" creationId="{138DEC13-F091-43AF-BE2B-D3796C06E3FB}"/>
          </ac:spMkLst>
        </pc:spChg>
      </pc:sldChg>
      <pc:sldChg chg="modSp mod modAnim">
        <pc:chgData name="Garima Sharma" userId="c5ca40beb9a8554c" providerId="LiveId" clId="{2265D429-760C-4FF0-9653-4AF4BA9B0970}" dt="2026-09-09T11:05:49.665" v="49"/>
        <pc:sldMkLst>
          <pc:docMk/>
          <pc:sldMk cId="1525224230" sldId="265"/>
        </pc:sldMkLst>
        <pc:spChg chg="mod">
          <ac:chgData name="Garima Sharma" userId="c5ca40beb9a8554c" providerId="LiveId" clId="{2265D429-760C-4FF0-9653-4AF4BA9B0970}" dt="2026-09-09T11:05:49.641" v="44" actId="20577"/>
          <ac:spMkLst>
            <pc:docMk/>
            <pc:sldMk cId="1525224230" sldId="265"/>
            <ac:spMk id="11" creationId="{506EC323-718E-4FF4-AE5F-EC6201A74D3C}"/>
          </ac:spMkLst>
        </pc:spChg>
        <pc:spChg chg="mod">
          <ac:chgData name="Garima Sharma" userId="c5ca40beb9a8554c" providerId="LiveId" clId="{2265D429-760C-4FF0-9653-4AF4BA9B0970}" dt="2026-09-09T11:05:49.654" v="46" actId="20577"/>
          <ac:spMkLst>
            <pc:docMk/>
            <pc:sldMk cId="1525224230" sldId="265"/>
            <ac:spMk id="12" creationId="{681CE8FA-003B-4467-B2BC-7E093E76AD3B}"/>
          </ac:spMkLst>
        </pc:spChg>
        <pc:spChg chg="mod">
          <ac:chgData name="Garima Sharma" userId="c5ca40beb9a8554c" providerId="LiveId" clId="{2265D429-760C-4FF0-9653-4AF4BA9B0970}" dt="2026-09-09T11:05:49.663" v="48" actId="20577"/>
          <ac:spMkLst>
            <pc:docMk/>
            <pc:sldMk cId="1525224230" sldId="265"/>
            <ac:spMk id="13" creationId="{241D8BB7-052E-4777-B89A-B5B431D74C9F}"/>
          </ac:spMkLst>
        </pc:spChg>
      </pc:sldChg>
      <pc:sldChg chg="modSp mod modAnim">
        <pc:chgData name="Garima Sharma" userId="c5ca40beb9a8554c" providerId="LiveId" clId="{2265D429-760C-4FF0-9653-4AF4BA9B0970}" dt="2026-09-09T11:05:49.744" v="53"/>
        <pc:sldMkLst>
          <pc:docMk/>
          <pc:sldMk cId="714451147" sldId="266"/>
        </pc:sldMkLst>
        <pc:spChg chg="mod">
          <ac:chgData name="Garima Sharma" userId="c5ca40beb9a8554c" providerId="LiveId" clId="{2265D429-760C-4FF0-9653-4AF4BA9B0970}" dt="2026-09-09T11:05:49.732" v="50" actId="20577"/>
          <ac:spMkLst>
            <pc:docMk/>
            <pc:sldMk cId="714451147" sldId="266"/>
            <ac:spMk id="16" creationId="{8A2E9AB2-6EB9-4D5C-A9BD-CAF8F863BE78}"/>
          </ac:spMkLst>
        </pc:spChg>
        <pc:spChg chg="mod">
          <ac:chgData name="Garima Sharma" userId="c5ca40beb9a8554c" providerId="LiveId" clId="{2265D429-760C-4FF0-9653-4AF4BA9B0970}" dt="2026-09-09T11:05:49.743" v="52" actId="20577"/>
          <ac:spMkLst>
            <pc:docMk/>
            <pc:sldMk cId="714451147" sldId="266"/>
            <ac:spMk id="17" creationId="{053020BF-850A-4A75-B79E-07C82A1B16A3}"/>
          </ac:spMkLst>
        </pc:spChg>
      </pc:sldChg>
      <pc:sldChg chg="modSp mod modAnim">
        <pc:chgData name="Garima Sharma" userId="c5ca40beb9a8554c" providerId="LiveId" clId="{2265D429-760C-4FF0-9653-4AF4BA9B0970}" dt="2026-09-09T11:05:49.860" v="59"/>
        <pc:sldMkLst>
          <pc:docMk/>
          <pc:sldMk cId="1619955489" sldId="267"/>
        </pc:sldMkLst>
        <pc:spChg chg="mod">
          <ac:chgData name="Garima Sharma" userId="c5ca40beb9a8554c" providerId="LiveId" clId="{2265D429-760C-4FF0-9653-4AF4BA9B0970}" dt="2026-09-09T11:05:49.806" v="54" actId="20577"/>
          <ac:spMkLst>
            <pc:docMk/>
            <pc:sldMk cId="1619955489" sldId="267"/>
            <ac:spMk id="13" creationId="{ED9A2D8D-A81A-46F5-9D91-A5C0DCD06ED0}"/>
          </ac:spMkLst>
        </pc:spChg>
        <pc:spChg chg="mod">
          <ac:chgData name="Garima Sharma" userId="c5ca40beb9a8554c" providerId="LiveId" clId="{2265D429-760C-4FF0-9653-4AF4BA9B0970}" dt="2026-09-09T11:05:49.830" v="56" actId="20577"/>
          <ac:spMkLst>
            <pc:docMk/>
            <pc:sldMk cId="1619955489" sldId="267"/>
            <ac:spMk id="17" creationId="{7707CE60-A850-4129-88FA-4FB6202B34F1}"/>
          </ac:spMkLst>
        </pc:spChg>
        <pc:spChg chg="mod">
          <ac:chgData name="Garima Sharma" userId="c5ca40beb9a8554c" providerId="LiveId" clId="{2265D429-760C-4FF0-9653-4AF4BA9B0970}" dt="2026-09-09T11:05:49.858" v="58" actId="20577"/>
          <ac:spMkLst>
            <pc:docMk/>
            <pc:sldMk cId="1619955489" sldId="267"/>
            <ac:spMk id="21" creationId="{043B54B5-6C0D-44EA-9847-72B282199DB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84. | Identify brackets and multiplication or division before calculating. | Multiplication has priority, so calculate 6 x 7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18 + 6 x 7. Answer: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Multiplication has priority, so calculate 6 x 7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84..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One answer is 2 + 4 x 8 =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48. | Multiplication has priority, so calculate 6 x 7 first.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6548D80-FEC5-4386-AA9D-5848E1280C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835620-F623-42B4-99CC-8479C19EB41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4E2AA0-9012-4B39-91D6-ED9A64BDF60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AB274B-D263-4C33-90EE-093805B98F6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E8379F-C474-4129-AC97-AD6E59EFABF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6F97CA1-7301-4889-B346-BE470D3E854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8693CD-0700-42D8-9BD0-B32A80E3733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269E5D-A332-4D25-8759-F6A931E7E9C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the order of operations without brackets.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B54E92-85E4-4C4E-AAE2-2BB0813CB2C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D4EAE2-60CE-459C-AF57-4544B59571A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DEB0B4-1A70-40E1-9C29-2823AB0F32B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30746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6CECC51-FBEE-44C3-B666-3C549CE66C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62DBFF-397E-42A7-B17F-91858E9C49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B1E1B2-9EAF-49E4-B7D6-FF23CFE02F8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D2D89C-2EA1-4365-9611-9F5FF7B34B2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3FA790-C011-4207-811A-DF3315F8E83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97DD0-13CF-4660-8326-966C02F41FD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A03B0C-50E1-4BF4-9227-90D4CB403D1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19DEF1-73F3-46E9-9945-77B1C25872F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8ACA4F-A4E3-4F48-8AA1-6FDCF56DAD8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D5F2F0-C7DC-4617-B366-88412973B73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D3E7268-2F24-4CAA-9A5C-440F31B5ED0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865D40-E161-422C-95A9-373FADBDD23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91E5BE-3654-4EE0-9FD0-2D904FE9291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D01952D-1BC6-47D1-8156-36BD8849393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0752CE-F07D-4019-AFB2-D42FDA2EACD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C235C3-1FD7-45D0-AF58-6122A854408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925739-6BC4-477D-9FE0-4E8E75F618B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164069D-0B76-417D-9028-37DF0E5A45C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BB1040B-F01A-42E5-8405-53EB972D892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E0BC2E-AB0E-42F7-B450-49B612E535C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57A525-B09A-4E49-844A-D2338AC46E5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18 + 6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46BC35B-9513-416E-B13F-1333C81A87A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1054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878F87C-DE01-415D-9C21-9FC679D275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6812FA-80E1-442D-BC2C-68ACFAB5FB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2C2BCB-61F1-43DC-AA49-DD222C3985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C6B1E7-0CD4-4ECA-ACC7-DFE0CED82E6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F54171-FE0D-45B9-8FDF-87CC2F424D2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C87666-4702-426D-82C1-B2D2A72F50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F95BFD-314D-4F5A-81A0-6AA2D51E49E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DBECEE-85A9-44C9-AC47-EE9B145DE68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8B8D60-A1B2-44BF-9639-FF42CA5F14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072C79-475B-469E-B82C-7CA4CF0F69E9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the order of operations without brackets.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777FB-47FD-4DA4-BC5F-D58C8094AABD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BB2B5E-7361-4F20-B599-07F42148DDC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0D151B-55C2-4A54-AF00-8366873165E9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BE98EF-4D3B-4CD7-8C18-6726662A5D4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AABF5C-4A2F-4AE7-8235-098C4EB8102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794838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893BF8D-7C0A-4799-BA34-F8ADA18657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32417B-9515-44B3-A5BC-B87A116553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B1B5DB-9B46-467F-81D3-FBBC5635C9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C89766-0AE4-4E94-A387-41AE0979C6C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DBD781-5102-4ADC-AC0A-0E94767BB01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07A5A2-04E4-42DD-A67E-E568CBEAD9E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2D5D3B-61C1-4391-B4A4-CCE8DB2F8E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7D9B63-41D4-449C-AEB9-DCE4D19B901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93A91-41FA-4911-A519-091C1345D34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A22C82-9E08-4B45-96BE-7FEEBADEF98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18 + 6 x 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FD3D01-FE2F-4D40-9C0A-9C3C1B9B9F4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620BBB2-9612-4309-97C5-09C0EDB845D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E8A85C-4299-40C0-AE2F-92C57D9A9E0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78661A-A6C9-4415-BF91-4ED1CBF0D5D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1AE079-B8FD-416B-88FA-DA28B499A05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7C02F69-3E3C-420F-BC43-AD1B72D3856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BB1BD8-6585-4568-A37E-E593B1FBB8A0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CBBC3-9D45-4577-A912-4632635E9BE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6AB5AC-D281-499D-AB3D-263340538ED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C53ABB1-9461-4EEB-A828-EB0BD582D95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6296A6-8DF8-4DC2-9DC4-1EFDF21254A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700827-AEE3-438E-B6D8-AB6C5A03646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0927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540724A-8E87-4FA9-B21F-D712BDF4B2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1B33DF-AE97-4F0E-A8B5-A8B4A57836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2F5B83E-2172-4ABD-9521-5CA279D866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26B970-F955-4F80-ABC2-6A14A22171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D1F83E-B82A-4A42-96BF-4FF76A66C92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B30217-7C1C-4302-9151-08BF019A2BD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38CF9D-F21D-4612-B892-A150E4DB451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73AD67-29D3-4C77-8A63-9F74260BF87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AA1BD2-F140-45D7-9F7E-639D3C2D4A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8A6E7C-E1BF-4163-A5FD-9B0C45490DA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EA129D-62E4-42FA-B49D-8612547360B8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4F162-C7CB-4798-A8BE-D1C406CE16A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709081-6BFC-4230-86E8-2992FBCCBC7B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53CF79-3B27-46EB-9B6F-24903981EA2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8364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07C76D3-8F15-4A0A-ACBC-8747FC7747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ED731C-20DA-40B0-80B4-BD04B4E992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7F2658-7181-4DD7-9ADB-D0B064D51B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111D4B-41DB-4779-A96B-513ACE89409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45FE7E-302D-48DC-A1F9-808113BD0B7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729F5C-5008-4386-9581-04E5297FD46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428B99-AFC2-41D5-B5EE-A8287D4DC94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B9FF56-F0E9-4FD6-BB54-91BEAA5CF6F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F4F134-7850-4F02-AA88-7783CE9C660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32067E-E2EC-45F6-9AF5-0EE54DDD7DFD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CA8A54-6E90-48EF-A031-626A45F125C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583D4-94D7-4006-9087-611C9AB6A3A7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A6AC65-ABDE-4422-BBD0-D1F952E55FC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905CA-181F-41DC-B41B-4C967D089B0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86E790-0047-4ED2-8E49-B5C27F72C75E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1038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0C8E2E0-49DD-46E6-9B20-866D4DCC10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584176-0BEA-488D-8E0F-0CD7B1D3DF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2C91BC-1270-4973-82C5-2838FF7196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A42414-7BA3-4CAF-93E8-EAE53E55FB4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1231A0-DBDE-4B2F-B8AA-6A0699C7474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FE0651-8A5C-40DC-8D75-95CB33D2498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096E41-0F69-4290-9C8B-2A96FF92C51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DE5A0F-3090-4913-B9B6-691FCFA913E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D49E8E-60E7-4684-9BE8-B6FB1D3A68F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4205812-23A0-44C0-9A52-4DF48F40F5D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ED0DFF-627D-4D5C-8EC6-49AA5A2ECF06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18 and 6 before multiplying by 7.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29C233-E841-4E14-B507-F359D508582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13F4C5-8D2C-456A-9716-DECAEBC8557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9C8E0E-4703-4BEB-859D-1B0AE902D131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Multiplication has priority, so calculate 6 x 7 first.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2948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BC3A06A-A298-4C98-AF78-28E9CE9C5B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ABB0C8-D2E2-4512-8730-7A76B1BE61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1E02E5-EEE1-4F75-ACE9-4D35515B8F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287471-CED0-4E07-BE82-0D87813E3E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2969D7-9DE3-42FE-B516-3A8E4FB23C4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CDD19-A725-4147-BF37-7F2E1185AE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78CAAF-2033-4CD8-8C82-93B59EA9FC3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0D5B6A-B9D9-468E-8C79-1063C71B243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EC2F1A-5D02-4636-82F1-520751BEBE6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B4F17F5-7594-4829-A20C-6B19A8B20BC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14318F4-2DB9-4623-9944-8B303D9977A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420CFA-5334-4BEC-9EC3-0B88703CBDF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23837-168B-4B87-86EB-A9BA99CFA12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7B7A72-E1CF-4BD8-ADFA-B87DDDB7F5C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E001B79-B474-4BC6-A440-93FD4DF52C4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30B00E-6B43-4C37-8B85-6CF536B3D0C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C26B1D-3DE2-4B06-97DE-87B1946E3C0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CBCF183-B50C-435A-9CD4-07659BA747B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EBEBDBA-83DA-4BD1-BF83-659684D0BA8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C1F2BC-099E-4616-BEFA-4AFB3808E10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F74DD6-7A5F-48A3-8EE0-BB1AB6FEA2B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4AA86C-6710-42CC-AB6F-18AB227AF97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45315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627CA9B-0C7B-468A-AE38-C130062482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55C127-9343-4B6D-A493-A5D19DE909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D7FDF54-4600-47FA-BBC8-C190282843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72E18B-6544-45DA-B2D0-684E025CB3F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7591AE-135D-4DE0-B42B-948EA393D01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E85A2-FC67-407B-A747-D3199452EA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5385A9-25DE-48C6-8619-8BCACA73CCB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D87E6F-11E7-4169-AC60-FFBFE9B104D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A4BC3E-F27B-4ABB-9B95-3191685385E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A32DBC-756B-409C-ADB9-D94A139644C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802A3-1B2D-428B-92ED-E126AE86C6F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A20E5F-C27F-4E2A-A9FC-B803EC5FCA1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FCD765-5B47-48CF-9218-1E0B36C34D5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7024B4-C168-468A-B5F7-9ECC1A92CD1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C7839BB-181D-4343-85CC-24D95717FF1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728865-2B7D-489A-AC04-1BB30678D09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D05AB2-C7B2-44F3-9DB0-E66D5E78752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2D5F8A6-7065-4532-BC42-5442341177D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094E06-DDDB-43F3-9502-0331A07BE9A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52D6A7-AA50-411E-BC11-F19A28AE1AA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8DEC13-F091-43AF-BE2B-D3796C06E3F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970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44769E7-A009-4FA5-AE0F-480596C8F8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F8655C-E567-4134-BD9C-08D3ECB926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A2DFEF8-21CC-4898-AFCA-BE8DB06D31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FF0847-3794-4651-90EA-ECB6D26A9A6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32E1D-0799-419D-B8C0-8DD059D22B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B59B3F-F812-4737-BC34-8656874C53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B8CAE1-6DBB-409D-B79F-D44181F4F3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13AD0D-2CC2-4F1B-BFF8-AA4AD06EA8D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44157D-988B-4A52-9F2A-288E6264603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C54824-9DF2-47CB-A9E3-683059222E0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the digits 2, 4 and 8 once to make an expression with answer 34.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6EC323-718E-4FF4-AE5F-EC6201A74D3C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1CE8FA-003B-4467-B2BC-7E093E76AD3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1D8BB7-052E-4777-B89A-B5B431D74C9F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One answer is 2 + 4 x 8 = 34.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5224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56EF3CF-9FBB-49DA-95EB-4A2BD7BBFB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5A1559-46A1-4081-A4E2-71E1ACECC1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91DCD6-7612-4417-A3A5-D5DE033676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4931AA-ECB6-4EA1-A1F8-192D0DAF43F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B060B5-2EB1-45D9-AC0D-D01DEBC2D3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32E9B7-8E51-4698-8525-4339A9ED866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A08BFF-09EC-417F-873D-01F63704958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67C1FE-A795-42EA-BF31-368BD625753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8E0599-4D8E-45BD-83F9-396B8C82BB7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FF2448-0D4F-4CC3-9C6C-028D59CA0462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D90008-0C1C-495F-BA02-0A67EE3DE86B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E0FA9E-DBFA-4446-B957-135D56E56286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1099A2-AC16-4756-8901-FD7F0437A8BE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5B90F4-1F59-4759-AF33-EFE53A8B5FD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7A84FEC-4CD0-42B1-810B-813E92DD5E5C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E9AB2-6EB9-4D5C-A9BD-CAF8F863BE78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48.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3020BF-850A-4A75-B79E-07C82A1B16A3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F8684D-8CE9-456E-B763-C45B585CE3D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14451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155A639-C1A8-4E96-80BF-5E6803236B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8313C8-7704-49CD-B55A-7E6276F9E1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DA5F-6C40-4007-9D7C-7D72DF239F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DB7FCC-DBE2-46C7-B2DD-2CD2E7283E8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3CA77F-F4DB-4116-B506-A8363709F0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AE5B6E-4C80-470E-BC01-F90D280A5E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7FB737-57C1-45B4-BA9D-79C1318979F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450C96-EAE6-4945-AFBE-153DD1B3FC2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170EF8-3F34-441A-A687-D8A67C30A6F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66178C7-E966-4565-99BD-AC82807D355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FE834CE-65E3-423B-BF23-31FB9435708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4DA3DE-B0FE-47BB-A40D-17860451F90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A2D8D-A81A-46F5-9D91-A5C0DCD06ED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16DE466-6D06-471F-A897-BA3706970E6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124E71B-72C4-44B4-9C08-241ED793A86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859EC8-4757-414B-B5B7-6BD5BD13ECB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07CE60-A850-4129-88FA-4FB6202B34F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18 and 6 before multiplying by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297BAEB-BCC1-4EA2-8F6A-3F0217DC433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4E5082A-EDC6-4DAB-A908-4D2FF566758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F3D62F-8DAA-4130-8418-0F7CAAAE5AB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3B54B5-6C0D-44EA-9847-72B282199DB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2D0579-E968-422C-81FC-8B22CB0E948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19955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1138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2026-09-09T10:56:30Z</dcterms:created>
  <dcterms:modified xsi:type="dcterms:W3CDTF">2026-09-09T11:05:49Z</dcterms:modified>
</cp:coreProperties>
</file>