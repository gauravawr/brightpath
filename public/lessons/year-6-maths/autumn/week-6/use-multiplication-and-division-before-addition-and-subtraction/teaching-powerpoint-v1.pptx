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84. | Identify brackets and multiplication or division before calculating. | Multiplication has priority, so calculate 6 x 7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18 + 6 x 7. Answer: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Multiplication has priority, so calculate 6 x 7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84..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One answer is 2 + 4 x 8 =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90 - 36 / 6. Expected: Calculate 120 / 5 + 8 x 3. Higher: Use the digits 2, 4 and 8 once to make an expression with answer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48. | Multiplication has priority, so calculate 6 x 7 first.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C144F3A-01B2-4FB6-884D-EB43B9E044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80D88B-C663-4930-8E18-7C55F0FF142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3C10F63-8184-4C08-BFBB-B3F59D4944B4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B03F00-DA63-45A5-BB43-FD8CC352961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1A81D6-3ACF-416B-ADF9-46BB1835564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135B4F-4164-4B0D-8975-161526E084B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38384A-294A-4570-981B-5E92DD92307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0184A2-004A-48E7-B5D4-10F7984A484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85209F-E3D3-4268-BE8D-13ABF00C60CF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the order of operations without brackets.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349B7A-5990-4F05-95B4-502EC1CF2F78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C0F0B6-BC0A-4B31-AB00-069DED88BBA3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931812-6EBC-4B16-BE1E-314F7BE243A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77177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EF192A4-848D-4FED-ACFB-12336BD989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46AE32-9FAD-47D7-AA7C-E73812613B7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E5D742-9674-4AFA-8912-6DB3CBEA1D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6A7484-003E-4C8A-A8F4-BBEE6087DD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33E9F7-D74F-44BD-BA3F-7F1EF58FE9E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B0E3F-126C-44CD-942C-72601204E1B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CC1772-9A42-4670-B8E1-230DDF2D49F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A34FF1-6D50-4A6F-B14B-5EE057E9814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D673F8-D8B8-4CBE-877B-2F0681E6048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0517E0-2C2B-448B-AB53-4D28F4F5B8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95E0798-1A34-4B57-9398-043FB7EC445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C82B85-5734-44D4-A7D4-B822DD4DD0E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B09511-3ABF-44B2-A4F4-F12D16F1462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BABF06-5BAF-45DA-BC56-D1DFB7AAFDD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49BCA86-1255-4564-BB14-C7F1E23295E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B60EE69-CD4C-44F4-A9DB-77D5D7F936B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831E56-9DC2-4930-9685-96C91220EFF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F6EE51-D982-4150-93A5-E579B211AE9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77567AF-B174-4AA7-B644-C9B77A2827A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6FCA645-EA4C-4942-8142-77606E049AE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1E1B3B-A280-4163-AF6E-F2924AC393E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825493-2C13-4A56-A679-C6C4776D874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18 + 6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13517D-ECD8-4E0A-AA0D-62AB30F5D43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10008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C4350A-0612-47AF-A59F-F6B2B8B439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7FB09E-7749-45E9-A605-38DB7721CAC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09D033-1F56-43BD-A00E-980B51202E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8D51BBB-467B-4640-B424-646FD081BA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FD8FC4-09D5-4476-A6C0-65F2EA20E83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C869C2-8DDA-48D4-90E0-D5982FC45F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B531A7-F70C-4827-98C7-F6458F241AE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B957C1-1890-4406-968B-A713F931EB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18ADAC-2DD3-4C49-A63E-D2E1CC4E025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B9D8C4-1E8D-486C-BE69-F96EA5CF095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3D7270-046D-4A24-B9B1-5B0ADAF91E1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the order of operations without brackets.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803AB4-829D-4A88-92C4-BC2107E370FE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4C5EEC-6764-41B0-923F-071B89010027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9ABD53-24DC-4597-86E2-BDA4A92874E5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A0291B-DD09-44EF-97A6-1FD7539893A9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F81A7F-8F12-49EE-A63B-F6556898B864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89782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BCD6686-5F7D-41EA-BD7C-357F20CB47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FC158B-4906-4C5F-B6B4-F9C9598240C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342A18-908A-4964-9863-668E02ABE1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FEAB47-FC15-4619-9F25-9C0F8F5642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53CF5F-7C69-4804-AB39-8FED541C6B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7C6978-6921-46FF-8E76-1C4528A999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45C7BB-3F13-44B3-8217-07367026F38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DFF297-CD03-4F65-B06D-E248A371C55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615E0A-62BF-4AFE-BD02-53FB6362DFD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BC02E8-B9F5-4F35-A91F-2D4E71F0008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3C67C1-3D37-4AD4-8F05-17CAD37CA4A6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18 + 6 x 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C93078-26DF-425E-AE3E-B7487EC2032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94C4CD5-1074-4515-8EC0-B5A051C2E2F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52445B-DD10-40E5-9D1A-F28DA39951B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DFF786-9A7B-4019-8918-29817563411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E78055-837D-4396-99A2-DC3B5857294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F49DA17-48B2-4D58-9FD2-0D152E12296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58BC7A-2A47-462C-8EF0-D3E42A498C7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B19B5D-A8B2-45C8-8D3E-D42413D2001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BC34C4-F4A1-4B86-B946-D351752C985D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402E76A-E766-4A85-B18E-8BC223C51BC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7172D6-CBA2-4B11-A922-126307A78CB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4124DC-A63E-4EB2-A79A-573DE9D8590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6107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47C9D9B-A18D-4109-A0E5-41EB8D841F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FF3303-552D-4548-AE62-2D9AEA2C51E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1AD2F6-C12B-489D-A081-84587C41CB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68A78A6-3F93-46E2-BCFF-C1C9F61F5B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CE3AE-CFB8-45F3-8638-36AE8A5C7B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787FDB-F2B2-4E58-B87E-33FC8CF60CD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9DCE33-1036-46D5-8D30-19B61D3363C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11888A-3F7D-4D7B-A6DE-F330F6AE20E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59BCC7-7A85-490F-B5F6-D64BEC569EF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305328-A0FF-4153-9546-CC8F2D9CCDE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2FE1B4-919D-4751-9BF1-0AAB636B708E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88DB62-C6DC-42D0-95C7-E2A4D9D81DB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A247D0-A4D1-4D8D-B237-A8B9714D54A6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5E99F5-D7B5-46D2-AB65-A795CF87ADD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5B582D-9ABF-4A31-9F27-DA10FE963A2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7580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42ABA79-6E35-4F86-B916-335564AAF6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B27EC9-5EDD-4393-A019-97E893905B2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9D9CE6-B44E-41CD-8872-6B04FFD7DC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12DC7C-89A5-43B8-90B6-A12A26D39D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F5C4CF-D65D-4C82-91B2-B044D1E739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20912E-5F6E-4F75-9A5F-FC452A3D99B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8ECE82-A2AB-4894-9795-CD086BFA74A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553EA9-7B9C-4360-8C84-857ABBB5AC0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C0B8DE-F62F-4B8F-BC8B-1BA25DF9892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86731D-5F60-470D-AFC8-FBD6FD828D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071BDA-9353-4ED7-AFB3-722269139D5C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F7876-0B60-4023-B47E-D1AF017A103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026C07-CF45-4457-B251-F797B256657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5B368-4A5C-4549-B506-227182D7230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4B075-7DD5-4F5E-9D2B-3F8B921CD19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469DE3-1E0E-48E1-BD81-EA8D865154F2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8213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C1B76E3-84EF-4EF0-9E4D-E58CF3EC67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5DFEE3-4DBB-4829-B894-BF1C23F426B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48A69D-EA0D-4249-8988-43212EA61D0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84BDE2-66BA-44B0-B253-84E377E0F06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31BBC-2863-4330-B252-6B6E2AA430C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33AF66-BF76-4CDF-AD46-48BEF0DD19A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F2E3CF-D6F6-42F0-BE75-F8186F356E0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8BC147-0BFC-4B3C-9886-21BFAB20A7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110DF1C-FF27-496A-B66E-0929B0F281F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D9A492-F82D-4CDC-9BE0-53D64B13F22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2E4E7F-8060-4999-A662-93910D6EA439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21B10F-C3D6-44D4-BF73-B28304589FC1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18 and 6 before multiplying by 7.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D00877-3441-4984-BB84-443AFB5844E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5FCF10-70E7-4B15-A86B-FDB23F5C513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9ACA1F-058E-425B-972B-587A02204BEA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Multiplication has priority, so calculate 6 x 7 first.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8595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475D195-60C1-4082-8CE8-B660249D54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565349-D280-4802-98FC-393D8522805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1E7983-873D-43AA-A5AE-031AAEFC50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38F5BE-FA12-490E-85DA-6F9533DC57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C1F723-EDD3-4118-8171-899F87D5873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ACADC8-53A2-4283-8688-6F162795C98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204562-5765-4DF2-8800-76801E4B1E0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768144-B854-4B35-837C-3E66F51B6A3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522FDA-3649-4F78-BBC7-629664BBFE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008D08-0951-4F3B-838C-4ABA3CF2E3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539461C-F421-4163-8A2B-5504C3CFF82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5EEA109-EEB0-49F6-ADE8-E9432A87ECC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50051C-F9BB-406F-BC68-E00D0064DAD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03FA1A-C685-4060-A226-A57E211002C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90 - 36 / 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4338EC5-B3ED-4C91-AC14-7CC1148A66D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6978657-829D-4F59-84DE-0295747353D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DE8251-A68E-46CC-87F9-B769C22D67D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E08A0-510D-47A2-9FC9-965883A39AD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64C115B-494B-4227-9D07-2C16CB76170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5C18916-38BB-4515-B69E-74092379417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54F1039-ED6B-4F12-8B38-F1BE057B6CB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7CA87D2-6207-40EF-B0B9-9DEAC4BBA15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0CDAF52-7A5F-4F6B-9F78-E5008BB54AB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72672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7C61776-3955-44BD-B0ED-D94310A6DD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473F7B-E3A2-4343-8E03-CBAB77F7825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D3415B-561D-4E56-BBDC-BCDB4A38DD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B9F3FC-6D5F-4A25-8BA4-7F105D6C98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375FC5-4D57-4AC9-BCB2-CD9B0045E36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469715-FD59-4F91-9741-9D52B646380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14DC43-57F5-421E-BE33-6F9A312EB60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F49568-9E82-4051-8110-08D81F2710E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271868-E29D-459C-A979-D4EE08C7683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4C9558-52C3-4E35-A3F0-EEAE9A940F3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742110-276E-49D6-9093-EECF457FF94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D89E22-E57B-4C2F-93AB-4CEE36D57F6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61776C-ABD2-4174-87E3-CF16CF3ABCD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A98AB0-2DDA-4307-9DAE-B17C315BE74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6495CE-9BD7-4A5C-BAA4-ACA476B8DBA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5A2D287-6CCA-4A89-B4ED-EAF18418676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B0AAB8-7561-4336-9E43-E3CF6701E3E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7641F5-2F3B-400E-8885-5A02893F1EE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FC29C27-1274-46DE-9629-DB28769CF52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C9C8DC6-6583-4587-8776-E6EE7307CD5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022E0B-B062-42AD-BC01-2006BBD4D91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08F07F-E348-4B6F-8F6B-C955284E14F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182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1D4A964-4C5B-4FCE-AA04-2FC58C41B4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F7276D-7D92-48EC-8C7D-55D812F9E90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8D68E3-5651-4D99-81D1-830131AF26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9DEF96-DCF9-4202-8319-CAD0C3B6DB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1F45BC-D43C-4A82-BEFB-C0F5A9867E7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9ED1FF-245F-447D-A672-200EDA85AD2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F0CACF-BCC8-4BBF-876C-ED35B1A7DB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DA0A1F-BA77-4357-BA5F-7CF1DCBB3E0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5ED2AF-72AD-484E-B2E4-418532621F8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36192B-C8A3-4513-B12F-8AA0E6E1365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46009B-00AC-4B6A-99E2-5F091A2132A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the digits 2, 4 and 8 once to make an expression with answer 34.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BBEAF1-2CD1-4D84-A91E-C010664F067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0FE1CE-F0D7-429A-BEE7-5E3F9DF0321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E564E1-F4BE-444B-A69D-4F3993C10E7E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One answer is 2 + 4 x 8 = 34.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615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87EB1DB-5E75-4F33-8F87-134486189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79200-3FC8-4FD6-9F21-907FBE3096E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08C827-AF48-437A-9357-47539FC6B2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24FCFF-0681-427C-8B7F-14E8E167C3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5AF493-0B34-4986-A9DC-AF408B3170C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AD703B-765D-4135-97C4-D43D528664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5F0C40-C64C-4F95-8D43-A9F40F6E08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9D8D2B-9B34-4955-9E66-6128C947F12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95816D-E249-4550-9D98-35C4F3BD9B5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E3CD48-38DF-4203-BA97-D2D3C4E2BA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E3D13A-CD6D-494A-8A67-BFEDF8368986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358877-1C51-4C30-BB73-08093967D9E2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A3467F-9E71-4C72-B681-395D177788AB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F20298-185E-4C2C-9453-EC068D2493A5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4DAC0B-6A52-4916-826E-4D00838682B4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365F2D-D998-444C-BA3A-B7066DFB6E4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CE3C5B6-C2CB-4046-A05E-D884263C4A07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202BF8-5912-4650-A837-E0B1038BB441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CCADC8-BF20-4D44-BDB1-C07C758AA8B3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5688E1-BAB3-4522-BF2B-6AC849460963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C2F848-72AB-47A7-9B06-3A08E25A6173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6A80324-F214-4016-853B-0E1E6A49BE5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C82C91-1988-4E35-ACC4-A06880B18BC9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A8EC09D-09EC-4DA8-BDA3-F47657090A67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C3973-CEF4-4212-B41F-F28B25456B87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241429-38CC-4E25-A576-16C3F71DEF1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521414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8273918-A008-49C3-9428-5485677C84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6F3158-3A63-4593-BA9B-51C3B295DBC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6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89DDC4-B059-433C-AFC7-1D30136544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DEDB8E-9293-46AA-81A6-CF0CF77F35B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FF052C-78AF-41A5-9401-B7E7794A804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2A61EA-2B93-4879-9435-4B8B98EBDF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FB71A5-D02E-4CA2-933A-E75DC63E758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BAD488-94DF-4442-AB14-920A64886F7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52D4DA-72BA-4307-BE6B-1F7D8BA854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F6E733-3BCA-4167-828A-C40B3C57317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multiplication and division before addition and subtraction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AA114C-7587-4E8C-8874-E2EE4CE6DDC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D4C07E-A59C-415C-9517-5E9C44AE64D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F1216C-11FB-4E29-B2C2-32B4D7E2A81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964E19-527E-4693-B1C5-0FD593D0E17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120 / 5 + 8 x 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0268EE-4B3D-44F8-B273-621B6701B33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242CCCE-1BE6-4920-864F-EAAD076C3B7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1C792C0-5491-489A-AC82-2031462BF1B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F756F1-D922-4947-828A-92524437999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18 and 6 before multiplying by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9A9D883-0292-44EE-86B9-0CD96C54201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C99D65-94B8-419E-A8AC-051E0D52DDA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D5CE98-88F9-4CF4-BBC0-46086209A38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9927516-3E06-4398-8BB2-92B69B478DA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E40158-7413-4552-AB11-75EB6CDF1F6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3110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1326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2026-09-08T22:36:51Z</dcterms:created>
  <dcterms:modified xsi:type="dcterms:W3CDTF">2026-09-08T22:48:41Z</dcterms:modified>
</cp:coreProperties>
</file>