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81c71e6eb540c3" /><Relationship Type="http://schemas.openxmlformats.org/officeDocument/2006/relationships/extended-properties" Target="/docProps/app.xml" Id="R8887d3b469664b3e" /><Relationship Type="http://schemas.openxmlformats.org/officeDocument/2006/relationships/officeDocument" Target="/ppt/presentation.xml" Id="R172efe7c3e924a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70c98acb9f49ac"/>
  </p:sldMasterIdLst>
  <p:notesMasterIdLst>
    <p:notesMasterId xmlns:r="http://schemas.openxmlformats.org/officeDocument/2006/relationships" r:id="Rf0ec5c0971a24259"/>
  </p:notesMasterIdLst>
  <p:sldIdLst>
    <p:sldId xmlns:r="http://schemas.openxmlformats.org/officeDocument/2006/relationships" id="256" r:id="Rf370f40b1ede406e"/>
    <p:sldId xmlns:r="http://schemas.openxmlformats.org/officeDocument/2006/relationships" id="257" r:id="R154add884de34a58"/>
    <p:sldId xmlns:r="http://schemas.openxmlformats.org/officeDocument/2006/relationships" id="258" r:id="R373265d0fe9c4541"/>
    <p:sldId xmlns:r="http://schemas.openxmlformats.org/officeDocument/2006/relationships" id="259" r:id="R386d62a6f9954f7a"/>
    <p:sldId xmlns:r="http://schemas.openxmlformats.org/officeDocument/2006/relationships" id="260" r:id="Re3fb7d53eefb4f10"/>
    <p:sldId xmlns:r="http://schemas.openxmlformats.org/officeDocument/2006/relationships" id="261" r:id="R467f55cec5a04c46"/>
    <p:sldId xmlns:r="http://schemas.openxmlformats.org/officeDocument/2006/relationships" id="262" r:id="Rbd5c33cc0f0d4586"/>
    <p:sldId xmlns:r="http://schemas.openxmlformats.org/officeDocument/2006/relationships" id="263" r:id="Rbe72860ed9a94b5f"/>
    <p:sldId xmlns:r="http://schemas.openxmlformats.org/officeDocument/2006/relationships" id="264" r:id="R55e7ced1f1c64e7f"/>
    <p:sldId xmlns:r="http://schemas.openxmlformats.org/officeDocument/2006/relationships" id="265" r:id="R788b41eb48874a4d"/>
    <p:sldId xmlns:r="http://schemas.openxmlformats.org/officeDocument/2006/relationships" id="266" r:id="R68b4b5498b754927"/>
    <p:sldId xmlns:r="http://schemas.openxmlformats.org/officeDocument/2006/relationships" id="267" r:id="R5f0b9154e1ca41e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b8f69d099c4653" /><Relationship Type="http://schemas.openxmlformats.org/officeDocument/2006/relationships/slideMaster" Target="/ppt/slideMasters/slideMaster1.xml" Id="R8570c98acb9f49ac" /><Relationship Type="http://schemas.openxmlformats.org/officeDocument/2006/relationships/notesMaster" Target="/ppt/notesMasters/notesMaster1.xml" Id="Rf0ec5c0971a24259" /><Relationship Type="http://schemas.openxmlformats.org/officeDocument/2006/relationships/presProps" Target="/ppt/presProps.xml" Id="R9549bc634bde47bf" /><Relationship Type="http://schemas.openxmlformats.org/officeDocument/2006/relationships/tableStyles" Target="/ppt/tableStyles.xml" Id="R05c39d0cf0734240" /><Relationship Type="http://schemas.openxmlformats.org/officeDocument/2006/relationships/slide" Target="/ppt/slides/slide1.xml" Id="Rf370f40b1ede406e" /><Relationship Type="http://schemas.openxmlformats.org/officeDocument/2006/relationships/slide" Target="/ppt/slides/slide2.xml" Id="R154add884de34a58" /><Relationship Type="http://schemas.openxmlformats.org/officeDocument/2006/relationships/slide" Target="/ppt/slides/slide3.xml" Id="R373265d0fe9c4541" /><Relationship Type="http://schemas.openxmlformats.org/officeDocument/2006/relationships/slide" Target="/ppt/slides/slide4.xml" Id="R386d62a6f9954f7a" /><Relationship Type="http://schemas.openxmlformats.org/officeDocument/2006/relationships/slide" Target="/ppt/slides/slide5.xml" Id="Re3fb7d53eefb4f10" /><Relationship Type="http://schemas.openxmlformats.org/officeDocument/2006/relationships/slide" Target="/ppt/slides/slide6.xml" Id="R467f55cec5a04c46" /><Relationship Type="http://schemas.openxmlformats.org/officeDocument/2006/relationships/slide" Target="/ppt/slides/slide7.xml" Id="Rbd5c33cc0f0d4586" /><Relationship Type="http://schemas.openxmlformats.org/officeDocument/2006/relationships/slide" Target="/ppt/slides/slide8.xml" Id="Rbe72860ed9a94b5f" /><Relationship Type="http://schemas.openxmlformats.org/officeDocument/2006/relationships/slide" Target="/ppt/slides/slide9.xml" Id="R55e7ced1f1c64e7f" /><Relationship Type="http://schemas.openxmlformats.org/officeDocument/2006/relationships/slide" Target="/ppt/slides/slide10.xml" Id="R788b41eb48874a4d" /><Relationship Type="http://schemas.openxmlformats.org/officeDocument/2006/relationships/slide" Target="/ppt/slides/slide11.xml" Id="R68b4b5498b754927" /><Relationship Type="http://schemas.openxmlformats.org/officeDocument/2006/relationships/slide" Target="/ppt/slides/slide12.xml" Id="R5f0b9154e1ca41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ed345f309a49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b8d95cfd29423d" /><Relationship Type="http://schemas.openxmlformats.org/officeDocument/2006/relationships/notesMaster" Target="/ppt/notesMasters/notesMaster1.xml" Id="Ra99d1937e70a45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32938562644525" /><Relationship Type="http://schemas.openxmlformats.org/officeDocument/2006/relationships/notesMaster" Target="/ppt/notesMasters/notesMaster1.xml" Id="R63d7c8e1942447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1b3052f5394c63" /><Relationship Type="http://schemas.openxmlformats.org/officeDocument/2006/relationships/notesMaster" Target="/ppt/notesMasters/notesMaster1.xml" Id="R9173d429da234e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c26939442148bd" /><Relationship Type="http://schemas.openxmlformats.org/officeDocument/2006/relationships/notesMaster" Target="/ppt/notesMasters/notesMaster1.xml" Id="Reeaa0d0d0b464a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37569eeb3b436f" /><Relationship Type="http://schemas.openxmlformats.org/officeDocument/2006/relationships/notesMaster" Target="/ppt/notesMasters/notesMaster1.xml" Id="R5c547f68526a4e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400fd784a74953" /><Relationship Type="http://schemas.openxmlformats.org/officeDocument/2006/relationships/notesMaster" Target="/ppt/notesMasters/notesMaster1.xml" Id="R9bed79f9bd1b48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7688d8d7034ae9" /><Relationship Type="http://schemas.openxmlformats.org/officeDocument/2006/relationships/notesMaster" Target="/ppt/notesMasters/notesMaster1.xml" Id="Rd6ed54baed1d42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d22a97438b45a3" /><Relationship Type="http://schemas.openxmlformats.org/officeDocument/2006/relationships/notesMaster" Target="/ppt/notesMasters/notesMaster1.xml" Id="Ree684db2f8104f1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186daf2bb4a4c73" /><Relationship Type="http://schemas.openxmlformats.org/officeDocument/2006/relationships/notesMaster" Target="/ppt/notesMasters/notesMaster1.xml" Id="R4efceda0a988480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13ad1fc20cf40ae" /><Relationship Type="http://schemas.openxmlformats.org/officeDocument/2006/relationships/notesMaster" Target="/ppt/notesMasters/notesMaster1.xml" Id="R10fdb1c4dea74b2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e574c03a5f04cc7" /><Relationship Type="http://schemas.openxmlformats.org/officeDocument/2006/relationships/notesMaster" Target="/ppt/notesMasters/notesMaster1.xml" Id="R5ac060be8a7049a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37ec423874c4b0a" /><Relationship Type="http://schemas.openxmlformats.org/officeDocument/2006/relationships/notesMaster" Target="/ppt/notesMasters/notesMaster1.xml" Id="R5d6e6abc620344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Operation cards, bracket cards, mini whiteboards, four-function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84. | Identify brackets and multiplication or division before calculating. | Multiplication has priority, so calculate 6 x 7 first.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operation, expression, brackets, order, inverse, equivalent.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60.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84.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Multiplication has priority, so calculate 6 x 7 first.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84..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48..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One answer is 2 + 4 x 8 = 34.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48.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48. | Multiplication has priority, so calculate 6 x 7 first.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fad21094bc4e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50f2683b6d4b61" /><Relationship Type="http://schemas.openxmlformats.org/officeDocument/2006/relationships/slideLayout" Target="/ppt/slideLayouts/slideLayout1.xml" Id="Rf30172cd268d4d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0172cd268d4d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b35eeb06b744a0" /><Relationship Type="http://schemas.openxmlformats.org/officeDocument/2006/relationships/notesSlide" Target="/ppt/notesSlides/notesSlide1.xml" Id="Re94ba6958f6947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cfe67716b549d1" /><Relationship Type="http://schemas.openxmlformats.org/officeDocument/2006/relationships/notesSlide" Target="/ppt/notesSlides/notesSlide2.xml" Id="R9b54c4f7110044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20ad2e767d4536" /><Relationship Type="http://schemas.openxmlformats.org/officeDocument/2006/relationships/notesSlide" Target="/ppt/notesSlides/notesSlide3.xml" Id="R590f9719428f45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94439f12884f7f" /><Relationship Type="http://schemas.openxmlformats.org/officeDocument/2006/relationships/notesSlide" Target="/ppt/notesSlides/notesSlide4.xml" Id="Rdae9c72a517247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2eaf57e26543ec" /><Relationship Type="http://schemas.openxmlformats.org/officeDocument/2006/relationships/notesSlide" Target="/ppt/notesSlides/notesSlide5.xml" Id="R2beb1bd876fb43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5b84c41279489a" /><Relationship Type="http://schemas.openxmlformats.org/officeDocument/2006/relationships/notesSlide" Target="/ppt/notesSlides/notesSlide6.xml" Id="R4d4fb72a5e0643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9c88dc5e5f433c" /><Relationship Type="http://schemas.openxmlformats.org/officeDocument/2006/relationships/image" Target="/ppt/media/image.png" Id="R69c1a49e34d1471e" /><Relationship Type="http://schemas.openxmlformats.org/officeDocument/2006/relationships/notesSlide" Target="/ppt/notesSlides/notesSlide7.xml" Id="R2fe84534c35241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8ebe1b5f649d1" /><Relationship Type="http://schemas.openxmlformats.org/officeDocument/2006/relationships/notesSlide" Target="/ppt/notesSlides/notesSlide8.xml" Id="R07dd529c7edc4b2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84202a6dee474d" /><Relationship Type="http://schemas.openxmlformats.org/officeDocument/2006/relationships/notesSlide" Target="/ppt/notesSlides/notesSlide9.xml" Id="Ra25338f841544e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8e3b9c8512410d" /><Relationship Type="http://schemas.openxmlformats.org/officeDocument/2006/relationships/notesSlide" Target="/ppt/notesSlides/notesSlide10.xml" Id="R2da848d1bacb46e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fe76a0b1fa42ec" /><Relationship Type="http://schemas.openxmlformats.org/officeDocument/2006/relationships/notesSlide" Target="/ppt/notesSlides/notesSlide11.xml" Id="R6d919853f3bc4fd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a127098e2040ee" /><Relationship Type="http://schemas.openxmlformats.org/officeDocument/2006/relationships/notesSlide" Target="/ppt/notesSlides/notesSlide12.xml" Id="Radcd5fcb99a34b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9FE13A-D66F-4377-A1DD-154966F8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3B589A-F334-409E-83E2-B8AB0350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EA6D39-E5DF-4336-893F-0866EA8D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190894-A63F-43C0-976C-34DBFB59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5052FD-1102-40C5-BA3D-8B09D062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942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multiplication and division before addition and subtraction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8F01AA-EAED-4C39-AC11-5C60F3BF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19C228-4401-4335-A219-D8D95CDB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C2D382-8DFD-4E84-B63B-529C08E3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apply the order of operations without brackets.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B0A4EC-7530-4676-9E61-79CD89B4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89BDE3-5DAF-4BBE-8E1A-79D602EB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Operation cards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A56764-5279-42D2-BB8E-B0260140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269605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58B4BC-77DA-4828-BAF4-A64F9831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FD7846-0DC5-400F-A413-74B39172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88180C-5ADF-4EE4-8971-50F8E1EE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2DFDCD-3149-4C12-B297-8CC34FF0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7D83EC-4BDC-4106-8CCE-8B4934D1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F64EAD-A232-475F-BE19-B93030C1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CFB041-6ADB-4004-AF2E-1B2B7F77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201A9A-4474-4EDC-8067-32C57588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54EFC6-5A8A-482F-A571-BBF4D5DC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multiplication and division before addition and subtraction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A0DBCB-B11C-4E04-93BF-82531164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81E162-91AB-4F07-BB94-D9840376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013041-4B4E-4413-87C0-6D17F92F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FD0D81-B7AF-4492-B883-FCFBD1D1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Calculate accurately with the four operations and understand grouping with brackets.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06E346-36ED-42A6-AB6B-E10BFD8F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8343A9-6F3D-4748-8312-55C15133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479241-29C1-4655-BA7D-5EF23E33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93D30B-A23D-41B2-BE7E-9ED5517F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90 - 36 / 6.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31F680-AC31-4AC0-BC15-B211908B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613C-0B5D-4395-8C4E-10023501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BEA07F-E5F4-4D0D-9852-76E836AC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1341E2-9204-4708-A9FA-323946BE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Calculate 18 + 6 x 7.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73DA4A-F78B-4B6B-8AEC-CD6C240C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170629812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D81B18-630E-412C-914A-97071A64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D21E16-D6A5-414D-B222-397DE8F8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5B5777-F148-4F7F-AA61-CD5D437D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2B4778-905A-4296-8A68-3829B897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15C45F-2C82-4245-A992-5D1AAFC9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BA1445-D57E-4F11-9335-8730C5EA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26ECC2-C0F6-4429-A078-0B2CCBD0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AE0670-21D9-4BCC-85B3-8B74AE89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A39452-3E64-4D55-AB16-A28945D3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multiplication and division before addition and subtraction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AA2BD5-1A78-4D51-973D-E7F6EE0F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apply the order of operations without brackets.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AC8239-5DDB-4D52-A9A3-A7CD09D9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3B8969-C5D5-4051-B60C-DFC47BF7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Identify brackets and multiplication or division before calculating.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0496B7-6E8E-4CA6-859B-70AFC1DB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Work through operations of equal priority from left to right.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86CB1C-9CE5-4893-995F-D991433F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Check by estimating or comparing with an equivalent expression.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33E6D5-5ECE-408F-823A-F9FA8CBD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operation  |  expression  |  brackets  |  order  |  inverse  |  equivalent</a:t>
            </a:r>
          </a:p>
        </p:txBody>
      </p:sp>
    </p:spTree>
    <p:extLst>
      <p:ext uri="{BB962C8B-B14F-4D97-AF65-F5344CB8AC3E}">
        <p14:creationId xmlns:p14="http://schemas.microsoft.com/office/powerpoint/2010/main" val="181826177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2EAA12-0F26-496B-B5A7-2B157A0E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375F2B-8C02-4696-8B41-D7208E68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D1F3AD-875D-4B79-8AAE-5A1960C0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20C6A-F685-496D-A9C5-43EA562B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363F5D-5995-474A-B5F3-727843E5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7D8023-B0A3-4C1F-A2F9-641677B4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6E2F4A-03CC-4B9B-BEFF-B49B726E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A3C429-4ACE-4240-BAB1-8996A4D1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3EB7AB-D7A2-4326-97CC-239E3562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multiplication and division before addition and subtraction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D89B33-F103-4BBA-AEBF-A5A5DB09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18 + 6 x 7.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E80D4F-14C9-4D64-BAEE-F2B25362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0F40D9-9CC4-4A8B-8D75-975B3ECD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D8A132-8964-4872-8BED-F937FAF0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18 + 6 × 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6A9F48-5B5D-4293-AC56-E064B9EE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432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07DD8C-8771-4650-B486-60996933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33B18D-AC97-49A6-A5EB-280DE229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6 × 7 = 42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99C0EF-D735-4029-8282-3A883548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95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334CAC-4B5C-4C34-8FFE-F8C40E05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3689FB-928B-4389-B0C8-F8FCCDDB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18 + 42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A2A978-1622-4836-856E-4C95271D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EF3628-2DF8-494B-99EC-1F1AA83C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9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C47B56-A573-4E82-A35C-27295174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</p:spTree>
    <p:extLst>
      <p:ext uri="{BB962C8B-B14F-4D97-AF65-F5344CB8AC3E}">
        <p14:creationId xmlns:p14="http://schemas.microsoft.com/office/powerpoint/2010/main" val="13388982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00CFC4-0EFE-43B9-A47B-5D5C34B6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CAB261-6C2C-438A-9224-7613F5AF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78F672-1C15-47B7-8153-E354689E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FF303F-0D68-4FAB-B0D4-0DB11DAB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CF722C-7F80-45CA-92CC-9CB40F41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D07817-93BE-4762-8777-FC977FD3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5E301D-FB25-475F-ACC3-E049FF0D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06E1FB-DC23-40C5-8BE3-5DA903DA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8149FC-E342-407A-ADAB-39DEB267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multiplication and division before addition and subtraction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E96CBA-9D21-47EE-899A-B759703C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C466F0-82A4-420D-A6AE-7D2AD834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60.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FC971E-5754-4B92-8BD1-41011BDF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3D0F54-8404-400F-8305-39025F4F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Check by estimating or comparing with an equivalent expression.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CB6E47-3C13-4365-A1D3-A4C25E73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120085487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8A1AE8-25A5-4092-B84B-384D690C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D8DC1F-04D9-423C-9DE5-BC546E75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EEECFC-4E19-47AB-A0F8-1B2F2D2C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ECC7C8-6317-4D9F-92A8-60F46AFD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F3A3D3-713F-4A56-83C8-069DD2CD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FDB052-1279-48D3-857E-8B158188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2C9E93-63B3-4750-8B20-B2533A0C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DCAB97-DD3F-4969-8E94-44831B3A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C67999-77CC-446C-8B23-BAB2E61A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multiplication and division before addition and subtraction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B1A944-7E05-4BDA-8F76-C29BA84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90 - 36 / 6.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B79707-3754-4C2C-8F11-9C793A8C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971B3C-A7ED-4AB0-9F8E-B8EEF314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C56839-01EA-4424-9BC3-6BF10687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7251A7-D06E-42FC-88FC-5222760A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57522E-EECF-4C6B-9B0D-743E1A2A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84.</a:t>
            </a:r>
          </a:p>
        </p:txBody>
      </p:sp>
    </p:spTree>
    <p:extLst>
      <p:ext uri="{BB962C8B-B14F-4D97-AF65-F5344CB8AC3E}">
        <p14:creationId xmlns:p14="http://schemas.microsoft.com/office/powerpoint/2010/main" val="52751967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0F819F-8B6E-494E-9C00-4A8D483E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155160-5791-4957-A1D2-9D9B751C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7B3245-BE76-4A8B-BB42-1704C5EC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6835B6-049B-4EE0-858A-69D3AD2B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C7A337-CCDB-4B7D-914C-4A9B4363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CCFE43-C0EE-427D-9E6B-944C182F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5F17C0-FF2A-47A5-8AD9-CAE7D6A6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AB6953-3ADF-47F3-9747-DF659153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30C629-5099-4801-B5F2-6D0023E9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multiplication and division before addition and subtraction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c1a49e34d1471e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520B54-2F38-4EAD-A75E-517D86B0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42109B-2899-4EFF-BE23-8D2F54A8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adds 18 and 6 before multiplying by 7.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140323-B731-401F-8082-FD74074D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4A527B-A659-4EF3-BDC2-00453A30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F82974-77B8-4302-A950-FA246B5F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Multiplication has priority, so calculate 6 x 7 first.</a:t>
            </a:r>
          </a:p>
        </p:txBody>
      </p:sp>
    </p:spTree>
    <p:extLst>
      <p:ext uri="{BB962C8B-B14F-4D97-AF65-F5344CB8AC3E}">
        <p14:creationId xmlns:p14="http://schemas.microsoft.com/office/powerpoint/2010/main" val="148351232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4E5105-9192-4EAB-9C73-F86F73C2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80FED2-DE16-4C0B-B622-D81FCF5B9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2642DC-6348-40D7-B374-C79765FB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33C245-BE09-4118-B4F4-1666A45A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0C4CB4-A6B2-41F9-9B19-D1F40D43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358F6D-0BC0-4A49-8AED-4C3F5136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6EECED-0093-45C3-AA6B-8E99C893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C24AA7-5A7C-4285-8B64-8203751F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57DA26-3A5A-4560-AC64-D4AF3AD4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multiplication and division before addition and subtraction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EB8995-D888-4CB6-A6A2-DDEA1569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CFC664-B298-4627-A9B5-9D41AE03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552933-7396-4169-9D59-DD4732DC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F44E44-150D-457C-A850-12F335EC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90 - 36 / 6.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4AB81B-10B9-4960-8778-5E6EED1A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6433B3-F5B1-473B-8990-C1508946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5F3742-893D-41EC-A66E-E7E873ED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0D8244-51E1-4E86-9F57-535A8BEA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1DEAF4-3066-4C40-8B02-C73C2C7F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26C16A-6164-453B-88BA-C37E08FE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04F22B-E043-40F4-A15F-9552088C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5C0224-8B77-41D4-9F33-FF276B59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84.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47170E-920D-4D1B-A33F-B3955BA0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70707759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9AF02E-FECC-4067-BBB9-5672B6AD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2C8DE3-D543-4C6C-8A9A-4FB58D4E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7AA32F-D43B-4376-AEBE-F8448FA4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148751-F6E1-440B-BCC1-F8F6AD86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041DBC-DB37-40DF-B98B-93BAB373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2218EF-2BB7-4CDD-83DB-34A33091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A4697E-CEAB-4CC5-9C62-504D7F40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0548D3-CDC8-49D0-81BE-BB67E42A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C57BFB-0D4F-4F50-B04D-DBA3D953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multiplication and division before addition and subtraction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52696A-2D3C-431D-9828-3CD21198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ACA844-620D-4A40-A6F0-4BB3E03E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4EE31C-A626-40EC-B64D-6BC44E11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B4FFF9-1A9E-43EE-A07E-E4380E21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120 / 5 + 8 x 3.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8F51E4-8F83-4075-B11F-D3752A26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D33CF9-8719-4B99-A70C-F5BC1259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5FF373-42A3-4052-A8C7-5EE5453C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6957A3-D9BC-4104-817C-F66339AC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CA5264-FA93-482B-9A2A-AE10D551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D28D9D-F011-4971-9E1B-43CBB332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538BDB-F6F8-438D-8451-364D3656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7B3566-5DA3-4F69-A1AC-33A58339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120002212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FD2329-358E-4178-A1F9-59DCB26E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8CF73D-47EA-4308-87D3-DC0659AB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BF3A8D-E33C-4425-9EE8-8ABAEEAC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67C451-050F-4958-96CE-8812E7FD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DB6A57-199A-47F8-BE3F-2020657B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E862BC-47E8-4908-8249-90EEE6D2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901E4E-8133-47CA-ACC7-BFF04AE4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AB621F-8146-44A3-AB63-1999B8D1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73E17D-2E68-4665-8A05-72019634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multiplication and division before addition and subtraction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2075C1-8771-418F-8B21-72F97174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the digits 2, 4 and 8 once to make an expression with answer 34.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943D80-003D-49DE-B9E3-0F5AB6B8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C95A6B-A0D6-452D-8F89-333457A6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50CA10-7CAA-4AC3-85ED-7F115209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One answer is 2 + 4 x 8 = 34.</a:t>
            </a:r>
          </a:p>
        </p:txBody>
      </p:sp>
    </p:spTree>
    <p:extLst>
      <p:ext uri="{BB962C8B-B14F-4D97-AF65-F5344CB8AC3E}">
        <p14:creationId xmlns:p14="http://schemas.microsoft.com/office/powerpoint/2010/main" val="209181238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D88954-6249-4CF1-89FE-28FA9F78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B6E8EB-A3BC-4097-9B44-FC2E7201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6111B9-B84E-4F74-939D-60EBADA3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98D1B0-D3DA-46D8-A4C2-9EDF168A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6204A1-207B-4331-91DE-314DD830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96EBCD-AA50-4C37-A460-52378F41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B7798A-F059-49D8-87FA-7CDBCE2F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12FC24-2FF3-4BE1-9651-3EC918EE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C13681-7AE1-4C51-B02A-AF9DB236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multiplication and division before addition and subtraction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07C006-9B58-4B69-8CA6-F0CB6CA6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C6BBAF-BF22-4EE4-A15E-F1C63328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7B2B55-1E42-4960-8C67-20B5815E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120 / 5 + 8 x 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A8C866-2BFF-4491-9795-CBC57A6D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129D37-5024-4B28-B392-81CE3C67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666A12-0894-482C-B75F-16EC7F65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F5FA1F-B00C-4B10-9B1E-95B83001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48.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92809E-43A4-443A-8182-8AAABCB6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394FEC-37B4-4D3C-B374-CFC6743D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21011108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0CF4A0-8BA4-4829-B3C7-E98483B6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427531-9AC2-4730-ABAF-2CD16D83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998870-03AC-4749-9531-F6D99A96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1ED3D1-2BB4-4D9E-A643-B59702E6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B37B5A-0777-4402-875E-AE884A8E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C484D0-09C4-4A87-895C-755640ED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5A95D3-A4B7-428B-A168-292A5AE2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A8C86F-CE60-4CCF-BA1B-9A3670C2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1514F6-1C5B-4DD9-B5D6-F92F4B16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multiplication and division before addition and subtraction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776119-39AD-435F-81A5-483012D6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501FA1-1634-43FB-AE34-D29B02C6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8F1C49-B1E0-466F-84ED-DA8F8730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684556-F500-4B91-B0E4-720A34B2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120 / 5 + 8 x 3.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04437B-CAB6-4F1C-A18A-812A9218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BF6BC9-AB7F-429B-A2A0-DA39DD62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546A22-F815-4F1B-A126-39432F1E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6F1773-F810-4DAB-AB67-8DDF5650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adds 18 and 6 before multiplying by 7.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55614A-BA3E-41CF-A497-76E14EAE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4C7999-7C1A-40CD-BA0A-CBD4B19F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E3A776-543C-49B4-A9C8-9C1F7E98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E74F4F-6FE5-4AE3-946E-4EDF5E79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136858-986D-42D2-B8AD-D9A236EF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113081738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2026-09-09T22:14:08.9460000Z</dcterms:created>
  <dcterms:modified xsi:type="dcterms:W3CDTF">2026-09-09T22:14:08.9460000Z</dcterms:modified>
</coreProperties>
</file>