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Reason about equivalent expressions.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equivalent expressions.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DDC7E4B0-85D5-4C28-B38D-D81B1609C5C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D341077-C864-4ACB-88A5-FE4DF1EAB722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B4EB57E-B345-492D-8812-07EB3E023D2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AAEBB68-4E31-4123-8141-EAD2D5AE1AA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D8CCDB1-8C57-4EED-9F4D-40ABD9C4D74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6E1A3BF-E4C4-4B68-A0D9-1EE4D8257810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</p:spTree>
    <p:extLst>
      <p:ext uri="{BB962C8B-B14F-4D97-AF65-F5344CB8AC3E}">
        <p14:creationId xmlns:p14="http://schemas.microsoft.com/office/powerpoint/2010/main" val="582500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55D78B78-2DE9-48E3-A5B2-09EE71F198C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0D965D3-8324-4BC1-8B44-579C5E3F774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 × (20 + 3) in two ways.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880B7CA-F1C3-4E37-B292-A3E53D65E10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8B337EA-1162-4082-8048-602E82EFB83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44FD348-4B85-4EC6-A3CE-902806085DE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F981F09-8490-4368-AECC-818EEF939131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20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AA1C848-C2E0-4962-8171-01593E488E5A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E285754-95BC-4F72-9791-1BFA35BFCB4A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3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5A09652-9FF3-452C-B9C9-37476C2FDAFE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CCCD0E6-8833-48BB-91D1-7936B5712358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+ 21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342413E-368A-4715-A715-E8700B233D89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161</a:t>
            </a:r>
          </a:p>
        </p:txBody>
      </p:sp>
    </p:spTree>
    <p:extLst>
      <p:ext uri="{BB962C8B-B14F-4D97-AF65-F5344CB8AC3E}">
        <p14:creationId xmlns:p14="http://schemas.microsoft.com/office/powerpoint/2010/main" val="1770452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4DD453C9-FBC8-49FB-AA05-28CA6826C7A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5742CE1-12D0-4263-9C3E-FD15BB25491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2E0DE3A-471C-4186-969F-794DA48BA14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 × (20 + 4) in two ways.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0F4A3E3-BA85-4FE2-B4E5-75B1BDC09F1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983B31E-A59D-4F22-B4CF-A82B304697A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9BFB22F-8BE8-4AAF-A6C1-EE54E9D0D8A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B492753-7A1B-4FC3-B91D-1D05E438FB21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20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51790EA-167E-4C6F-806F-C0F3BC5DDE78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CBDDED8-4EC6-41CF-8BE6-A658E940CA6D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4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7ACA18D-372E-4A17-9B17-83BE82D14236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6210CE1-37D1-4F00-9BC1-8E8FB575227F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+ 28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3429325-8691-4CFE-AC25-E723C910E686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168</a:t>
            </a:r>
          </a:p>
        </p:txBody>
      </p:sp>
    </p:spTree>
    <p:extLst>
      <p:ext uri="{BB962C8B-B14F-4D97-AF65-F5344CB8AC3E}">
        <p14:creationId xmlns:p14="http://schemas.microsoft.com/office/powerpoint/2010/main" val="65118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41B0E7EA-F1A4-40AD-9659-02BBCE0DF0A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7D31412-F8FA-48A6-929B-2FAD68BFE47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 × (20 + 5) in two ways.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1AB75F9-08AD-412B-9747-7FA8069337D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6A48E1C-87F7-4B77-862C-EA026C7B14E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853809-90D6-4C36-8759-2162BE8CF60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21F8324-8203-42FE-AD20-CFBF0D2C62B0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20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D50ABEA-B6FE-4467-BF3C-E79D650FA657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AF75461-7039-4A10-941E-D9045C45FCB9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AD39BD4-231B-47BD-845F-3E147A47A951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A219AFE-7670-4FD7-BDC7-794D2A45AFCB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+ 35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CC015A6-0145-4EDB-95E6-B657D38BCFD7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175</a:t>
            </a:r>
          </a:p>
        </p:txBody>
      </p:sp>
    </p:spTree>
    <p:extLst>
      <p:ext uri="{BB962C8B-B14F-4D97-AF65-F5344CB8AC3E}">
        <p14:creationId xmlns:p14="http://schemas.microsoft.com/office/powerpoint/2010/main" val="602900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2F4FE790-ABAE-416A-83F1-8152216F477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8F9E946-90AB-495D-988B-E05AA4797B0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4ACB470-8EF2-4611-9351-9043FEE093D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 × (20 + 6) in two ways.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9A4D192-1CAB-4F74-8062-E54D03D86A4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11C9626-E73A-4187-A5CF-3DC17D3E423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9C0586E-9C69-44EA-B72D-F74B0CE0B91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27DFF03-CCA1-45EF-A3CD-4A3D2C7AF7E6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20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4BC24C6-124B-4FF6-AAD5-C9B244B5DC84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10E3FB2-E311-4ADB-A06F-B2C3647BDCE3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6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85D71DD-2019-44ED-9139-27F5B3243C34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44EAA18-D473-42EA-8330-31AFA11694CD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+ 42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0189FE8-527C-46D8-B427-25BAA9D90293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182</a:t>
            </a:r>
          </a:p>
        </p:txBody>
      </p:sp>
    </p:spTree>
    <p:extLst>
      <p:ext uri="{BB962C8B-B14F-4D97-AF65-F5344CB8AC3E}">
        <p14:creationId xmlns:p14="http://schemas.microsoft.com/office/powerpoint/2010/main" val="90577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F5492A9D-A316-4684-9321-12336BAE5E1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2ABDDAC-8D39-4D42-BA5A-E41521052AD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AC8ABA7-C223-46EC-BB48-D7ACC4AF67D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99A2618-FBC3-4368-9C15-66C9F95B601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DE9E3A1-6496-4708-9337-D10C623EA37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AAD3131-06FB-49E1-AB15-56B5FA3ADD1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84DF39C-71C6-40D0-89D6-4BE9FD871EFA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456AD0C-FBC2-4412-9FF0-7E1E38172D98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Are 7 x (20 + 3) and 7 x 20 + 7 x 3 equivalent?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0E24014-E898-46DD-A300-A830D1A22CDF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A82F7B3-5601-4338-99B4-0040FFB3A0D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701C956-0B4C-4A92-8681-D2CF4A93C0F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DCF9585-774C-4035-A1C9-2825E3B3226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7B67ED7-A09F-45F8-8F45-FE2BE961F71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6ABEE6D-4BCE-44FA-87B0-3FBD2F887D2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Are 7 x (20 + 3) and 7 x 20 + 7 x 3 equivalent?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E48F80C-7469-4ABC-B31D-CEE5529F21DC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35BADF1-D653-4C9B-B8DB-BB2893DC1C9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Which is greater: 100 - 8 x 9 or (100 - 8) x 9?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D015875-8325-4086-ADDA-634AD5F82BC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AE5CC53-924D-4728-A5E7-461EB39FB877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Insert operations between 6, 5 and 4 to make 26.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9C9D0F9-959B-45BC-BE78-5D9F2B830D8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7441CC4-1280-468D-80E5-077DE766E33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three expressions with answer 50 using at least two different operations.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3F665DD-E0B0-47E6-A99A-E2B28B23B15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0504052-3E58-4893-9A9E-A52FF7B656BD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thinks changing brackets never changes an answer.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D62D7F7-F2FE-43E0-8D20-0B63E29E350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D75E191-DD9F-4925-A605-9ADCEFA1474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B2A92F6-23A5-499D-9FD8-145B0FE98A52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AC0AA22-3583-448D-9778-FEA2919005BF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Insert operations between 6, 5 and 4 to make 26.</a:t>
            </a:r>
          </a:p>
        </p:txBody>
      </p:sp>
    </p:spTree>
    <p:extLst>
      <p:ext uri="{BB962C8B-B14F-4D97-AF65-F5344CB8AC3E}">
        <p14:creationId xmlns:p14="http://schemas.microsoft.com/office/powerpoint/2010/main" val="587792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B67A09CE-DB02-42D8-9872-E0CAF29DBC9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FAA75B4-0749-46D5-889A-F13C7587C95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1039AF2-E2FA-42C4-BA0D-A1B8194FEE8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A55F397-6123-4D9A-BF40-879615318C6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equivalent expressions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37E7421-2C85-4427-A7F5-BD12ED22D26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37EB2B5-1DE7-42BA-99F5-B95159AC3C4A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88C51C9-5175-4B28-8113-0691295DEAEE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Yes, both equal 161.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D1D68C0-75C9-4AA0-BEBB-C521ADBF327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CF5131B-5EC5-45B3-8AF2-AE9DBED8FB6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(100 - 8) x 9 is greater: 828 compared with 28.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DEE40EE-88FD-4811-9F28-D3787DDE165F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1D4B120-269B-463A-8891-1CA18EDA786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 x 5 - 4 = 26.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304079B-4ABA-4ED3-A706-9B373BF4C9A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E04456C-7DD7-42DB-99E6-1595D2647480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Yes, both equal 161.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912D420-F845-46F5-8181-7DB23FFBC74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B4BB8B5-CF8F-493E-8883-9A0B4FDEF3F5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(100 - 8) x 9 is greater: 828 compared with 28.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07EC1AF-FEAE-4E70-A1B9-67F16CD5B99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13E0286-A742-49DC-869D-8970CAF43B6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 x 5 - 4 = 26.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DA8CA0F-520C-4B8C-9C74-057E041C6158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E3AB1A7-992A-4170-9C3D-F8A1CFAD31E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vary, for example 8 x 6 + 2; 100 / 2; (15 - 5) x 5.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29FE794-9192-401B-8DF7-4C908ECD658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E0C5580-6FD1-4561-AEA7-13BB403F77FB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Brackets can change which values combine first, producing a different result.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BD444FE-BBC5-44A1-811C-6C8785F43FB7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FD24C56-816A-419D-BE1F-C28FB42206E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D05C081-2B79-4390-B372-F1D9FF62EC9D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6CD5EA7-57B1-42EE-B343-A5408642504D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21136240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2026-09-14T13:14:18Z</dcterms:created>
  <dcterms:modified xsi:type="dcterms:W3CDTF">2026-09-14T13:18:39Z</dcterms:modified>
</cp:coreProperties>
</file>