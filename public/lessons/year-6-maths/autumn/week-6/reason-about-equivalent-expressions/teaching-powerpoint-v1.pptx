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14f4fbb99d4223" /><Relationship Type="http://schemas.openxmlformats.org/officeDocument/2006/relationships/extended-properties" Target="/docProps/app.xml" Id="R502c3ecd2b614de9" /><Relationship Type="http://schemas.openxmlformats.org/officeDocument/2006/relationships/officeDocument" Target="/ppt/presentation.xml" Id="R829f3885f26f4a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a5fd0e9d3c44c8"/>
  </p:sldMasterIdLst>
  <p:notesMasterIdLst>
    <p:notesMasterId xmlns:r="http://schemas.openxmlformats.org/officeDocument/2006/relationships" r:id="Radf303112858442a"/>
  </p:notesMasterIdLst>
  <p:sldIdLst>
    <p:sldId xmlns:r="http://schemas.openxmlformats.org/officeDocument/2006/relationships" id="256" r:id="R8552cec03a8b41a3"/>
    <p:sldId xmlns:r="http://schemas.openxmlformats.org/officeDocument/2006/relationships" id="257" r:id="Rb541317ddb5745ca"/>
    <p:sldId xmlns:r="http://schemas.openxmlformats.org/officeDocument/2006/relationships" id="258" r:id="R6c6be26295ee4443"/>
    <p:sldId xmlns:r="http://schemas.openxmlformats.org/officeDocument/2006/relationships" id="259" r:id="R1e0d00c1f18347b7"/>
    <p:sldId xmlns:r="http://schemas.openxmlformats.org/officeDocument/2006/relationships" id="260" r:id="R428e20a9e5834f54"/>
    <p:sldId xmlns:r="http://schemas.openxmlformats.org/officeDocument/2006/relationships" id="261" r:id="R774b88a61f614639"/>
    <p:sldId xmlns:r="http://schemas.openxmlformats.org/officeDocument/2006/relationships" id="262" r:id="R6cc0986e7dca4193"/>
    <p:sldId xmlns:r="http://schemas.openxmlformats.org/officeDocument/2006/relationships" id="263" r:id="R63275925a4fc4ec7"/>
    <p:sldId xmlns:r="http://schemas.openxmlformats.org/officeDocument/2006/relationships" id="264" r:id="Rc0e2af9ae1a2453e"/>
    <p:sldId xmlns:r="http://schemas.openxmlformats.org/officeDocument/2006/relationships" id="265" r:id="R22503102e98b45d8"/>
    <p:sldId xmlns:r="http://schemas.openxmlformats.org/officeDocument/2006/relationships" id="266" r:id="R0a11299cfcde4b04"/>
    <p:sldId xmlns:r="http://schemas.openxmlformats.org/officeDocument/2006/relationships" id="267" r:id="Rc783b9c5bc8a49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9b93bb28d14fc8" /><Relationship Type="http://schemas.openxmlformats.org/officeDocument/2006/relationships/slideMaster" Target="/ppt/slideMasters/slideMaster1.xml" Id="R46a5fd0e9d3c44c8" /><Relationship Type="http://schemas.openxmlformats.org/officeDocument/2006/relationships/notesMaster" Target="/ppt/notesMasters/notesMaster1.xml" Id="Radf303112858442a" /><Relationship Type="http://schemas.openxmlformats.org/officeDocument/2006/relationships/presProps" Target="/ppt/presProps.xml" Id="Radfd0a8015ee4f6d" /><Relationship Type="http://schemas.openxmlformats.org/officeDocument/2006/relationships/tableStyles" Target="/ppt/tableStyles.xml" Id="Rcccc773b21d24da9" /><Relationship Type="http://schemas.openxmlformats.org/officeDocument/2006/relationships/slide" Target="/ppt/slides/slide1.xml" Id="R8552cec03a8b41a3" /><Relationship Type="http://schemas.openxmlformats.org/officeDocument/2006/relationships/slide" Target="/ppt/slides/slide2.xml" Id="Rb541317ddb5745ca" /><Relationship Type="http://schemas.openxmlformats.org/officeDocument/2006/relationships/slide" Target="/ppt/slides/slide3.xml" Id="R6c6be26295ee4443" /><Relationship Type="http://schemas.openxmlformats.org/officeDocument/2006/relationships/slide" Target="/ppt/slides/slide4.xml" Id="R1e0d00c1f18347b7" /><Relationship Type="http://schemas.openxmlformats.org/officeDocument/2006/relationships/slide" Target="/ppt/slides/slide5.xml" Id="R428e20a9e5834f54" /><Relationship Type="http://schemas.openxmlformats.org/officeDocument/2006/relationships/slide" Target="/ppt/slides/slide6.xml" Id="R774b88a61f614639" /><Relationship Type="http://schemas.openxmlformats.org/officeDocument/2006/relationships/slide" Target="/ppt/slides/slide7.xml" Id="R6cc0986e7dca4193" /><Relationship Type="http://schemas.openxmlformats.org/officeDocument/2006/relationships/slide" Target="/ppt/slides/slide8.xml" Id="R63275925a4fc4ec7" /><Relationship Type="http://schemas.openxmlformats.org/officeDocument/2006/relationships/slide" Target="/ppt/slides/slide9.xml" Id="Rc0e2af9ae1a2453e" /><Relationship Type="http://schemas.openxmlformats.org/officeDocument/2006/relationships/slide" Target="/ppt/slides/slide10.xml" Id="R22503102e98b45d8" /><Relationship Type="http://schemas.openxmlformats.org/officeDocument/2006/relationships/slide" Target="/ppt/slides/slide11.xml" Id="R0a11299cfcde4b04" /><Relationship Type="http://schemas.openxmlformats.org/officeDocument/2006/relationships/slide" Target="/ppt/slides/slide12.xml" Id="Rc783b9c5bc8a49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baf7f2a9784d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4de39643c94c97" /><Relationship Type="http://schemas.openxmlformats.org/officeDocument/2006/relationships/notesMaster" Target="/ppt/notesMasters/notesMaster1.xml" Id="R3b6834d49c2547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29dfa1552c4567" /><Relationship Type="http://schemas.openxmlformats.org/officeDocument/2006/relationships/notesMaster" Target="/ppt/notesMasters/notesMaster1.xml" Id="R378968e698e94e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f7289f95ed41a4" /><Relationship Type="http://schemas.openxmlformats.org/officeDocument/2006/relationships/notesMaster" Target="/ppt/notesMasters/notesMaster1.xml" Id="Rf2a07cdd854d41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a646babc9d4c5b" /><Relationship Type="http://schemas.openxmlformats.org/officeDocument/2006/relationships/notesMaster" Target="/ppt/notesMasters/notesMaster1.xml" Id="R3c259fcdfe8d48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45a73dda0e4072" /><Relationship Type="http://schemas.openxmlformats.org/officeDocument/2006/relationships/notesMaster" Target="/ppt/notesMasters/notesMaster1.xml" Id="R1074b642255d4a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5d1073e519451a" /><Relationship Type="http://schemas.openxmlformats.org/officeDocument/2006/relationships/notesMaster" Target="/ppt/notesMasters/notesMaster1.xml" Id="Rb311784127c448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8807a89eca42a0" /><Relationship Type="http://schemas.openxmlformats.org/officeDocument/2006/relationships/notesMaster" Target="/ppt/notesMasters/notesMaster1.xml" Id="R5809edf11f7943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d5d465c7ff4ae0" /><Relationship Type="http://schemas.openxmlformats.org/officeDocument/2006/relationships/notesMaster" Target="/ppt/notesMasters/notesMaster1.xml" Id="Rb38ae9c873bd47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4759bd11a4452c" /><Relationship Type="http://schemas.openxmlformats.org/officeDocument/2006/relationships/notesMaster" Target="/ppt/notesMasters/notesMaster1.xml" Id="Rfa5ab03894f746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86dfba41ca49d5" /><Relationship Type="http://schemas.openxmlformats.org/officeDocument/2006/relationships/notesMaster" Target="/ppt/notesMasters/notesMaster1.xml" Id="Rb8e242d2843c45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2b686523c94086" /><Relationship Type="http://schemas.openxmlformats.org/officeDocument/2006/relationships/notesMaster" Target="/ppt/notesMasters/notesMaster1.xml" Id="Ref60513bbed743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fd049ea7dd40e6" /><Relationship Type="http://schemas.openxmlformats.org/officeDocument/2006/relationships/notesMaster" Target="/ppt/notesMasters/notesMaster1.xml" Id="R4456d53cc95647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Operation cards, bracket cards, mini whiteboards, four-function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(100 - 8) x 9 is greater: 828 compared with 28. | Identify brackets and multiplication or division before calculating. | Brackets can change which values combine first, producing a different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operation, expression, brackets, order, inverse, equivalent.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Yes, both equal 161.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(100 - 8) x 9 is greater: 828 compared with 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Brackets can change which values combine first, producing a different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(100 - 8) x 9 is greater: 828 compared with 28..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6 x 5 - 4 = 26..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Answers vary, for example 8 x 6 + 2; 100 / 2; (15 - 5) x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6 x 5 - 4 = 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6 x 5 - 4 = 26. | Brackets can change which values combine first, producing a different result.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1882a105f4d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a574b181e64b30" /><Relationship Type="http://schemas.openxmlformats.org/officeDocument/2006/relationships/slideLayout" Target="/ppt/slideLayouts/slideLayout1.xml" Id="R22f0cda0276547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f0cda0276547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1426bbccb4d83" /><Relationship Type="http://schemas.openxmlformats.org/officeDocument/2006/relationships/notesSlide" Target="/ppt/notesSlides/notesSlide1.xml" Id="R2012c30dfed44f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cbbf049a84148" /><Relationship Type="http://schemas.openxmlformats.org/officeDocument/2006/relationships/notesSlide" Target="/ppt/notesSlides/notesSlide2.xml" Id="Rded4d88efb9d4d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5991c3a644d68" /><Relationship Type="http://schemas.openxmlformats.org/officeDocument/2006/relationships/notesSlide" Target="/ppt/notesSlides/notesSlide3.xml" Id="R4f6b308682a24d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6321dafcb4693" /><Relationship Type="http://schemas.openxmlformats.org/officeDocument/2006/relationships/notesSlide" Target="/ppt/notesSlides/notesSlide4.xml" Id="R44f36350386f49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877f4f5e24fcc" /><Relationship Type="http://schemas.openxmlformats.org/officeDocument/2006/relationships/notesSlide" Target="/ppt/notesSlides/notesSlide5.xml" Id="R43937eb5513742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d674f27744b9b" /><Relationship Type="http://schemas.openxmlformats.org/officeDocument/2006/relationships/notesSlide" Target="/ppt/notesSlides/notesSlide6.xml" Id="R3ab9cfe50bd54e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f0be751c74fa8" /><Relationship Type="http://schemas.openxmlformats.org/officeDocument/2006/relationships/image" Target="/ppt/media/image.png" Id="Rc7afa0c29f83447a" /><Relationship Type="http://schemas.openxmlformats.org/officeDocument/2006/relationships/notesSlide" Target="/ppt/notesSlides/notesSlide7.xml" Id="R2e464a4201da40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71a4330454050" /><Relationship Type="http://schemas.openxmlformats.org/officeDocument/2006/relationships/notesSlide" Target="/ppt/notesSlides/notesSlide8.xml" Id="Rc3706fa8883b4a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ab76552b845c8" /><Relationship Type="http://schemas.openxmlformats.org/officeDocument/2006/relationships/notesSlide" Target="/ppt/notesSlides/notesSlide9.xml" Id="Rc1f3c9376ae547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672461fcf439a" /><Relationship Type="http://schemas.openxmlformats.org/officeDocument/2006/relationships/notesSlide" Target="/ppt/notesSlides/notesSlide10.xml" Id="R63a841cd197e40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3ec6ba8124d2d" /><Relationship Type="http://schemas.openxmlformats.org/officeDocument/2006/relationships/notesSlide" Target="/ppt/notesSlides/notesSlide11.xml" Id="R20a134d951e440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1b97be82b4b17" /><Relationship Type="http://schemas.openxmlformats.org/officeDocument/2006/relationships/notesSlide" Target="/ppt/notesSlides/notesSlide12.xml" Id="R40543af9b6084a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912F1-1FBF-4C3E-B319-76092405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A8E1E-8BBB-44E2-93FD-D4CDCB4A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142A4-8986-4364-ADB4-1C50F36D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8F7D9-464A-4A78-890A-DF925251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C9832-FD09-48B0-AAEA-2493C537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 about equivalent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2A0E0-4221-4F2C-8E34-4BFC0D2C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4EE84-B3CF-41FB-8578-B757D10F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865EA-556D-4538-B0FB-B29601BD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compare and justify expressions using the order of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9C613-6C53-443C-99D1-774E8061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9AB4E-94EB-42D7-8EEC-AA36A4FD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Operation cards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6EEC3-8595-4427-903E-DDC93CE9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5525589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A4295A-DD65-40BA-9991-A2E125D4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D20D2-C38C-43D1-AA5A-AD2BB702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8591E-41B0-4DF3-9CD3-CDFAF187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2437E-98D4-4A78-BAA0-D63BE007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C2303-E03F-4876-9160-3C10E07A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47959-4905-494E-9C4F-42C23D61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037C8-B8A2-4338-8FF1-B8B1682B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E881D-96D8-407E-987F-6AD02774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8232D-ED1A-4BAB-B18A-FBBC116F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ADBDB-3E4E-4A33-B83D-9416CE5D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4BEB2-4255-486E-8BB3-60A0256B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96FD7-8EC8-4DCB-9194-B3C9DBDC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7BE06-A780-4F6F-8740-06C1547D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Calculate accurately with the four operations and understand grouping with brackets.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45DF2-62C8-4340-A338-B7625F00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8C6A5-A208-4FC5-9EC8-2646919F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DA093-A3E6-447C-8078-03669C34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F3961-53D4-4004-8EBB-0F410F1E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is greater: 100 - 8 x 9 or (100 - 8) x 9?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15EAA-4D64-4989-B22F-842D1DB4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2E898-2EE1-4420-84E2-0C2DEB07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E4273-E267-4E43-879B-F6CE9F27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5A81F-7D8C-4878-A5AD-19143CEE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Are 7 x (20 + 3) and 7 x 20 + 7 x 3 equivalent?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D92949-8585-4D98-979C-CB73A803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68951644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62BB5-BEA8-4B11-A26F-D23A68CB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6A8DD-BE7B-4C6D-A64D-30F3E4DA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5FBAB-C2DA-4A2F-B914-24960233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C4F43-54D7-4F7A-AD74-56440B19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A9874-75EE-4F6D-ADE1-60F7BAC6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59777-8EA0-4E2C-9297-95E00B33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C2CE3-8F6A-4934-8504-E35185C0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0F7D2-1D34-40FB-A0A7-F9A95079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FEEEC-5A43-4E90-9542-2B6B8F5C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E1EAD-178D-4410-8589-450E73F3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compare and justify expressions using the order of operations.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74327-D2F0-40C2-B81E-3D6EDB1F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3EC2E-32DA-4714-8EDC-3735A399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brackets and multiplication or division before calculating.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06FD6-0251-4A5C-A970-098CB7D4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Work through operations of equal priority from left to right.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0D55C-F8CA-4988-8E7B-EF5353B7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by estimating or comparing with an equivalent expression.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B0143-8F9C-4915-B2EF-AC62AF09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operation  |  expression  |  brackets  |  order  |  inverse  |  equivalent</a:t>
            </a:r>
          </a:p>
        </p:txBody>
      </p:sp>
    </p:spTree>
    <p:extLst>
      <p:ext uri="{BB962C8B-B14F-4D97-AF65-F5344CB8AC3E}">
        <p14:creationId xmlns:p14="http://schemas.microsoft.com/office/powerpoint/2010/main" val="44761263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E5E7A1-17C5-4DBB-BB40-5A3DCAA9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61497-B465-427E-9B2C-E88B0096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DFA2D-EE5D-43AD-B30C-46A55866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5D6E6-E621-4CE3-A6E3-A21A84CE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C663E-4837-4328-AC49-6260B6C6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DDC49-9AE4-4ED9-8E7C-FBF832E3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39A97-3C1B-403C-83B9-D613A809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C6A2E-B851-4BAD-8DD9-86242B7B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17C7F-CB8D-4253-91FF-F7F08FB3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BAFEE-EFB8-4EC5-82DA-877B7217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Are 7 x (20 + 3) and 7 x 20 + 7 x 3 equivalent?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5EFD0-CBBB-4982-82FF-FF6A7F04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E1508-7DF8-4225-91F4-21A88D40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2B971-19D3-481C-B667-FFBFCFCD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 × (20 + 3)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A9E02-D0C9-4964-B0D3-B473FA7E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EEFFA-9345-40BA-98A1-4323A33D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A88C2-8627-44F2-ABE6-C88D3BE3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 × 23 = 161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6708C-B8B8-449B-8DC1-9B521039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DB9C3-339B-4CED-917A-190FA2E7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CAA8D-32F3-4E6D-96EC-651624C3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 × 20 + 7 × 3 = 140 + 21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BB7BC6-4514-48D2-B57B-E6011CF5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0024AB-3ECE-4634-B57F-D2359631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61D261-F2EB-4C62-91FC-A86E2CCC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140 + 21 = 161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505904-A79A-412B-ABD1-EDDB0B0B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DB626A-BCB6-4304-B48F-269FF13A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402146-8E7F-4B29-8245-4F4E56A1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Both expressions equal 161</a:t>
            </a:r>
          </a:p>
        </p:txBody>
      </p:sp>
    </p:spTree>
    <p:extLst>
      <p:ext uri="{BB962C8B-B14F-4D97-AF65-F5344CB8AC3E}">
        <p14:creationId xmlns:p14="http://schemas.microsoft.com/office/powerpoint/2010/main" val="179552913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848A4-1F11-4F56-9530-4CB36A01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0364F-582F-4F94-970C-C7D67396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E5E50-9DE9-4A4C-8A03-661E14CD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96AA2-BBAA-4BAA-9B05-73F90717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96630-7055-46DA-BE1A-07A25210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D9194-96A2-4FBE-92EB-C907D6FB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A454C-9352-4CB8-A08B-AF1D0D8F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C7282-D318-4DAD-ABC2-C50C1FD4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C3252-5903-43C7-9DD6-C46FE133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509F6-8B4C-4806-AC00-55A727C4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EA30F-CD6C-4371-9C3C-93F48873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Yes, both equal 161.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F96A2-8A38-4681-B0CA-1DF1D37F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C9A9A-FB27-41EB-A97E-3661DE6D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by estimating or comparing with an equivalent expression.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E2DE7-643A-4417-AF31-6CA6B4B8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91051699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252B5-69DD-4920-ADE0-9DA7909B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6F2CE-9602-4370-A541-776B4C34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E7285-48EA-478B-971B-063E044D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03979-6E72-4982-B066-BA054136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F00EE-D20D-46CF-B167-CDE26056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23317-29CB-4C14-81BD-3A73893D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7398C-23ED-49C7-99D6-AE8392CD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7521D-6A82-46AE-B187-529C8152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D454D-AE51-484C-9AA6-894F7964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026FE-926A-47D0-A661-EE873B78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is greater: 100 - 8 x 9 or (100 - 8) x 9?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C9366-067D-4E3D-AEAA-2CB14197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B7643-8717-4952-A8B3-0B5D3BF0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800FB-0869-42C2-9D63-2801CD16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1EABA-D221-40A3-B56A-8990A58C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0C452-5FCA-4FB7-8380-715E1B73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(100 - 8) x 9 is greater: 828 compared with 28.</a:t>
            </a:r>
          </a:p>
        </p:txBody>
      </p:sp>
    </p:spTree>
    <p:extLst>
      <p:ext uri="{BB962C8B-B14F-4D97-AF65-F5344CB8AC3E}">
        <p14:creationId xmlns:p14="http://schemas.microsoft.com/office/powerpoint/2010/main" val="19342339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42BCE-B9AA-4794-9C68-FAFE0EBB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CB0BD-1846-4111-825F-28622225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A2E4D-E5D4-4BCE-973C-2013AAB3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B575C-C80E-416D-82DD-77ED3A5A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FA2C6-FC43-4196-9C03-68BF72E7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1D590-2BF5-496E-8491-85276A86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62639-A954-4222-B9C4-AA71CC5F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E1C15-4F7A-4E8D-A960-80D821D5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85AC9-5840-438F-9DFE-8C02953F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expressions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fa0c29f83447a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FAB49-5E3F-4B69-B04C-B7928189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7A434-4578-458B-BAF0-620D7AFB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thinks changing brackets never changes an answer.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531D6-6AA6-4831-B7B8-FC546DE4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15010-8744-473E-A407-68B4D4C5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4167B-8AD9-483A-BD74-219E2C62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Brackets can change which values combine first, producing a different result.</a:t>
            </a:r>
          </a:p>
        </p:txBody>
      </p:sp>
    </p:spTree>
    <p:extLst>
      <p:ext uri="{BB962C8B-B14F-4D97-AF65-F5344CB8AC3E}">
        <p14:creationId xmlns:p14="http://schemas.microsoft.com/office/powerpoint/2010/main" val="105099533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552202-62CF-4525-8317-E9880D88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0A79F-B633-4218-9679-3E61693B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2FC75-C119-468B-94B7-7789C572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4E3FE-EE43-4C93-A23F-E36414D6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37C2A-52F9-4836-BED5-3FD75BB5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BA7C5-45E2-402A-BC04-22B6390D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A4ED6-7D94-4B91-AD08-2C467748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1B4AD-7E27-4B06-ADE8-51EE1BE2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E7A72-AAE0-41AF-A54D-C7210356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2E0D1-B48C-4FCF-A4C6-7394D888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E8E9A-D6E3-4C8B-A94D-236BAB80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606B1-DBD0-4BFA-B478-93D5B0CF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8AB20-FA66-4983-BE0E-3FF05DB2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is greater: 100 - 8 x 9 or (100 - 8) x 9?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33F9D-7F04-4506-B530-507F1E0B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513C3-FF7C-4146-9F92-A305F016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7ADE5-AADA-4DBE-9929-53AA96BF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9085F-5D91-44E9-B385-46CD6C9E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93CF6-106B-4BB2-A487-6D045A54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BD5EB-15AE-485E-9CA7-664D6FDD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0E741-EED7-43BB-A224-C92898F4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C5389E-3235-47F2-A8DC-495649C7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(100 - 8) x 9 is greater: 828 compared with 28.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C07A7C-F58A-4837-BA33-40E7875B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27376314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FA7F2-C1CC-4B43-8C3F-94607F3E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8C33A-B793-4BC0-AC7C-44DE7DE4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2758D-74CE-4631-AF1E-8ED2ECF7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5EA13-57C6-4A08-92D7-C8D90DA7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FBBD7-FC3C-48B2-91E3-64D36D11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7F91D-2EC4-4FA5-B9B9-295D6F12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71970-683D-4955-8A52-8C45A31C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2052F-AF1D-4A15-8619-6494814A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7477E-AFD3-48F1-B869-CE0F7AEF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4FFCB-A52D-4B7B-AFE9-A5300792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4799A-EFAE-4F42-8377-3FFDC6E4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DD11A-EBA4-46AA-A436-367FCA34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B9EC2-7C6D-45AD-A3CF-288A672E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Insert operations between 6, 5 and 4 to make 26.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55393-44E8-436A-8008-0A74CD13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05DA5-9B35-411C-AF1A-9A4F9310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7BB66-C85D-4FB7-94AE-A8B7A3C6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620BE-7126-4A44-879F-454D4EA1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5CAE1-D0CC-4DBA-A652-F433989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AE244-EC23-4CE6-A896-42B9A195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36534-52A2-42C9-A587-449D1FDD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DA6D2-0DA0-43DD-B65B-4B4D3A70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6042044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FC1CB-162D-42AD-AB83-2C6C119A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9E9B4-7229-47F3-AAA2-E7F1E2E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16BAB-D9D7-47F0-90C4-006990CB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31151-AE2D-4F51-8E28-1633A458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D2DC3-6B9D-49B7-B2F9-E653C384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6AB23-5275-442D-9A24-94BF60C2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A5B2A-7F9A-45B9-BB9B-9FD251FE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9DB13-EAD5-4C58-A974-B86F264A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4DC75-D926-4CD4-B779-D609C204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7BA6B-A117-43F2-BE92-0B3FCF66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three expressions with answer 50 using at least two different operations.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AC382-4381-421A-9986-95169B84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F949A-1980-4F11-A205-225EBD67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6D949-EE2B-413C-8C66-D0E2298C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Answers vary, for example 8 x 6 + 2; 100 / 2; (15 - 5) x 5.</a:t>
            </a:r>
          </a:p>
        </p:txBody>
      </p:sp>
    </p:spTree>
    <p:extLst>
      <p:ext uri="{BB962C8B-B14F-4D97-AF65-F5344CB8AC3E}">
        <p14:creationId xmlns:p14="http://schemas.microsoft.com/office/powerpoint/2010/main" val="53962455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314D5-C6AA-47B3-9C28-D14F058A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B60E9-B2B8-4794-8C52-80F8AC8A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64836-35BC-4196-862D-68DF9931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FFD8A-2A49-4BF2-B162-61CA7587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280ED-F5AF-494F-B249-955930FD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A4F5F-4051-4B8E-9891-49BB4C72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27FEA-39F8-433D-B1E6-6E38A143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197B7-0D85-4F8D-8453-32814CC4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FA43D-6BDC-41BF-9093-5009E870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683AF-06CC-4042-9530-48CBF1E5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A7D8C-77CC-4D42-893C-E7684ADA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2C03F-3C6D-46B7-A556-2C4BE0E4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Insert operations between 6, 5 and 4 to make 26.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BF7DF-F95C-4BB8-AE15-3555E95E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2CF44-19A0-424E-B9AF-2D15E58E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53845-A2F2-4B30-8E9E-40C6931B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A7C0F-56E7-467A-A168-EE486184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6 x 5 - 4 = 26.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CB691-C30B-4940-97FA-C367AAC8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60DE6-E75A-443A-B751-C0423112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8896305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65DA20-BD78-4639-B84A-F2A9CA9D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A9B4A-C991-4BAB-8A4E-AA55139B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891C1-4764-4531-8C52-1FAE4D1D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3A679-100B-4B30-A60F-E9CACA96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2C5C7-9E21-4917-B4FF-4FA88EFD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4195E-FA5B-42C3-8E15-3B931F8A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E1532-6843-46BA-8924-96D1D1F8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715E1-F2DB-4C33-B109-D80B49AD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67895-E0A1-4E39-A7F1-052679E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3F523-CCDB-404D-B1E1-38B60A9D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048F1-2129-4725-B3AB-8F60F2C7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6E69B-2B62-43D9-8F40-09FDDDFC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6B03E-3E5F-410B-B3D3-52D81730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Insert operations between 6, 5 and 4 to make 26.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72AF9-14CA-452B-88EA-1D9338EB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A399D-1C5C-4086-A2F7-D2F0FC18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3569C-BC12-4AC0-95DF-A8A8F5B6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A72D3-0552-46AD-B671-52661042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thinks changing brackets never changes an answer.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9E310-7C94-458F-8BFC-D74F141B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17711-CBC3-43F5-B25F-19891669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7355C2-0374-4929-BC1F-8D501580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81381-EC8A-4406-9955-18E525CB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FFBDE-1FD8-40B7-9FCE-6A088109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29505024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2026-09-09T22:14:13.3110000Z</dcterms:created>
  <dcterms:modified xsi:type="dcterms:W3CDTF">2026-09-09T22:14:13.3110000Z</dcterms:modified>
</coreProperties>
</file>