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(100 - 8) x 9 is greater: 828 compared with 28. | Identify brackets and multiplication or division before calculating. |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Are 7 x (20 + 3) and 7 x 20 + 7 x 3 equivalent? Answer: Yes, both equal 161.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(100 - 8) x 9 is greater: 828 compared with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(100 - 8) x 9 is greater: 828 compared with 28..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 x 5 - 4 = 26..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8 x 6 + 2; 100 / 2; (15 - 5) x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Which is greater: 100 - 8 x 9 or (100 - 8) x 9? Expected: Insert operations between 6, 5 and 4 to make 26. Higher: Find three expressions with answer 50 using at least two different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 x 5 - 4 = 26. | Brackets can change which values combine first, producing a different result.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E408631-F5C9-4588-BE5F-98BAE674C1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745F7D-20C9-4F5E-ACDB-7D235DF3DAA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83F873-5DA4-4D15-87BC-50E7FC9786C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BAFC60-A371-4342-91E4-F5B52D95FF6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434A65-C43B-499E-BF79-F6F509C26FC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8624D4-4256-4676-B6D1-D4627988B10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02A64E-F3F0-4FFE-A3C8-A8C3110124F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F1BEE-8F3C-4E8C-80E8-CAFB0F9E4FC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7AEED1-00C7-462D-84F0-45AAC556D191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CCEBBF-E04A-4289-ABB4-F0EF47AC150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3CA66-5B66-4DD5-8FCA-C5DADCE28AF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07B920-4831-425C-9B4C-E5ADB5CAD8E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29753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F22204F-DD41-40B4-87F0-BAE8D1BFEC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7422A5-6457-4272-AB43-DA96674443F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545A28-47AD-4E4B-BD84-5E05920546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BDBF17C-542A-4438-8C01-84F6F6B37A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F3B1B0-ACA2-49A7-AE3A-63C9D4B8A2F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D52C6-06E7-4433-A590-1EC8E2F6A5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A3733D-39CD-4305-9120-352A50CB75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58852D-72D1-4B0A-9ADF-1089DB65F0C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F69454-E7A9-48AD-9158-CBCD55EE03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870D0E-6106-484F-8A2C-96DE056E281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C270015-D3B7-40B6-B2FD-1A6AFCF2D4D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10477E6-53D7-4895-AE0A-4AD73C7A455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B94E0C-2307-4280-8C15-2671F32DCEA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56B9FD-78B1-4D6C-9243-D99E0B83E26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1703559-658E-46EA-8687-7EE51765B31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8439B5-553C-458C-A026-7F01A4C53E7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DB00A8-948E-4D62-9B36-FAA7297267A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EDE232-8324-4F39-9C6B-0793601E876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864F044-2B6F-4FEE-9C4E-EFD187C30B1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E47FCB1-E4B1-4BDA-919B-D1ECF5D6DB1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DE067E-8C3E-47AA-83F9-C34A4CF466F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44B69B-2498-4E47-B0A6-23B8F75748F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Are 7 x (20 + 3) and 7 x 20 + 7 x 3 equivalent?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0962D7-B8AB-4231-8C74-BA6C73430AD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99739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92DD9F-CB94-4B87-9118-50C02E91BD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0BB77A-2F30-4F5D-A9D7-0F08644EA1B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BDE0C7-B228-4015-9B13-BD6BB614D50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43C3D6-362E-4A0C-A1EA-010AA9A5204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29C08-DEC8-4C84-905D-F4B193968E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F949FE-91F0-466D-8A67-CA07765C968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FE043-99A5-4824-9DBF-8AEB972CA7F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027C7-BFC2-41EA-B957-91310B78B19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FF8BBA-5703-432A-8672-DAECBC89973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8107CE-E5FF-4558-A7BA-7212642B840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0BCE29-2D43-44A3-BBCD-E24C144A7E4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3CE4EA-6E35-49F8-91F2-C18BCB3A77F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C58702-5496-4445-90B2-A3155119972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4B95CF-CFB6-44C9-A038-F2E7DFB47DE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8957A3-7DD1-4E21-B71B-69E443219D8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2635FA-A4F1-43DE-8086-81D4CCDC69CE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9025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C4ED849-4D5A-4395-A748-2DE54B067F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E3F05C-FCDC-4E16-9626-40CDC0E0C83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6F578B-4813-4143-9470-E84AE69B64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CA9CE99-AABA-449B-986E-0D95693400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E84B5-D081-4276-A6C3-E1F01B48C97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167718-334B-46A4-93AC-3C1AEC4A30A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43EB1D-F201-4401-8AB7-E84F0287C4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B1DF8F-EC29-4B25-8CEE-83A591775B1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E8BD56-6334-4293-8A1F-C983C47C7C0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CC1322-6B06-4031-9D4D-5715A4B33CB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649BCC-C526-4C0E-A34C-B6D7C2457836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Are 7 x (20 + 3) and 7 x 20 + 7 x 3 equivalent?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A60470-00D0-4EA6-B424-392FDB4ECDF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95463C5-43BB-4574-A6C1-7DD48B2A56E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8D20C-CE8E-4AC3-8881-C923F7B0470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4294F-5057-4739-B9A4-35F5E676BD6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1FADBE-47B4-412E-AE38-78E93E391FC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ADF4F7B-5AC5-487D-9C97-12DF4EECB82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842D69-80D7-45D9-9F26-C0F1B6A98FD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080F1D-6C45-4AF2-88BF-61436A2695E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B9325A-F6D1-4956-B6C1-9D97440B438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1E01E23-AB60-4D67-85A6-0BA7885591F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868F08-6C5F-49BE-9D59-2DDF12959E7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290925-C3A9-4028-8D4B-F40FF562998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099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5DE375E-4C22-4FB4-83F2-8710CB8B57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780FA-3548-4348-9893-14DDAA0EC34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2FF69B-59CB-4960-9449-1C57CB7CB0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26470B-7D38-4162-B93B-9F09E241E2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20A138-1686-4886-AC16-EF8D19B9BC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44A67-26C8-4C26-9B1F-E67E0F4F22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80AD4C-FB6A-45C4-9434-741173B4C4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1E2B20-2F98-4B39-B556-91139A6C88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6D5001-72EC-410B-87FD-A7747B4B0BE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2C6E60-BC6B-4819-8896-48422EF543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F95649-33A6-4BE4-908F-9697786D130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F9F956-B9CB-4F14-B993-9CF13049DF1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Yes, both equal 161.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EC4BB0-D6D5-4CD0-A9AB-4949D70140B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B5C208-1A77-4EE0-839A-B24AAF51696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C27A22-B59B-4AC3-9B02-D0A3F26FA96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716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41719D0-BCCA-48AE-A51A-3FC8F407F2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032E5C-3283-4B6D-BE01-F3EE43C49D3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3D1636-F8E7-4B59-837E-52274558BE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5776A6-2643-444C-8616-E424361A83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A34490-543F-4112-9101-5A8BCFCA08F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05F94E-4D3B-4F3F-B1F1-ACDF9CDBAD0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059EF3-316A-4510-8910-E89729D516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AE3418-3A1C-458F-AF21-5BFC472E1D1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B3ED7C-CAA6-461A-AE51-BD0163D634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79D712-91B1-49AD-BAE1-A949A153D07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0CC3CC-7145-412E-8794-D686315FADE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2ED136-5DCC-4ACF-8D22-87FEECB603DC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B35FF-FADC-41FB-8682-6CAC14E0AAA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68C6DE-1574-48C2-BE33-FBB58227576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080179-201D-4293-9D0C-CE118AD918C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E8BEEB-3079-4722-8B04-A5B7DDED4BD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915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(100 - 8) x 9 is greater: 828 compared with 28.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278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4537436-C710-4845-AB66-D6599FF265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E5AC03-0E3D-446B-A3E8-776B0B4E14D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A3021F-0CCF-474B-8F06-87297CCEF8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103E834-3B19-46BB-8EA0-AD78CF4808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53B659-1541-4CEB-9430-F27B66EEA92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5A5D49-1C8C-43D0-981C-265557062E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112427-F8A7-4E9D-9F99-FC3F90885C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4ABD74-5436-49C8-BD52-D1021C5DC97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2E9B2D-9F9C-4C27-9CAC-40B7D9484E7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A289EF-AE33-4663-B034-7C4A9670976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F1EB8AC-789B-4DE7-9059-01D3135A599B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0C6869-4886-4E35-B889-5B2BA3B1DFA5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changing brackets never changes an answer.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3A2D19-4241-478D-8A04-FC8BD729DB7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67CCBC-FDE2-4450-AD82-C8A227731CA5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46B87F-ECDB-4068-B384-D23389D1C8B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can change which values combine first, producing a different result.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0977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92D731F-0F41-4F8E-B34E-9BA2DA1206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5F7A4-AF64-4A83-BD0F-C659DE99F93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59358-D607-4F81-95C5-926D743055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D3842D-9042-4342-816C-A683F1BD8D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266772-CCCA-4801-B20B-B1F495AC0EA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0E393A-91FE-4BD1-B133-E53DA3CDED6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61BA8-B0A1-4150-B99E-B9F2405230E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8A7DF0-DE31-4940-9405-0ABC780F1D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99C7FC-7F26-43A0-92F1-73563073F7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F7F71F-C166-4BB1-B7B0-83C81805886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FF6FBA-28AD-4A7D-ADFE-E1BDCA0CA43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004F66-2513-4D34-A1B8-8DF4E77C90F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804985-F7E6-4801-8F1C-D00AEB4E30D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73EF4D-B553-4787-8C00-40B328AE22C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41F3CC8-0664-4E7B-BCA2-428F03CAB68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8927D7D-3698-42A5-8954-8A9B745D0A0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194904-16CC-4E07-9A99-1A2BC49C7FF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49928D-8A79-4014-95D9-E65BBDA1E8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8708A60-99FE-407B-8F54-B66A2EE0CCA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249F043-7ABF-473B-B93F-C9284975AE8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395ADD3-205F-4139-936E-148991C0322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D1F8F2-5C60-4267-B414-C61528818D9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(100 - 8) x 9 is greater: 828 compared with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C79B0F-47ED-4A84-B956-710D7189AC9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049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0F69E31-CB46-4656-A98C-5AC501411F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82EB11-16ED-4FB4-90B3-2D3B9873B90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18F0B9-36E1-42E6-BFA4-47E8ED3800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55101BA-2D55-4737-999F-B1F668E6C4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DC03BF-C49D-4204-B387-F91881BFEF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F3082-5C5D-477B-B452-49114677A2A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9BA048-AC5F-4FC8-965D-E78C395BDB7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9E8FD2-E2FD-4D42-B718-15E24074C96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BC7ED0-D757-4796-867E-7FE01963DBE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AF2032-2D2E-4264-BE26-A8D75407C16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9058CF-8803-40C0-A8F0-F07098D6F1B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8E52F5-16A7-40C0-BCD9-07B15268BB4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0CD6D-F3CF-410C-80A9-94707177A67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E6DF4A-E910-4EAB-A541-5BD3DBB8613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595D9F3-2B03-4144-862E-33AABDE2E61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C7E745E-48F9-4082-9F83-F4140808031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2724B7-345D-418D-84CD-48FE3D00120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FC6CAB-3E35-43CC-9A50-C5839889EC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28ADDE5-215A-47DF-9C49-19796F809AC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3CC1CE0-F7D6-4759-858D-B5E695495FB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3125A7-B46B-4B52-8F4A-068C47018DA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6D6014-607F-459E-A755-F817679EE59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88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0AFF67B-3128-4978-B53A-86E46D8A5E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78295F-9994-4D46-984E-34E181CB5A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F5A514-9CB6-437B-8064-8611FFA405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5CF3CD-096A-4CBF-AFDA-66BDE58570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7A3D0B-F32C-49F4-A50A-BA1742494A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4B0EFA-A00E-4778-9A3A-9829384B98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906CF6-2205-49ED-962C-7A9C039105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64F7B2-5F0C-442D-8F6A-F9395AB4700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3FBD-12E8-4D11-AF7D-EBE9F567F60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2E9FFD-EB03-44BF-B142-8A440586671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A26B71-5D42-4B54-A84D-3B03F794395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expressions with answer 50 using at least two different operations.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3B8F9-FA9F-4767-97F4-944CB384074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BB158D-326A-4044-B051-9A3B06213348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C40A70-37C9-47FC-94E6-0DE3B475A93E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8 x 6 + 2; 100 / 2; (15 - 5) x 5.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83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71F0AC0-7526-44B0-B1E0-8D201F2B8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712D3A-4BD7-41AF-9DCC-271076B357F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70A39-D494-4092-AD2D-612DFADD06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4F84FA-FC4D-439F-86B4-2A36D3C8C6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669D6-2AA1-4DCE-A0C6-FA60FA659E1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DB84AC-C3F0-4A94-ABBA-7C5781B638E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3A1F72-BAE8-47A2-895B-E05A14914D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A8B7D6-A754-4F10-9E34-6BFA402E94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3EF33-55E8-4099-8476-B8F229D08F0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CDAB20-B192-4658-B234-265B6746F5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F9281-9EEC-415A-85FD-AAF4362C56C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F0AA8F7-8AAA-4FEF-B3F8-D87C3F0D143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01503A-4B45-47E7-A2E8-46F82148908C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D33E24-28AE-4819-9362-55074C115CA4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888D0A-3F53-42A9-8D85-ACD33084359E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6F68DB-4D4B-44B7-A933-11FBBDDA62C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610FFDF-1931-49BC-8F82-67173CFE622E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282BD9-CFED-4FE2-8D27-FF396F07D697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5D262C-3CD2-473D-9653-0FC620BC5B99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380C1FF-2D99-4EA0-9705-8AC14262CFAE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ABA479-987D-4ECF-8D26-B091525FEDE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210A8A1-B7FF-476E-BDD3-E9841B9BBBE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CFAEA4-1B70-4715-AC0C-F2D5F3B2F26A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C0CE2A-7257-4507-A675-6ECDC4D5B9E6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C0F775-E2F3-458E-97F5-122473CD4FCD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14ABC8-2F3C-49A3-AC14-23EDD1125EA7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2025704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CA8397B-AB90-41BE-B54A-0D1A6E4BC3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FE743C-40DE-41DC-97BF-B8647630421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6AC554-EEDF-42D8-A144-9C09C73A41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1B6971-9368-4873-889D-01D221A82E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5CE63A-DA1C-4BF3-B336-B64296FB349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F0994F-510D-4C83-97D7-F0DBAA7F5D5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F0992A-9A24-41DA-AE14-9C9B0161AE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4527B7-8049-4E1B-9409-DFA92A54B29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AE4C5A-AFE6-49CD-B791-5C162BE7A5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8E50FF-1EB4-40BB-BB3B-A4CC0C5E29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CEA630-C28F-4FFC-AE53-89DFAEFA4D2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134388-2954-4A90-BF56-D0228E8125C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483FC2-5226-4BDC-AFB7-93EE51A8C87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CFCD45-A5B5-41CC-8081-E32627F58E5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78A5F4-121A-45FF-A65E-04FB3CD0EC7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2ABEA82-FCF9-4B29-9D18-76DE5748795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1516A3-5510-453E-A955-C6E1896422A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8325E9-1E43-4D41-9328-AEBF58A6033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changing brackets never changes an answer.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5401D-033E-408A-9B00-142F14E13B4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7EAE679-3911-4087-A698-44C685DA881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86C30B-C72C-4CFE-9739-A56DE40C3B9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CDD3A7-02ED-4CA3-AA23-33177D32D97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3D8662-75B5-4282-8B8C-5F2F97A8277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21329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1475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2026-09-08T22:37:10Z</dcterms:created>
  <dcterms:modified xsi:type="dcterms:W3CDTF">2026-09-08T22:48:57Z</dcterms:modified>
</cp:coreProperties>
</file>