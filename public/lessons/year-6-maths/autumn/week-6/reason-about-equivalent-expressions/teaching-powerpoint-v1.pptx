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620e9b0a5d4730" /><Relationship Type="http://schemas.openxmlformats.org/officeDocument/2006/relationships/extended-properties" Target="/docProps/app.xml" Id="R1eed8962b68248db" /><Relationship Type="http://schemas.openxmlformats.org/officeDocument/2006/relationships/officeDocument" Target="/ppt/presentation.xml" Id="R550dfba781c648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312f33dbff49f4"/>
  </p:sldMasterIdLst>
  <p:notesMasterIdLst>
    <p:notesMasterId xmlns:r="http://schemas.openxmlformats.org/officeDocument/2006/relationships" r:id="Rf3c40a9685454a9d"/>
  </p:notesMasterIdLst>
  <p:sldIdLst>
    <p:sldId xmlns:r="http://schemas.openxmlformats.org/officeDocument/2006/relationships" id="256" r:id="R45eff9311998485b"/>
    <p:sldId xmlns:r="http://schemas.openxmlformats.org/officeDocument/2006/relationships" id="257" r:id="Rcac9b6aa2c2b4af1"/>
    <p:sldId xmlns:r="http://schemas.openxmlformats.org/officeDocument/2006/relationships" id="258" r:id="R58c66f68d0784b74"/>
    <p:sldId xmlns:r="http://schemas.openxmlformats.org/officeDocument/2006/relationships" id="259" r:id="R93054d95044f45fa"/>
    <p:sldId xmlns:r="http://schemas.openxmlformats.org/officeDocument/2006/relationships" id="260" r:id="R13875af47f38418d"/>
    <p:sldId xmlns:r="http://schemas.openxmlformats.org/officeDocument/2006/relationships" id="261" r:id="Rad31e8272dc24880"/>
    <p:sldId xmlns:r="http://schemas.openxmlformats.org/officeDocument/2006/relationships" id="262" r:id="R198da277ec5c47b1"/>
    <p:sldId xmlns:r="http://schemas.openxmlformats.org/officeDocument/2006/relationships" id="263" r:id="R3a8c50c91e474995"/>
    <p:sldId xmlns:r="http://schemas.openxmlformats.org/officeDocument/2006/relationships" id="264" r:id="R4f97ca34a2bd4728"/>
    <p:sldId xmlns:r="http://schemas.openxmlformats.org/officeDocument/2006/relationships" id="265" r:id="R50a2d53c1076479e"/>
    <p:sldId xmlns:r="http://schemas.openxmlformats.org/officeDocument/2006/relationships" id="266" r:id="Rf96c3eaaa71f4766"/>
    <p:sldId xmlns:r="http://schemas.openxmlformats.org/officeDocument/2006/relationships" id="267" r:id="Re577555da57448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e3875580754725" /><Relationship Type="http://schemas.openxmlformats.org/officeDocument/2006/relationships/slideMaster" Target="/ppt/slideMasters/slideMaster1.xml" Id="R80312f33dbff49f4" /><Relationship Type="http://schemas.openxmlformats.org/officeDocument/2006/relationships/notesMaster" Target="/ppt/notesMasters/notesMaster1.xml" Id="Rf3c40a9685454a9d" /><Relationship Type="http://schemas.openxmlformats.org/officeDocument/2006/relationships/presProps" Target="/ppt/presProps.xml" Id="R50ef96709c5142f8" /><Relationship Type="http://schemas.openxmlformats.org/officeDocument/2006/relationships/tableStyles" Target="/ppt/tableStyles.xml" Id="Rfeaef89859ad4c58" /><Relationship Type="http://schemas.openxmlformats.org/officeDocument/2006/relationships/slide" Target="/ppt/slides/slide1.xml" Id="R45eff9311998485b" /><Relationship Type="http://schemas.openxmlformats.org/officeDocument/2006/relationships/slide" Target="/ppt/slides/slide2.xml" Id="Rcac9b6aa2c2b4af1" /><Relationship Type="http://schemas.openxmlformats.org/officeDocument/2006/relationships/slide" Target="/ppt/slides/slide3.xml" Id="R58c66f68d0784b74" /><Relationship Type="http://schemas.openxmlformats.org/officeDocument/2006/relationships/slide" Target="/ppt/slides/slide4.xml" Id="R93054d95044f45fa" /><Relationship Type="http://schemas.openxmlformats.org/officeDocument/2006/relationships/slide" Target="/ppt/slides/slide5.xml" Id="R13875af47f38418d" /><Relationship Type="http://schemas.openxmlformats.org/officeDocument/2006/relationships/slide" Target="/ppt/slides/slide6.xml" Id="Rad31e8272dc24880" /><Relationship Type="http://schemas.openxmlformats.org/officeDocument/2006/relationships/slide" Target="/ppt/slides/slide7.xml" Id="R198da277ec5c47b1" /><Relationship Type="http://schemas.openxmlformats.org/officeDocument/2006/relationships/slide" Target="/ppt/slides/slide8.xml" Id="R3a8c50c91e474995" /><Relationship Type="http://schemas.openxmlformats.org/officeDocument/2006/relationships/slide" Target="/ppt/slides/slide9.xml" Id="R4f97ca34a2bd4728" /><Relationship Type="http://schemas.openxmlformats.org/officeDocument/2006/relationships/slide" Target="/ppt/slides/slide10.xml" Id="R50a2d53c1076479e" /><Relationship Type="http://schemas.openxmlformats.org/officeDocument/2006/relationships/slide" Target="/ppt/slides/slide11.xml" Id="Rf96c3eaaa71f4766" /><Relationship Type="http://schemas.openxmlformats.org/officeDocument/2006/relationships/slide" Target="/ppt/slides/slide12.xml" Id="Re577555da57448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404a23e4dd34c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71fc37774f4705" /><Relationship Type="http://schemas.openxmlformats.org/officeDocument/2006/relationships/notesMaster" Target="/ppt/notesMasters/notesMaster1.xml" Id="Rdeddbf1776df4e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f7510af2114423" /><Relationship Type="http://schemas.openxmlformats.org/officeDocument/2006/relationships/notesMaster" Target="/ppt/notesMasters/notesMaster1.xml" Id="R1702bc5510ee48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7c6061d2214647" /><Relationship Type="http://schemas.openxmlformats.org/officeDocument/2006/relationships/notesMaster" Target="/ppt/notesMasters/notesMaster1.xml" Id="R54377c549bc84a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5d726cb55a4318" /><Relationship Type="http://schemas.openxmlformats.org/officeDocument/2006/relationships/notesMaster" Target="/ppt/notesMasters/notesMaster1.xml" Id="R2c18509d456c41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18d2ac035b4a30" /><Relationship Type="http://schemas.openxmlformats.org/officeDocument/2006/relationships/notesMaster" Target="/ppt/notesMasters/notesMaster1.xml" Id="R472d60c856bd4b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e492a0a2954281" /><Relationship Type="http://schemas.openxmlformats.org/officeDocument/2006/relationships/notesMaster" Target="/ppt/notesMasters/notesMaster1.xml" Id="R1158bd85d3fc4b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a2538308b749b4" /><Relationship Type="http://schemas.openxmlformats.org/officeDocument/2006/relationships/notesMaster" Target="/ppt/notesMasters/notesMaster1.xml" Id="R05fb5e5ce36a45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c1cd327f4d4b11" /><Relationship Type="http://schemas.openxmlformats.org/officeDocument/2006/relationships/notesMaster" Target="/ppt/notesMasters/notesMaster1.xml" Id="Rd8724f7bb6b241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c9d8800e9c4b73" /><Relationship Type="http://schemas.openxmlformats.org/officeDocument/2006/relationships/notesMaster" Target="/ppt/notesMasters/notesMaster1.xml" Id="R65a58cfb4b5a4d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31e3cb13e647ec" /><Relationship Type="http://schemas.openxmlformats.org/officeDocument/2006/relationships/notesMaster" Target="/ppt/notesMasters/notesMaster1.xml" Id="R4bc725ba8a6c4e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b97404d36d4080" /><Relationship Type="http://schemas.openxmlformats.org/officeDocument/2006/relationships/notesMaster" Target="/ppt/notesMasters/notesMaster1.xml" Id="R4b63b96745864b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7f53f7dc7d43ac" /><Relationship Type="http://schemas.openxmlformats.org/officeDocument/2006/relationships/notesMaster" Target="/ppt/notesMasters/notesMaster1.xml" Id="R183201dcc5c249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(100 - 8) x 9 is greater: 828 compared with 28. | Identify brackets and multiplication or division before calculating. |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Yes, both equal 161.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(100 - 8) x 9 is greater: 828 compared with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(100 - 8) x 9 is greater: 828 compared with 28..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 x 5 - 4 = 26..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8 x 6 + 2; 100 / 2; (15 - 5) x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 x 5 - 4 = 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 x 5 - 4 = 26. | Brackets can change which values combine first, producing a different result.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4a891135e24a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113298ad8644b1" /><Relationship Type="http://schemas.openxmlformats.org/officeDocument/2006/relationships/slideLayout" Target="/ppt/slideLayouts/slideLayout1.xml" Id="Raddaf306017d47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daf306017d47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3c1b241ff4f8c" /><Relationship Type="http://schemas.openxmlformats.org/officeDocument/2006/relationships/notesSlide" Target="/ppt/notesSlides/notesSlide1.xml" Id="R316f0324fcec43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3b04aa9ae4020" /><Relationship Type="http://schemas.openxmlformats.org/officeDocument/2006/relationships/notesSlide" Target="/ppt/notesSlides/notesSlide2.xml" Id="R614e1bcb4b4341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ce5aba46b4424" /><Relationship Type="http://schemas.openxmlformats.org/officeDocument/2006/relationships/notesSlide" Target="/ppt/notesSlides/notesSlide3.xml" Id="Rf6a245460ed94a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4ef31d7d54bac" /><Relationship Type="http://schemas.openxmlformats.org/officeDocument/2006/relationships/notesSlide" Target="/ppt/notesSlides/notesSlide4.xml" Id="Ra69c842cf1244c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f2fd3e7ad45f5" /><Relationship Type="http://schemas.openxmlformats.org/officeDocument/2006/relationships/notesSlide" Target="/ppt/notesSlides/notesSlide5.xml" Id="R5f93aab9fc4e4e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b426913ba4c5d" /><Relationship Type="http://schemas.openxmlformats.org/officeDocument/2006/relationships/notesSlide" Target="/ppt/notesSlides/notesSlide6.xml" Id="R278e5c235e5b49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084c11fbc4349" /><Relationship Type="http://schemas.openxmlformats.org/officeDocument/2006/relationships/image" Target="/ppt/media/image.png" Id="Rabbcc74802c745bd" /><Relationship Type="http://schemas.openxmlformats.org/officeDocument/2006/relationships/notesSlide" Target="/ppt/notesSlides/notesSlide7.xml" Id="R3b7c050576e349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977569eba47f9" /><Relationship Type="http://schemas.openxmlformats.org/officeDocument/2006/relationships/notesSlide" Target="/ppt/notesSlides/notesSlide8.xml" Id="R2c69517d32e444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7ba95b2b9470e" /><Relationship Type="http://schemas.openxmlformats.org/officeDocument/2006/relationships/notesSlide" Target="/ppt/notesSlides/notesSlide9.xml" Id="Rcb19058516e543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9c5752f904ae7" /><Relationship Type="http://schemas.openxmlformats.org/officeDocument/2006/relationships/notesSlide" Target="/ppt/notesSlides/notesSlide10.xml" Id="R6233e1d90e0d4c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71ae4ab94c4441" /><Relationship Type="http://schemas.openxmlformats.org/officeDocument/2006/relationships/notesSlide" Target="/ppt/notesSlides/notesSlide11.xml" Id="R1339418e53ab42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985a6d2d04b12" /><Relationship Type="http://schemas.openxmlformats.org/officeDocument/2006/relationships/notesSlide" Target="/ppt/notesSlides/notesSlide12.xml" Id="R2df9d2b40eb247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F5071-B9F2-4763-92E0-DBB484FF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D9295-21FE-4595-BF31-E2CA33B9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67BBE-55DB-4424-8D83-3A96AB35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44A4C-A0C0-4797-85A3-1F77B689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C3E5A-17C9-49D2-A58A-EB8E05EE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7FEE2-D2C7-4CA2-A951-5F863AF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C4F95-CCA1-4E78-A75A-E31FE38D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7D24C7-00BA-4B4B-A3C4-627CFDDF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B52D0-75C4-4C62-90F4-1FF26B20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D5DEF-8F4F-4049-9C97-AE4497F1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19E950-86F6-4817-92F9-F3BCAF4F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008434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B1EDAB-2441-416A-883B-6028E559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E3A06-7440-4027-91EE-0118EAF2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07B3A-DD01-4504-9327-E882B38B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74768-62D4-487B-A400-DCA1248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08365-5D0F-4763-B001-AFE6F5B4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CB377-B0BB-4E66-B72B-166CC529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6E0D9-9312-4F65-ADF0-BB876985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A2C6D-2C05-4825-A593-1386F06A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7D48A-4A5A-4D14-B8B1-AA65893A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49048-8173-4BA8-8B76-FAA10269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721B8-C966-4372-B93A-9F83816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055B20-A8C4-450A-B12A-4935F18A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8C0C1-FC39-4895-8B4C-B95ABE24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CCB1C-5AA5-45C3-9A7D-1A989896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B09A76-DD9D-4457-8AC1-1C69C318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D18A3-E6A9-4028-B078-741964EF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516AA-110F-45F3-807E-B25E265B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23E4B4-CE89-4922-95CE-5C629A61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9DA013-2458-402E-9828-7367B470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24B91-67FC-4F6F-A276-3C098CBE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EFE22C-8828-4E06-82B1-7C1AF80A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Are 7 x (20 + 3) and 7 x 20 + 7 x 3 equivalent?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A71F9D-7A80-45BF-A6F3-C142B54B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649743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2ADB-A641-49CA-9787-ABDDC78C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AA482-6C9D-4E5B-8D36-9EC20DAA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87EF6-088E-48D1-8B7C-A160C54F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F80CB-B588-4F2A-B28E-04E03C3F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C4DE09-3BB5-4C77-ACA2-79904056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DAF7D-746D-45EE-B7A7-3FA6AC24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F4359-E644-42FC-B16D-BBEF951A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22424-5286-42AE-B5A4-1D95BEF6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943435-1F07-45ED-BDE2-AB4CEE38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54AF2-A1DE-422E-81A4-CDD8A38A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CE6530-E71C-4468-84DE-82412665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A80EE-2D44-4228-9FEF-C49A6AA9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9EE1D-913F-4EAA-82F2-B4DA7317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14A27-58F1-4506-9C73-D885FA0D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3AB23-1CAC-46CA-A6C2-0BAACB2C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637120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672B0C-9708-401A-9CDD-81C4B9B8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2E37E-F48A-4AE5-8C7F-5F17C87E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03BD5-964A-4068-BA3A-E29EABC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B70FE-776E-4BF2-ABB2-BC914A6A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E150B-B795-4FDD-A728-2195F18C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82693-15B0-4F79-93A7-E21F7C8A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1B1B4-CA86-494C-82CA-6794E122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41FFA-2DFF-496C-9777-9DE136D7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37520-1E85-4120-882D-3AB0AB7F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D104C-6521-4025-AA81-BE4D1061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Are 7 x (20 + 3) and 7 x 20 + 7 x 3 equivalent?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890F9F-2EE4-4A53-8679-1153FA64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176C23-6B0A-4E3F-85AD-8CDA18A6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C1504B-0712-4757-8B7B-560F415A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brackets and multiplication or division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48C433-18E8-4FB8-A294-33E9AFE9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4E8CF-108B-40B5-AF7A-96EC390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62D676-9FC7-456C-AFC1-4834AFD7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through operations of equal priority from left to right.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F496F7-B0D4-4AF5-8EAB-621A1358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B8B23D-71B9-4C3C-8DC0-60312019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FCAFAA-5878-4136-9D94-36CABBD8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Yes, both equal 161.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A4BAE-3B40-47B1-84A6-455B3DAC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9EF73-AD40-4CDD-9EC3-1488B6E8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C0BFFB-A150-4FB0-A67D-BC522466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by estimating or comparing with an equivalent expression.</a:t>
            </a:r>
          </a:p>
        </p:txBody>
      </p:sp>
    </p:spTree>
    <p:extLst>
      <p:ext uri="{BB962C8B-B14F-4D97-AF65-F5344CB8AC3E}">
        <p14:creationId xmlns:p14="http://schemas.microsoft.com/office/powerpoint/2010/main" val="9576471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171049-DCCD-4F82-9D57-76CC08ED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A62973-AF10-4639-8583-976BFCB4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55C97-7C99-49B7-AFDF-9FCF1C75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C966B-8596-4D57-9245-ACFD2F22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62EEE-411B-4076-94FF-F6DF2E1D0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3CE4C-ADEA-4F3A-8742-E6376674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C502C-3C08-40DB-BEA9-AAAD9659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EB9F3-C1F5-42A9-9F62-4960C6D3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BFF85-7DA8-4428-BF9C-7FF86B96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4FD3C8-46D7-43C7-8292-6E27ABF7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DD782-217B-4D45-A924-1CFA3E74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Yes, both equal 161.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5DF78-AB77-430A-BCE7-F61A7313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F9E3CA-33AA-4EF8-BEBC-552D35C9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C713EF-405A-44FA-8FBF-047CAF54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1647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41DD9-73A0-458A-A4D1-EC35B173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5A56C-8F11-4F77-86D4-41F52011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8ACDB-CBD8-4794-8A54-568A2709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1D534-3890-4424-B007-238A01C6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F3DCA2-5F13-4F7F-AE4B-314DE73D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F49B8-9978-4866-94DB-9F28204D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67EE6-DC55-4B6C-A526-88A2CE41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C8230-8C3D-4027-98A8-0FE2BCF5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FCF26E-4F9C-4F53-BFC2-29D64A41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DC0A82-2344-4BA6-9E12-250C35F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16A9E-AE43-41F6-B5FE-9BAD3E44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C98430-3557-4839-8A5E-7257F17E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6BF08-F635-4B6A-A5C9-499DC329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369E4-D35C-44B1-9DF6-49B7EF9B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0DF8C7-705D-4324-A672-51AA24E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915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(100 - 8) x 9 is greater: 828 compared with 28.</a:t>
            </a:r>
          </a:p>
        </p:txBody>
      </p:sp>
    </p:spTree>
    <p:extLst>
      <p:ext uri="{BB962C8B-B14F-4D97-AF65-F5344CB8AC3E}">
        <p14:creationId xmlns:p14="http://schemas.microsoft.com/office/powerpoint/2010/main" val="17886309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289B4-AFE6-4ED2-A844-4DA97E05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83639-5C9B-43FA-9296-F4D390DD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56A30A-48A7-4269-AEF9-6E43E0E8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C19CF-4383-4D3A-BCE0-ADB7A292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4D500-A8FF-47E8-81CC-74453BC4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2C562-FB8A-4837-83CE-909BFBDC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2DF34-E3DB-464F-AFE1-37B84D4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A012C-EB7A-4464-B3F5-95E9489D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5574A-AC03-417F-8DD9-771D97F1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cc74802c745b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25CF6-7535-407C-9A36-DD2E2DAF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01902-2D1D-43F3-93A5-52AF4B7F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changing brackets never changes an answer.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2E6D5-0CE2-40F8-B9E9-B08F70CE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3D8781-DE82-489E-9E89-B2722F6D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B69597-7D14-4B5C-B268-98C15434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can change which values combine first, producing a different result.</a:t>
            </a:r>
          </a:p>
        </p:txBody>
      </p:sp>
    </p:spTree>
    <p:extLst>
      <p:ext uri="{BB962C8B-B14F-4D97-AF65-F5344CB8AC3E}">
        <p14:creationId xmlns:p14="http://schemas.microsoft.com/office/powerpoint/2010/main" val="10979034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CA084-B659-4881-B7B6-47DB15DD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E02502-15CD-421B-856E-8B1E6E14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1820D-2165-413C-B4CF-7791EA22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66D05-4E46-48CC-AC03-3829BC72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3126D-5A0A-487E-9D4D-1B579A10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14895-F793-452D-982C-D5A52383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7953E8-D3C1-4C79-822F-94BA5D91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B7E19-A0FD-48C3-A757-CFD0A500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A1D04-D4CC-4A8F-A214-D2BD9C7A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394B71-25AE-4D62-8BD2-F228D6EB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95502-532F-47C9-9F39-D5A926DC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757D1-9AD0-4069-8257-67F8897E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C6D86F-16AE-4CDC-8ADE-C1E4BA29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4144B2-C32D-4CF5-9BF8-F31B3224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8FD48F-844F-4BDD-911E-9B1683CA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F4BE2-0E32-4AF2-9C8D-7B87067F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7CE5CA-F86E-4ABF-97DA-802B7CA3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EFB25-5F9B-4ED8-BD69-2A04547D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1E6CE-BEEA-4CF1-9D50-E72ECA87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79AF0-97B7-482C-8351-17D4E827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A2467F-3418-4022-A75E-DB4FFE21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(100 - 8) x 9 is greater: 828 compared with 28.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D8007-6935-416A-924D-F126A620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895965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CB394-7A1E-4053-8778-4EFCA0D6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49475-9ABD-4E32-96FF-8D73ACE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E6F58-DF42-4C14-8674-BC6F671D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A50E6-B628-4EAC-9DDE-4A1C1765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9E232-53E4-48FA-A641-C9824151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B5093-95C0-4419-B13D-7D556B1E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72C40-5449-40EF-88B5-8E08C70A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EE7F4-6249-44FD-9ADC-2338F666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3CA468-3608-4C70-BCAF-1A511D8E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1CD8A4-9EE4-4C41-A54E-F414AE84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A3C58-8707-4BEE-9106-AF16227A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B15A6-1971-4354-BCBA-B0A47E21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21AAF-9B61-4F6E-9602-AA8C442D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27759D-4A9D-4E2D-8E07-A612F72C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35136-749F-43CB-B9E0-0349F66B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6977B-59A1-48AF-9475-F1F0BA8C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86F068-001D-4BA4-87FE-47BF6BBA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67B61E-0BA5-46EF-AD69-7F39AE02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BCB1D5-CBBF-4C9E-BE76-C0DB92B8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7ABCB-50CF-4205-9D40-17F3112D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F5EE7D-31F8-4666-920D-F8F7049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7710414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3330B-194B-4857-8D0B-4341B8B0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24E0B-3A7A-429C-8B03-0609F287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BC4F6-71FB-4A5F-85DB-683036FF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D9541-9711-4848-B8BD-44E20F63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96EE07-DD7F-4FDB-A9C4-7C1BF3E2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A42C8-4256-47E2-A22E-93B7272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0663A-142A-47BC-A4DA-832D4E43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D062A-A756-46F8-990E-543B1BA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7F897-9FEB-4B7B-99A5-67D2ABF3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15125-9D44-4234-B78B-251520E9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expressions with answer 50 using at least two different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396F22-51D1-4D28-BC6B-80C8E08D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52248-40C3-4F3A-AA40-3B755E63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DE3F1-B0D6-448F-8189-DDA1FA08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8 x 6 + 2; 100 / 2; (15 - 5) x 5.</a:t>
            </a:r>
          </a:p>
        </p:txBody>
      </p:sp>
    </p:spTree>
    <p:extLst>
      <p:ext uri="{BB962C8B-B14F-4D97-AF65-F5344CB8AC3E}">
        <p14:creationId xmlns:p14="http://schemas.microsoft.com/office/powerpoint/2010/main" val="1359698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6D4CC5-945C-41BA-8293-E865219C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305A8-7501-4049-9351-FE39C32E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A5C401-9F4D-4540-96B3-16D510F2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30035-746E-44C3-ABA0-CB3597DD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75751-71F8-42C0-A28D-7BB7EFA3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3590E-B6B7-4B79-810A-117E9DAC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E7F79-64EA-49E1-BCDC-2B26F9C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0E591-27AB-415D-A7FD-63D0240F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CA3F9-3EE0-4427-98F6-F070222F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DDFF5-2262-4EC0-B591-0FC705BA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BA8453-F3E4-48C2-97B9-F9E7B596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8E5DCB-F6E6-4FFE-BCA7-40C0A1D1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119CC-9355-4AFC-8ECF-EAEB4A2E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2532EF-F80C-4D51-95BF-42A1BC8D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3369C3-0BB5-47B4-8237-7A538A47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E7E4A-D692-4CA8-B345-1452274C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 x 5 - 4 = 26.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EA599-24FE-41EA-B304-15A1EBD3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5F780A-1A4F-4A3C-BE72-9C97C634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201336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11A901-4072-4D55-8128-3ACB81AA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DC833-E0B7-4940-B7DB-F91328F7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22D8B-FC8E-405A-A33C-BFF2143B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2B2DE8-CA53-40C9-8DDF-94EA7995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2B6C4-965A-4B0E-A85B-4443D952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A2744-FE7F-4140-8FC0-07BF6A93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163F7B-015D-4DCD-92AB-91D3CAF6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8D6DD-8026-4180-8DEE-86E57652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B6CF3-A000-4441-89D7-6E713946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757BE-5C04-493D-A94A-3A793F44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50179C-085D-41B6-894A-0DD9696B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D1CEC-2FD5-4DBA-BE92-933A191D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CC425-5836-4E7F-B611-F511178E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F2F7CC-3A53-4892-8EAB-903AF1EE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CD392-9733-41EA-937A-6D61B0B6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1E72B-AC31-4DAC-BF3B-4933A79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5EE3B-44F1-4D21-B592-73FCA1AF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changing brackets never changes an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C2F96-7894-4F1D-BF8D-ACA2875F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13053-4499-4107-BF05-DDECA7BB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8EA606-A1C1-4F5F-9D75-0CABDFBD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851035-8842-4A52-ABEE-527B35DE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DC366F-3AAA-4555-889D-E7233BD9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774073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2026-09-09T20:45:31.3800000Z</dcterms:created>
  <dcterms:modified xsi:type="dcterms:W3CDTF">2026-09-09T20:45:31.3800000Z</dcterms:modified>
</coreProperties>
</file>