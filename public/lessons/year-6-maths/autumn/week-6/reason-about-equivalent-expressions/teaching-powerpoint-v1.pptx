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6:21.699" v="59"/>
      <pc:docMkLst>
        <pc:docMk/>
      </pc:docMkLst>
      <pc:sldChg chg="modSp mod modAnim">
        <pc:chgData name="Garima Sharma" userId="c5ca40beb9a8554c" providerId="LiveId" clId="{2265D429-760C-4FF0-9653-4AF4BA9B0970}" dt="2026-09-09T11:06:20.113" v="5"/>
        <pc:sldMkLst>
          <pc:docMk/>
          <pc:sldMk cId="1580802890" sldId="257"/>
        </pc:sldMkLst>
        <pc:spChg chg="mod">
          <ac:chgData name="Garima Sharma" userId="c5ca40beb9a8554c" providerId="LiveId" clId="{2265D429-760C-4FF0-9653-4AF4BA9B0970}" dt="2026-09-09T11:06:20.036" v="0" actId="20577"/>
          <ac:spMkLst>
            <pc:docMk/>
            <pc:sldMk cId="1580802890" sldId="257"/>
            <ac:spMk id="13" creationId="{555CBB63-70C0-40BA-A5FB-5D47FC823375}"/>
          </ac:spMkLst>
        </pc:spChg>
        <pc:spChg chg="mod">
          <ac:chgData name="Garima Sharma" userId="c5ca40beb9a8554c" providerId="LiveId" clId="{2265D429-760C-4FF0-9653-4AF4BA9B0970}" dt="2026-09-09T11:06:20.072" v="2" actId="20577"/>
          <ac:spMkLst>
            <pc:docMk/>
            <pc:sldMk cId="1580802890" sldId="257"/>
            <ac:spMk id="17" creationId="{4B5C08C9-88F6-4885-8D7F-435D91F73AE3}"/>
          </ac:spMkLst>
        </pc:spChg>
        <pc:spChg chg="mod">
          <ac:chgData name="Garima Sharma" userId="c5ca40beb9a8554c" providerId="LiveId" clId="{2265D429-760C-4FF0-9653-4AF4BA9B0970}" dt="2026-09-09T11:06:20.111" v="4" actId="20577"/>
          <ac:spMkLst>
            <pc:docMk/>
            <pc:sldMk cId="1580802890" sldId="257"/>
            <ac:spMk id="21" creationId="{5742C0EE-B97F-4DE3-8B28-C494E0F2F4FE}"/>
          </ac:spMkLst>
        </pc:spChg>
      </pc:sldChg>
      <pc:sldChg chg="modSp mod modAnim">
        <pc:chgData name="Garima Sharma" userId="c5ca40beb9a8554c" providerId="LiveId" clId="{2265D429-760C-4FF0-9653-4AF4BA9B0970}" dt="2026-09-09T11:06:20.236" v="11"/>
        <pc:sldMkLst>
          <pc:docMk/>
          <pc:sldMk cId="2032529666" sldId="258"/>
        </pc:sldMkLst>
        <pc:spChg chg="mod">
          <ac:chgData name="Garima Sharma" userId="c5ca40beb9a8554c" providerId="LiveId" clId="{2265D429-760C-4FF0-9653-4AF4BA9B0970}" dt="2026-09-09T11:06:20.198" v="6" actId="20577"/>
          <ac:spMkLst>
            <pc:docMk/>
            <pc:sldMk cId="2032529666" sldId="258"/>
            <ac:spMk id="12" creationId="{3793510D-AA9B-4837-ACF0-2492DA680809}"/>
          </ac:spMkLst>
        </pc:spChg>
        <pc:spChg chg="mod">
          <ac:chgData name="Garima Sharma" userId="c5ca40beb9a8554c" providerId="LiveId" clId="{2265D429-760C-4FF0-9653-4AF4BA9B0970}" dt="2026-09-09T11:06:20.215" v="8" actId="20577"/>
          <ac:spMkLst>
            <pc:docMk/>
            <pc:sldMk cId="2032529666" sldId="258"/>
            <ac:spMk id="13" creationId="{7D1EC5B4-0F7B-4D95-AFDF-571EADCB9902}"/>
          </ac:spMkLst>
        </pc:spChg>
        <pc:spChg chg="mod">
          <ac:chgData name="Garima Sharma" userId="c5ca40beb9a8554c" providerId="LiveId" clId="{2265D429-760C-4FF0-9653-4AF4BA9B0970}" dt="2026-09-09T11:06:20.235" v="10" actId="20577"/>
          <ac:spMkLst>
            <pc:docMk/>
            <pc:sldMk cId="2032529666" sldId="258"/>
            <ac:spMk id="14" creationId="{7FD1D0A5-78BD-402F-99A9-7AB3190C24EB}"/>
          </ac:spMkLst>
        </pc:spChg>
      </pc:sldChg>
      <pc:sldChg chg="modSp mod modAnim">
        <pc:chgData name="Garima Sharma" userId="c5ca40beb9a8554c" providerId="LiveId" clId="{2265D429-760C-4FF0-9653-4AF4BA9B0970}" dt="2026-09-09T11:06:20.484" v="17"/>
        <pc:sldMkLst>
          <pc:docMk/>
          <pc:sldMk cId="1850142609" sldId="259"/>
        </pc:sldMkLst>
        <pc:spChg chg="mod">
          <ac:chgData name="Garima Sharma" userId="c5ca40beb9a8554c" providerId="LiveId" clId="{2265D429-760C-4FF0-9653-4AF4BA9B0970}" dt="2026-09-09T11:06:20.378" v="12" actId="20577"/>
          <ac:spMkLst>
            <pc:docMk/>
            <pc:sldMk cId="1850142609" sldId="259"/>
            <ac:spMk id="14" creationId="{B7694A7E-7250-4CB1-8AA7-1F44619A3B6E}"/>
          </ac:spMkLst>
        </pc:spChg>
        <pc:spChg chg="mod">
          <ac:chgData name="Garima Sharma" userId="c5ca40beb9a8554c" providerId="LiveId" clId="{2265D429-760C-4FF0-9653-4AF4BA9B0970}" dt="2026-09-09T11:06:20.438" v="14" actId="20577"/>
          <ac:spMkLst>
            <pc:docMk/>
            <pc:sldMk cId="1850142609" sldId="259"/>
            <ac:spMk id="18" creationId="{631001F7-1BA0-4F33-909E-F7DF347E2F91}"/>
          </ac:spMkLst>
        </pc:spChg>
        <pc:spChg chg="mod">
          <ac:chgData name="Garima Sharma" userId="c5ca40beb9a8554c" providerId="LiveId" clId="{2265D429-760C-4FF0-9653-4AF4BA9B0970}" dt="2026-09-09T11:06:20.481" v="16" actId="20577"/>
          <ac:spMkLst>
            <pc:docMk/>
            <pc:sldMk cId="1850142609" sldId="259"/>
            <ac:spMk id="22" creationId="{CB9A0CC0-7676-4476-87AC-FC81E9654CC8}"/>
          </ac:spMkLst>
        </pc:spChg>
      </pc:sldChg>
      <pc:sldChg chg="modSp mod modAnim">
        <pc:chgData name="Garima Sharma" userId="c5ca40beb9a8554c" providerId="LiveId" clId="{2265D429-760C-4FF0-9653-4AF4BA9B0970}" dt="2026-09-09T11:06:20.658" v="23"/>
        <pc:sldMkLst>
          <pc:docMk/>
          <pc:sldMk cId="1501250971" sldId="260"/>
        </pc:sldMkLst>
        <pc:spChg chg="mod">
          <ac:chgData name="Garima Sharma" userId="c5ca40beb9a8554c" providerId="LiveId" clId="{2265D429-760C-4FF0-9653-4AF4BA9B0970}" dt="2026-09-09T11:06:20.608" v="18" actId="20577"/>
          <ac:spMkLst>
            <pc:docMk/>
            <pc:sldMk cId="1501250971" sldId="260"/>
            <ac:spMk id="11" creationId="{C4DFE9A7-3ACC-4C6D-8A05-C3F95F04D887}"/>
          </ac:spMkLst>
        </pc:spChg>
        <pc:spChg chg="mod">
          <ac:chgData name="Garima Sharma" userId="c5ca40beb9a8554c" providerId="LiveId" clId="{2265D429-760C-4FF0-9653-4AF4BA9B0970}" dt="2026-09-09T11:06:20.638" v="20" actId="20577"/>
          <ac:spMkLst>
            <pc:docMk/>
            <pc:sldMk cId="1501250971" sldId="260"/>
            <ac:spMk id="13" creationId="{BA6A43AD-9B00-427A-92C4-D36196F4B513}"/>
          </ac:spMkLst>
        </pc:spChg>
        <pc:spChg chg="mod">
          <ac:chgData name="Garima Sharma" userId="c5ca40beb9a8554c" providerId="LiveId" clId="{2265D429-760C-4FF0-9653-4AF4BA9B0970}" dt="2026-09-09T11:06:20.656" v="22" actId="20577"/>
          <ac:spMkLst>
            <pc:docMk/>
            <pc:sldMk cId="1501250971" sldId="260"/>
            <ac:spMk id="14" creationId="{152CBCB3-5B2E-4F33-AEA4-5937530BF0ED}"/>
          </ac:spMkLst>
        </pc:spChg>
      </pc:sldChg>
      <pc:sldChg chg="modSp mod modAnim">
        <pc:chgData name="Garima Sharma" userId="c5ca40beb9a8554c" providerId="LiveId" clId="{2265D429-760C-4FF0-9653-4AF4BA9B0970}" dt="2026-09-09T11:06:20.797" v="27"/>
        <pc:sldMkLst>
          <pc:docMk/>
          <pc:sldMk cId="459613784" sldId="261"/>
        </pc:sldMkLst>
        <pc:spChg chg="mod">
          <ac:chgData name="Garima Sharma" userId="c5ca40beb9a8554c" providerId="LiveId" clId="{2265D429-760C-4FF0-9653-4AF4BA9B0970}" dt="2026-09-09T11:06:20.779" v="24" actId="20577"/>
          <ac:spMkLst>
            <pc:docMk/>
            <pc:sldMk cId="459613784" sldId="261"/>
            <ac:spMk id="14" creationId="{0DF2878E-35B1-4C07-B809-121E1D00EA7E}"/>
          </ac:spMkLst>
        </pc:spChg>
        <pc:spChg chg="mod">
          <ac:chgData name="Garima Sharma" userId="c5ca40beb9a8554c" providerId="LiveId" clId="{2265D429-760C-4FF0-9653-4AF4BA9B0970}" dt="2026-09-09T11:06:20.795" v="26" actId="20577"/>
          <ac:spMkLst>
            <pc:docMk/>
            <pc:sldMk cId="459613784" sldId="261"/>
            <ac:spMk id="15" creationId="{089BE8DC-06ED-44A0-B507-738C17E4E390}"/>
          </ac:spMkLst>
        </pc:spChg>
      </pc:sldChg>
      <pc:sldChg chg="modSp mod modAnim">
        <pc:chgData name="Garima Sharma" userId="c5ca40beb9a8554c" providerId="LiveId" clId="{2265D429-760C-4FF0-9653-4AF4BA9B0970}" dt="2026-09-09T11:06:20.909" v="31"/>
        <pc:sldMkLst>
          <pc:docMk/>
          <pc:sldMk cId="1391366689" sldId="262"/>
        </pc:sldMkLst>
        <pc:spChg chg="mod">
          <ac:chgData name="Garima Sharma" userId="c5ca40beb9a8554c" providerId="LiveId" clId="{2265D429-760C-4FF0-9653-4AF4BA9B0970}" dt="2026-09-09T11:06:20.872" v="28" actId="20577"/>
          <ac:spMkLst>
            <pc:docMk/>
            <pc:sldMk cId="1391366689" sldId="262"/>
            <ac:spMk id="12" creationId="{BC94EEAC-2CE7-46B6-BCED-D863AD3F78EF}"/>
          </ac:spMkLst>
        </pc:spChg>
        <pc:spChg chg="mod">
          <ac:chgData name="Garima Sharma" userId="c5ca40beb9a8554c" providerId="LiveId" clId="{2265D429-760C-4FF0-9653-4AF4BA9B0970}" dt="2026-09-09T11:06:20.906" v="30" actId="20577"/>
          <ac:spMkLst>
            <pc:docMk/>
            <pc:sldMk cId="1391366689" sldId="262"/>
            <ac:spMk id="15" creationId="{15793335-D8F4-4662-83C7-D32C124697D4}"/>
          </ac:spMkLst>
        </pc:spChg>
      </pc:sldChg>
      <pc:sldChg chg="modSp mod modAnim">
        <pc:chgData name="Garima Sharma" userId="c5ca40beb9a8554c" providerId="LiveId" clId="{2265D429-760C-4FF0-9653-4AF4BA9B0970}" dt="2026-09-09T11:06:21.053" v="37"/>
        <pc:sldMkLst>
          <pc:docMk/>
          <pc:sldMk cId="587075542" sldId="263"/>
        </pc:sldMkLst>
        <pc:spChg chg="mod">
          <ac:chgData name="Garima Sharma" userId="c5ca40beb9a8554c" providerId="LiveId" clId="{2265D429-760C-4FF0-9653-4AF4BA9B0970}" dt="2026-09-09T11:06:20.991" v="32" actId="20577"/>
          <ac:spMkLst>
            <pc:docMk/>
            <pc:sldMk cId="587075542" sldId="263"/>
            <ac:spMk id="13" creationId="{06577670-7B1B-40DF-A0C3-7CFBB69D9E18}"/>
          </ac:spMkLst>
        </pc:spChg>
        <pc:spChg chg="mod">
          <ac:chgData name="Garima Sharma" userId="c5ca40beb9a8554c" providerId="LiveId" clId="{2265D429-760C-4FF0-9653-4AF4BA9B0970}" dt="2026-09-09T11:06:21.022" v="34" actId="20577"/>
          <ac:spMkLst>
            <pc:docMk/>
            <pc:sldMk cId="587075542" sldId="263"/>
            <ac:spMk id="17" creationId="{A143E34C-0CDE-4D11-95C4-6B7483DB6314}"/>
          </ac:spMkLst>
        </pc:spChg>
        <pc:spChg chg="mod">
          <ac:chgData name="Garima Sharma" userId="c5ca40beb9a8554c" providerId="LiveId" clId="{2265D429-760C-4FF0-9653-4AF4BA9B0970}" dt="2026-09-09T11:06:21.049" v="36" actId="20577"/>
          <ac:spMkLst>
            <pc:docMk/>
            <pc:sldMk cId="587075542" sldId="263"/>
            <ac:spMk id="21" creationId="{595D0461-BA76-46A0-8A62-857F72144BF9}"/>
          </ac:spMkLst>
        </pc:spChg>
      </pc:sldChg>
      <pc:sldChg chg="modSp mod modAnim">
        <pc:chgData name="Garima Sharma" userId="c5ca40beb9a8554c" providerId="LiveId" clId="{2265D429-760C-4FF0-9653-4AF4BA9B0970}" dt="2026-09-09T11:06:21.218" v="43"/>
        <pc:sldMkLst>
          <pc:docMk/>
          <pc:sldMk cId="1129920102" sldId="264"/>
        </pc:sldMkLst>
        <pc:spChg chg="mod">
          <ac:chgData name="Garima Sharma" userId="c5ca40beb9a8554c" providerId="LiveId" clId="{2265D429-760C-4FF0-9653-4AF4BA9B0970}" dt="2026-09-09T11:06:21.147" v="38" actId="20577"/>
          <ac:spMkLst>
            <pc:docMk/>
            <pc:sldMk cId="1129920102" sldId="264"/>
            <ac:spMk id="13" creationId="{C3A08B82-9932-498C-8CEE-372A428C6263}"/>
          </ac:spMkLst>
        </pc:spChg>
        <pc:spChg chg="mod">
          <ac:chgData name="Garima Sharma" userId="c5ca40beb9a8554c" providerId="LiveId" clId="{2265D429-760C-4FF0-9653-4AF4BA9B0970}" dt="2026-09-09T11:06:21.180" v="40" actId="20577"/>
          <ac:spMkLst>
            <pc:docMk/>
            <pc:sldMk cId="1129920102" sldId="264"/>
            <ac:spMk id="17" creationId="{6A4A0476-9EA2-4F5F-8F6E-2583ED9AB773}"/>
          </ac:spMkLst>
        </pc:spChg>
        <pc:spChg chg="mod">
          <ac:chgData name="Garima Sharma" userId="c5ca40beb9a8554c" providerId="LiveId" clId="{2265D429-760C-4FF0-9653-4AF4BA9B0970}" dt="2026-09-09T11:06:21.215" v="42" actId="20577"/>
          <ac:spMkLst>
            <pc:docMk/>
            <pc:sldMk cId="1129920102" sldId="264"/>
            <ac:spMk id="21" creationId="{983BAFFE-649F-4AB2-B9AC-B1C8E9712726}"/>
          </ac:spMkLst>
        </pc:spChg>
      </pc:sldChg>
      <pc:sldChg chg="modSp mod modAnim">
        <pc:chgData name="Garima Sharma" userId="c5ca40beb9a8554c" providerId="LiveId" clId="{2265D429-760C-4FF0-9653-4AF4BA9B0970}" dt="2026-09-09T11:06:21.344" v="49"/>
        <pc:sldMkLst>
          <pc:docMk/>
          <pc:sldMk cId="752402330" sldId="265"/>
        </pc:sldMkLst>
        <pc:spChg chg="mod">
          <ac:chgData name="Garima Sharma" userId="c5ca40beb9a8554c" providerId="LiveId" clId="{2265D429-760C-4FF0-9653-4AF4BA9B0970}" dt="2026-09-09T11:06:21.304" v="44" actId="20577"/>
          <ac:spMkLst>
            <pc:docMk/>
            <pc:sldMk cId="752402330" sldId="265"/>
            <ac:spMk id="11" creationId="{6837EF37-B9DF-43A7-9B7A-5D530DD20F3D}"/>
          </ac:spMkLst>
        </pc:spChg>
        <pc:spChg chg="mod">
          <ac:chgData name="Garima Sharma" userId="c5ca40beb9a8554c" providerId="LiveId" clId="{2265D429-760C-4FF0-9653-4AF4BA9B0970}" dt="2026-09-09T11:06:21.323" v="46" actId="20577"/>
          <ac:spMkLst>
            <pc:docMk/>
            <pc:sldMk cId="752402330" sldId="265"/>
            <ac:spMk id="12" creationId="{DA113356-5E6A-42DD-B84E-5C710748E636}"/>
          </ac:spMkLst>
        </pc:spChg>
        <pc:spChg chg="mod">
          <ac:chgData name="Garima Sharma" userId="c5ca40beb9a8554c" providerId="LiveId" clId="{2265D429-760C-4FF0-9653-4AF4BA9B0970}" dt="2026-09-09T11:06:21.341" v="48" actId="20577"/>
          <ac:spMkLst>
            <pc:docMk/>
            <pc:sldMk cId="752402330" sldId="265"/>
            <ac:spMk id="13" creationId="{807BEFB1-C947-47C0-B900-5539A3EF80A0}"/>
          </ac:spMkLst>
        </pc:spChg>
      </pc:sldChg>
      <pc:sldChg chg="modSp mod modAnim">
        <pc:chgData name="Garima Sharma" userId="c5ca40beb9a8554c" providerId="LiveId" clId="{2265D429-760C-4FF0-9653-4AF4BA9B0970}" dt="2026-09-09T11:06:21.518" v="53"/>
        <pc:sldMkLst>
          <pc:docMk/>
          <pc:sldMk cId="1091797340" sldId="266"/>
        </pc:sldMkLst>
        <pc:spChg chg="mod">
          <ac:chgData name="Garima Sharma" userId="c5ca40beb9a8554c" providerId="LiveId" clId="{2265D429-760C-4FF0-9653-4AF4BA9B0970}" dt="2026-09-09T11:06:21.495" v="50" actId="20577"/>
          <ac:spMkLst>
            <pc:docMk/>
            <pc:sldMk cId="1091797340" sldId="266"/>
            <ac:spMk id="16" creationId="{CA8EBA71-464B-4B3C-8443-4C570D0507B5}"/>
          </ac:spMkLst>
        </pc:spChg>
        <pc:spChg chg="mod">
          <ac:chgData name="Garima Sharma" userId="c5ca40beb9a8554c" providerId="LiveId" clId="{2265D429-760C-4FF0-9653-4AF4BA9B0970}" dt="2026-09-09T11:06:21.515" v="52" actId="20577"/>
          <ac:spMkLst>
            <pc:docMk/>
            <pc:sldMk cId="1091797340" sldId="266"/>
            <ac:spMk id="17" creationId="{155B8AAE-5311-4F8B-9C5C-0B1A32391C9A}"/>
          </ac:spMkLst>
        </pc:spChg>
      </pc:sldChg>
      <pc:sldChg chg="modSp mod modAnim">
        <pc:chgData name="Garima Sharma" userId="c5ca40beb9a8554c" providerId="LiveId" clId="{2265D429-760C-4FF0-9653-4AF4BA9B0970}" dt="2026-09-09T11:06:21.699" v="59"/>
        <pc:sldMkLst>
          <pc:docMk/>
          <pc:sldMk cId="1674820891" sldId="267"/>
        </pc:sldMkLst>
        <pc:spChg chg="mod">
          <ac:chgData name="Garima Sharma" userId="c5ca40beb9a8554c" providerId="LiveId" clId="{2265D429-760C-4FF0-9653-4AF4BA9B0970}" dt="2026-09-09T11:06:21.624" v="54" actId="20577"/>
          <ac:spMkLst>
            <pc:docMk/>
            <pc:sldMk cId="1674820891" sldId="267"/>
            <ac:spMk id="13" creationId="{5C2E5DF4-CCFC-4010-BB5F-AAF03A54C19A}"/>
          </ac:spMkLst>
        </pc:spChg>
        <pc:spChg chg="mod">
          <ac:chgData name="Garima Sharma" userId="c5ca40beb9a8554c" providerId="LiveId" clId="{2265D429-760C-4FF0-9653-4AF4BA9B0970}" dt="2026-09-09T11:06:21.666" v="56" actId="20577"/>
          <ac:spMkLst>
            <pc:docMk/>
            <pc:sldMk cId="1674820891" sldId="267"/>
            <ac:spMk id="17" creationId="{9CB055F1-98CE-4ADF-90CD-B9E92631DE12}"/>
          </ac:spMkLst>
        </pc:spChg>
        <pc:spChg chg="mod">
          <ac:chgData name="Garima Sharma" userId="c5ca40beb9a8554c" providerId="LiveId" clId="{2265D429-760C-4FF0-9653-4AF4BA9B0970}" dt="2026-09-09T11:06:21.697" v="58" actId="20577"/>
          <ac:spMkLst>
            <pc:docMk/>
            <pc:sldMk cId="1674820891" sldId="267"/>
            <ac:spMk id="21" creationId="{4EF26875-1E50-4453-9735-CDA1BA8026D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(100 - 8) x 9 is greater: 828 compared with 28. | Identify brackets and multiplication or division before calculating. | Brackets can change which values combine first, producing a different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Are 7 x (20 + 3) and 7 x 20 + 7 x 3 equivalent? Answer: Yes, both equal 161.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(100 - 8) x 9 is greater: 828 compared with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Brackets can change which values combine first, producing a different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(100 - 8) x 9 is greater: 828 compared with 28..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 x 5 - 4 = 26..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8 x 6 + 2; 100 / 2; (15 - 5) x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6 x 5 - 4 = 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 x 5 - 4 = 26. | Brackets can change which values combine first, producing a different result.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A8676D-C58A-41E0-9567-A05D09D0EE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788EA5-D902-46FD-A525-30E5CA3513A0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638A6B8-2A46-4131-8998-01FEB1B355BF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303979-08DB-4050-AB0A-F0C2A6F8F00B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7E9964-2527-4DA4-8786-DAEEDF18D7B3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68E3FBE-219E-4932-BD14-F8E319BC9A99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247894-173F-4070-B6FB-7A1CC2D7FB7A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A40DEC-BA6B-47B6-9CF5-EEC508A2C597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850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justify expressions using the order of operations.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7A882D-9690-4430-9DE9-402328F51E7D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FEF4E0-1D21-4EC8-AE69-9319FD195A71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E40008-4B86-43DF-AAD5-DE492A6A3D36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539028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F273BCB-7EC5-4F76-8572-40C10BD599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25BE92-B6C0-4F29-B2C3-8A21A20BCE7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F86DEB-F804-4C80-ADC3-42EBCC1C23E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05547B-C715-4A59-B124-F85C0DCFDDD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9C5F53-E8D9-480C-BB1E-CE94EC40A39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5416D8-DCA2-4ECB-8EE9-A277D08C5B7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5070B2-06F1-46B2-96AC-C969ABA3731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B8ACF2-40D2-4826-B672-7A916B64F68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5E985A-A2D3-4912-AA42-47FB5A13AD3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C3B4AE-D803-48AD-BB3F-569F88E2937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DC0046C-437F-4F10-8C3C-D74D26371EB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E32A90-4951-4530-9291-6BFAD332B07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5CBB63-70C0-40BA-A5FB-5D47FC82337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51E3A1-F3ED-4AF3-A153-9E275E57650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88FA3C1-EA04-4498-A068-14734BFF44E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BB1ADD-99CC-4462-922B-C1606C56B84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5C08C9-88F6-4885-8D7F-435D91F73AE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BF24D78-BA64-4199-8018-F0BF3B14BE1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6A7A3B3-8BFF-40D4-A4D1-347FEDA04ED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0271A3-42A3-4610-91FE-DC6098CC725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742C0EE-B97F-4DE3-8B28-C494E0F2F4F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Are 7 x (20 + 3) and 7 x 20 + 7 x 3 equivalent?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EDA7D9D-A196-4364-8ABE-AFAD65D6B38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8080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5D02A7D-D5B8-4FCD-966B-B3E96779FA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FEA38E-681B-471A-961A-12C22192B3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17C6F2C-17DB-4CF3-A557-EA8D8E73F7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4D7BCD-E8C9-494E-9962-039AF64D360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663281-05E9-44C5-B8BC-D6742C3AFCC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1D3202-B4E0-46C8-81AB-4ACA579774A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8B99A2-7226-4F11-8801-A477FDAD4C1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DDB696-5401-492C-80AB-556AEA07DCA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904368-9ADF-4A22-ACCA-E114D75CB53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8D1B80-4FA6-4C21-B9B9-9410EA0A6ECE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justify expressions using the order of operations.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40EEBC-5E39-425E-9C52-645F7193219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3510D-AA9B-4837-ACF0-2492DA680809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EC5B4-0F7B-4D95-AFDF-571EADCB9902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D1D0A5-78BD-402F-99A9-7AB3190C24EB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FC806E-6A12-4DBB-BAB5-0E59FD84A198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2032529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F8ADBB0-004D-4E78-AFA4-075AE12A4D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A198CF-EF45-4692-BE18-660C1BE558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76E716-5772-46CD-9B6C-8752B99270B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780452-CBCA-4E36-B3CE-3297C02EF66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8F763A-A145-476E-A0C0-39A878093C9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CA72EE-9E08-4F33-A4ED-08FC0BD60A5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A1BB62-BDB2-4A9B-ADF4-B3BD8C815FC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91872C-2BDA-4911-8690-A0B49972668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2F548B-76D8-42CC-A0E2-6E172A14719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3B1A6-85E3-4030-BEC2-A5914816271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Are 7 x (20 + 3) and 7 x 20 + 7 x 3 equivalent?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1FCFD8-0D29-460B-80C3-182C3E09341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5F7E458-3642-454E-9BDB-62E401422245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C72042-CE57-4DF2-85F0-61213E0C0562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694A7E-7250-4CB1-8AA7-1F44619A3B6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brackets and multiplication or division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22B962-E3E9-4A02-8562-F3AAB1807FC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F09358E-F192-49C9-8838-0F9FD2A27F0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AFD075-6BF3-41C4-929C-9CF439C41E45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1001F7-1BA0-4F33-909E-F7DF347E2F91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through operations of equal priority from left to right.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54420FF-4859-424A-A404-F4A31DF68F5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EF0ED03-E95A-49EA-BB7F-9D88F234BF6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C44F75-549B-4290-8F82-A1AF42FC7A47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B9A0CC0-7676-4476-87AC-FC81E9654CC8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by estimating or comparing with an equivalent expression.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50142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5F47154-B77B-487C-B7D7-43FDF882E9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8B1AB4-41B0-4846-8758-7C67F987DE3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6E6D7B1-0AF4-4FCA-AB61-4718CF2770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6BDBD4-8071-4D70-9327-3C4C8D8D05C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869A71-C570-4A81-9060-0AB3176C7B8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13E053-43B6-4FE5-B5BA-D220C2E3357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829CB5-C00B-4631-A4E9-A5069360858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5B3B27-AD71-4626-ABFC-3C34822E08F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63663F-E600-4C44-B48C-DEDDD284EAE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EC24D6-4803-4260-ABED-D42730E2DA1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DFE9A7-3ACC-4C6D-8A05-C3F95F04D887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Yes, both equal 161.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394BBF-EB23-4A92-AD38-D89D26D15B85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A43AD-9B00-427A-92C4-D36196F4B513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52CBCB3-5B2E-4F33-AEA4-5937530BF0ED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1250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45281F6-EA66-484C-A4FD-1C440137DB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B8FDAA-E382-40E3-98E2-4299F283C15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4CAF63-99E4-4DEA-B159-A30FBF8E4D8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7290EB-52BA-4A4D-9D14-EB9E8F8041B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3FBBB-9809-4788-863E-BC36065E4D7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BE42E4-BCA3-4EAC-95BB-5FE844E8DFE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8A6C40-5FF3-4216-9DB5-033CCA83820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B8E143-AF0E-45DA-94A8-5EBF1A3D970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09B0C6-66D8-4DA4-94E7-5B1AF17A398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4558AF-0D29-494D-BA2A-155C0BD77BCF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B014B0-5866-45A6-AD82-49388D3AF032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0C9BA1-38C8-472F-B8EB-9788791D0273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175BFC-8E99-4BD4-97D6-3999CB7D4346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F2878E-35B1-4C07-B809-121E1D00EA7E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BE8DC-06ED-44A0-B507-738C17E4E390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915"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(100 - 8) x 9 is greater: 828 compared with 28.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9613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F91037B-2BF4-4E93-A140-52961EA47D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E51798-560F-48FB-89A7-1FE898C35B3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3E53C6-652E-4464-A26F-9F16C529382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482A12-2041-472B-AFC7-65EDD54B550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57727C-4B4F-4C32-8BD4-00F45682386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F7055-976E-45F2-972C-E0D96B702C0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BDC2ED-FEC9-444B-A36A-24395F43999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E74F77-D926-4970-8523-E8298947DC5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8DA8AE-4E65-4383-868F-759F00F16D2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E123B39-B2C2-4243-9682-BE3FE970282E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94EEAC-2CE7-46B6-BCED-D863AD3F78EF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thinks changing brackets never changes an answer.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244244-6CF7-44BB-8ABC-EF4B0C1FBBE0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DFFDDEC-E82D-4652-A684-178383450575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793335-D8F4-4662-83C7-D32C124697D4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Brackets can change which values combine first, producing a different result.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1366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2F484F6-D06E-498B-A393-718F68F365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FD0E96-644B-417D-8EE5-7C219C9690D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29A887D-E3DA-455E-B6C1-FA0F3399F2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AB9FE3-EEED-4E42-989A-0BE6D783EA0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16F53-D03E-4198-A0D0-9F12FDD2F2D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422906-850B-4DC1-9C59-DA2A910540E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795DC3-55D3-4993-9955-DDE9CAF578A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B171A4-DA0D-4B49-82C8-8E436D57605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2FA65B-FA05-4173-9C7E-DD0427EFF70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387182B-3068-40E1-9198-14C75FFBBB3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0FE4CB-7769-4259-A2CF-EB7C6D057E0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2D7A1A-61FC-41FB-BF55-946CDCB03A1B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577670-7B1B-40DF-A0C3-7CFBB69D9E1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greater: 100 - 8 x 9 or (100 - 8) x 9?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74FC017-8282-4DCE-B417-96CDE269786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930BB9B-9C7F-4A0C-89D7-D28246E8B58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6C63B1-DBC3-41BE-81E6-15601C17F6A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43E34C-0CDE-4D11-95C4-6B7483DB631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C5402A8-AF88-4CBD-B9DB-82B99D7F5AF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2C25DA-2A6F-4604-90F9-56B9A9F01DC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4B3483-B35C-484F-AB05-BD94F10C784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95D0461-BA76-46A0-8A62-857F72144BF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(100 - 8) x 9 is greater: 828 compared with 28.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DED61-9949-4662-9598-2525178C88F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87075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2FA3520-07EE-4A90-BDFD-1BEDC8736B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F199EE-5B2B-4124-AE5F-CFA3923DB2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D6E8374-4B29-456E-9117-7F29BEEDA2A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C081D5-CA02-4625-8DEF-890AA2378BF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47A74D-2146-4D52-AE7F-53F1095562E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55F007-2C59-4B92-8D05-269E373B121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60D590-55D7-4E6F-AD01-96CEC669519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DFFF0A-0FBF-4C25-BB5B-99D1D05E422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DEC156-28A9-4450-A1E3-9AA4580F451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B977CBC-426E-454F-B973-FFFE3177219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491691-0477-4D61-B9AD-BF0F011A2CC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3B6F26-60E1-49CB-9FB9-070844558BB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A08B82-9932-498C-8CEE-372A428C626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operations between 6, 5 and 4 to make 26.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7B2FF54-CF39-4153-A30F-E2EC04CE550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EE43502-EEC0-4CBA-A97C-8762B9F7772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3BE9F-7B80-4E7D-A659-B96937659BE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4A0476-9EA2-4F5F-8F6E-2583ED9AB77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369C7BA-C54D-41A6-8A33-1B76ED23A57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59C5B7F-5B5B-4EDF-8014-E1281EE6A0B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D8BC756-1382-4E71-9121-5D0A7E48614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3BAFFE-649F-4AB2-B9AC-B1C8E971272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29920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7910BA9-BEB2-423D-873D-72925C14F5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96E4EE-8899-42B4-8B67-D1BD49A26D6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D1EA0E7-1594-45B4-8CFA-DEA26748DE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D2C780-E9A6-4D1F-9F04-ED4D3FBA14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30B04A-6591-4AF3-89EB-447F5D47FCE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BC0CCE-F545-4071-B7CD-592CE7C172B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EBC4FD-5A54-44C9-9301-2B71386CE41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E8AA7E-3671-4E09-9189-DF0118793A5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C3C8D2-0FC4-4382-AEC8-5406FB9DB0F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EEF7FA-F430-4E32-8B39-A25FC7C713F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three expressions with answer 50 using at least two different operations.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37EF37-B9DF-43A7-9B7A-5D530DD20F3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113356-5E6A-42DD-B84E-5C710748E63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7BEFB1-C947-47C0-B900-5539A3EF80A0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8 x 6 + 2; 100 / 2; (15 - 5) x 5.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240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6333AF6-9870-4705-BBEC-D6825AB3AE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8379AE-56E6-4DA6-836D-BBDE23A7173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B9AD482-D186-42CE-BD46-DE5C39FDE56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96F06D-FFE0-41D1-BEFD-612BDA3FE27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0255F3-647E-4275-A11A-1A74593832F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56F031-C38F-4476-B37C-B14261D20DD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5BB2A4-07AD-49E0-AC6D-CCFBA1BFE00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8E3E46-578B-4E38-9342-90ECE4AF453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5C7137-5EF0-4C4E-8624-1212AA9864A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74DF82-142C-4713-9B08-858B68277528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431FC4B-F527-4688-A763-A5BCA3D9AEE9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1DBDE9-19A4-4FBC-AEC6-1F3EE7B7A795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operations between 6, 5 and 4 to make 26.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91934E-D670-4CE7-88ED-F5D55C33EA59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9CC469-29BF-4EEC-86CE-036B643DFE34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DC915E4-3020-44D0-8423-839E2A046355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8EBA71-464B-4B3C-8443-4C570D0507B5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 x 5 - 4 = 26.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55B8AAE-5311-4F8B-9C5C-0B1A32391C9A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3D5418-00B7-4A4F-BDB1-01264F86936B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91797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E26542A-6507-4607-A09F-F14B6F2C4C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A73E04-D0BD-4C4F-905D-A1AA67CC8E6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4F68CF8-53A1-49F2-A0BE-9E938BB6DA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10A7EE-B78B-4BC0-85B7-7CE382E0AB7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C70886-D403-4044-9ABE-37BE33068D0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D88F7A-6509-4C7F-A986-67AA8E1ECE3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DAC426-A92A-4F9E-BDDF-5EAE7C4954E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ED7C5A-1941-4781-9678-B1D8469EA18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30EAB4-3897-4EE0-9BCF-BCED0645AE7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equivalent expressions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9B86530-49E7-4B24-ACC3-7C9107083D4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1091F2F-4702-426D-9CE2-49C9E055CF5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F52E54-C04C-4DE0-B0AF-0D4AB743EB6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2E5DF4-CCFC-4010-BB5F-AAF03A54C19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operations between 6, 5 and 4 to make 26.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A06608A-553B-460E-A0DD-75170C54CEE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688B74B-D5D2-4402-98F5-B7C788E9541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931D6D-9D7A-4EB0-BA7D-7012C9DCEFC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B055F1-98CE-4ADF-90CD-B9E92631DE1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thinks changing brackets never changes an answer.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4226DC1-947D-43B9-8675-90E1F97FD19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FEC7CE-0499-4293-9EB1-2C3FE06827D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AADFF-3EBB-46D0-81BB-F68652BAB39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F26875-1E50-4453-9735-CDA1BA8026D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28B60-DAFB-49DF-8848-F35132A0C3E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74820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1292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2026-09-09T10:56:39Z</dcterms:created>
  <dcterms:modified xsi:type="dcterms:W3CDTF">2026-09-09T11:06:21Z</dcterms:modified>
</cp:coreProperties>
</file>