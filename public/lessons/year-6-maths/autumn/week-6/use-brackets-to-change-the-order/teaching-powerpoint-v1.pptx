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rima Sharma" userId="c5ca40beb9a8554c" providerId="LiveId" clId="{2265D429-760C-4FF0-9653-4AF4BA9B0970}"/>
    <pc:docChg chg="custSel modSld">
      <pc:chgData name="Garima Sharma" userId="c5ca40beb9a8554c" providerId="LiveId" clId="{2265D429-760C-4FF0-9653-4AF4BA9B0970}" dt="2026-09-09T11:06:01.078" v="59"/>
      <pc:docMkLst>
        <pc:docMk/>
      </pc:docMkLst>
      <pc:sldChg chg="modSp mod modAnim">
        <pc:chgData name="Garima Sharma" userId="c5ca40beb9a8554c" providerId="LiveId" clId="{2265D429-760C-4FF0-9653-4AF4BA9B0970}" dt="2026-09-09T11:06:00.202" v="5"/>
        <pc:sldMkLst>
          <pc:docMk/>
          <pc:sldMk cId="2052484995" sldId="257"/>
        </pc:sldMkLst>
        <pc:spChg chg="mod">
          <ac:chgData name="Garima Sharma" userId="c5ca40beb9a8554c" providerId="LiveId" clId="{2265D429-760C-4FF0-9653-4AF4BA9B0970}" dt="2026-09-09T11:06:00.157" v="0" actId="20577"/>
          <ac:spMkLst>
            <pc:docMk/>
            <pc:sldMk cId="2052484995" sldId="257"/>
            <ac:spMk id="13" creationId="{CD976CE9-4BED-4474-A2A6-948CB4749429}"/>
          </ac:spMkLst>
        </pc:spChg>
        <pc:spChg chg="mod">
          <ac:chgData name="Garima Sharma" userId="c5ca40beb9a8554c" providerId="LiveId" clId="{2265D429-760C-4FF0-9653-4AF4BA9B0970}" dt="2026-09-09T11:06:00.179" v="2" actId="20577"/>
          <ac:spMkLst>
            <pc:docMk/>
            <pc:sldMk cId="2052484995" sldId="257"/>
            <ac:spMk id="17" creationId="{327C8B31-66DE-450B-B2EA-7707BD98737C}"/>
          </ac:spMkLst>
        </pc:spChg>
        <pc:spChg chg="mod">
          <ac:chgData name="Garima Sharma" userId="c5ca40beb9a8554c" providerId="LiveId" clId="{2265D429-760C-4FF0-9653-4AF4BA9B0970}" dt="2026-09-09T11:06:00.200" v="4" actId="20577"/>
          <ac:spMkLst>
            <pc:docMk/>
            <pc:sldMk cId="2052484995" sldId="257"/>
            <ac:spMk id="21" creationId="{D632FB92-445E-48A0-BA25-E03C84A6A764}"/>
          </ac:spMkLst>
        </pc:spChg>
      </pc:sldChg>
      <pc:sldChg chg="modSp mod modAnim">
        <pc:chgData name="Garima Sharma" userId="c5ca40beb9a8554c" providerId="LiveId" clId="{2265D429-760C-4FF0-9653-4AF4BA9B0970}" dt="2026-09-09T11:06:00.278" v="11"/>
        <pc:sldMkLst>
          <pc:docMk/>
          <pc:sldMk cId="513439095" sldId="258"/>
        </pc:sldMkLst>
        <pc:spChg chg="mod">
          <ac:chgData name="Garima Sharma" userId="c5ca40beb9a8554c" providerId="LiveId" clId="{2265D429-760C-4FF0-9653-4AF4BA9B0970}" dt="2026-09-09T11:06:00.258" v="6" actId="20577"/>
          <ac:spMkLst>
            <pc:docMk/>
            <pc:sldMk cId="513439095" sldId="258"/>
            <ac:spMk id="12" creationId="{0BB28AE2-B1E8-4FF0-AD1A-2464ECA23D70}"/>
          </ac:spMkLst>
        </pc:spChg>
        <pc:spChg chg="mod">
          <ac:chgData name="Garima Sharma" userId="c5ca40beb9a8554c" providerId="LiveId" clId="{2265D429-760C-4FF0-9653-4AF4BA9B0970}" dt="2026-09-09T11:06:00.269" v="8" actId="20577"/>
          <ac:spMkLst>
            <pc:docMk/>
            <pc:sldMk cId="513439095" sldId="258"/>
            <ac:spMk id="13" creationId="{627D2426-A0B8-47B9-A4E3-E0B767BDE72B}"/>
          </ac:spMkLst>
        </pc:spChg>
        <pc:spChg chg="mod">
          <ac:chgData name="Garima Sharma" userId="c5ca40beb9a8554c" providerId="LiveId" clId="{2265D429-760C-4FF0-9653-4AF4BA9B0970}" dt="2026-09-09T11:06:00.277" v="10" actId="20577"/>
          <ac:spMkLst>
            <pc:docMk/>
            <pc:sldMk cId="513439095" sldId="258"/>
            <ac:spMk id="14" creationId="{082C9AC6-8A5E-44D3-B98B-08327B1A096B}"/>
          </ac:spMkLst>
        </pc:spChg>
      </pc:sldChg>
      <pc:sldChg chg="modSp mod modAnim">
        <pc:chgData name="Garima Sharma" userId="c5ca40beb9a8554c" providerId="LiveId" clId="{2265D429-760C-4FF0-9653-4AF4BA9B0970}" dt="2026-09-09T11:06:00.388" v="17"/>
        <pc:sldMkLst>
          <pc:docMk/>
          <pc:sldMk cId="1349047912" sldId="259"/>
        </pc:sldMkLst>
        <pc:spChg chg="mod">
          <ac:chgData name="Garima Sharma" userId="c5ca40beb9a8554c" providerId="LiveId" clId="{2265D429-760C-4FF0-9653-4AF4BA9B0970}" dt="2026-09-09T11:06:00.341" v="12" actId="20577"/>
          <ac:spMkLst>
            <pc:docMk/>
            <pc:sldMk cId="1349047912" sldId="259"/>
            <ac:spMk id="14" creationId="{3737E197-4E96-4F2F-8AAC-E1CC6BC39949}"/>
          </ac:spMkLst>
        </pc:spChg>
        <pc:spChg chg="mod">
          <ac:chgData name="Garima Sharma" userId="c5ca40beb9a8554c" providerId="LiveId" clId="{2265D429-760C-4FF0-9653-4AF4BA9B0970}" dt="2026-09-09T11:06:00.363" v="14" actId="20577"/>
          <ac:spMkLst>
            <pc:docMk/>
            <pc:sldMk cId="1349047912" sldId="259"/>
            <ac:spMk id="18" creationId="{570FBA0B-B490-48B4-8F94-BA0F46816661}"/>
          </ac:spMkLst>
        </pc:spChg>
        <pc:spChg chg="mod">
          <ac:chgData name="Garima Sharma" userId="c5ca40beb9a8554c" providerId="LiveId" clId="{2265D429-760C-4FF0-9653-4AF4BA9B0970}" dt="2026-09-09T11:06:00.386" v="16" actId="20577"/>
          <ac:spMkLst>
            <pc:docMk/>
            <pc:sldMk cId="1349047912" sldId="259"/>
            <ac:spMk id="22" creationId="{252BDA42-8189-4905-8353-5AFB86A31ACD}"/>
          </ac:spMkLst>
        </pc:spChg>
      </pc:sldChg>
      <pc:sldChg chg="modSp mod modAnim">
        <pc:chgData name="Garima Sharma" userId="c5ca40beb9a8554c" providerId="LiveId" clId="{2265D429-760C-4FF0-9653-4AF4BA9B0970}" dt="2026-09-09T11:06:00.462" v="23"/>
        <pc:sldMkLst>
          <pc:docMk/>
          <pc:sldMk cId="724382411" sldId="260"/>
        </pc:sldMkLst>
        <pc:spChg chg="mod">
          <ac:chgData name="Garima Sharma" userId="c5ca40beb9a8554c" providerId="LiveId" clId="{2265D429-760C-4FF0-9653-4AF4BA9B0970}" dt="2026-09-09T11:06:00.436" v="18" actId="20577"/>
          <ac:spMkLst>
            <pc:docMk/>
            <pc:sldMk cId="724382411" sldId="260"/>
            <ac:spMk id="11" creationId="{5A7299B8-39E7-4456-956A-135CABE7D540}"/>
          </ac:spMkLst>
        </pc:spChg>
        <pc:spChg chg="mod">
          <ac:chgData name="Garima Sharma" userId="c5ca40beb9a8554c" providerId="LiveId" clId="{2265D429-760C-4FF0-9653-4AF4BA9B0970}" dt="2026-09-09T11:06:00.448" v="20" actId="20577"/>
          <ac:spMkLst>
            <pc:docMk/>
            <pc:sldMk cId="724382411" sldId="260"/>
            <ac:spMk id="13" creationId="{9D13244E-0935-4032-97F4-4ACDA7EA3522}"/>
          </ac:spMkLst>
        </pc:spChg>
        <pc:spChg chg="mod">
          <ac:chgData name="Garima Sharma" userId="c5ca40beb9a8554c" providerId="LiveId" clId="{2265D429-760C-4FF0-9653-4AF4BA9B0970}" dt="2026-09-09T11:06:00.460" v="22" actId="20577"/>
          <ac:spMkLst>
            <pc:docMk/>
            <pc:sldMk cId="724382411" sldId="260"/>
            <ac:spMk id="14" creationId="{1C33E7D8-1A7E-4AFD-82DF-557D7406FEE5}"/>
          </ac:spMkLst>
        </pc:spChg>
      </pc:sldChg>
      <pc:sldChg chg="modSp mod modAnim">
        <pc:chgData name="Garima Sharma" userId="c5ca40beb9a8554c" providerId="LiveId" clId="{2265D429-760C-4FF0-9653-4AF4BA9B0970}" dt="2026-09-09T11:06:00.539" v="27"/>
        <pc:sldMkLst>
          <pc:docMk/>
          <pc:sldMk cId="689403300" sldId="261"/>
        </pc:sldMkLst>
        <pc:spChg chg="mod">
          <ac:chgData name="Garima Sharma" userId="c5ca40beb9a8554c" providerId="LiveId" clId="{2265D429-760C-4FF0-9653-4AF4BA9B0970}" dt="2026-09-09T11:06:00.525" v="24" actId="20577"/>
          <ac:spMkLst>
            <pc:docMk/>
            <pc:sldMk cId="689403300" sldId="261"/>
            <ac:spMk id="14" creationId="{DA2855B7-A8C1-4AE2-BD92-07322485C540}"/>
          </ac:spMkLst>
        </pc:spChg>
        <pc:spChg chg="mod">
          <ac:chgData name="Garima Sharma" userId="c5ca40beb9a8554c" providerId="LiveId" clId="{2265D429-760C-4FF0-9653-4AF4BA9B0970}" dt="2026-09-09T11:06:00.537" v="26" actId="20577"/>
          <ac:spMkLst>
            <pc:docMk/>
            <pc:sldMk cId="689403300" sldId="261"/>
            <ac:spMk id="15" creationId="{7F092E6A-1578-4D2C-877D-C7C5D69EAEC5}"/>
          </ac:spMkLst>
        </pc:spChg>
      </pc:sldChg>
      <pc:sldChg chg="modSp mod modAnim">
        <pc:chgData name="Garima Sharma" userId="c5ca40beb9a8554c" providerId="LiveId" clId="{2265D429-760C-4FF0-9653-4AF4BA9B0970}" dt="2026-09-09T11:06:00.601" v="31"/>
        <pc:sldMkLst>
          <pc:docMk/>
          <pc:sldMk cId="1731030217" sldId="262"/>
        </pc:sldMkLst>
        <pc:spChg chg="mod">
          <ac:chgData name="Garima Sharma" userId="c5ca40beb9a8554c" providerId="LiveId" clId="{2265D429-760C-4FF0-9653-4AF4BA9B0970}" dt="2026-09-09T11:06:00.581" v="28" actId="20577"/>
          <ac:spMkLst>
            <pc:docMk/>
            <pc:sldMk cId="1731030217" sldId="262"/>
            <ac:spMk id="12" creationId="{CD05901C-B110-42BE-B027-38B4D5ACB86B}"/>
          </ac:spMkLst>
        </pc:spChg>
        <pc:spChg chg="mod">
          <ac:chgData name="Garima Sharma" userId="c5ca40beb9a8554c" providerId="LiveId" clId="{2265D429-760C-4FF0-9653-4AF4BA9B0970}" dt="2026-09-09T11:06:00.599" v="30" actId="20577"/>
          <ac:spMkLst>
            <pc:docMk/>
            <pc:sldMk cId="1731030217" sldId="262"/>
            <ac:spMk id="15" creationId="{66420C28-0914-48E0-8392-774525374D60}"/>
          </ac:spMkLst>
        </pc:spChg>
      </pc:sldChg>
      <pc:sldChg chg="modSp mod modAnim">
        <pc:chgData name="Garima Sharma" userId="c5ca40beb9a8554c" providerId="LiveId" clId="{2265D429-760C-4FF0-9653-4AF4BA9B0970}" dt="2026-09-09T11:06:00.705" v="37"/>
        <pc:sldMkLst>
          <pc:docMk/>
          <pc:sldMk cId="1917349752" sldId="263"/>
        </pc:sldMkLst>
        <pc:spChg chg="mod">
          <ac:chgData name="Garima Sharma" userId="c5ca40beb9a8554c" providerId="LiveId" clId="{2265D429-760C-4FF0-9653-4AF4BA9B0970}" dt="2026-09-09T11:06:00.658" v="32" actId="20577"/>
          <ac:spMkLst>
            <pc:docMk/>
            <pc:sldMk cId="1917349752" sldId="263"/>
            <ac:spMk id="13" creationId="{1A19354A-D434-480B-B762-155619C47D6E}"/>
          </ac:spMkLst>
        </pc:spChg>
        <pc:spChg chg="mod">
          <ac:chgData name="Garima Sharma" userId="c5ca40beb9a8554c" providerId="LiveId" clId="{2265D429-760C-4FF0-9653-4AF4BA9B0970}" dt="2026-09-09T11:06:00.682" v="34" actId="20577"/>
          <ac:spMkLst>
            <pc:docMk/>
            <pc:sldMk cId="1917349752" sldId="263"/>
            <ac:spMk id="17" creationId="{5D3D61EF-2C87-463F-8CAE-6EFD1AC3761D}"/>
          </ac:spMkLst>
        </pc:spChg>
        <pc:spChg chg="mod">
          <ac:chgData name="Garima Sharma" userId="c5ca40beb9a8554c" providerId="LiveId" clId="{2265D429-760C-4FF0-9653-4AF4BA9B0970}" dt="2026-09-09T11:06:00.704" v="36" actId="20577"/>
          <ac:spMkLst>
            <pc:docMk/>
            <pc:sldMk cId="1917349752" sldId="263"/>
            <ac:spMk id="21" creationId="{A3A23C85-1CDF-4E1C-AF32-2651BB096297}"/>
          </ac:spMkLst>
        </pc:spChg>
      </pc:sldChg>
      <pc:sldChg chg="modSp mod modAnim">
        <pc:chgData name="Garima Sharma" userId="c5ca40beb9a8554c" providerId="LiveId" clId="{2265D429-760C-4FF0-9653-4AF4BA9B0970}" dt="2026-09-09T11:06:00.817" v="43"/>
        <pc:sldMkLst>
          <pc:docMk/>
          <pc:sldMk cId="662542435" sldId="264"/>
        </pc:sldMkLst>
        <pc:spChg chg="mod">
          <ac:chgData name="Garima Sharma" userId="c5ca40beb9a8554c" providerId="LiveId" clId="{2265D429-760C-4FF0-9653-4AF4BA9B0970}" dt="2026-09-09T11:06:00.771" v="38" actId="20577"/>
          <ac:spMkLst>
            <pc:docMk/>
            <pc:sldMk cId="662542435" sldId="264"/>
            <ac:spMk id="13" creationId="{02C4B843-067A-44AA-8E06-F2CBAB4DBFC1}"/>
          </ac:spMkLst>
        </pc:spChg>
        <pc:spChg chg="mod">
          <ac:chgData name="Garima Sharma" userId="c5ca40beb9a8554c" providerId="LiveId" clId="{2265D429-760C-4FF0-9653-4AF4BA9B0970}" dt="2026-09-09T11:06:00.794" v="40" actId="20577"/>
          <ac:spMkLst>
            <pc:docMk/>
            <pc:sldMk cId="662542435" sldId="264"/>
            <ac:spMk id="17" creationId="{DA9B6197-5899-44F4-AE23-761A475535D8}"/>
          </ac:spMkLst>
        </pc:spChg>
        <pc:spChg chg="mod">
          <ac:chgData name="Garima Sharma" userId="c5ca40beb9a8554c" providerId="LiveId" clId="{2265D429-760C-4FF0-9653-4AF4BA9B0970}" dt="2026-09-09T11:06:00.815" v="42" actId="20577"/>
          <ac:spMkLst>
            <pc:docMk/>
            <pc:sldMk cId="662542435" sldId="264"/>
            <ac:spMk id="21" creationId="{BFBC5F5D-6F2C-4A2D-BF30-792099241716}"/>
          </ac:spMkLst>
        </pc:spChg>
      </pc:sldChg>
      <pc:sldChg chg="modSp mod modAnim">
        <pc:chgData name="Garima Sharma" userId="c5ca40beb9a8554c" providerId="LiveId" clId="{2265D429-760C-4FF0-9653-4AF4BA9B0970}" dt="2026-09-09T11:06:00.887" v="49"/>
        <pc:sldMkLst>
          <pc:docMk/>
          <pc:sldMk cId="1563143439" sldId="265"/>
        </pc:sldMkLst>
        <pc:spChg chg="mod">
          <ac:chgData name="Garima Sharma" userId="c5ca40beb9a8554c" providerId="LiveId" clId="{2265D429-760C-4FF0-9653-4AF4BA9B0970}" dt="2026-09-09T11:06:00.864" v="44" actId="20577"/>
          <ac:spMkLst>
            <pc:docMk/>
            <pc:sldMk cId="1563143439" sldId="265"/>
            <ac:spMk id="11" creationId="{1D994CAC-8AF7-4803-94B6-EC0AEF602336}"/>
          </ac:spMkLst>
        </pc:spChg>
        <pc:spChg chg="mod">
          <ac:chgData name="Garima Sharma" userId="c5ca40beb9a8554c" providerId="LiveId" clId="{2265D429-760C-4FF0-9653-4AF4BA9B0970}" dt="2026-09-09T11:06:00.875" v="46" actId="20577"/>
          <ac:spMkLst>
            <pc:docMk/>
            <pc:sldMk cId="1563143439" sldId="265"/>
            <ac:spMk id="12" creationId="{E1C56A05-013B-40E9-9C0C-4760AED94975}"/>
          </ac:spMkLst>
        </pc:spChg>
        <pc:spChg chg="mod">
          <ac:chgData name="Garima Sharma" userId="c5ca40beb9a8554c" providerId="LiveId" clId="{2265D429-760C-4FF0-9653-4AF4BA9B0970}" dt="2026-09-09T11:06:00.885" v="48" actId="20577"/>
          <ac:spMkLst>
            <pc:docMk/>
            <pc:sldMk cId="1563143439" sldId="265"/>
            <ac:spMk id="13" creationId="{86FCBED2-D15E-46DB-8848-5C149E612F26}"/>
          </ac:spMkLst>
        </pc:spChg>
      </pc:sldChg>
      <pc:sldChg chg="modSp mod modAnim">
        <pc:chgData name="Garima Sharma" userId="c5ca40beb9a8554c" providerId="LiveId" clId="{2265D429-760C-4FF0-9653-4AF4BA9B0970}" dt="2026-09-09T11:06:00.979" v="53"/>
        <pc:sldMkLst>
          <pc:docMk/>
          <pc:sldMk cId="1955532316" sldId="266"/>
        </pc:sldMkLst>
        <pc:spChg chg="mod">
          <ac:chgData name="Garima Sharma" userId="c5ca40beb9a8554c" providerId="LiveId" clId="{2265D429-760C-4FF0-9653-4AF4BA9B0970}" dt="2026-09-09T11:06:00.966" v="50" actId="20577"/>
          <ac:spMkLst>
            <pc:docMk/>
            <pc:sldMk cId="1955532316" sldId="266"/>
            <ac:spMk id="16" creationId="{9409F49D-3554-4A37-8832-331543474D45}"/>
          </ac:spMkLst>
        </pc:spChg>
        <pc:spChg chg="mod">
          <ac:chgData name="Garima Sharma" userId="c5ca40beb9a8554c" providerId="LiveId" clId="{2265D429-760C-4FF0-9653-4AF4BA9B0970}" dt="2026-09-09T11:06:00.977" v="52" actId="20577"/>
          <ac:spMkLst>
            <pc:docMk/>
            <pc:sldMk cId="1955532316" sldId="266"/>
            <ac:spMk id="17" creationId="{431A8D65-330D-4193-A2D9-F53E4A4F56B4}"/>
          </ac:spMkLst>
        </pc:spChg>
      </pc:sldChg>
      <pc:sldChg chg="modSp mod modAnim">
        <pc:chgData name="Garima Sharma" userId="c5ca40beb9a8554c" providerId="LiveId" clId="{2265D429-760C-4FF0-9653-4AF4BA9B0970}" dt="2026-09-09T11:06:01.078" v="59"/>
        <pc:sldMkLst>
          <pc:docMk/>
          <pc:sldMk cId="654119526" sldId="267"/>
        </pc:sldMkLst>
        <pc:spChg chg="mod">
          <ac:chgData name="Garima Sharma" userId="c5ca40beb9a8554c" providerId="LiveId" clId="{2265D429-760C-4FF0-9653-4AF4BA9B0970}" dt="2026-09-09T11:06:01.036" v="54" actId="20577"/>
          <ac:spMkLst>
            <pc:docMk/>
            <pc:sldMk cId="654119526" sldId="267"/>
            <ac:spMk id="13" creationId="{5FEC46FB-1A0F-4FA3-BC16-01FB657C687C}"/>
          </ac:spMkLst>
        </pc:spChg>
        <pc:spChg chg="mod">
          <ac:chgData name="Garima Sharma" userId="c5ca40beb9a8554c" providerId="LiveId" clId="{2265D429-760C-4FF0-9653-4AF4BA9B0970}" dt="2026-09-09T11:06:01.058" v="56" actId="20577"/>
          <ac:spMkLst>
            <pc:docMk/>
            <pc:sldMk cId="654119526" sldId="267"/>
            <ac:spMk id="17" creationId="{FBFB8292-F7DC-46F3-8031-A57338BFACE8}"/>
          </ac:spMkLst>
        </pc:spChg>
        <pc:spChg chg="mod">
          <ac:chgData name="Garima Sharma" userId="c5ca40beb9a8554c" providerId="LiveId" clId="{2265D429-760C-4FF0-9653-4AF4BA9B0970}" dt="2026-09-09T11:06:01.076" v="58" actId="20577"/>
          <ac:spMkLst>
            <pc:docMk/>
            <pc:sldMk cId="654119526" sldId="267"/>
            <ac:spMk id="21" creationId="{F0F812C9-7A09-45BE-BDB0-8D4A340DDF1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Operation cards, bracket cards, mini whiteboards, four-function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288. | Identify brackets and multiplication or division before calculating. | Brackets override the usual priority and must be completed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operation, expression, brackets, order, inverse, equivalent.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Calculate 240 / (8 + 4). Answer: 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288.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Brackets override the usual priority and must be completed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288..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56 and 120..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(100 - 20) / 4 + 1 = 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56 and 120.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56 and 120. | Brackets override the usual priority and must be completed first.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59B4DE25-ED91-4900-8EBF-20029969DFD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A3E4C68-79AE-4D21-8672-F3F5EECEFA86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D8B2EDA-E6EC-4B32-8C23-DC41B0F6301F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D826303-6664-4720-884F-F8BFC65CAC61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535A6AE-7522-4BEF-BAA6-25C9C4263D79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brackets to change the order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18C0564-2530-46D4-BB10-728527429153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B6790BC-5DB0-4305-82BA-4F070A415240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357C86E-2718-4E00-9DFB-591B184761E7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expressions containing brackets.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A7E4098-6022-491F-AF75-FA73A17A0083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6CC84B5-C91A-4926-A892-C73B5017179E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Operation cards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13C08BE-DDDE-4DB2-9EAE-C06755EC9ED2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4906097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F402D882-B0A6-44F4-97AF-085992F0250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CF43FFD-73F7-4D7F-88DF-0633095E719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A20E63A-D60B-4CF5-BDAB-2836E8286C4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EC834E4-CCC7-40F1-99AF-4F25EB2CD8C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48C5A03-53C6-425B-97F1-141F5D9E585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7E53DB2-54F2-4713-9A1B-E8AEBD87A94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2897B35-755C-44B4-BE04-48D86B7B01F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0B261D-2CEA-44A8-837A-ED2EFA7792B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7DB43C-5943-4DA9-8ACA-8EF0A388971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brackets to change the order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B55B82F-2DA4-4022-A564-464B4C79FE98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152C4F9-9DD1-48DB-ACE6-377145D37C92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B2ED12F-C0B2-4D41-965C-2D8F1630278E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D976CE9-4BED-4474-A2A6-948CB4749429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Calculate accurately with the four operations and understand grouping with brackets.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8E6ACF8-7503-4DE6-B399-660DE5B65167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0D5895F-B734-43CE-AD46-49906B3674EB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E3A0312-64AB-4B65-8FE5-A5381E83ADD5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27C8B31-66DE-450B-B2EA-7707BD98737C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(75 - 27) x 6.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D1A5E72-3B6E-4AFF-9E04-89D92B2523B1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8180E5B-875A-4EEA-8796-CD99449BD3C6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F315CD8-BA70-449D-9B47-4971FFFA83A2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632FB92-445E-48A0-BA25-E03C84A6A764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240 / (8 + 4).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764884B-821E-45ED-B795-C7889F9D7A42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2052484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E9123438-D515-4EFD-AF26-F7FD4ECE620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0754CB6-0642-4A61-A82C-AE0DDF880E6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71E4064-EA6C-4872-98AF-57862089ECA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FDDC84B-DF0D-4A33-84D5-E74D7A7DE9C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3FAE606-0CB6-4484-9F25-B82D0BD9AAB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5BD5280-939B-4BCE-8E31-8968853E942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AC8B8D3-F23B-4F18-BCB8-741B3B03740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29D73C-95F0-40EC-B09E-A1DACE21738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2AB1B68-9BE6-4A44-BCED-43A1CBF5543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brackets to change the order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821310-E1FA-4CF0-A19B-7A60DC3BC55A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expressions containing brackets.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1FAA50F-1653-45A0-997D-F3AEE97FD309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BB28AE2-B1E8-4FF0-AD1A-2464ECA23D70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brackets and multiplication or division before calculating.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27D2426-A0B8-47B9-A4E3-E0B767BDE72B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Work through operations of equal priority from left to right.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82C9AC6-8A5E-44D3-B98B-08327B1A096B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by estimating or comparing with an equivalent expression.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F60E28F-E3FA-48AD-90B4-859E666ECCD3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operation  |  expression  |  brackets  |  order  |  inverse  |  equivalent</a:t>
            </a:r>
          </a:p>
        </p:txBody>
      </p:sp>
    </p:spTree>
    <p:extLst>
      <p:ext uri="{BB962C8B-B14F-4D97-AF65-F5344CB8AC3E}">
        <p14:creationId xmlns:p14="http://schemas.microsoft.com/office/powerpoint/2010/main" val="513439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7CC7D657-A773-4456-BC4F-7E7C9E644E7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BED345D-533E-4B51-9D27-D388BEC1EDB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1D75A02-629A-475E-9C53-79FC772C16E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54A665E-3671-417B-9DA1-2EE89A36172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D6627C-50C7-4003-A000-DF6E5C93AB9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B69A25-496B-466F-870A-FDFAD4CDB2C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4C86B04-2F55-4B86-9126-2931BEB6AC8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7B6F08A-A094-4935-8D44-7999ABEC38B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4B850A4-E2C6-4C81-9113-FF822570B15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brackets to change the order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7E6D3A-46B0-4936-8DAE-089AF3A65434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240 / (8 + 4).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B9A1BB-4EC1-4792-B616-1C9F8A28E92A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18596CA-3484-4B7E-93C3-A0BE34585D2E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3EA00A-2570-4646-AFEA-296BBC2B2211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37E197-4E96-4F2F-8AAC-E1CC6BC39949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brackets and multiplication or division before calculating.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A1BAE5D-5F67-48CD-AD41-BF4CF78F3A73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3FFAA24-8005-4A96-97B3-877F91F35AD2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76CC37-9570-4CB0-A4F6-96E39B9B4FEF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70FBA0B-B490-48B4-8F94-BA0F46816661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 through operations of equal priority from left to right.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67C46BD-F762-4F75-BA11-E1FB66B6FBE0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ACF03E5-27EB-40BB-A837-DB7810F69002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CC3727-0739-4860-9F60-BB82807FE755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52BDA42-8189-4905-8353-5AFB86A31ACD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by estimating or comparing with an equivalent expression.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49047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5AFD139B-CA3A-4010-9CC6-F8C910F90E5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F815C36-A171-450A-B765-F5CA82DDE04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ADB2DC4-065B-4E7A-A5E4-48D10CBFE92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CABCF57-B4E5-4DDA-8DFF-2AC9E1CF2A8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CFD0B0C-749E-4CC1-8B28-0626C68FF29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74FB54-B720-4746-8DAC-34D7877AAF1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AEBAB49-CD7D-46D2-BC03-430DBF9A2EF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9752735-7890-430C-A887-842635C3798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31AB119-604E-4FDB-8770-7CA4010F9C6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brackets to change the order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318FC9D-5907-48C4-8753-32ED178FA34B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A7299B8-39E7-4456-956A-135CABE7D540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20.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F290DFD-22EF-41AD-8BCE-7E03CBBCD95E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13244E-0935-4032-97F4-4ACDA7EA3522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by estimating or comparing with an equivalent expression.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C33E7D8-1A7E-4AFD-82DF-557D7406FEE5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24382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32698E4-9796-4FE8-BBF0-EC482BEFCA1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4C28294-74C0-42EA-B5C2-49FD46AAC04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3303DF7-3064-4097-A9E5-0B4D92F7904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339BDC4-2B70-44D8-A924-E664C582490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FDA90CD-DFAC-4972-B886-DAFC1375B4F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F6BE51-948A-4C9A-B01E-C3CF6610698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D0C5CF9-9287-4798-A093-A5790CC6CF2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02436F7-8596-4CB0-B319-1284050C958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F734F4-F6F7-492A-A525-7E6B0EA8967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brackets to change the order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567B9A3-B108-4D11-96A8-E38F8ADE3BF6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(75 - 27) x 6.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2D3A84E-D208-46E6-B05B-56577673CC31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4BAD5DF-8274-4A0B-8C18-B57A0571651A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98A54C1-9BDD-4B31-91DC-9D8871D0805E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2855B7-A8C1-4AE2-BD92-07322485C540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F092E6A-1578-4D2C-877D-C7C5D69EAEC5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288.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89403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92E30693-EB9E-45F1-BB7A-4E8883F6523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2C91B7-5367-4BFA-A908-ED69611ACE0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0DF20F1-9236-4376-868C-326FACD67E6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87DD7C7-E1CB-476A-A32F-9A00D9DFCE7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981E3A8-FCAE-412E-B0F6-4E5DB16C962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142B9D-D6CF-4DC7-B67F-7A088823A56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D8B019-8B71-494D-AA7F-607DB448C5F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30669E-3B69-4DE9-8975-AE294D00E5A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1895C8B-5E78-4AC2-A614-6A863C7940E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brackets to change the order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5DAE6F2E-36F2-4C81-845E-6960E78A6C9B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05901C-B110-42BE-B027-38B4D5ACB86B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ignores brackets because division normally comes first.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54D170A-A0D1-42BF-8FD0-652D819F9E6B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D3FB04-A1AF-4CF3-84D7-7381EDA3791A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6420C28-0914-48E0-8392-774525374D60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Brackets override the usual priority and must be completed first.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31030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4112EE18-8DCF-435A-9BBF-22D582F170B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A31A65-9EAD-4B59-97BB-4097C922BAE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D43DDDD-09FB-4779-A38A-9FCF8393951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F8F9C5A-C3BC-4C6A-83FA-63C83EBF9EC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5785C8-A89F-41EA-BA93-9086158B0F3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E433C1-0C47-44FD-BC15-F34C4639251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1754321-ACF7-4CC0-BA35-7BD94E28BEA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2D50FB4-F28D-44F0-B8D6-3982E322B89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0AE7197-FD3C-400A-B6CC-2454F167345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brackets to change the order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C0632C3-3584-40E9-9848-43FB871F9A11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885AFC1-F88E-4EE3-8330-610F88067B02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AFEA3D6-E4F8-4A5A-BAE4-D03A1D464199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A19354A-D434-480B-B762-155619C47D6E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(75 - 27) x 6.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4F0D4DB-F145-4F7D-9601-B5DEDEC8E00D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C1E3000-578E-4EF0-85ED-3CD50B2FA9FC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FD455D3-AF51-4E6E-9162-1A264B816F4D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D3D61EF-2C87-463F-8CAE-6EFD1AC3761D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51A9AAE-BC78-4E58-9DB6-CB02E1E4540E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3B99E11-6BFB-4553-B438-380224AA2AE8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7200DD0-977E-4591-93FC-A92EC7E08E3F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3A23C85-1CDF-4E1C-AF32-2651BB096297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288.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934D05-9415-475A-9876-A0CBD38BF02C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917349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54DB0613-7C73-44B6-9599-3BC2EDB377A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3AE4F65-3F60-468F-A246-3EB0B3F0C0B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B0569F5-4098-4AE7-8BB2-582361B3C7E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094C133-E597-4555-BD49-49E12D86FA7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C8CD6EC-0FBB-4428-9194-839B52AF2A7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F9E66F-AE80-4D31-B5CA-F06C42528DA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7C4A77-58DB-48F3-97F4-BA4ED7A6F50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2F0032-18CB-40FC-B79E-B8A717CD675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B533E75-BD4F-46E2-860D-70E594EEF11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brackets to change the order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1B35431-4832-49F3-A8A6-4806F20A43AD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D94FBC3-39FF-4940-85A1-80E7C531E804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21374C1-6C6E-46C5-BB10-EEFBFD515A2C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C4B843-067A-44AA-8E06-F2CBAB4DBFC1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16 + 8 x 5 with (16 + 8) x 5.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1847656-49C3-4AF3-9F3F-F8EE4966CAB9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3FB9BB4-1DF3-4AE6-B49B-CE9D6EF07D42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BF5372D-8037-410F-9DAB-58DDBA5483D9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A9B6197-5899-44F4-AE23-761A475535D8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3AE119A-CFE8-4A3D-AC45-083EAFC3E1A2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A9E40334-6DBA-42EA-9047-7963AD6DEB33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3AE6A13-EA59-490C-BD5A-B71C89A9F0FF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FBC5F5D-6F2C-4A2D-BF30-792099241716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62542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5CD2229D-4431-4134-9AC9-3D5E4B39ED3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EBF20BA-5184-49CC-8A22-4F2EFDB96AA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92178E8-452E-42A8-AB12-0BFF5B322B7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46B6C4C-9A74-4095-B45D-B838F5A677D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D84652-E38A-4BBD-9259-39824A380F3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32FB86E-6B93-4C0B-8757-0501AF5F9FA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13CAFF-AF82-45EF-98CE-806CB22CA23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A372971-36DD-4448-8534-7FBC7FD8A5F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BF00AD1-2B80-4B4D-B535-49B46BE4486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brackets to change the order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4284637-162F-463D-85CD-B5727033962D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Place one pair of brackets in 100 - 20 / 4 + 1 to make the answer 21.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D994CAC-8AF7-4803-94B6-EC0AEF602336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1C56A05-013B-40E9-9C0C-4760AED94975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6FCBED2-D15E-46DB-8848-5C149E612F26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(100 - 20) / 4 + 1 = 21.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63143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390ABB86-F345-49BD-BBBE-32DE1DF4DE8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2C1F2E7-F2D1-4B37-88F3-0C3E2B2AA87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9D4087E-FDF6-4FBC-8635-18FD6AC4F21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FCD4BB5-4CE6-45B5-B1B0-AACC319759E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B5DA2A-4489-4EC9-89D8-0790EF9C45F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7EA5502-CB81-42F0-8DFD-93907233143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096D1C-3EDF-4107-BB35-7BEA3A145D5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3C6D405-0C19-456D-A590-461D9F25411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75437DA-F252-46A6-A967-CCCA9F08126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brackets to change the order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11654BF-B49D-467F-BEEC-489A5C012814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844352D-C77A-49E9-89FB-21C91472F978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7454063-D688-4148-8288-32E316112C15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16 + 8 x 5 with (16 + 8) x 5.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5B2E850-B41E-41E0-B325-9BEDCD5A4CF6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EB5CED-CF4D-44F9-803D-32F6A5BB3266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4FB4CB2-D723-4D68-AC5C-7D7FC9980A3E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409F49D-3554-4A37-8832-331543474D45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56 and 120.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31A8D65-330D-4193-A2D9-F53E4A4F56B4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EA18E55-C7BF-414A-836B-A3B8E57E61F8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955532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A548015D-09E0-46C3-B69F-8B83DB9B726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9E63891-CFE1-4E1A-AFD3-FA4ECFDAB52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71661B9-A058-4AA5-9F1F-23D52AEE8D8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895C050-39AC-46DF-A846-B5B274D53AC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AC5026-9822-42B3-9F28-A6F8868E408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A34B328-448B-4B9D-AAF5-1BE21975DD5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7E8CA0-7D70-4DE6-917E-AF51460FA9A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B3C1ECC-B488-4C07-8E9C-56A2275E934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4061E6-83B2-41AC-959E-68ACECBC482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brackets to change the order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5891AF6-CDB6-4384-A2C3-A2BA34CA8959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F5460C7-656C-4930-AE52-BB76FAC3D487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E7CFFC7-0562-4F64-9535-126E0B83FF94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FEC46FB-1A0F-4FA3-BC16-01FB657C687C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16 + 8 x 5 with (16 + 8) x 5.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8CBADEE-4ABA-4F40-88CF-6FD698B44557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34C64C6-4AC1-4324-836D-5A528DB1E8EF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9ADF13D-0A04-4168-806C-69C8AAFC5198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BFB8292-F7DC-46F3-8031-A57338BFACE8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ignores brackets because division normally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7F2E02C-8C9F-4ADB-944E-753CD1D19D85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D351ADD-EE9B-4F7B-9D08-E3346850D43C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499F73D-62D7-43A6-9330-84BF866C39D1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0F812C9-7A09-45BE-BDB0-8D4A340DDF1A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5FF6C22-B30C-411E-AF6A-0CC49BC1560A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654119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1145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2026-09-09T10:56:32Z</dcterms:created>
  <dcterms:modified xsi:type="dcterms:W3CDTF">2026-09-09T11:06:01Z</dcterms:modified>
</cp:coreProperties>
</file>