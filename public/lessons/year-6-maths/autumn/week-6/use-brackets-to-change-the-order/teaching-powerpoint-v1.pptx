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Use brackets to change the order.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I do.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You do. Pause before clicking. Let pupils try independently, then reveal and discuss every step.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I do.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You do. Pause before clicking. Let pupils try independently, then reveal and discuss every step.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brackets to change the order.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7636C87E-6196-4405-9475-3CBC282F2201}"/>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Use brackets to change the order</a:t>
            </a:r>
          </a:p>
        </p:txBody>
      </p:sp>
      <p:sp>
        <p:nvSpPr>
          <p:cNvPr id="2" name="object-2">
            <a:extLst>
              <a:ext uri="{FF2B5EF4-FFF2-40B4-BE49-F238E27FC236}">
                <a16:creationId xmlns:a16="http://schemas.microsoft.com/office/drawing/2014/main" id="{79929752-CFE9-4CA7-A69E-8B1C7C0F102A}"/>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67B0DAA2-0FA0-4C09-AE86-795B7E300308}"/>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5F85EEB-ED63-49C6-BFDB-352C0E194D7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5" name="object-5">
            <a:extLst>
              <a:ext uri="{FF2B5EF4-FFF2-40B4-BE49-F238E27FC236}">
                <a16:creationId xmlns:a16="http://schemas.microsoft.com/office/drawing/2014/main" id="{D756E81C-85D6-4D1A-804C-5FA5FFA9AE2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C918B1F2-FC53-4F9F-8C05-21A608103C87}"/>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calculate expressions containing brackets.</a:t>
            </a:r>
          </a:p>
        </p:txBody>
      </p:sp>
    </p:spTree>
    <p:extLst>
      <p:ext uri="{BB962C8B-B14F-4D97-AF65-F5344CB8AC3E}">
        <p14:creationId xmlns:p14="http://schemas.microsoft.com/office/powerpoint/2010/main" val="6000698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D8B4E1DE-2B6A-41CE-A93E-9D0790D380E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1207DCC3-A12C-48AD-A56D-FC41975BA77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240 ÷ (8 + 4).</a:t>
            </a:r>
          </a:p>
        </p:txBody>
      </p:sp>
      <p:sp>
        <p:nvSpPr>
          <p:cNvPr id="3" name="object-3">
            <a:extLst>
              <a:ext uri="{FF2B5EF4-FFF2-40B4-BE49-F238E27FC236}">
                <a16:creationId xmlns:a16="http://schemas.microsoft.com/office/drawing/2014/main" id="{107A85BC-357A-4FA8-84A6-6D8726D6EA0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86AC720-F36C-4033-A9FE-8B16BB58D95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5" name="object-5">
            <a:extLst>
              <a:ext uri="{FF2B5EF4-FFF2-40B4-BE49-F238E27FC236}">
                <a16:creationId xmlns:a16="http://schemas.microsoft.com/office/drawing/2014/main" id="{5380D2C6-8AF6-44C9-B150-2BECA38937C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61C37246-8251-495B-B9E4-287D5AC5C5EE}"/>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8 + 4 =</a:t>
            </a:r>
          </a:p>
        </p:txBody>
      </p:sp>
      <p:sp>
        <p:nvSpPr>
          <p:cNvPr id="7" name="object-7">
            <a:extLst>
              <a:ext uri="{FF2B5EF4-FFF2-40B4-BE49-F238E27FC236}">
                <a16:creationId xmlns:a16="http://schemas.microsoft.com/office/drawing/2014/main" id="{4465806D-8B3B-45B6-AE13-60F35A3EA785}"/>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12</a:t>
            </a:r>
          </a:p>
        </p:txBody>
      </p:sp>
      <p:sp>
        <p:nvSpPr>
          <p:cNvPr id="8" name="object-8">
            <a:extLst>
              <a:ext uri="{FF2B5EF4-FFF2-40B4-BE49-F238E27FC236}">
                <a16:creationId xmlns:a16="http://schemas.microsoft.com/office/drawing/2014/main" id="{FCA7C4D0-033D-42C0-B35D-CE314F8FFFBE}"/>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240 ÷ 12 =</a:t>
            </a:r>
          </a:p>
        </p:txBody>
      </p:sp>
      <p:sp>
        <p:nvSpPr>
          <p:cNvPr id="9" name="object-9">
            <a:extLst>
              <a:ext uri="{FF2B5EF4-FFF2-40B4-BE49-F238E27FC236}">
                <a16:creationId xmlns:a16="http://schemas.microsoft.com/office/drawing/2014/main" id="{1AE5C4E1-7DF5-47B8-89B1-0DF0D452900D}"/>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20</a:t>
            </a:r>
          </a:p>
        </p:txBody>
      </p:sp>
    </p:spTree>
    <p:extLst>
      <p:ext uri="{BB962C8B-B14F-4D97-AF65-F5344CB8AC3E}">
        <p14:creationId xmlns:p14="http://schemas.microsoft.com/office/powerpoint/2010/main" val="603078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4D48C816-834C-410F-B6C2-D12B88074F1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743C87D-7BF7-4FE5-A491-BBFE5F58652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DD1FE17-2647-4546-A19D-AE863099156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252 ÷ (8 + 4).</a:t>
            </a:r>
          </a:p>
        </p:txBody>
      </p:sp>
      <p:sp>
        <p:nvSpPr>
          <p:cNvPr id="4" name="object-4">
            <a:extLst>
              <a:ext uri="{FF2B5EF4-FFF2-40B4-BE49-F238E27FC236}">
                <a16:creationId xmlns:a16="http://schemas.microsoft.com/office/drawing/2014/main" id="{2190B93F-ED64-4533-938D-ED6CD072A3A8}"/>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EAFD618-0B30-4068-8201-177B9A29246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6" name="object-6">
            <a:extLst>
              <a:ext uri="{FF2B5EF4-FFF2-40B4-BE49-F238E27FC236}">
                <a16:creationId xmlns:a16="http://schemas.microsoft.com/office/drawing/2014/main" id="{448BD937-3E36-459F-A0A4-79DBE649A83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5F1895A0-8017-4C5F-9FCF-407AFC9A2A3A}"/>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8 + 4 =</a:t>
            </a:r>
          </a:p>
        </p:txBody>
      </p:sp>
      <p:sp>
        <p:nvSpPr>
          <p:cNvPr id="8" name="object-8">
            <a:extLst>
              <a:ext uri="{FF2B5EF4-FFF2-40B4-BE49-F238E27FC236}">
                <a16:creationId xmlns:a16="http://schemas.microsoft.com/office/drawing/2014/main" id="{46978BAD-2F36-4D9F-814D-61E02C8EBF40}"/>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12</a:t>
            </a:r>
          </a:p>
        </p:txBody>
      </p:sp>
      <p:sp>
        <p:nvSpPr>
          <p:cNvPr id="9" name="object-9">
            <a:extLst>
              <a:ext uri="{FF2B5EF4-FFF2-40B4-BE49-F238E27FC236}">
                <a16:creationId xmlns:a16="http://schemas.microsoft.com/office/drawing/2014/main" id="{B4DE6BF6-8A64-49EA-8068-6DB6395E8130}"/>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252 ÷ 12 =</a:t>
            </a:r>
          </a:p>
        </p:txBody>
      </p:sp>
      <p:sp>
        <p:nvSpPr>
          <p:cNvPr id="10" name="object-10">
            <a:extLst>
              <a:ext uri="{FF2B5EF4-FFF2-40B4-BE49-F238E27FC236}">
                <a16:creationId xmlns:a16="http://schemas.microsoft.com/office/drawing/2014/main" id="{A4BB7619-8CDA-4E2E-99D1-FD3DA83DBB61}"/>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21</a:t>
            </a:r>
          </a:p>
        </p:txBody>
      </p:sp>
    </p:spTree>
    <p:extLst>
      <p:ext uri="{BB962C8B-B14F-4D97-AF65-F5344CB8AC3E}">
        <p14:creationId xmlns:p14="http://schemas.microsoft.com/office/powerpoint/2010/main" val="395895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6B423BA7-3A84-43D4-8882-5E3BF59B3CF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A5EF10CD-E219-498C-AD5C-3D589C1EA8D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264 ÷ (8 + 4).</a:t>
            </a:r>
          </a:p>
        </p:txBody>
      </p:sp>
      <p:sp>
        <p:nvSpPr>
          <p:cNvPr id="3" name="object-3">
            <a:extLst>
              <a:ext uri="{FF2B5EF4-FFF2-40B4-BE49-F238E27FC236}">
                <a16:creationId xmlns:a16="http://schemas.microsoft.com/office/drawing/2014/main" id="{80C29B34-48D0-4B2E-947D-9435B5B938E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2614E33-CABD-4D64-98BA-283F3DF225A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5" name="object-5">
            <a:extLst>
              <a:ext uri="{FF2B5EF4-FFF2-40B4-BE49-F238E27FC236}">
                <a16:creationId xmlns:a16="http://schemas.microsoft.com/office/drawing/2014/main" id="{1B632C1D-123E-48C0-B1EA-61DF14D5268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5312172F-0C8D-42C6-9583-F0C9B8029C6D}"/>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8 + 4 =</a:t>
            </a:r>
          </a:p>
        </p:txBody>
      </p:sp>
      <p:sp>
        <p:nvSpPr>
          <p:cNvPr id="7" name="object-7">
            <a:extLst>
              <a:ext uri="{FF2B5EF4-FFF2-40B4-BE49-F238E27FC236}">
                <a16:creationId xmlns:a16="http://schemas.microsoft.com/office/drawing/2014/main" id="{39355190-D7E3-4EE6-A02B-612111BC5B4E}"/>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12</a:t>
            </a:r>
          </a:p>
        </p:txBody>
      </p:sp>
      <p:sp>
        <p:nvSpPr>
          <p:cNvPr id="8" name="object-8">
            <a:extLst>
              <a:ext uri="{FF2B5EF4-FFF2-40B4-BE49-F238E27FC236}">
                <a16:creationId xmlns:a16="http://schemas.microsoft.com/office/drawing/2014/main" id="{B979B711-A1E2-44D0-A429-14557D0DCA91}"/>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264 ÷ 12 =</a:t>
            </a:r>
          </a:p>
        </p:txBody>
      </p:sp>
      <p:sp>
        <p:nvSpPr>
          <p:cNvPr id="9" name="object-9">
            <a:extLst>
              <a:ext uri="{FF2B5EF4-FFF2-40B4-BE49-F238E27FC236}">
                <a16:creationId xmlns:a16="http://schemas.microsoft.com/office/drawing/2014/main" id="{5C188124-C094-4588-BD35-43F05F03CEDD}"/>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22</a:t>
            </a:r>
          </a:p>
        </p:txBody>
      </p:sp>
    </p:spTree>
    <p:extLst>
      <p:ext uri="{BB962C8B-B14F-4D97-AF65-F5344CB8AC3E}">
        <p14:creationId xmlns:p14="http://schemas.microsoft.com/office/powerpoint/2010/main" val="1978319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FBE4C90B-B73A-4338-8C3C-7CFD0BCD2BA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E38252A-8D27-47C0-A8F0-6C4FF3550B3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DB63259-763E-4E09-9FA0-4626169A69F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276 ÷ (8 + 4).</a:t>
            </a:r>
          </a:p>
        </p:txBody>
      </p:sp>
      <p:sp>
        <p:nvSpPr>
          <p:cNvPr id="4" name="object-4">
            <a:extLst>
              <a:ext uri="{FF2B5EF4-FFF2-40B4-BE49-F238E27FC236}">
                <a16:creationId xmlns:a16="http://schemas.microsoft.com/office/drawing/2014/main" id="{11271A1F-72CC-445C-990D-1C9A8347204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C61A18D4-F90A-4C84-8A93-8A12B28B114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6" name="object-6">
            <a:extLst>
              <a:ext uri="{FF2B5EF4-FFF2-40B4-BE49-F238E27FC236}">
                <a16:creationId xmlns:a16="http://schemas.microsoft.com/office/drawing/2014/main" id="{A57D39A8-A94D-44BB-B913-43E8C15C0E4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B23A6FEC-7600-436C-BE18-2F9C4CEC2381}"/>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8 + 4 =</a:t>
            </a:r>
          </a:p>
        </p:txBody>
      </p:sp>
      <p:sp>
        <p:nvSpPr>
          <p:cNvPr id="8" name="object-8">
            <a:extLst>
              <a:ext uri="{FF2B5EF4-FFF2-40B4-BE49-F238E27FC236}">
                <a16:creationId xmlns:a16="http://schemas.microsoft.com/office/drawing/2014/main" id="{EF60EA5F-3F45-4018-82C3-895F1E7A050C}"/>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12</a:t>
            </a:r>
          </a:p>
        </p:txBody>
      </p:sp>
      <p:sp>
        <p:nvSpPr>
          <p:cNvPr id="9" name="object-9">
            <a:extLst>
              <a:ext uri="{FF2B5EF4-FFF2-40B4-BE49-F238E27FC236}">
                <a16:creationId xmlns:a16="http://schemas.microsoft.com/office/drawing/2014/main" id="{0EE2CF4C-8D85-426C-BC29-4B4CC84BE20F}"/>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276 ÷ 12 =</a:t>
            </a:r>
          </a:p>
        </p:txBody>
      </p:sp>
      <p:sp>
        <p:nvSpPr>
          <p:cNvPr id="10" name="object-10">
            <a:extLst>
              <a:ext uri="{FF2B5EF4-FFF2-40B4-BE49-F238E27FC236}">
                <a16:creationId xmlns:a16="http://schemas.microsoft.com/office/drawing/2014/main" id="{F74FF787-90A2-4F5E-A4D4-225C4F01C014}"/>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23</a:t>
            </a:r>
          </a:p>
        </p:txBody>
      </p:sp>
    </p:spTree>
    <p:extLst>
      <p:ext uri="{BB962C8B-B14F-4D97-AF65-F5344CB8AC3E}">
        <p14:creationId xmlns:p14="http://schemas.microsoft.com/office/powerpoint/2010/main" val="1305821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2609A3D9-019F-40DA-A761-C05E647BA12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EA50B5F-BAEC-42BE-8A37-6F939BAD341D}"/>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C47A68B-D33F-4E45-BB48-E9FF45613F5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33069FC7-19AE-409E-9129-D5543B6E6DAA}"/>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EC6A5167-C1F5-40C3-8B98-906A5E6062A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6" name="object-6">
            <a:extLst>
              <a:ext uri="{FF2B5EF4-FFF2-40B4-BE49-F238E27FC236}">
                <a16:creationId xmlns:a16="http://schemas.microsoft.com/office/drawing/2014/main" id="{956702F8-4F91-4D32-B2D2-AA9C339343D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3FEAEE53-5D15-474A-82B1-FAF037C4F515}"/>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1D5F5C91-5070-4A86-BA1E-8D299551EBF1}"/>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240 / (8 + 4).</a:t>
            </a:r>
          </a:p>
        </p:txBody>
      </p:sp>
      <p:sp>
        <p:nvSpPr>
          <p:cNvPr id="9" name="object-9">
            <a:extLst>
              <a:ext uri="{FF2B5EF4-FFF2-40B4-BE49-F238E27FC236}">
                <a16:creationId xmlns:a16="http://schemas.microsoft.com/office/drawing/2014/main" id="{74C3B4B8-88C3-4277-BBBB-E363471EAC35}"/>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B83E2842-8DAA-4DC3-8A5D-2CD80B3AAD7D}"/>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(75 - 27) x 6.</a:t>
            </a:r>
          </a:p>
        </p:txBody>
      </p:sp>
      <p:sp>
        <p:nvSpPr>
          <p:cNvPr id="11" name="object-11">
            <a:extLst>
              <a:ext uri="{FF2B5EF4-FFF2-40B4-BE49-F238E27FC236}">
                <a16:creationId xmlns:a16="http://schemas.microsoft.com/office/drawing/2014/main" id="{8FC4558A-ABB7-48F4-B802-38AB84B6CC36}"/>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44042A91-653C-4A00-9713-6F8D17069FC2}"/>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Compare 16 + 8 x 5 with (16 + 8) x 5.</a:t>
            </a:r>
          </a:p>
        </p:txBody>
      </p:sp>
      <p:sp>
        <p:nvSpPr>
          <p:cNvPr id="13" name="object-13">
            <a:extLst>
              <a:ext uri="{FF2B5EF4-FFF2-40B4-BE49-F238E27FC236}">
                <a16:creationId xmlns:a16="http://schemas.microsoft.com/office/drawing/2014/main" id="{6C3AF525-4600-4F68-87AF-A7EBD9A4A6FC}"/>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B0E7B4E8-2AF8-43BA-902E-0C39852BE7D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Calculate 240 / (8 + 4).</a:t>
            </a:r>
          </a:p>
        </p:txBody>
      </p:sp>
      <p:sp>
        <p:nvSpPr>
          <p:cNvPr id="15" name="object-15">
            <a:extLst>
              <a:ext uri="{FF2B5EF4-FFF2-40B4-BE49-F238E27FC236}">
                <a16:creationId xmlns:a16="http://schemas.microsoft.com/office/drawing/2014/main" id="{D911CDD8-9327-4271-BD62-F7362D563C1A}"/>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EB178C9B-5D6C-4E8B-A94D-D6021D9FC49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(75 - 27) x 6.</a:t>
            </a:r>
          </a:p>
        </p:txBody>
      </p:sp>
      <p:sp>
        <p:nvSpPr>
          <p:cNvPr id="17" name="object-17">
            <a:extLst>
              <a:ext uri="{FF2B5EF4-FFF2-40B4-BE49-F238E27FC236}">
                <a16:creationId xmlns:a16="http://schemas.microsoft.com/office/drawing/2014/main" id="{8BFA2334-0A41-4591-9F3E-D85758422DF9}"/>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555246E0-EFCB-4E6D-B157-3104C73B27F5}"/>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Compare 16 + 8 x 5 with (16 + 8) x 5.</a:t>
            </a:r>
          </a:p>
        </p:txBody>
      </p:sp>
      <p:sp>
        <p:nvSpPr>
          <p:cNvPr id="19" name="object-19">
            <a:extLst>
              <a:ext uri="{FF2B5EF4-FFF2-40B4-BE49-F238E27FC236}">
                <a16:creationId xmlns:a16="http://schemas.microsoft.com/office/drawing/2014/main" id="{5092E7BC-9353-419E-81B4-F1978DDFC6B9}"/>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E6B11374-F5A5-44ED-AEE4-139B9E5FD6DD}"/>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Place one pair of brackets in 100 - 20 / 4 + 1 to make the answer 21.</a:t>
            </a:r>
          </a:p>
        </p:txBody>
      </p:sp>
      <p:sp>
        <p:nvSpPr>
          <p:cNvPr id="21" name="object-21">
            <a:extLst>
              <a:ext uri="{FF2B5EF4-FFF2-40B4-BE49-F238E27FC236}">
                <a16:creationId xmlns:a16="http://schemas.microsoft.com/office/drawing/2014/main" id="{9FB198BE-DB5E-41EC-9048-BD93EE05A3D0}"/>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EB60CCD7-9169-463C-969C-B5730892C1B3}"/>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ignores brackets because division normally comes first.</a:t>
            </a:r>
          </a:p>
        </p:txBody>
      </p:sp>
      <p:sp>
        <p:nvSpPr>
          <p:cNvPr id="23" name="object-23">
            <a:extLst>
              <a:ext uri="{FF2B5EF4-FFF2-40B4-BE49-F238E27FC236}">
                <a16:creationId xmlns:a16="http://schemas.microsoft.com/office/drawing/2014/main" id="{3CE3BE66-2617-4768-BC2A-0A6EAE55C90A}"/>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49474ABB-A9FA-4937-A0BE-5E225F8C76C6}"/>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473144C1-22B0-4E47-9FE9-34CF6AB6F41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E8035D5C-1D68-48DD-96B0-1D4D185240E3}"/>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Compare 16 + 8 x 5 with (16 + 8) x 5.</a:t>
            </a:r>
          </a:p>
        </p:txBody>
      </p:sp>
    </p:spTree>
    <p:extLst>
      <p:ext uri="{BB962C8B-B14F-4D97-AF65-F5344CB8AC3E}">
        <p14:creationId xmlns:p14="http://schemas.microsoft.com/office/powerpoint/2010/main" val="718514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B9C3BDB2-ACC1-4C1D-80FB-2A7AE330595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2814BB03-D1B0-4BFC-AEB0-FE01F99C10A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4B3BBB56-A745-4171-8E9A-8E630594C13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FC48294-B44E-497E-A94B-76537330DDF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brackets to change the order</a:t>
            </a:r>
          </a:p>
        </p:txBody>
      </p:sp>
      <p:sp>
        <p:nvSpPr>
          <p:cNvPr id="5" name="object-5">
            <a:extLst>
              <a:ext uri="{FF2B5EF4-FFF2-40B4-BE49-F238E27FC236}">
                <a16:creationId xmlns:a16="http://schemas.microsoft.com/office/drawing/2014/main" id="{4272CEC0-48CC-4ADB-AE35-23CC4B68FF9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01111AF8-43E3-462D-BFA5-C625352311BD}"/>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04B9A201-7E0F-4642-866A-E3436DB9F55D}"/>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20.</a:t>
            </a:r>
          </a:p>
        </p:txBody>
      </p:sp>
      <p:sp>
        <p:nvSpPr>
          <p:cNvPr id="8" name="object-8">
            <a:extLst>
              <a:ext uri="{FF2B5EF4-FFF2-40B4-BE49-F238E27FC236}">
                <a16:creationId xmlns:a16="http://schemas.microsoft.com/office/drawing/2014/main" id="{3005DCDB-8502-43D4-A1DB-8266E356CA36}"/>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327D6E69-D6B2-48B4-9E7A-DA7214D397C1}"/>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288.</a:t>
            </a:r>
          </a:p>
        </p:txBody>
      </p:sp>
      <p:sp>
        <p:nvSpPr>
          <p:cNvPr id="10" name="object-10">
            <a:extLst>
              <a:ext uri="{FF2B5EF4-FFF2-40B4-BE49-F238E27FC236}">
                <a16:creationId xmlns:a16="http://schemas.microsoft.com/office/drawing/2014/main" id="{AF567B40-3F35-4873-AB2C-36ACF7C51F3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14004403-DAC3-4B2F-A5AA-CAB5035DD26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56 and 120.</a:t>
            </a:r>
          </a:p>
        </p:txBody>
      </p:sp>
      <p:sp>
        <p:nvSpPr>
          <p:cNvPr id="12" name="object-12">
            <a:extLst>
              <a:ext uri="{FF2B5EF4-FFF2-40B4-BE49-F238E27FC236}">
                <a16:creationId xmlns:a16="http://schemas.microsoft.com/office/drawing/2014/main" id="{B6F95C7C-7A10-4C20-AD34-319AC58F8B6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7021270C-4458-42D8-B62F-A66FD7391077}"/>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20.</a:t>
            </a:r>
          </a:p>
        </p:txBody>
      </p:sp>
      <p:sp>
        <p:nvSpPr>
          <p:cNvPr id="14" name="object-14">
            <a:extLst>
              <a:ext uri="{FF2B5EF4-FFF2-40B4-BE49-F238E27FC236}">
                <a16:creationId xmlns:a16="http://schemas.microsoft.com/office/drawing/2014/main" id="{183277F7-0F63-4C5C-881A-F6CD1C8A866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27D9FB47-045B-459F-A0EA-910A840C73DC}"/>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288. Method or representation may vary.</a:t>
            </a:r>
          </a:p>
        </p:txBody>
      </p:sp>
      <p:sp>
        <p:nvSpPr>
          <p:cNvPr id="16" name="object-16">
            <a:extLst>
              <a:ext uri="{FF2B5EF4-FFF2-40B4-BE49-F238E27FC236}">
                <a16:creationId xmlns:a16="http://schemas.microsoft.com/office/drawing/2014/main" id="{901F5F8F-0C14-4374-9833-9BEB921F3EA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B363D929-C599-4CE0-A48E-049B9DEF3B80}"/>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56 and 120. A valid check must be shown.</a:t>
            </a:r>
          </a:p>
        </p:txBody>
      </p:sp>
      <p:sp>
        <p:nvSpPr>
          <p:cNvPr id="18" name="object-18">
            <a:extLst>
              <a:ext uri="{FF2B5EF4-FFF2-40B4-BE49-F238E27FC236}">
                <a16:creationId xmlns:a16="http://schemas.microsoft.com/office/drawing/2014/main" id="{6E83E5AB-8B63-4DDA-B12E-ECE34AFCDD05}"/>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24291F0E-1DF7-4430-8588-E02C499E2793}"/>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(100 - 20) / 4 + 1 = 21.</a:t>
            </a:r>
          </a:p>
        </p:txBody>
      </p:sp>
      <p:sp>
        <p:nvSpPr>
          <p:cNvPr id="20" name="object-20">
            <a:extLst>
              <a:ext uri="{FF2B5EF4-FFF2-40B4-BE49-F238E27FC236}">
                <a16:creationId xmlns:a16="http://schemas.microsoft.com/office/drawing/2014/main" id="{D95E2531-5926-4D2D-A6C9-60EA7895EB15}"/>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57A964FA-850D-47DF-AF98-84AC31059D3B}"/>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Brackets override the usual priority and must be completed first.</a:t>
            </a:r>
          </a:p>
        </p:txBody>
      </p:sp>
      <p:sp>
        <p:nvSpPr>
          <p:cNvPr id="22" name="object-22">
            <a:extLst>
              <a:ext uri="{FF2B5EF4-FFF2-40B4-BE49-F238E27FC236}">
                <a16:creationId xmlns:a16="http://schemas.microsoft.com/office/drawing/2014/main" id="{65184C64-38F3-46A4-82FD-6D48DB3BCA3F}"/>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ADD85781-B537-4E7C-937A-1B089239913C}"/>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C2C6E998-9AC8-4CBA-85C3-97B57C95B3C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6FE9D7FE-3E69-46C2-9426-F038016E2694}"/>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89001641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953</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2026-09-14T13:14:17Z</dcterms:created>
  <dcterms:modified xsi:type="dcterms:W3CDTF">2026-09-14T13:18:37Z</dcterms:modified>
</cp:coreProperties>
</file>