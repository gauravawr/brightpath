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288. | Identify brackets and multiplication or division before calculating. |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240 / (8 + 4). Answer: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288..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56 and 120..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(100 - 20) / 4 + 1 =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(75 - 27) x 6. Expected: Compare 16 + 8 x 5 with (16 + 8) x 5. Higher: Place one pair of brackets in 100 - 20 / 4 + 1 to make the answer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56 and 120. | Brackets override the usual priority and must be completed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282BB20-FFAE-4C55-95A2-01FDF756AF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F23A82-4313-4A66-9801-484C1815326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2A56937-8BAF-45E4-9ADA-DD102D5C1B0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72F28E-E771-4F6A-A30F-DFC52ED046A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1CB37-1A5A-4846-9758-196E943625C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39391D-2B1D-4335-A3E3-EF113E95855C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0D317C-C56E-43D3-AB4E-77B28DC3E81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02504E-2AD6-4D85-8691-F10246949AC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825474-AB7D-4A52-B240-60E7B3B4C021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A1D2FB-20B7-4A8B-BA6F-415316DDBE1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68E30-30F9-4D7B-A613-E948F96CE0E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7EA0A1-931E-4252-A558-5F8D70243F2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49384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F88E571-EBC1-4FA0-9569-F1BD5980CC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16AA33-C7CA-48B4-B5F7-DB28B625D31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FC1590-0E02-425D-9C4C-8BCAD8EAAD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9ACC17-F5E6-4046-9B94-90C8EE86FE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20A663-A345-4372-96A2-B8311612804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C64629-E291-4BA0-B162-F6355674AC8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5D0D20-AFE8-40A4-8045-B9FC951F2F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566EDB-492D-455E-AC1D-19398C24CE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E1E46-3E1C-40A8-8946-77382313079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236C90-8EB0-4763-96F6-74DFC18B9DB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4AAB207-7D44-4A25-A681-DBB328728BD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0A786CF-DBF0-4770-9066-8F3D8BB0C55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819531-6380-4833-A03B-1AF1504DB35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281D2E-44C7-4D62-853E-875424D828F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3BA3DCC-80FF-497D-8BE6-C2C4B5E0FD2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9E6217-213F-4644-BC1D-50D3598E821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3C3F55-D6E7-4E33-B43A-C42B19B1A6B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B7BE61-54F8-4CE9-BB20-C0F625B890B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A4541A7-2DEC-4B2D-8FFF-17B986C33C7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FD35525-ECE6-42EB-B601-D311C642B94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E653D-D062-41E4-B4BC-86CE1C61E08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FA7190-C8E3-4FBA-BCF2-E775D903EBF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240 / (8 + 4).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F99D80-98A8-44C3-9DC6-9A3CE21B8DC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30610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0386A68-667F-4254-98D3-FA27EA5182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FA5470-9E21-4806-948E-08FE47B1CC5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21049-2551-4C15-85B0-88A32A6B25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F5ECA3-8E96-4597-843F-1596163130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30086D-0117-4069-AC26-CCE5BBF6DD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065427-93BB-4911-87B6-E87FBF22BB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30854A-3E8A-475B-9D65-21018F3CE6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2F6D48-AB1F-4A34-92CD-08D7F2E97D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14D4F-26FD-433F-BF7E-A47D3255BA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84CD3E-A44F-464F-B0E7-ADF9E98236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3FAEC0-B280-4A11-8652-EB24A9E2C50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51288-30D2-415D-82FB-5403067D671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13B930-D15A-4596-9858-2B0B35AF1243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CAF704-818E-4DEB-9A29-B5D89CEFD683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DB3592-5062-47C1-BA1D-6D656F6B7C3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6225E-5128-4CD7-833D-3A9DD41BFCF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97585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39C8931-C279-4073-8BC3-0E8C8EEB1C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8F292F-3C3A-46C1-AC57-DC5B6492D60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411C51-3D7B-4891-9A21-257C1B96D1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B5F9B2-F2A9-4A3D-8FAE-1C29379219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8C479A-35B1-4A39-9ED7-966B16100A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419E7C-464F-4E66-BFE7-90BA1FC3EBF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E3FB1-49BF-4EF5-BD01-A1EE1FD04E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C61EA9-ED37-41AE-9F92-ABC59044A4C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CE48E5-CCFC-4191-88CF-C684F9E7C7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5866F7-1040-44CB-BA93-327624248D7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6CC384-29BE-4459-B136-90848C1E120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240 / (8 + 4).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ECFC5A-FE5D-42A0-86C4-9AC0A00F5C1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E4AD93-2CE8-4983-B5E3-B244562521F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5EEA9-7DDA-4CCF-9B45-47583F6FC72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466B64-B1A9-473C-97DD-AF06BE4F0C93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2427E1-1E41-40DA-8BA3-EDEEE818241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D5B7F6-7526-49EB-9848-D0B6A3D2E47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174B16-8B02-439C-972D-F82183C4243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FD3B44-C6B9-4FF8-AB59-ECB411708E8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A64C52-3C0F-4BF4-8BEF-2816CB0E342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5A56BF1-61CD-4926-B649-3CCE3440D99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BAAD92-C232-4D08-B94C-C8B01A0183BA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9143E21-A2F8-4D39-A7FE-33B6771E7C4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767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E943DF9-C13B-48C3-AA61-5E2A265B42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C39853-F0F4-447C-BAE1-1BC7CBB2780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C79D95-0D81-43CA-AF4C-32C90E3C00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0159B4-29C7-436A-84C0-C4F2CE453C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CC5B2A-3CAF-4E4A-90AF-7DB2F1F1859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9B43-FD38-4605-8F21-55D88DB99D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7B8F94-CA7B-48F8-87F4-CD8368D46B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70727-B287-4BDA-8187-59325F86694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92663C-565D-4953-9908-A9C04B1866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D616A3-3BAB-4C35-A99A-3932565F9B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9988D2-0188-44B1-9403-C0E85E27D33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760EE-F0C3-4F64-9778-2D734FA3E8D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C2C807-704A-4542-ADDA-0481A68EF22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455A63-1163-4A7D-9E81-B551A4722B8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251C1-7060-47C8-8B06-E6A746F1BF1A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28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8EE7AC-B833-4649-A175-3D0F5E1492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33AF4F-83FB-4347-9E7D-A6366256315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5064EF-56ED-469C-94F8-FE9F3F359F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C84AF7-A0F7-4795-8D7C-725FCA97EF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73799-912A-40FE-9AF9-833EA19FD29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F2DA0C-9E20-4D5F-A252-81BDC864D5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CEF7C0-CEF0-410B-A8A8-8F3CDCE709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874309-84BB-4E00-B1CC-3FD6B1F453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F67317-3C38-4507-B91D-9154A480BC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23DB9B-DDCA-494E-8245-864A1B9E5F1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5D2B6-C84A-4C47-8E64-69F782FAAB0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F3AB-6004-4790-8D40-735D89B3C45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910120-88D9-4A5B-AAF6-F8A3E3CA1D1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BF6002-06E0-4607-8512-8FE0A94567B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1B04A3-3FFD-4D19-A1E5-6C6C6B61F79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B67CA6-E434-43F5-B744-3690F355E20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288.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260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C51DB9-D26A-4A51-A742-737FF4EF42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CC99D-ACF9-448D-9BEC-BFC16AAE021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F49849-9389-45C2-93DD-910D257E72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870604-5EAF-41FE-883B-423A353360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206523-5D48-4D9A-9038-8C12518BB20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63CF27-D6A3-4BFF-87C8-F35C4E94D2F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B52514-4E12-4863-94A9-13185C0E70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F39A54-25A4-4598-A376-3FFD081C65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E3A18E-03AB-413D-A55D-DDC4E8C271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3A5827-B3FA-4C71-9CD5-F66484F8C1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962CC28-FE13-4B36-BB02-11834CBEBD4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036523-795B-4FB3-AC60-9882A63204C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ignores brackets because division normally comes first.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E074A4-362A-4314-B826-6196D30A293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BB3E38-C4E0-4252-A669-C3CFD42BB44E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4388C4-C907-46A3-8543-76111540BAA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override the usual priority and must be completed first.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388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842BEB7-7BA7-42B2-BDBE-32A5B6149D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4CD8B4-C6E9-4A09-9DBD-C99952EF6BB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AD2136-C166-4114-B998-9525B93CD9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4F9C7-A470-47A8-A0B0-97C544B40D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54A4BF-DFEC-46B1-9B68-BCB6D58A5F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BA3AD8-2448-4F34-9F13-7127EFFB9A6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0A03B-891F-48C6-AFB9-973981C8BC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D6BA6F-7072-41A4-82CE-D5CE41DFD05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15AC93-93B9-4CCE-942D-6F1F5C9F4C5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069D6-9562-4F4A-B3EE-2C93F2DDBCE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45449C7-4BCD-4DB4-BB88-C1AB05C87C5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6E765CC-EA70-4C47-9DB4-AED4B29D5B7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704A14-3215-427C-A54B-CC659064215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389D5D-84FE-4AA8-A45C-6A601B305A9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C95581D-0EF3-4132-A2CF-8D3A1C19ED0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B3A1927-BAF6-4059-A6C8-FEEE7782194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723EE0-C030-4963-9DAA-B4E4C15664A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01FDEDF-C567-4B72-8026-52584CE2E3D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F212D5C-BA89-4788-8319-EA10DFB3881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FBC6DCF-638C-47BE-8308-7BA9D0DD792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666A7E-83C2-4AFB-882C-8BE12BEB3C8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02F53A-F6C5-40B4-B958-060EFECE282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288.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20934F-9A2B-4C1F-8DDC-783FE146C9D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19028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AC3B261-D942-46CE-B220-16B27F642B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A0A3BE-09B0-4711-B542-A86A48C01B6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9D2161-A3FF-4DC0-9B09-47E151C68D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03ED01-FD43-45A7-85A0-4847119713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D59828-6A6B-4BD3-A8B0-FAA7FEF9BF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B6AEC3-DF9E-4E7A-A991-FBDF7D1A12A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2D51C1-DE0E-43D7-BD7A-223382BF5E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082A2-D347-4072-828A-B329D49A9C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D890C4-B5CF-432F-A0CD-5CC2AC07EA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927854-9ED8-43CD-AD56-D65BC85BF48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972CD83-6C51-43DE-B2EE-BD370D76013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95640B-4D2C-4DD1-A0E7-BD7173A34B3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7A8A78-7190-407A-95FD-DC99AD6D969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2C0FBD-C771-4750-A11E-B31130A0D45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AF8EF71-3308-4E47-A81D-58F15B22FB1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14C5E8-CAAB-436D-8218-8E1A9B309A7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A31548-FABA-4929-9249-BF73D45925C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252B74-F853-435B-8B30-95EAF88150B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6CEEB34-1EF3-4F71-9588-3F877360279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800C3BD-B2AF-427B-94E1-64F1F8BC751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BECDE9-6D9A-495F-8A78-C7CAA88FCF2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BE50BA-215E-414F-AFA7-CAD31F262F2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0798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0CCAC99-364A-4FFE-8F80-FB99277C18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1E662E-BD62-4263-A03C-CEF2871FB44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FB7FA1-284D-43D5-A735-9020965EDB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594F45-91E5-4F52-B7D4-FECCB436DA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B9A2EB-F323-4394-938D-ACC0D912455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66F01-A8DA-4897-948D-49D18D68DF2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77E279-6A14-479C-BCF1-2B4487DCE1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CE39B3-5E37-4328-9BC5-9310359DD02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3B5150-D62B-4BE3-8855-6FA9097817D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D83F73-17AE-4901-9996-7924D7CB34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7094E8-3DBA-4D51-B4A9-C4F2D64CC43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Place one pair of brackets in 100 - 20 / 4 + 1 to make the answer 21.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DF78D8-B883-43A1-8E06-D98D9CDA4C0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2AC1C2-3710-443E-A70C-C454FE409A4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D12E4E-F52D-4D74-9703-6708DB767B1D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(100 - 20) / 4 + 1 = 21.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34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9A123BB-E0B2-486C-8974-E69399F6D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8DA3D0-C500-423D-8473-8D117F2D977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DB04DB-EE0F-4609-80E9-3456522C92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9AD943-9B03-4793-B333-02815F013C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FD9F3C-9E1C-4E1F-99FC-E6F0E72224C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ACA58-7F9E-4A73-AAB5-2B1D87C784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8EBD97-8FD6-4E91-9509-B2E5994183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10275-CD77-41B7-9CF2-063B043CB3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D6DD5D-1AFC-452E-9045-11E17692F9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2CD312-FFEA-4441-9BCC-32E1FDECFE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997ECD-4492-42D6-90D8-816A1C7F84B7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3C826E-E026-42AB-9D50-809B0BFEF54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2AA2DF-73E8-4F7A-8FBD-98FA324035CC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408D9A-CEF6-4ECA-B878-DE779F9F69A9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EC7714-6520-49C5-85EB-AC789373AD20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A62B16-A71E-4FB2-ADE7-624ED60D8CAA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30285F-AFCA-41A3-8D7F-3F7D54CAD24D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BDC84E-301C-4968-A5E1-AACACBB83DF8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13CBFC7-A076-4B46-AC76-68620564BC2A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AFB23C-F290-44AE-A3C3-62D2652131F2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69F71B-8B6B-4B23-82AC-2DC949C292B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2FEAA2-9101-43F0-8A6C-5DCF576E1E3C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425345-0EF0-4DC9-8E04-D259DDAB1C99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78662F-B453-4C4A-9CC3-93E138E999DB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B38CDE-A29F-4E3E-8078-7D5EECA5EEC2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708626-192C-4090-B433-B4D966953083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289522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157837E-83B2-46BE-975B-29CA3A121F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F5AECA-1458-4600-BDD5-C169DB34B16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DCF9C9-230C-42E3-8AAE-E09EBBF137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8B516A-31B9-4AC1-A3D1-CB46FA85D8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797151-36AE-4769-9A05-8BECA8B269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D8792A-A0FA-4E51-B933-B8F620D78E4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B1D99C-38D0-46B3-9930-61D6983771F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8A1FA-18F0-4D3E-B748-21D27086B1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9FBFE9-5F2B-4921-B635-F485A8A638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512A1F-F178-4EB7-95DF-82A7001ED85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02DE2B-970C-4E95-BFE9-F13A419966D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CAFB22-1DEE-4C10-A026-3E7C90F0D7B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06508F-B902-48CC-8684-3EBF0774845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69C337-9268-4890-98ED-098B18AE5A5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358A62D-3FB7-422D-B5AA-3B6E0C29B3F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9376540-FE47-40C3-A1E9-17E76432556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420025-5F01-41DA-B620-75A72812F96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630CE7-1515-419B-880B-F9466464310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ignores brackets because division normally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83C8FA4-ABDA-43C7-9BA5-C80142CE6D9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C976946-9241-44A5-AC03-2C52EC08C9B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25FBA05-82EC-418C-80E5-234A67A0360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1598FB-3697-4AF2-B8F2-384339691E1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E28F2F-5667-404D-8E6A-35EDAD2B6C9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0063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2026-09-08T22:36:56Z</dcterms:created>
  <dcterms:modified xsi:type="dcterms:W3CDTF">2026-09-08T22:48:46Z</dcterms:modified>
</cp:coreProperties>
</file>