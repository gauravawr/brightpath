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dcb8a1c4be4b4d" /><Relationship Type="http://schemas.openxmlformats.org/officeDocument/2006/relationships/extended-properties" Target="/docProps/app.xml" Id="R1646433014b44c12" /><Relationship Type="http://schemas.openxmlformats.org/officeDocument/2006/relationships/officeDocument" Target="/ppt/presentation.xml" Id="R66dad74c2f744e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720a633fdb4249"/>
  </p:sldMasterIdLst>
  <p:notesMasterIdLst>
    <p:notesMasterId xmlns:r="http://schemas.openxmlformats.org/officeDocument/2006/relationships" r:id="R89bbecec6e794ccc"/>
  </p:notesMasterIdLst>
  <p:sldIdLst>
    <p:sldId xmlns:r="http://schemas.openxmlformats.org/officeDocument/2006/relationships" id="256" r:id="Rc88020b7d36a4514"/>
    <p:sldId xmlns:r="http://schemas.openxmlformats.org/officeDocument/2006/relationships" id="257" r:id="Rfb2cd5b51d46447c"/>
    <p:sldId xmlns:r="http://schemas.openxmlformats.org/officeDocument/2006/relationships" id="258" r:id="Rdc8900e3653f4324"/>
    <p:sldId xmlns:r="http://schemas.openxmlformats.org/officeDocument/2006/relationships" id="259" r:id="R3a9620ebfd56401a"/>
    <p:sldId xmlns:r="http://schemas.openxmlformats.org/officeDocument/2006/relationships" id="260" r:id="R468fd02d319549ab"/>
    <p:sldId xmlns:r="http://schemas.openxmlformats.org/officeDocument/2006/relationships" id="261" r:id="Rbc72e53b6a504433"/>
    <p:sldId xmlns:r="http://schemas.openxmlformats.org/officeDocument/2006/relationships" id="262" r:id="R2b6e98e5dbae4368"/>
    <p:sldId xmlns:r="http://schemas.openxmlformats.org/officeDocument/2006/relationships" id="263" r:id="R094665f27f1c4d0c"/>
    <p:sldId xmlns:r="http://schemas.openxmlformats.org/officeDocument/2006/relationships" id="264" r:id="R772fc05f3aae4a34"/>
    <p:sldId xmlns:r="http://schemas.openxmlformats.org/officeDocument/2006/relationships" id="265" r:id="Rdf0aeebabdf5491f"/>
    <p:sldId xmlns:r="http://schemas.openxmlformats.org/officeDocument/2006/relationships" id="266" r:id="R6388129638544f2c"/>
    <p:sldId xmlns:r="http://schemas.openxmlformats.org/officeDocument/2006/relationships" id="267" r:id="Rd2dbdee1334c42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659c7471d14494" /><Relationship Type="http://schemas.openxmlformats.org/officeDocument/2006/relationships/slideMaster" Target="/ppt/slideMasters/slideMaster1.xml" Id="R56720a633fdb4249" /><Relationship Type="http://schemas.openxmlformats.org/officeDocument/2006/relationships/notesMaster" Target="/ppt/notesMasters/notesMaster1.xml" Id="R89bbecec6e794ccc" /><Relationship Type="http://schemas.openxmlformats.org/officeDocument/2006/relationships/presProps" Target="/ppt/presProps.xml" Id="Ra5fce84923cc4f82" /><Relationship Type="http://schemas.openxmlformats.org/officeDocument/2006/relationships/tableStyles" Target="/ppt/tableStyles.xml" Id="R974463417d9c4296" /><Relationship Type="http://schemas.openxmlformats.org/officeDocument/2006/relationships/slide" Target="/ppt/slides/slide1.xml" Id="Rc88020b7d36a4514" /><Relationship Type="http://schemas.openxmlformats.org/officeDocument/2006/relationships/slide" Target="/ppt/slides/slide2.xml" Id="Rfb2cd5b51d46447c" /><Relationship Type="http://schemas.openxmlformats.org/officeDocument/2006/relationships/slide" Target="/ppt/slides/slide3.xml" Id="Rdc8900e3653f4324" /><Relationship Type="http://schemas.openxmlformats.org/officeDocument/2006/relationships/slide" Target="/ppt/slides/slide4.xml" Id="R3a9620ebfd56401a" /><Relationship Type="http://schemas.openxmlformats.org/officeDocument/2006/relationships/slide" Target="/ppt/slides/slide5.xml" Id="R468fd02d319549ab" /><Relationship Type="http://schemas.openxmlformats.org/officeDocument/2006/relationships/slide" Target="/ppt/slides/slide6.xml" Id="Rbc72e53b6a504433" /><Relationship Type="http://schemas.openxmlformats.org/officeDocument/2006/relationships/slide" Target="/ppt/slides/slide7.xml" Id="R2b6e98e5dbae4368" /><Relationship Type="http://schemas.openxmlformats.org/officeDocument/2006/relationships/slide" Target="/ppt/slides/slide8.xml" Id="R094665f27f1c4d0c" /><Relationship Type="http://schemas.openxmlformats.org/officeDocument/2006/relationships/slide" Target="/ppt/slides/slide9.xml" Id="R772fc05f3aae4a34" /><Relationship Type="http://schemas.openxmlformats.org/officeDocument/2006/relationships/slide" Target="/ppt/slides/slide10.xml" Id="Rdf0aeebabdf5491f" /><Relationship Type="http://schemas.openxmlformats.org/officeDocument/2006/relationships/slide" Target="/ppt/slides/slide11.xml" Id="R6388129638544f2c" /><Relationship Type="http://schemas.openxmlformats.org/officeDocument/2006/relationships/slide" Target="/ppt/slides/slide12.xml" Id="Rd2dbdee1334c42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fac37d757f4a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75f2e882564002" /><Relationship Type="http://schemas.openxmlformats.org/officeDocument/2006/relationships/notesMaster" Target="/ppt/notesMasters/notesMaster1.xml" Id="R61f81729069046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5bb1529e5a40f1" /><Relationship Type="http://schemas.openxmlformats.org/officeDocument/2006/relationships/notesMaster" Target="/ppt/notesMasters/notesMaster1.xml" Id="R75414845a93549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ab97f8136441aa" /><Relationship Type="http://schemas.openxmlformats.org/officeDocument/2006/relationships/notesMaster" Target="/ppt/notesMasters/notesMaster1.xml" Id="Rc3db1158416042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f51f59dce84fb5" /><Relationship Type="http://schemas.openxmlformats.org/officeDocument/2006/relationships/notesMaster" Target="/ppt/notesMasters/notesMaster1.xml" Id="R1927d5955e4545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50775de2a846a9" /><Relationship Type="http://schemas.openxmlformats.org/officeDocument/2006/relationships/notesMaster" Target="/ppt/notesMasters/notesMaster1.xml" Id="Ra27ece1855a342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a64c84c19045ad" /><Relationship Type="http://schemas.openxmlformats.org/officeDocument/2006/relationships/notesMaster" Target="/ppt/notesMasters/notesMaster1.xml" Id="R472f36a7cf1a45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643b8158dc4199" /><Relationship Type="http://schemas.openxmlformats.org/officeDocument/2006/relationships/notesMaster" Target="/ppt/notesMasters/notesMaster1.xml" Id="R68e6f32372924f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22dd7094c34a2f" /><Relationship Type="http://schemas.openxmlformats.org/officeDocument/2006/relationships/notesMaster" Target="/ppt/notesMasters/notesMaster1.xml" Id="R75b39626227c43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57d4939cdc4f8e" /><Relationship Type="http://schemas.openxmlformats.org/officeDocument/2006/relationships/notesMaster" Target="/ppt/notesMasters/notesMaster1.xml" Id="R09957c16f9cb4d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3f79c5ac0c467b" /><Relationship Type="http://schemas.openxmlformats.org/officeDocument/2006/relationships/notesMaster" Target="/ppt/notesMasters/notesMaster1.xml" Id="Rda616e3c7f0540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d008b333084d57" /><Relationship Type="http://schemas.openxmlformats.org/officeDocument/2006/relationships/notesMaster" Target="/ppt/notesMasters/notesMaster1.xml" Id="Rb33db9179a7042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d63e4b49074ee1" /><Relationship Type="http://schemas.openxmlformats.org/officeDocument/2006/relationships/notesMaster" Target="/ppt/notesMasters/notesMaster1.xml" Id="R27347bf5f63b4f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Operation cards, bracket cards, mini whiteboards, four-function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288. | Identify brackets and multiplication or division before calculating. | Brackets override the usual priority and must be completed first.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operation, expression, brackets, order, inverse, equivalent.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288.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Brackets override the usual priority and must be completed first.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288..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56 and 120..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(100 - 20) / 4 + 1 = 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56 and 120.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56 and 120. | Brackets override the usual priority and must be completed first.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fc11ae57414f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66331423a84c6f" /><Relationship Type="http://schemas.openxmlformats.org/officeDocument/2006/relationships/slideLayout" Target="/ppt/slideLayouts/slideLayout1.xml" Id="R202188f67d1a42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2188f67d1a42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84ff4fdbb427d" /><Relationship Type="http://schemas.openxmlformats.org/officeDocument/2006/relationships/notesSlide" Target="/ppt/notesSlides/notesSlide1.xml" Id="Rfa79f9091e544c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9036571274fee" /><Relationship Type="http://schemas.openxmlformats.org/officeDocument/2006/relationships/notesSlide" Target="/ppt/notesSlides/notesSlide2.xml" Id="R4809b23e25574c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e68f35dba4da2" /><Relationship Type="http://schemas.openxmlformats.org/officeDocument/2006/relationships/notesSlide" Target="/ppt/notesSlides/notesSlide3.xml" Id="Rc198fb59c3a641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0acacf2d24e93" /><Relationship Type="http://schemas.openxmlformats.org/officeDocument/2006/relationships/notesSlide" Target="/ppt/notesSlides/notesSlide4.xml" Id="R92d826154abb47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6f281d8884d01" /><Relationship Type="http://schemas.openxmlformats.org/officeDocument/2006/relationships/notesSlide" Target="/ppt/notesSlides/notesSlide5.xml" Id="R91f9de8e46bd4d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85532ce3c4cba" /><Relationship Type="http://schemas.openxmlformats.org/officeDocument/2006/relationships/notesSlide" Target="/ppt/notesSlides/notesSlide6.xml" Id="Rcbe3b9e41ccc49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167f379034cf6" /><Relationship Type="http://schemas.openxmlformats.org/officeDocument/2006/relationships/image" Target="/ppt/media/image.png" Id="R69c6ee12ac3b4f5a" /><Relationship Type="http://schemas.openxmlformats.org/officeDocument/2006/relationships/notesSlide" Target="/ppt/notesSlides/notesSlide7.xml" Id="R56ff0b76c5b94f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ea49806a34d3b" /><Relationship Type="http://schemas.openxmlformats.org/officeDocument/2006/relationships/notesSlide" Target="/ppt/notesSlides/notesSlide8.xml" Id="Rf61799afbf114c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7f90a367a4858" /><Relationship Type="http://schemas.openxmlformats.org/officeDocument/2006/relationships/notesSlide" Target="/ppt/notesSlides/notesSlide9.xml" Id="R9bdfb568af2f49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e6d0b68874c7b" /><Relationship Type="http://schemas.openxmlformats.org/officeDocument/2006/relationships/notesSlide" Target="/ppt/notesSlides/notesSlide10.xml" Id="R6eed2708d78b40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dc6f601234a5f" /><Relationship Type="http://schemas.openxmlformats.org/officeDocument/2006/relationships/notesSlide" Target="/ppt/notesSlides/notesSlide11.xml" Id="R6e357529c6984d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52e019ee34a11" /><Relationship Type="http://schemas.openxmlformats.org/officeDocument/2006/relationships/notesSlide" Target="/ppt/notesSlides/notesSlide12.xml" Id="R05695013ed1f4d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B8049-2BC7-4326-B688-211ECA52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14EDF-D539-4278-8BED-52B94D09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0B76A-460B-446A-A4B9-24D4177C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BC010-9B59-4BDC-9E21-AD11649A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B6B6C-BF66-4923-848C-743B3BC8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brackets to change the order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C8310-230B-416C-BF6B-2D95A842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C9E29-AA9A-4BE9-A3C8-BCF55DAD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96C4B-902F-4022-ADA8-8527ED29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calculate expressions containing brackets.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69378-C2C0-4F31-A5B9-67608CA9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93D8D-B0AB-4A6D-8627-588CC3C6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Operation cards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971F6-ACFB-4746-A358-6BE8624F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7057932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1CD232-A834-4CD7-A093-620E30B6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139B7-3F41-40D9-A793-C41F1743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40921-2DF9-4162-8A8F-C600D7D7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8AA35-8928-456B-BFB9-84758B3E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04FE9-43E8-447E-AEA5-495ED7FF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413C5-21E8-48AA-9D58-C396B5C9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26D0F-9B20-4828-8604-ABD8E395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B3844-A4F6-4421-B737-805137A3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24283-B3CE-41CD-AD9C-168BBBFA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brackets to change the 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ABFE3-2FAB-4627-A9B9-D232F7D8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DD4DE-3A8E-4A1D-B314-E9B7DA3E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6B654-11E1-460D-8253-F0523BB8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94F727-7D52-421E-9D34-9AB9D94D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Calculate accurately with the four operations and understand grouping with brackets.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3C44C8-ECF0-42D0-BBB8-D990347B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A1FE7-FE9F-48F7-873E-85C90905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DBC84-1D62-49A8-9758-286D1FA4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DAAE1C-4BFE-4155-8ABA-D426AC78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(75 - 27) x 6.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F626D1-7D2D-46E3-B439-88ED1C5D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4ADA15-231E-4DD5-845F-56E3DB29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C1F831-9074-49E8-9EF1-BF8510F7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69BE2D-A7D1-4F45-8694-1CE66319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Calculate 240 / (8 + 4).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E1343D-4D49-4ADD-A7C4-F2B5153A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77627303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32ED4-5361-4EE4-9EC5-F9C89910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5DCF0-938C-49FE-887E-30E32637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D9134-2095-4D63-BEDF-F7C9ACCC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0B26F-0984-4733-BA74-FA6286A8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AAF29-C9FD-43AF-A04F-CC6F969F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4AB6B-6B3D-417B-913C-A1CFA650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0C7C7-A040-4BCB-98E4-255C1DFF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A8D27-26A1-4F55-9D19-C474B2D4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AF176-77DC-4BB0-8D92-66DA0B7F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brackets to change the 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0727F-A1AF-4910-A614-D227E9F9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calculate expressions containing brackets.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A01C13-C6BB-4D35-8F03-9CAF7133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A1A2AA-EAAE-44DB-A803-A98B8DDC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brackets and multiplication or division before calculating.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D13C2-E4F1-4CF7-9036-0830B182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Work through operations of equal priority from left to right.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7E92F-B9DD-4040-A030-75EC403D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by estimating or comparing with an equivalent expression.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CEB80-393E-4D9C-A36D-2A2F1D4D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operation  |  expression  |  brackets  |  order  |  inverse  |  equivalent</a:t>
            </a:r>
          </a:p>
        </p:txBody>
      </p:sp>
    </p:spTree>
    <p:extLst>
      <p:ext uri="{BB962C8B-B14F-4D97-AF65-F5344CB8AC3E}">
        <p14:creationId xmlns:p14="http://schemas.microsoft.com/office/powerpoint/2010/main" val="85638795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B73A1E-4800-49DD-977E-5E52A4B5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F86A3-66B0-4598-932E-65C4E771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8F7F3-02E2-4818-9F02-83D73C87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E87D7-02AE-43AD-9D4F-72E8FD42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EAACE-D2F0-47AC-90B6-654B8DC4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3C873-FDEB-4FD3-9F29-7792B2C7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138DF-3A70-40F6-98B9-D66DD03F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FA894-869F-417C-8C2A-FB7FBD49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EE3CE-64DD-4184-8E96-D046C20A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brackets to change the 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44370-0A60-4AC7-B622-1D37DE7B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240 / (8 + 4).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B1DBA-44ED-4BD8-9100-14E648EA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BF74D-9BD0-4D5D-9C71-A0FD7A96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48BEE-8610-4EA0-B588-D185B18D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240 ÷ (8 + 4)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0CE4A-7013-4687-9C5C-039C1F8F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0F401-F323-4D96-8043-9560CD0D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F125E-EA61-4B9F-8DF0-B763C172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Brackets first: 8 + 4 = 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FC148-5F1D-41D0-AADC-5CC7C663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041706-5E59-495E-B2BF-4419BB30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37DCD-3CA8-477B-A53D-3FDA6BFA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240 ÷ 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A81C6E-F0FA-4EA4-9ECE-69857EBE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9186B5-430D-405E-8AA6-26B07980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C0C879-B7FB-4E15-9EB5-63F2E2D6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2565607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664C6-13B2-4043-BB92-C9108D2A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D52BD-5FE6-410B-808C-87FE1D89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D75F0-D854-4F23-BB97-FAD2DF22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4E137-69DA-4B43-940D-B829B450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AB762-91C2-4C1C-A083-3BC97A3C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0D30E-42F1-46FB-9E7A-62AD4E5A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5A280-FAAC-40B5-AA45-54420749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A7F76-3B27-4DFB-9621-E5AB3DC9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8F327-D68D-4ACD-8C78-84ABFFC2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brackets to change the 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B5E13-0438-40FB-A946-1514852F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1AE7C-D5B6-4B92-A3A2-FC5C0F5B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20.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36478-E5BF-4901-BFED-C4875AAE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C5F26-35E9-479E-BC03-0BBFB8E6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by estimating or comparing with an equivalent expression.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298D9-D378-494E-ACE0-5AF96B6A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46535715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7C503-ACAE-470A-9210-3DD4F9C9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6959C-8176-4FE9-9809-07665888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9571F-23B1-4E6A-98EE-7FE3E768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CAEFA-7BA4-4053-87D1-4FE86239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2CC1E-5A3D-4EAD-96DF-5895DDD5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A4025-9FB7-4CC7-8182-C9777752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D6A99-0C82-4EAC-929F-EC228DCE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328D7-EA21-4249-9168-E5AACECB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771E2-BCFD-420C-A741-0A91E105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brackets to change the 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7DCD8-EB09-4625-AA0C-892AA922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(75 - 27) x 6.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F71DC-2FB6-40AF-86BA-3505D4E5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37456-983B-41E0-A41A-55BC2AF9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C59643-2F93-47DB-868E-D23B5F1F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24196-4B45-47E4-96AF-6B8A11FA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F34FD-2DEF-4983-AE1E-8CEFEF8B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288.</a:t>
            </a:r>
          </a:p>
        </p:txBody>
      </p:sp>
    </p:spTree>
    <p:extLst>
      <p:ext uri="{BB962C8B-B14F-4D97-AF65-F5344CB8AC3E}">
        <p14:creationId xmlns:p14="http://schemas.microsoft.com/office/powerpoint/2010/main" val="79424085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81429-43D2-4C6B-A047-222B3CBC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B9EB9-EE06-4EB5-A32B-069FB718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94776-E150-4781-B147-BB98EF4C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C2D56-0607-480A-93CB-1BFD71E8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E85AF-690E-4CA9-8B3F-7BD9AB8E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D8CDF-4798-4808-A1A5-7CB0D2DD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049D3-BE5F-4CCC-93D7-C61AF47B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83326-8187-43EB-B3D1-1DE6BD03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3C8C8-217E-441D-86F5-CF5B8563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brackets to change the order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6ee12ac3b4f5a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0289E-647B-4D39-AEE1-C1ADB2E5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372A19-21B5-4E4C-AF11-766D4FA4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ignores brackets because division normally comes first.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A9A2F-8740-41E9-A270-DEF89855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4BB5E-7E1E-45D6-8B1E-16B94E7B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65B35-7D24-492C-B1BA-6E61F7C4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Brackets override the usual priority and must be completed first.</a:t>
            </a:r>
          </a:p>
        </p:txBody>
      </p:sp>
    </p:spTree>
    <p:extLst>
      <p:ext uri="{BB962C8B-B14F-4D97-AF65-F5344CB8AC3E}">
        <p14:creationId xmlns:p14="http://schemas.microsoft.com/office/powerpoint/2010/main" val="12841047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7F81C8-2C86-41E5-B2F1-70F01D87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A9488-FB73-4A8A-81EC-CC86882E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8D801-366C-46E7-B99D-675223FA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B0118-7152-4ADA-A840-E5A91D23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F1686-0951-42EF-91B3-6A70BAC2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7E4F3-6D35-493A-86B7-470B9D12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B732F-8D5B-4D71-9B61-A92AEF5B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CD9E9-9CF1-4C91-AB28-770007BD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86359-6444-4A86-9A0A-09339528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brackets to change the 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AA2FB-EFB7-44C5-93BD-E572D294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ADDEC-49A0-4A02-A7FF-EF2A0BE2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39425-07F8-46D5-A10B-9CDC838E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55519-C406-4A34-8A62-03229490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(75 - 27) x 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3BF060-8393-487B-9A85-056B1B76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0D753-AFA7-4446-B601-61D145AE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1E46D5-5C3D-4901-984A-4BBD3B8B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4D1B2-0F98-41DC-887A-1CDAB5A6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6CCC1C-00DC-4922-A74D-D83F17A4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49A4B7-35EF-41E2-83DA-C401B470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CD5552-CCFC-44AA-B821-CD6021D9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AE5EDE-1BCD-4B65-8C09-15FC281E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288.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D0825E-B367-4667-83B5-276A8A2B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5823110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A1798E-0F4C-4BCC-AD06-F62166A1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31855-5783-454C-B63E-186E29A6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6816B-293A-4A04-AA75-60080F37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4B7CA-711A-4487-BAAB-51956432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7C41C-5A35-4057-A7A0-5684C361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F7621-B660-4542-8EEC-55600FEB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8D87F-64AC-4DBE-BA05-F05566D9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39BEB-3F20-430C-B255-BC828B90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B565B-C01F-468D-A2A5-8FACF6CB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brackets to change the 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9BB3E-C044-4736-9445-17B14538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89EDA-1325-4E3A-AE5A-33F42589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C6979-9B98-457D-959E-E867A755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90077-3290-4D3E-B303-4EF3B95E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16 + 8 x 5 with (16 + 8) x 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28D99-6EE6-4583-BFF8-DEC889B6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790B1-3741-4D49-8014-B50ABCED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91DC36-D58F-477F-8BFE-50BF342B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939A28-6E90-48EB-BC97-6B429294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659A53-8F17-4657-BF05-E52F658B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56AD2F-D20A-4ADE-B019-C5121667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FFBEF5-F151-43AE-8F94-E358696A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35A309-C462-42FC-90BB-6E4009AE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201290520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35889-6DC9-4F4B-B46E-965C8613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6C30D-27F4-4A02-BC56-2EE36BE5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7DD9E-426F-402D-BA15-DFFC21AD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C1023-2A0A-496A-88AC-8D3DC38D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D5BEE-5D78-4969-A67B-E0D89731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F1DEA-7E07-4479-AE1F-98B1DB6F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791BA-08D2-4E9A-96D2-E7ABF0BF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B682F-8418-43C8-9CE4-DF9DBB65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DE9A2-011B-4319-8D78-B40BCA6C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brackets to change the 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1E01D-BDC4-4FA9-84FA-11F9DC09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Place one pair of brackets in 100 - 20 / 4 + 1 to make the answer 21.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4FD67-3663-4081-9F65-20C27850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99C3B-48B1-4E19-954B-4A849D12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607FE-7BDF-4BCE-AD45-C4A55BF7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(100 - 20) / 4 + 1 = 21.</a:t>
            </a:r>
          </a:p>
        </p:txBody>
      </p:sp>
    </p:spTree>
    <p:extLst>
      <p:ext uri="{BB962C8B-B14F-4D97-AF65-F5344CB8AC3E}">
        <p14:creationId xmlns:p14="http://schemas.microsoft.com/office/powerpoint/2010/main" val="187677673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7678A-15AF-453E-B742-27806072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3576A-2601-4DDF-BD7C-0A1EC9C3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AA1C4-D52A-4BE9-8FCB-78E43478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EBDF9-D41C-4C89-86A4-F489190A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78376-2287-4DFB-8072-58BEEA2E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444FA-CBFD-4EF5-B518-399DF889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A1639-EF56-4EF7-94C3-D7FF2AFF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79905-1EFD-47A9-A4C6-176ABDE9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BC07E-DA5C-4583-95BC-6AC5F523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brackets to change the 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B6DB89-CF14-4D81-A4AF-5B3D1671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6A48C-5BD4-427C-8BD4-7DC0B56C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17556-A8B1-40E1-8C92-3BACE559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16 + 8 x 5 with (16 + 8) x 5.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903B2-3C1D-4B94-B196-4B609487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AC387E-8522-40B2-949D-37EA97D5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9625D-A4C1-4678-B689-FB7DAA70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3F7A8-5EAA-443F-B403-EC461B09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56 and 120.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BC755-5353-4969-8B36-2E689735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6A046C-8990-429B-9597-566898B4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78728126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3E1867-CAF2-4E46-AD98-2EBA7590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7EB5F-EE04-4A56-841B-AE2A0C7C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86C29-CE0A-45C8-A569-C67BD069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E65F0-F5D2-490F-BB5D-C9D8E1E5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77F82-0326-4A5F-8260-7CA23E3D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3D7E7-18FA-45A1-A308-D4F93839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EFA74-5210-4540-9616-99FF71AE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2471D-FC5F-4C9B-8E1C-C4AAABFE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8AE8B-04DB-4766-8704-2A665D7C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brackets to change the 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3F471-697F-48C2-BBD9-414BBE49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47195-210C-4783-B80A-68FC457C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D510F-2FEF-4E82-9FBF-4749CFAD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F3B60-8215-4EB9-945F-4B66F38C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16 + 8 x 5 with (16 + 8) x 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EE2FB-4ECF-4C30-9A41-339CB2DF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94C44-3614-4E61-AFA4-E63D1E63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17C4C5-5623-43F0-B8B4-BAED5A62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67625-0030-4D12-9663-13EF37B9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ignores brackets because division normally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0A40BE-1B65-4BBF-A82B-58F7D598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F2A79B-F550-4234-892A-EA0DC0FA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94BAB5-84F7-40E8-B07D-E984341A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34EDBB-9E6C-4406-A88A-274555B7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4E9BD8-DC8A-4FD5-95E1-A3BE5C3D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70649182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2026-09-09T22:14:10.2240000Z</dcterms:created>
  <dcterms:modified xsi:type="dcterms:W3CDTF">2026-09-09T22:14:10.2240000Z</dcterms:modified>
</coreProperties>
</file>