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0ce62ba94c4885" /><Relationship Type="http://schemas.openxmlformats.org/officeDocument/2006/relationships/extended-properties" Target="/docProps/app.xml" Id="R5fb8c2b59dae4bba" /><Relationship Type="http://schemas.openxmlformats.org/officeDocument/2006/relationships/officeDocument" Target="/ppt/presentation.xml" Id="Rb515bf726a5b48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253774a24d498a"/>
  </p:sldMasterIdLst>
  <p:notesMasterIdLst>
    <p:notesMasterId xmlns:r="http://schemas.openxmlformats.org/officeDocument/2006/relationships" r:id="R7a02a1912c684aba"/>
  </p:notesMasterIdLst>
  <p:sldIdLst>
    <p:sldId xmlns:r="http://schemas.openxmlformats.org/officeDocument/2006/relationships" id="256" r:id="Rf2aed6977a2e4216"/>
    <p:sldId xmlns:r="http://schemas.openxmlformats.org/officeDocument/2006/relationships" id="257" r:id="Reebff6c22e5c44c9"/>
    <p:sldId xmlns:r="http://schemas.openxmlformats.org/officeDocument/2006/relationships" id="258" r:id="R4de2d648f184411b"/>
    <p:sldId xmlns:r="http://schemas.openxmlformats.org/officeDocument/2006/relationships" id="259" r:id="R15b22c98c6cd44b0"/>
    <p:sldId xmlns:r="http://schemas.openxmlformats.org/officeDocument/2006/relationships" id="260" r:id="Rd96ae58e567246ef"/>
    <p:sldId xmlns:r="http://schemas.openxmlformats.org/officeDocument/2006/relationships" id="261" r:id="Ra46b3b7149634fe9"/>
    <p:sldId xmlns:r="http://schemas.openxmlformats.org/officeDocument/2006/relationships" id="262" r:id="Raedb0334779a4a15"/>
    <p:sldId xmlns:r="http://schemas.openxmlformats.org/officeDocument/2006/relationships" id="263" r:id="R93ba9daea0104732"/>
    <p:sldId xmlns:r="http://schemas.openxmlformats.org/officeDocument/2006/relationships" id="264" r:id="R5e078e8fd1a44c72"/>
    <p:sldId xmlns:r="http://schemas.openxmlformats.org/officeDocument/2006/relationships" id="265" r:id="Rdc19916f956144f8"/>
    <p:sldId xmlns:r="http://schemas.openxmlformats.org/officeDocument/2006/relationships" id="266" r:id="Rb9bdb273a3b74da5"/>
    <p:sldId xmlns:r="http://schemas.openxmlformats.org/officeDocument/2006/relationships" id="267" r:id="R23d262303054440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3f6596a67a4a1f" /><Relationship Type="http://schemas.openxmlformats.org/officeDocument/2006/relationships/slideMaster" Target="/ppt/slideMasters/slideMaster1.xml" Id="R4b253774a24d498a" /><Relationship Type="http://schemas.openxmlformats.org/officeDocument/2006/relationships/notesMaster" Target="/ppt/notesMasters/notesMaster1.xml" Id="R7a02a1912c684aba" /><Relationship Type="http://schemas.openxmlformats.org/officeDocument/2006/relationships/presProps" Target="/ppt/presProps.xml" Id="R8589ddd8edc641b0" /><Relationship Type="http://schemas.openxmlformats.org/officeDocument/2006/relationships/tableStyles" Target="/ppt/tableStyles.xml" Id="R9eea3ca235b94fb9" /><Relationship Type="http://schemas.openxmlformats.org/officeDocument/2006/relationships/slide" Target="/ppt/slides/slide1.xml" Id="Rf2aed6977a2e4216" /><Relationship Type="http://schemas.openxmlformats.org/officeDocument/2006/relationships/slide" Target="/ppt/slides/slide2.xml" Id="Reebff6c22e5c44c9" /><Relationship Type="http://schemas.openxmlformats.org/officeDocument/2006/relationships/slide" Target="/ppt/slides/slide3.xml" Id="R4de2d648f184411b" /><Relationship Type="http://schemas.openxmlformats.org/officeDocument/2006/relationships/slide" Target="/ppt/slides/slide4.xml" Id="R15b22c98c6cd44b0" /><Relationship Type="http://schemas.openxmlformats.org/officeDocument/2006/relationships/slide" Target="/ppt/slides/slide5.xml" Id="Rd96ae58e567246ef" /><Relationship Type="http://schemas.openxmlformats.org/officeDocument/2006/relationships/slide" Target="/ppt/slides/slide6.xml" Id="Ra46b3b7149634fe9" /><Relationship Type="http://schemas.openxmlformats.org/officeDocument/2006/relationships/slide" Target="/ppt/slides/slide7.xml" Id="Raedb0334779a4a15" /><Relationship Type="http://schemas.openxmlformats.org/officeDocument/2006/relationships/slide" Target="/ppt/slides/slide8.xml" Id="R93ba9daea0104732" /><Relationship Type="http://schemas.openxmlformats.org/officeDocument/2006/relationships/slide" Target="/ppt/slides/slide9.xml" Id="R5e078e8fd1a44c72" /><Relationship Type="http://schemas.openxmlformats.org/officeDocument/2006/relationships/slide" Target="/ppt/slides/slide10.xml" Id="Rdc19916f956144f8" /><Relationship Type="http://schemas.openxmlformats.org/officeDocument/2006/relationships/slide" Target="/ppt/slides/slide11.xml" Id="Rb9bdb273a3b74da5" /><Relationship Type="http://schemas.openxmlformats.org/officeDocument/2006/relationships/slide" Target="/ppt/slides/slide12.xml" Id="R23d26230305444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458c30559e46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5ec40984bf46ef" /><Relationship Type="http://schemas.openxmlformats.org/officeDocument/2006/relationships/notesMaster" Target="/ppt/notesMasters/notesMaster1.xml" Id="R5a86e178573340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954ecb513d4a25" /><Relationship Type="http://schemas.openxmlformats.org/officeDocument/2006/relationships/notesMaster" Target="/ppt/notesMasters/notesMaster1.xml" Id="Refabe5aee1614f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2640c1b6134895" /><Relationship Type="http://schemas.openxmlformats.org/officeDocument/2006/relationships/notesMaster" Target="/ppt/notesMasters/notesMaster1.xml" Id="Rfbcb4cb137ed46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ae501a262e4b09" /><Relationship Type="http://schemas.openxmlformats.org/officeDocument/2006/relationships/notesMaster" Target="/ppt/notesMasters/notesMaster1.xml" Id="Ra14fcb1b4dbe4e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edf3b935e54e74" /><Relationship Type="http://schemas.openxmlformats.org/officeDocument/2006/relationships/notesMaster" Target="/ppt/notesMasters/notesMaster1.xml" Id="R3fcd58c53b4c4c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e39ebc817b4fba" /><Relationship Type="http://schemas.openxmlformats.org/officeDocument/2006/relationships/notesMaster" Target="/ppt/notesMasters/notesMaster1.xml" Id="R1df9e19fd5dc4d7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66d378f25340ed" /><Relationship Type="http://schemas.openxmlformats.org/officeDocument/2006/relationships/notesMaster" Target="/ppt/notesMasters/notesMaster1.xml" Id="Rb7babe8f808541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266b2f314384cf3" /><Relationship Type="http://schemas.openxmlformats.org/officeDocument/2006/relationships/notesMaster" Target="/ppt/notesMasters/notesMaster1.xml" Id="R3ee9f93ae2bb4e0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4889e4012ca40a6" /><Relationship Type="http://schemas.openxmlformats.org/officeDocument/2006/relationships/notesMaster" Target="/ppt/notesMasters/notesMaster1.xml" Id="R10cb1b97ac40406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61af5d10e34fdb" /><Relationship Type="http://schemas.openxmlformats.org/officeDocument/2006/relationships/notesMaster" Target="/ppt/notesMasters/notesMaster1.xml" Id="R12b443ca1fe54e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d02fbc0ccc545de" /><Relationship Type="http://schemas.openxmlformats.org/officeDocument/2006/relationships/notesMaster" Target="/ppt/notesMasters/notesMaster1.xml" Id="R07dcd1548078408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c272a5831964dc9" /><Relationship Type="http://schemas.openxmlformats.org/officeDocument/2006/relationships/notesMaster" Target="/ppt/notesMasters/notesMaster1.xml" Id="R4237b8bcbdf746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288. | Identify brackets and multiplication or division before calculating. | Brackets override the usual priority and must be completed first.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288.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Brackets override the usual priority and must be completed first.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288..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56 and 120..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(100 - 20) / 4 + 1 = 21.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56 and 120.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56 and 120. | Brackets override the usual priority and must be completed first.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f0abbea98b41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6f2715777e47cd" /><Relationship Type="http://schemas.openxmlformats.org/officeDocument/2006/relationships/slideLayout" Target="/ppt/slideLayouts/slideLayout1.xml" Id="R9dc2504098a8434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c2504098a8434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19ad3f4e5d4729" /><Relationship Type="http://schemas.openxmlformats.org/officeDocument/2006/relationships/notesSlide" Target="/ppt/notesSlides/notesSlide1.xml" Id="Rd77cd377606d454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82dc478bbb4cc8" /><Relationship Type="http://schemas.openxmlformats.org/officeDocument/2006/relationships/notesSlide" Target="/ppt/notesSlides/notesSlide2.xml" Id="R9998a132b44b4e4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ffd666b6074202" /><Relationship Type="http://schemas.openxmlformats.org/officeDocument/2006/relationships/notesSlide" Target="/ppt/notesSlides/notesSlide3.xml" Id="R97938ee62a0f47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68c32d698a47ad" /><Relationship Type="http://schemas.openxmlformats.org/officeDocument/2006/relationships/notesSlide" Target="/ppt/notesSlides/notesSlide4.xml" Id="R36659eb9e41745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cd20c1be1c4551" /><Relationship Type="http://schemas.openxmlformats.org/officeDocument/2006/relationships/notesSlide" Target="/ppt/notesSlides/notesSlide5.xml" Id="R2e0cecdff797485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2122ecc7a421f" /><Relationship Type="http://schemas.openxmlformats.org/officeDocument/2006/relationships/notesSlide" Target="/ppt/notesSlides/notesSlide6.xml" Id="R5b2638d583264f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dd6832eb3a4adb" /><Relationship Type="http://schemas.openxmlformats.org/officeDocument/2006/relationships/image" Target="/ppt/media/image.png" Id="R5608c0b2c1324294" /><Relationship Type="http://schemas.openxmlformats.org/officeDocument/2006/relationships/notesSlide" Target="/ppt/notesSlides/notesSlide7.xml" Id="R0b3c802eee3646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536052edc04354" /><Relationship Type="http://schemas.openxmlformats.org/officeDocument/2006/relationships/notesSlide" Target="/ppt/notesSlides/notesSlide8.xml" Id="R736ddc71b73340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a676832f2b4e07" /><Relationship Type="http://schemas.openxmlformats.org/officeDocument/2006/relationships/notesSlide" Target="/ppt/notesSlides/notesSlide9.xml" Id="R261904e2f55c4ef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a03f577f74124" /><Relationship Type="http://schemas.openxmlformats.org/officeDocument/2006/relationships/notesSlide" Target="/ppt/notesSlides/notesSlide10.xml" Id="R4ae66e25f9be47f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37ac7eb27c4eb1" /><Relationship Type="http://schemas.openxmlformats.org/officeDocument/2006/relationships/notesSlide" Target="/ppt/notesSlides/notesSlide11.xml" Id="Rc392030700a146b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275f4c3fe4fa3" /><Relationship Type="http://schemas.openxmlformats.org/officeDocument/2006/relationships/notesSlide" Target="/ppt/notesSlides/notesSlide12.xml" Id="Rf0ae7a8cd04540f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33DD39-09DE-4B31-936A-302CF4A3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420A40-FE36-4AEF-A74C-10F45AAE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CB6C80-BC47-4C94-8791-09BC66741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B79F9-6DF8-470E-9C77-F648E42D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DECFDC-CF6F-41D8-BB4A-E70D717D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E2961B-EDFD-4BE3-8691-25456205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40775D-780E-46FB-80AA-7659ABC8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21F233-3258-4D06-8324-B322BC51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expressions containing brackets.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8835E7-07DE-4B6B-B804-DFF7D1F0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6D4F80-C263-4025-A225-7B7F77D7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C4A960-696B-4338-940A-F1EAFDC0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284522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F88F53-DAC7-4DC0-8D55-C706E15F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72D1B-EDE8-4FF8-9199-E2B95A70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28884D-9BDC-4E55-8978-5AB20DC7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8C90E-EA61-4957-B7C5-4967CA68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72786E-1224-4CE1-821E-386D4EA1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F23EA2-9D69-4D30-A181-746F6CDF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2FB317-EA67-4E02-8737-7B4E9874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E45A17-8924-414A-B2BF-9B263ED6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C268ED-DBB6-49E1-80F7-3C12548F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A65D11-FEE1-4281-82EE-98E85D10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E0EC88-7AA4-42CC-998A-FDB6A617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2BECBE-9ABC-46AD-9DBF-D62E45BF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A665D1-9A9B-4F16-8C5B-CD7A26EB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12C4FA-A2B1-4161-BC19-125432AD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3171D2-7069-4F77-99A3-2FFBEB54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D5DC8F-771F-4A03-97BF-4D333FFC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A3636B-A8CD-45E2-B5C7-791FBB97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(75 - 27) x 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A3970F-86F9-4EA7-B37A-35911DD7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257818-1186-4A0E-A139-98088D11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E73868-DE5B-4DF4-8CF9-CC8E5152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7E26C4-BE3A-48E8-9976-DD6B8BCB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240 / (8 + 4).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5E6323-48EF-463F-A8D1-A17323B6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559447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6F4CF3-085B-4840-845D-A85907C3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97D5A-CE9E-4C6E-AEDB-D0CA11753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D1373E-D771-4F6C-82D5-EBCB3CCA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B8CBCB-9884-4A07-9AF5-9B58BB0C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441771-37E6-41AA-893C-29197EE6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8572F4-1468-45D0-804F-4AFAE8C6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211484-C2CE-478B-A7A8-E05778AF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D076C6-C57E-4E0A-913C-6C83133BA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826DD3-0D43-476B-A2D9-30FBE8E5E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0667D5-DD49-4A57-82FF-8756EB95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expressions containing brackets.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02EC9-5128-4099-88D5-D9E0760A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10451-93AF-4156-8D92-C2867EBD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98FFE2-6B9C-4E61-8C52-738344C4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A44D1B-D06A-4EA8-A4A3-3AAA1CE6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C5FA48-08D1-4FAD-8EF7-3AEFA726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11573497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A9D8CB-9CF8-4436-920E-7364E412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BDAEF2-D395-484E-BAA3-75324357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D8130-064B-4E34-BBCE-E793BD549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441BED-342F-4651-BA92-FB7B9A27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91E33E-8CCE-48FA-87E8-EBFDFB82C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8291E-0B62-4D39-A702-380ECF77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D0B98F-134B-4B48-8EC8-78B9A63B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05FC4E-6CE7-4039-9557-A40D8851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C74136-55EF-42F9-80D6-C766EF79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C756F3-8106-4EC9-A519-60B9A741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240 / (8 + 4).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2C15D5-F31F-4903-99E7-60AED1AF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98E972-4047-4CF3-905C-12C2EB63F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EB594-B689-455C-A5E5-420F0581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brackets and multiplication or division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6995F2-ECDD-4A89-801B-C0223393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BFBA4D-E945-4107-AB37-5154F259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482C93-F94F-4CFC-9FBC-A55D1BD0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Work through operations of equal priority from left to right.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D396B8-9793-42A3-9F49-B5827E64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9B3ACD-4610-4F3B-B674-A373C4D0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8F995C-A18B-49A6-9718-669C22DB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A5B2FE-A587-4D6C-9FC1-6B581860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340A62-BE02-4917-B800-517A8155D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3B155E-32B0-4520-B22C-E4D656EE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by estimating or comparing with an equivalent expression.</a:t>
            </a:r>
          </a:p>
        </p:txBody>
      </p:sp>
    </p:spTree>
    <p:extLst>
      <p:ext uri="{BB962C8B-B14F-4D97-AF65-F5344CB8AC3E}">
        <p14:creationId xmlns:p14="http://schemas.microsoft.com/office/powerpoint/2010/main" val="11633588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3D2E39-CB6B-47AC-AB4B-6F5E0F11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2A0729-55BA-42A5-A9F6-B8EDBF28B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29DEBB-0198-4822-93DB-000038AE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8D569D-7D50-42C3-8F0F-001547C5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E0C61E-C233-4CEC-9CCB-189BF3DD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1BCC67-9AB9-4E6B-800F-9066F969B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0B1519-6FA6-4CB3-8B0B-3EFF1135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663637-AE85-4A1D-9744-BD3B7C3DB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9B8CFA-48AD-4524-8AF4-EF0C9B7D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C09713-3185-4904-9A1C-BBB36957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D23E0E-860F-4933-B7B5-D7F51787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E193AD-EB7F-4C1D-9A73-598A2E09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B3811E-E036-4EA7-893A-C75EFC2E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47D52C-5690-4123-9E39-8FDFDEC9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6299930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15E9B7-AD87-49A2-A08C-136FB0FA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112BC1-B646-4CAD-AE43-DFB63D18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FB507-02C0-4517-A363-CF04225C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F315B-7495-4FC7-8A01-386DF825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6AE09-FCA7-4912-A7FB-DC633048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CC198A-F001-417C-94A4-05340613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22A0ED-C6D2-4C94-A960-9EA25BC5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109121-2DB8-4C01-9842-4B5FC9E8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314CD1-F17C-4E3A-B9C7-964BC3CE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29D47F-92ED-46AF-BFCD-6DCC9CAB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(75 - 27) x 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C87A64-1309-4E41-BA04-2AF1FEEF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95C17C-66BE-4109-B91C-BA4B6D42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FCCE72-665F-42D0-B713-026A015D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AEAB17-1BEC-463E-ACC5-D097EADA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D24683-8EDC-4E44-8B36-8EC6263D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288.</a:t>
            </a:r>
          </a:p>
        </p:txBody>
      </p:sp>
    </p:spTree>
    <p:extLst>
      <p:ext uri="{BB962C8B-B14F-4D97-AF65-F5344CB8AC3E}">
        <p14:creationId xmlns:p14="http://schemas.microsoft.com/office/powerpoint/2010/main" val="2832127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893322-4A7A-4F1A-B194-7B451FF2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E4F07A-D757-4931-8049-61FED50C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07DA74-103B-4E54-BAAF-F1AF9C91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BF1E95-ECB0-4718-8534-B112CC28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7D2DCF-7BA5-4770-A8C8-CE7632D8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2CFB13-8561-4829-A786-A893B5D3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48C4D9-552B-4034-8BE5-BAD2534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D14B0E-D93F-4A5D-9F8D-9008E8A95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599C9A-2A78-4803-9978-09E0D352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08c0b2c132429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790A5D-8008-4E5A-AEC0-B1A42D31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FF515D-1693-4C3B-9DB6-E2411608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ignores brackets because division normally comes first.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67A4B3-DB83-41A6-93C4-341994B6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C4977E-6653-4092-9AFA-F8758162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F9D9B6-CAC0-467A-8324-3C0F1BF7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Brackets override the usual priority and must be completed first.</a:t>
            </a:r>
          </a:p>
        </p:txBody>
      </p:sp>
    </p:spTree>
    <p:extLst>
      <p:ext uri="{BB962C8B-B14F-4D97-AF65-F5344CB8AC3E}">
        <p14:creationId xmlns:p14="http://schemas.microsoft.com/office/powerpoint/2010/main" val="14097399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F3902A-0171-4526-913D-61C9EC8D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0A1B3D-AE8E-4821-868B-CCA50661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7CBCBE-A70F-4B3D-8A78-FF47C41FD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39A19B-4CBB-4540-9DE5-3A19912A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133E16-9567-4E32-91FD-2F7D27CB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C49484-CDC5-49BA-88B4-96A59F78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6350C5-8C9A-40DF-8617-7ABBABDA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4A6FD4-8582-4C83-A3F3-0B72B534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A0D702-A9AC-44B1-9D3E-EF04354B0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DDDE59-8FFF-4BAE-BE03-B1DF79A05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969CB6-8653-46BE-9B29-54777AD08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FC7A37-88E1-4163-9D32-B5F73E61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35A5DA-695D-4AF8-8755-F2B61D17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(75 - 27) x 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1749CB-C30E-41D7-B764-16494886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CAB79C-BAC2-4BA5-B6A8-B8C5F5EA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EE84CB-7D44-4C5C-A040-C613DF46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055F96-ED1A-4207-AF36-474F7332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A57291-1C07-4052-ABA4-C880DE99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B9B656-7DAC-4F9D-9A46-B696C484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08338E-7BC8-4898-AA11-65E2F0A0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910CC1-17E6-4A2F-98A9-760DA947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288.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E84554-8919-4622-BA51-013D0FFE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16786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4C35FF-12BA-404A-BDF2-CDA2393A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0D5D1D-9396-43F3-BDF9-D5B4BCC8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F24F59-95E9-450E-A26F-83F6651F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58B4F8-49FB-429D-9D51-043CC1FA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2A3D3F-B620-40AF-AD56-8822C7BB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283666-62E0-4257-9128-2E1F59B9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BF30E1-BF73-47A3-95DE-06073284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0395F4-C62E-4534-A5FB-D0F3F4CFC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75D7B0-4D58-4DC6-BDF0-783C4BAD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EEB52F-CCD9-4D14-A84F-F5F7DE06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DA63DD-13C0-4222-B604-5864D774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90F075-D4DE-40D7-A737-A1F52ABF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17E535-979C-4D52-BCCA-4B2A0C15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16 + 8 x 5 with (16 + 8) x 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6655C6-31B9-4F18-9695-AE71D795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FA2247-4FD3-416D-9A74-50FA64DD6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CB1637-39E7-4468-8859-53DAA875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4DCE24-2A51-4088-BBA6-0CDE45CA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B01661-373D-4640-BD97-BC1582FD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1F24B1-CB39-4067-9C46-59398905B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88C512-207F-4678-874D-0CD4CAC5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07316F-1188-43F6-9AB3-019B0818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1199383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8C651-C2A7-485D-AC0A-BB7C1B7F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F069E0-2BB6-414D-9CDC-4A8FA57A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23B123-A18E-4EA6-8569-A400146A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50272D-0C1C-4E0F-9E40-6E45016F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3E18B5-BE04-40DA-8757-EDF8A539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4C3553-2DBE-456C-853F-17C2A926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B065E4-5C12-4C3E-B6AC-F88A82CF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394867-4EEB-4000-9330-4530F99F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79BD8-7FD4-48B6-85E6-84C1C08C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1DC63B-F447-4561-B08B-50A116FD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Place one pair of brackets in 100 - 20 / 4 + 1 to make the answer 21.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CB46DC-5DAA-4A63-8AED-F5FB78C7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6D45F7-74AA-4B94-B12D-0132D254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ACACC8-181D-4B80-B9E6-0106813A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(100 - 20) / 4 + 1 = 21.</a:t>
            </a:r>
          </a:p>
        </p:txBody>
      </p:sp>
    </p:spTree>
    <p:extLst>
      <p:ext uri="{BB962C8B-B14F-4D97-AF65-F5344CB8AC3E}">
        <p14:creationId xmlns:p14="http://schemas.microsoft.com/office/powerpoint/2010/main" val="14839025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8B524D-1631-4AB9-8DA1-D4722E63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A05FC8-709F-4959-B463-649F774A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D50F19-6A1F-469E-B65A-C43299B16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D295F-1A1D-4A24-A613-B0D409B9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BE1841-BCCC-4543-A6DB-AD0927DD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19151C-33E6-4B85-98C4-9B849B90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15812F-4EBC-44D0-91CD-5EF25172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486DDA-D629-4E1B-A058-BBEE8E59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79D4FE-A02A-4B96-8148-C9E4CCA8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E0B54E-008E-488E-ACB5-0EBC302A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C3A419-D0BC-42E5-9F62-56210F45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C92EB1-FFC4-4F2E-9668-94803928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16 + 8 x 5 with (16 + 8) x 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C1E6C9-78A8-4154-AC55-8FB5A37B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D09226-618C-4391-8CD8-33F76BA9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743E46-A7B9-4B62-AD84-60CF4EC8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836D59-6EAB-47A8-A69B-27FB4B11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56 and 120.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8DF9C-629A-4724-BD11-58B258E1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797C46-04EF-45D1-9D75-E1EC532D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5997780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3A6B83-4780-43A4-8C70-1AA47E3E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C3C49F-3EA0-4598-BF79-05E857F1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74CCC5-6B0F-45B1-A63B-15F9F225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D3B72C-71A2-40F2-B485-710B9438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3E261A-D099-45C1-8713-671B9230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C34A9C-DD6C-4247-B500-58D6079B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6CD78A-5E4C-4E25-AD73-0BC454FC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98EEE7-9B30-4901-8117-1477D76F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F7F3B7-FB7A-45DA-9D84-32C7CFE8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5595DF-4B56-494F-A0E4-A8643649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D03A3E-13CA-407A-8B7B-9DF5733D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E72BAC-7CB6-41AA-9F5E-6DEFCDDF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E6202C-4E8A-4C0A-B813-815CC4C2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16 + 8 x 5 with (16 + 8) x 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5C102B-36B5-404B-A31E-EC33FCB0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0EBE1D-C6FA-40A2-B424-8E56AFB0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0E1E36-111C-4B56-AE2F-985F79BB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3C2810-4EB7-4F24-AA6D-CB9DFF00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ignores brackets because division normally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B5FF60-7CC5-4A21-B6B5-163BCFF8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83FBAE-BBA4-4EDC-906B-A6CC37FC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02BAD5-202B-4183-A431-80D08F7C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BF42F2-6463-4741-BF3D-651214D9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CFD687-F847-44ED-932D-C231C350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0214144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2026-09-09T20:45:28.9750000Z</dcterms:created>
  <dcterms:modified xsi:type="dcterms:W3CDTF">2026-09-09T20:45:28.9750000Z</dcterms:modified>
</coreProperties>
</file>