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7:46.056" v="59"/>
      <pc:docMkLst>
        <pc:docMk/>
      </pc:docMkLst>
      <pc:sldChg chg="modSp mod modAnim">
        <pc:chgData name="Garima Sharma" userId="c5ca40beb9a8554c" providerId="LiveId" clId="{2265D429-760C-4FF0-9653-4AF4BA9B0970}" dt="2026-09-09T11:07:43.163" v="5"/>
        <pc:sldMkLst>
          <pc:docMk/>
          <pc:sldMk cId="1685933643" sldId="257"/>
        </pc:sldMkLst>
        <pc:spChg chg="mod">
          <ac:chgData name="Garima Sharma" userId="c5ca40beb9a8554c" providerId="LiveId" clId="{2265D429-760C-4FF0-9653-4AF4BA9B0970}" dt="2026-09-09T11:07:42.998" v="0" actId="20577"/>
          <ac:spMkLst>
            <pc:docMk/>
            <pc:sldMk cId="1685933643" sldId="257"/>
            <ac:spMk id="13" creationId="{DB6E8058-D6E9-478B-947A-6F1E1810AD15}"/>
          </ac:spMkLst>
        </pc:spChg>
        <pc:spChg chg="mod">
          <ac:chgData name="Garima Sharma" userId="c5ca40beb9a8554c" providerId="LiveId" clId="{2265D429-760C-4FF0-9653-4AF4BA9B0970}" dt="2026-09-09T11:07:43.108" v="2" actId="20577"/>
          <ac:spMkLst>
            <pc:docMk/>
            <pc:sldMk cId="1685933643" sldId="257"/>
            <ac:spMk id="17" creationId="{90997052-A11F-4C24-9F0E-0C6265088976}"/>
          </ac:spMkLst>
        </pc:spChg>
        <pc:spChg chg="mod">
          <ac:chgData name="Garima Sharma" userId="c5ca40beb9a8554c" providerId="LiveId" clId="{2265D429-760C-4FF0-9653-4AF4BA9B0970}" dt="2026-09-09T11:07:43.157" v="4" actId="20577"/>
          <ac:spMkLst>
            <pc:docMk/>
            <pc:sldMk cId="1685933643" sldId="257"/>
            <ac:spMk id="21" creationId="{D8863784-D626-4314-B59B-BB9CC1785647}"/>
          </ac:spMkLst>
        </pc:spChg>
      </pc:sldChg>
      <pc:sldChg chg="modSp mod modAnim">
        <pc:chgData name="Garima Sharma" userId="c5ca40beb9a8554c" providerId="LiveId" clId="{2265D429-760C-4FF0-9653-4AF4BA9B0970}" dt="2026-09-09T11:07:43.450" v="11"/>
        <pc:sldMkLst>
          <pc:docMk/>
          <pc:sldMk cId="1051166225" sldId="258"/>
        </pc:sldMkLst>
        <pc:spChg chg="mod">
          <ac:chgData name="Garima Sharma" userId="c5ca40beb9a8554c" providerId="LiveId" clId="{2265D429-760C-4FF0-9653-4AF4BA9B0970}" dt="2026-09-09T11:07:43.388" v="6" actId="20577"/>
          <ac:spMkLst>
            <pc:docMk/>
            <pc:sldMk cId="1051166225" sldId="258"/>
            <ac:spMk id="12" creationId="{674697B5-8B9E-4A1E-848B-59AA0F7D9336}"/>
          </ac:spMkLst>
        </pc:spChg>
        <pc:spChg chg="mod">
          <ac:chgData name="Garima Sharma" userId="c5ca40beb9a8554c" providerId="LiveId" clId="{2265D429-760C-4FF0-9653-4AF4BA9B0970}" dt="2026-09-09T11:07:43.421" v="8" actId="20577"/>
          <ac:spMkLst>
            <pc:docMk/>
            <pc:sldMk cId="1051166225" sldId="258"/>
            <ac:spMk id="13" creationId="{DA243892-2A19-49F2-81C4-B410E623F7B5}"/>
          </ac:spMkLst>
        </pc:spChg>
        <pc:spChg chg="mod">
          <ac:chgData name="Garima Sharma" userId="c5ca40beb9a8554c" providerId="LiveId" clId="{2265D429-760C-4FF0-9653-4AF4BA9B0970}" dt="2026-09-09T11:07:43.448" v="10" actId="20577"/>
          <ac:spMkLst>
            <pc:docMk/>
            <pc:sldMk cId="1051166225" sldId="258"/>
            <ac:spMk id="14" creationId="{651E2AA5-1995-4CF6-919F-703E2160CC8E}"/>
          </ac:spMkLst>
        </pc:spChg>
      </pc:sldChg>
      <pc:sldChg chg="modSp mod modAnim">
        <pc:chgData name="Garima Sharma" userId="c5ca40beb9a8554c" providerId="LiveId" clId="{2265D429-760C-4FF0-9653-4AF4BA9B0970}" dt="2026-09-09T11:07:43.768" v="17"/>
        <pc:sldMkLst>
          <pc:docMk/>
          <pc:sldMk cId="1758598243" sldId="259"/>
        </pc:sldMkLst>
        <pc:spChg chg="mod">
          <ac:chgData name="Garima Sharma" userId="c5ca40beb9a8554c" providerId="LiveId" clId="{2265D429-760C-4FF0-9653-4AF4BA9B0970}" dt="2026-09-09T11:07:43.643" v="12" actId="20577"/>
          <ac:spMkLst>
            <pc:docMk/>
            <pc:sldMk cId="1758598243" sldId="259"/>
            <ac:spMk id="14" creationId="{0ACE184A-41DE-4576-A3E1-7FF44ADE5DCA}"/>
          </ac:spMkLst>
        </pc:spChg>
        <pc:spChg chg="mod">
          <ac:chgData name="Garima Sharma" userId="c5ca40beb9a8554c" providerId="LiveId" clId="{2265D429-760C-4FF0-9653-4AF4BA9B0970}" dt="2026-09-09T11:07:43.709" v="14" actId="20577"/>
          <ac:spMkLst>
            <pc:docMk/>
            <pc:sldMk cId="1758598243" sldId="259"/>
            <ac:spMk id="18" creationId="{4C040061-644B-4C68-846D-085FDA4DC36D}"/>
          </ac:spMkLst>
        </pc:spChg>
        <pc:spChg chg="mod">
          <ac:chgData name="Garima Sharma" userId="c5ca40beb9a8554c" providerId="LiveId" clId="{2265D429-760C-4FF0-9653-4AF4BA9B0970}" dt="2026-09-09T11:07:43.763" v="16" actId="20577"/>
          <ac:spMkLst>
            <pc:docMk/>
            <pc:sldMk cId="1758598243" sldId="259"/>
            <ac:spMk id="22" creationId="{3E6180F4-4EE9-4DC0-8144-705A05375E63}"/>
          </ac:spMkLst>
        </pc:spChg>
      </pc:sldChg>
      <pc:sldChg chg="modSp mod modAnim">
        <pc:chgData name="Garima Sharma" userId="c5ca40beb9a8554c" providerId="LiveId" clId="{2265D429-760C-4FF0-9653-4AF4BA9B0970}" dt="2026-09-09T11:07:43.982" v="23"/>
        <pc:sldMkLst>
          <pc:docMk/>
          <pc:sldMk cId="187985850" sldId="260"/>
        </pc:sldMkLst>
        <pc:spChg chg="mod">
          <ac:chgData name="Garima Sharma" userId="c5ca40beb9a8554c" providerId="LiveId" clId="{2265D429-760C-4FF0-9653-4AF4BA9B0970}" dt="2026-09-09T11:07:43.905" v="18" actId="20577"/>
          <ac:spMkLst>
            <pc:docMk/>
            <pc:sldMk cId="187985850" sldId="260"/>
            <ac:spMk id="11" creationId="{98EEA7B0-D6C3-4265-A8E6-267DD4C6C26E}"/>
          </ac:spMkLst>
        </pc:spChg>
        <pc:spChg chg="mod">
          <ac:chgData name="Garima Sharma" userId="c5ca40beb9a8554c" providerId="LiveId" clId="{2265D429-760C-4FF0-9653-4AF4BA9B0970}" dt="2026-09-09T11:07:43.947" v="20" actId="20577"/>
          <ac:spMkLst>
            <pc:docMk/>
            <pc:sldMk cId="187985850" sldId="260"/>
            <ac:spMk id="13" creationId="{3DB2C9C0-6DD9-4C3C-BCD4-848E16A6E597}"/>
          </ac:spMkLst>
        </pc:spChg>
        <pc:spChg chg="mod">
          <ac:chgData name="Garima Sharma" userId="c5ca40beb9a8554c" providerId="LiveId" clId="{2265D429-760C-4FF0-9653-4AF4BA9B0970}" dt="2026-09-09T11:07:43.977" v="22" actId="20577"/>
          <ac:spMkLst>
            <pc:docMk/>
            <pc:sldMk cId="187985850" sldId="260"/>
            <ac:spMk id="14" creationId="{48C88572-A603-423A-922D-AD49DE020D26}"/>
          </ac:spMkLst>
        </pc:spChg>
      </pc:sldChg>
      <pc:sldChg chg="modSp mod modAnim">
        <pc:chgData name="Garima Sharma" userId="c5ca40beb9a8554c" providerId="LiveId" clId="{2265D429-760C-4FF0-9653-4AF4BA9B0970}" dt="2026-09-09T11:07:44.185" v="27"/>
        <pc:sldMkLst>
          <pc:docMk/>
          <pc:sldMk cId="958172085" sldId="261"/>
        </pc:sldMkLst>
        <pc:spChg chg="mod">
          <ac:chgData name="Garima Sharma" userId="c5ca40beb9a8554c" providerId="LiveId" clId="{2265D429-760C-4FF0-9653-4AF4BA9B0970}" dt="2026-09-09T11:07:44.164" v="24" actId="20577"/>
          <ac:spMkLst>
            <pc:docMk/>
            <pc:sldMk cId="958172085" sldId="261"/>
            <ac:spMk id="14" creationId="{09FFD521-6B63-4EA5-9DA1-6ABE2623CBE5}"/>
          </ac:spMkLst>
        </pc:spChg>
        <pc:spChg chg="mod">
          <ac:chgData name="Garima Sharma" userId="c5ca40beb9a8554c" providerId="LiveId" clId="{2265D429-760C-4FF0-9653-4AF4BA9B0970}" dt="2026-09-09T11:07:44.184" v="26" actId="20577"/>
          <ac:spMkLst>
            <pc:docMk/>
            <pc:sldMk cId="958172085" sldId="261"/>
            <ac:spMk id="15" creationId="{E1DBFFB0-D95C-441E-978D-0DAC2C399BA3}"/>
          </ac:spMkLst>
        </pc:spChg>
      </pc:sldChg>
      <pc:sldChg chg="modSp mod modAnim">
        <pc:chgData name="Garima Sharma" userId="c5ca40beb9a8554c" providerId="LiveId" clId="{2265D429-760C-4FF0-9653-4AF4BA9B0970}" dt="2026-09-09T11:07:44.369" v="31"/>
        <pc:sldMkLst>
          <pc:docMk/>
          <pc:sldMk cId="278470213" sldId="262"/>
        </pc:sldMkLst>
        <pc:spChg chg="mod">
          <ac:chgData name="Garima Sharma" userId="c5ca40beb9a8554c" providerId="LiveId" clId="{2265D429-760C-4FF0-9653-4AF4BA9B0970}" dt="2026-09-09T11:07:44.307" v="28" actId="20577"/>
          <ac:spMkLst>
            <pc:docMk/>
            <pc:sldMk cId="278470213" sldId="262"/>
            <ac:spMk id="12" creationId="{2063A09D-477E-4836-98A4-CA29C19DED41}"/>
          </ac:spMkLst>
        </pc:spChg>
        <pc:spChg chg="mod">
          <ac:chgData name="Garima Sharma" userId="c5ca40beb9a8554c" providerId="LiveId" clId="{2265D429-760C-4FF0-9653-4AF4BA9B0970}" dt="2026-09-09T11:07:44.367" v="30" actId="20577"/>
          <ac:spMkLst>
            <pc:docMk/>
            <pc:sldMk cId="278470213" sldId="262"/>
            <ac:spMk id="15" creationId="{703E4B80-ED5D-45B3-BFE3-2F344E8A37DB}"/>
          </ac:spMkLst>
        </pc:spChg>
      </pc:sldChg>
      <pc:sldChg chg="modSp mod modAnim">
        <pc:chgData name="Garima Sharma" userId="c5ca40beb9a8554c" providerId="LiveId" clId="{2265D429-760C-4FF0-9653-4AF4BA9B0970}" dt="2026-09-09T11:07:44.637" v="37"/>
        <pc:sldMkLst>
          <pc:docMk/>
          <pc:sldMk cId="2108231079" sldId="263"/>
        </pc:sldMkLst>
        <pc:spChg chg="mod">
          <ac:chgData name="Garima Sharma" userId="c5ca40beb9a8554c" providerId="LiveId" clId="{2265D429-760C-4FF0-9653-4AF4BA9B0970}" dt="2026-09-09T11:07:44.533" v="32" actId="20577"/>
          <ac:spMkLst>
            <pc:docMk/>
            <pc:sldMk cId="2108231079" sldId="263"/>
            <ac:spMk id="13" creationId="{F9F6F6B8-0AED-49EC-A17C-F7C8824DB7E0}"/>
          </ac:spMkLst>
        </pc:spChg>
        <pc:spChg chg="mod">
          <ac:chgData name="Garima Sharma" userId="c5ca40beb9a8554c" providerId="LiveId" clId="{2265D429-760C-4FF0-9653-4AF4BA9B0970}" dt="2026-09-09T11:07:44.586" v="34" actId="20577"/>
          <ac:spMkLst>
            <pc:docMk/>
            <pc:sldMk cId="2108231079" sldId="263"/>
            <ac:spMk id="17" creationId="{A840603A-3C1F-4B2E-ACFE-7DA5E0892B8D}"/>
          </ac:spMkLst>
        </pc:spChg>
        <pc:spChg chg="mod">
          <ac:chgData name="Garima Sharma" userId="c5ca40beb9a8554c" providerId="LiveId" clId="{2265D429-760C-4FF0-9653-4AF4BA9B0970}" dt="2026-09-09T11:07:44.631" v="36" actId="20577"/>
          <ac:spMkLst>
            <pc:docMk/>
            <pc:sldMk cId="2108231079" sldId="263"/>
            <ac:spMk id="21" creationId="{FF1C26FC-0646-44D7-B1F9-8024587B77AB}"/>
          </ac:spMkLst>
        </pc:spChg>
      </pc:sldChg>
      <pc:sldChg chg="modSp mod modAnim">
        <pc:chgData name="Garima Sharma" userId="c5ca40beb9a8554c" providerId="LiveId" clId="{2265D429-760C-4FF0-9653-4AF4BA9B0970}" dt="2026-09-09T11:07:44.930" v="43"/>
        <pc:sldMkLst>
          <pc:docMk/>
          <pc:sldMk cId="768831873" sldId="264"/>
        </pc:sldMkLst>
        <pc:spChg chg="mod">
          <ac:chgData name="Garima Sharma" userId="c5ca40beb9a8554c" providerId="LiveId" clId="{2265D429-760C-4FF0-9653-4AF4BA9B0970}" dt="2026-09-09T11:07:44.819" v="38" actId="20577"/>
          <ac:spMkLst>
            <pc:docMk/>
            <pc:sldMk cId="768831873" sldId="264"/>
            <ac:spMk id="13" creationId="{525F48F9-0A9C-42FB-BF88-D3DD3125AC61}"/>
          </ac:spMkLst>
        </pc:spChg>
        <pc:spChg chg="mod">
          <ac:chgData name="Garima Sharma" userId="c5ca40beb9a8554c" providerId="LiveId" clId="{2265D429-760C-4FF0-9653-4AF4BA9B0970}" dt="2026-09-09T11:07:44.879" v="40" actId="20577"/>
          <ac:spMkLst>
            <pc:docMk/>
            <pc:sldMk cId="768831873" sldId="264"/>
            <ac:spMk id="17" creationId="{31DA7CC0-9CBF-47A2-8013-9424BE7B1878}"/>
          </ac:spMkLst>
        </pc:spChg>
        <pc:spChg chg="mod">
          <ac:chgData name="Garima Sharma" userId="c5ca40beb9a8554c" providerId="LiveId" clId="{2265D429-760C-4FF0-9653-4AF4BA9B0970}" dt="2026-09-09T11:07:44.927" v="42" actId="20577"/>
          <ac:spMkLst>
            <pc:docMk/>
            <pc:sldMk cId="768831873" sldId="264"/>
            <ac:spMk id="21" creationId="{1C01E770-5DBA-471E-B28E-9D4804A592CB}"/>
          </ac:spMkLst>
        </pc:spChg>
      </pc:sldChg>
      <pc:sldChg chg="modSp mod modAnim">
        <pc:chgData name="Garima Sharma" userId="c5ca40beb9a8554c" providerId="LiveId" clId="{2265D429-760C-4FF0-9653-4AF4BA9B0970}" dt="2026-09-09T11:07:45.462" v="49"/>
        <pc:sldMkLst>
          <pc:docMk/>
          <pc:sldMk cId="92038570" sldId="265"/>
        </pc:sldMkLst>
        <pc:spChg chg="mod">
          <ac:chgData name="Garima Sharma" userId="c5ca40beb9a8554c" providerId="LiveId" clId="{2265D429-760C-4FF0-9653-4AF4BA9B0970}" dt="2026-09-09T11:07:45.061" v="44" actId="20577"/>
          <ac:spMkLst>
            <pc:docMk/>
            <pc:sldMk cId="92038570" sldId="265"/>
            <ac:spMk id="11" creationId="{6D03B7B2-EAD3-48BA-8FEA-02F4EBF4FAE3}"/>
          </ac:spMkLst>
        </pc:spChg>
        <pc:spChg chg="mod">
          <ac:chgData name="Garima Sharma" userId="c5ca40beb9a8554c" providerId="LiveId" clId="{2265D429-760C-4FF0-9653-4AF4BA9B0970}" dt="2026-09-09T11:07:45.425" v="46" actId="20577"/>
          <ac:spMkLst>
            <pc:docMk/>
            <pc:sldMk cId="92038570" sldId="265"/>
            <ac:spMk id="12" creationId="{1472A573-AA55-40F3-8CC7-52D2BF358DA1}"/>
          </ac:spMkLst>
        </pc:spChg>
        <pc:spChg chg="mod">
          <ac:chgData name="Garima Sharma" userId="c5ca40beb9a8554c" providerId="LiveId" clId="{2265D429-760C-4FF0-9653-4AF4BA9B0970}" dt="2026-09-09T11:07:45.457" v="48" actId="20577"/>
          <ac:spMkLst>
            <pc:docMk/>
            <pc:sldMk cId="92038570" sldId="265"/>
            <ac:spMk id="13" creationId="{DC54BD6D-B9E6-4C6C-AB78-1E15C7079FB0}"/>
          </ac:spMkLst>
        </pc:spChg>
      </pc:sldChg>
      <pc:sldChg chg="modSp mod modAnim">
        <pc:chgData name="Garima Sharma" userId="c5ca40beb9a8554c" providerId="LiveId" clId="{2265D429-760C-4FF0-9653-4AF4BA9B0970}" dt="2026-09-09T11:07:45.689" v="53"/>
        <pc:sldMkLst>
          <pc:docMk/>
          <pc:sldMk cId="1092376274" sldId="266"/>
        </pc:sldMkLst>
        <pc:spChg chg="mod">
          <ac:chgData name="Garima Sharma" userId="c5ca40beb9a8554c" providerId="LiveId" clId="{2265D429-760C-4FF0-9653-4AF4BA9B0970}" dt="2026-09-09T11:07:45.658" v="50" actId="20577"/>
          <ac:spMkLst>
            <pc:docMk/>
            <pc:sldMk cId="1092376274" sldId="266"/>
            <ac:spMk id="16" creationId="{5EE75EC5-1057-481C-A7D2-D922FC4716D6}"/>
          </ac:spMkLst>
        </pc:spChg>
        <pc:spChg chg="mod">
          <ac:chgData name="Garima Sharma" userId="c5ca40beb9a8554c" providerId="LiveId" clId="{2265D429-760C-4FF0-9653-4AF4BA9B0970}" dt="2026-09-09T11:07:45.685" v="52" actId="20577"/>
          <ac:spMkLst>
            <pc:docMk/>
            <pc:sldMk cId="1092376274" sldId="266"/>
            <ac:spMk id="17" creationId="{5682B272-2D70-4742-A6AD-E295B3985A4B}"/>
          </ac:spMkLst>
        </pc:spChg>
      </pc:sldChg>
      <pc:sldChg chg="modSp mod modAnim">
        <pc:chgData name="Garima Sharma" userId="c5ca40beb9a8554c" providerId="LiveId" clId="{2265D429-760C-4FF0-9653-4AF4BA9B0970}" dt="2026-09-09T11:07:46.056" v="59"/>
        <pc:sldMkLst>
          <pc:docMk/>
          <pc:sldMk cId="750062289" sldId="267"/>
        </pc:sldMkLst>
        <pc:spChg chg="mod">
          <ac:chgData name="Garima Sharma" userId="c5ca40beb9a8554c" providerId="LiveId" clId="{2265D429-760C-4FF0-9653-4AF4BA9B0970}" dt="2026-09-09T11:07:45.897" v="54" actId="20577"/>
          <ac:spMkLst>
            <pc:docMk/>
            <pc:sldMk cId="750062289" sldId="267"/>
            <ac:spMk id="13" creationId="{45A69B40-3E69-4131-8C17-1E70A0388104}"/>
          </ac:spMkLst>
        </pc:spChg>
        <pc:spChg chg="mod">
          <ac:chgData name="Garima Sharma" userId="c5ca40beb9a8554c" providerId="LiveId" clId="{2265D429-760C-4FF0-9653-4AF4BA9B0970}" dt="2026-09-09T11:07:45.975" v="56" actId="20577"/>
          <ac:spMkLst>
            <pc:docMk/>
            <pc:sldMk cId="750062289" sldId="267"/>
            <ac:spMk id="17" creationId="{290191E4-C417-4B87-ABF7-1C0ACA1FD442}"/>
          </ac:spMkLst>
        </pc:spChg>
        <pc:spChg chg="mod">
          <ac:chgData name="Garima Sharma" userId="c5ca40beb9a8554c" providerId="LiveId" clId="{2265D429-760C-4FF0-9653-4AF4BA9B0970}" dt="2026-09-09T11:07:46.053" v="58" actId="20577"/>
          <ac:spMkLst>
            <pc:docMk/>
            <pc:sldMk cId="750062289" sldId="267"/>
            <ac:spMk id="21" creationId="{491C7122-3E4D-4540-868A-ABEAB4AACB9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£107,475. | Read the whole problem and mark the question and useful information. | Combine the tickets first or label each new subtotal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venue has 125,000 seats. It sells 48,675 morning tickets and 39,890 evening tickets. How many remain? Answer: 36,435 seats.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£107,475.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Combine the tickets first or label each new subtotal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£107,475..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2,390,850 litres..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vary. Every step must be labelled and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2,390,850 litres.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2,390,850 litres. | Combine the tickets first or label each new subtotal before continuing.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0A3EA35-EEFA-4902-84A4-7D56B9D22F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20E5D4-4C84-44E7-A8B3-743D27D99C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93B9D3B-B585-402D-859A-4DB5B58ABDAF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27F190-3C28-4579-8B0C-76921C5F8D9E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454BEE-D841-4550-BB64-8BCC6E8C94EE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181B64A-DFC4-4F95-8454-4D914E4671C3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560021-51EE-409C-855F-1CB3CC548AA3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22A2A9-2141-4EE3-83FD-359D806E1BF3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using addition and subtraction.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AE54A2-1248-4467-88D2-B0F3C7F0C10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051D7E-4546-45D5-9AC2-61C383CAF46B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265FAA-0C77-418B-BB4D-3741FD40AC48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77411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696275D-87BE-4DCD-A8B0-78AB726D64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CC5A5-BC4B-4E33-B39B-828D56A1719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C8701C-A5A1-4231-B032-D438DBCB4E4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78D07A-67C7-4608-8323-6C3BE550CF5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75414B-EF26-489F-91EC-FF44A42151B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FCBB5C-2296-4550-8E60-255CF1D3990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4A47EC-FF93-4AE2-8A32-4C4593EEE44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785BF1-88F9-4699-B307-D43DC0588F5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FF8D40-59B5-42BA-986F-E3D4DE2556A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AA1AA2C-43C1-4237-97BA-6476BBA5550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FA4F6D8-B702-43F7-9D1C-1F81A3797F9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EB2C48B-6604-4EB5-B4BC-CFCFDCA162C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6E8058-D6E9-478B-947A-6F1E1810AD1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0BBCB4-26DD-42AD-939D-93349BC3504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1ABD8F9-5314-4526-9565-8E69794A7D1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E8AFD8-F208-4994-A251-65339F3D7B6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997052-A11F-4C24-9F0E-0C626508897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target is £500,000. It raises £187,650 then £204,875. How much more is needed?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73AFA0C-839A-4FDF-A4F5-D3DCCC24A3F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6BC5025-E170-44EB-96CE-49950691E8A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7B6E712-FC45-44DA-B18B-6D7B22D6B06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863784-D626-4314-B59B-BB9CC178564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venue has 125,000 seats. It sells 48,675 morning tickets and 39,890 evening tickets. How many remain?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A6BD19B-4F9B-4860-956C-35CD9EED0D4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85933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2B25C86-6943-447C-8C0C-16B4A46D0B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2C2743-6728-4D91-8BA4-143BE21A807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6A78F5-01CA-49FD-BE28-88E30C95B5A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82F88A-DB58-475B-9DD0-C2FE0D62C23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8E872A-2B71-48FB-9BA4-E771F3BBC17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E1DA85-2FAE-4F84-B4C4-3AEAAE2501A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86ED7E-8B3B-4F1F-BE01-A329E7C6017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406A5B-9623-4883-A068-F084CEDF13D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9FBF9A-9C0E-4C84-A56D-6A6954C6ED9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B69841-858B-4C6D-844B-09B58993B71B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using addition and subtraction.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601DE9-7729-47C0-875F-2C6D83DC6F59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74697B5-8B9E-4A1E-848B-59AA0F7D9336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243892-2A19-49F2-81C4-B410E623F7B5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1E2AA5-1995-4CF6-919F-703E2160CC8E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062104-7A0B-419D-8C2F-1E2C892AC023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1051166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80F52D4-4966-4734-8B09-F1770A413C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82D570-035E-4883-9C62-FF29270C400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F6E40D-77B9-4F2C-B06E-50EA08605C1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91AAE7-0CB6-4923-88A8-5989A5BFCB5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B2D9B5-0AB7-4CD7-BDF5-285DA30D997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4EF926-9D3E-477C-BE53-35DC5BDB78E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13118B-CA19-464F-9EE3-F4F336405BA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F093E6-3F53-431E-A6A5-807F47632D2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16CAC2-97FB-42EB-AC00-C3FEEFE71B1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22A94B-989C-437D-9C88-4A802F659FC3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venue has 125,000 seats. It sells 48,675 morning tickets and 39,890 evening tickets. How many remain?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E3FA02-A45A-4721-975C-657C141D717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9293F40-32A3-404E-9E77-E8A3CA66F593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04DCDE-E1C0-4C42-AEC4-FFC026548FE0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CE184A-41DE-4576-A3E1-7FF44ADE5DCA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whole problem and mark the question and useful information.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AC0FFA-56DA-409F-A877-1A4A1A38F4FA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77F339B-E1CC-4D26-892E-CCD8C2A3C8AB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C585CA-5E7D-43F7-B85F-DB686EF9C970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040061-644B-4C68-846D-085FDA4DC36D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the operations in order before calculating.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A24F11-F901-49BD-A016-5253B626F99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6A3EE26-3BCA-4BE2-82CC-2F8AD313356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CA9430E-202C-40E4-AD31-26222CBDDAFC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E6180F4-4EE9-4DC0-8144-705A05375E63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each step, label sub-totals and check the final answer in context.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5859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457397C-FCFC-4596-9344-20209D62A6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CF939C-6C0E-4B98-A9B4-05DCD4F247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18C115E-C536-42D8-BC00-5E5072DE642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803ADD-CA24-4274-AA30-0D28FD8846B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01D931-D872-4BE2-8E1B-BFF760FCECE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4AC82D-10FB-4FF4-8431-E133CFD85FD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722803-6D2F-4306-BCA2-A003B9EAB93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24777B-54FE-4FE6-87E6-6F0F0BF4276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8CA9D7-FD66-4101-A56F-9986EDC3568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0861DA-E18E-4080-B323-6359E4A0CDE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EEA7B0-D6C3-4265-A8E6-267DD4C6C26E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36,435 seats.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364B6B-B099-4184-8F47-9C7BFEB0F430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B2C9C0-6DD9-4C3C-BCD4-848E16A6E597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C88572-A603-423A-922D-AD49DE020D26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985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5302F53-3EAE-4CFC-A91B-4E04D4DC265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CB8AAA-D7BE-44C9-BDF9-048E3372707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AA53090-7DA6-47F5-A501-23F0B8C51EE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6269A7-2887-4594-90C4-0E4CDDFBC76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FA6BD0-FE24-49C9-BCE4-28DFDF14E2D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E6BEE4-EF66-4DA5-992D-5D4E5605AFA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88630C-ED07-4374-B360-00894A3926A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4AC717-A708-469F-956A-323E31D3804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DB9573-523D-4BD4-8C15-EEC68A80238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AEBE76-6F80-4EAF-8C2E-59446AE0BB13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target is £500,000. It raises £187,650 then £204,875. How much more is needed?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CB9340-E842-457E-A017-64B7B38BE23D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8DCE95-1E9F-4505-A8F4-A4A767025091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0879E3-58BC-4005-AFA0-B5D043A688EA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FFD521-6B63-4EA5-9DA1-6ABE2623CBE5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DBFFB0-D95C-441E-978D-0DAC2C399BA3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£107,475.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8172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5CBACCE-BDDA-4F1A-986C-A9F27751CC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70D4E3-1800-4017-824C-0153910419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C6B87F4-B15C-40CB-96D3-02EE2CB6174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69099A-BACC-4AD1-8E1D-57C2458F8D8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567C48-32F2-4732-B11D-7FC78DEF145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AF6923-AB84-4E53-821C-0571E015381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E24C3F-EC25-4933-B262-E779D942B25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231C2-A80E-44C0-A0E8-EB132495D17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4F400A-DC31-44CD-8AFA-9022872DD50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BF1C1AD-E1B5-4D57-A215-EC3A0D3F8B64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63A09D-477E-4836-98A4-CA29C19DED41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two ticket sales separately from the original but loses track of the first subtotal.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CB16D7-D1C3-4E3E-8565-D9639DBAB046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18DEE4-E637-451A-AC76-25BF5B41E3BE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3E4B80-ED5D-45B3-BFE3-2F344E8A37DB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Combine the tickets first or label each new subtotal before continuing.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8470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E2A052B-D256-4B00-8CEB-930C3001B5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778597-E80A-4CA7-AA98-1DAC6759087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ED354EE-C3B8-49EE-8C92-BDDB077F8A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EF50F8-62D2-4D25-821F-50590E08A87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785B87-C750-40E7-AE40-889C293CF06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F02B7F-05D8-4B3B-B6C9-B97E95C0475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55332E-3F2D-4BE6-A5DB-C70ADAB2DF8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128525-1DEC-4B70-BFBA-8F2C1D7C426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7B485F-99D7-4B85-981B-CC7B9F96D7A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F927A52-7A0C-4BA7-9E84-0F29B33F0CD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33358D3-0717-40A6-8BB4-E7AE8A32068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504B9C-20D8-4D3C-BFE2-F7FD9D2150B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F6F6B8-0AED-49EC-A17C-F7C8824DB7E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target is £500,000. It raises £187,650 then £204,875. How much more is needed?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994C059-17DD-4118-89B8-D26C86FBB59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36B9872-70EB-4112-983A-A8CE2EB9D2E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07FB8D-A66E-4367-8F5F-1975C46C639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40603A-3C1F-4B2E-ACFE-7DA5E0892B8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B90F924-5388-45BD-8196-D2514F5F630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792309B-62B4-4C8D-9D21-C2EED7DEBD9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76AE1B2-EF32-4679-8EB4-4ABFB7224FD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1C26FC-0646-44D7-B1F9-8024587B77A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£107,475.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9297422-9FBC-4C85-B70B-A5C51957E20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108231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7E72711-EDF6-4E71-893D-4860FF1D52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F7AB17-1783-4CD6-987C-20A53151B8B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E6F5569-2ADD-49B9-AF11-BB1E805166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DD3EFF-BB3D-40AE-B4DD-2923C80A973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E5EFF1-E162-440D-BF04-A048108CACF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60FEFF-8A2D-462E-AE21-A24DAF78B91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AA8A9B-2404-48BD-8F62-14CF6D0DE57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54E67E-7C97-4F4E-B73A-668B442C912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CB33C7-D288-4D70-967D-4C1B116861E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2C564C8-036F-4510-BDC9-2213F792976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6324EE7-DF50-497D-A918-085C4693499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7C6CFB-A194-454C-B8B0-67BF7DEEABC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5F48F9-0A9C-42FB-BF88-D3DD3125AC6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reservoir holds 2,500,000 litres. It loses 384,750 litres and gains 275,600 litres. New volume?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547612A-D7F2-4EE7-A36F-E700664AB78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435B432-036A-4C39-950A-74C384ACA8F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AE6962-8BE6-4DEA-B436-0F1FA3567F7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DA7CC0-9CBF-47A2-8013-9424BE7B187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EA04B0D-234F-404A-BF5A-BF64DC6F889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4D0A633-1CF8-4C3E-855C-0D4BDC7A673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C78572D-4215-42D2-B382-2C6D6C1B330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01E770-5DBA-471E-B28E-9D4804A592C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883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FA154FB-1849-4446-89CE-EFB870613C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AC72799-D709-4A7B-B78F-9FAE5A8C513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AAD6382-E767-44CC-9162-F0392BE1505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CCCAA8-CABA-41B6-96C3-9619E6CB4E5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BCF62-6D5C-4B08-B1DC-FFB7719D977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2635B0-FEDC-49E5-81C3-458D17FDE8B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E76902-6B81-4007-93DD-CB5DF35483C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19C6F6-5F61-4125-B4A6-2D66CA5961B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4DED26-2B4C-4851-A6E3-D1897267B91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F114D8-9EC2-4565-B45B-F5FF46C0E2C1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three-step addition and subtraction problem with final answer 250,000.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03B7B2-EAD3-48BA-8FEA-02F4EBF4FAE3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72A573-AA55-40F3-8CC7-52D2BF358DA1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54BD6D-B9E6-4C6C-AB78-1E15C7079FB0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Every step must be labelled and accurate.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2038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AE3C55B-69A6-4AD0-9601-389A4D3AE6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D280D9-FBD3-43D5-AB28-99430D62309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5BF5A7A-57BB-48A3-A3EE-99760F1C7C4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2A605E-61D4-4899-A7DD-F602E80D585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0CB10B-4718-42B3-93E1-7D3090649E6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E7C571-7E22-42CF-A561-5CEA36117AA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D6E52C-9B4D-4872-9A0F-6FD481DD952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CEB1C3-C5B4-4CBA-B241-AD0294E37B4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12AC0A-0B0A-4094-8CF3-6D8691D62CC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C3B9A8-7440-4340-8530-ECBF9990A735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4DFA1AA-1977-4395-A479-A869120DF743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7A5FF87-9C5E-47B6-976B-81FC1C90A092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reservoir holds 2,500,000 litres. It loses 384,750 litres and gains 275,600 litres. New volume?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D5C69E-992B-4883-96A1-5B8DD09D7041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835A9D-DBCD-43A1-93E2-ADA251B702AD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FCC1EC0-B941-479C-943E-635D0D9976B7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75EC5-1057-481C-A7D2-D922FC4716D6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366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2,390,850 litres.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82B272-2D70-4742-A6AD-E295B3985A4B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85E72F-697E-4253-9271-059C56665C52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92376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4691717-6256-444E-B35F-4C9517D472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254322-AECC-4D04-9EC3-62011544DD5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CCD3DF4-8D5D-41EF-A8B7-CBFA1C1D50C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FFBFE0-6659-46F3-8AE5-42D9AD6E66E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34DAA8-20CD-47FB-AF20-B8C50F48877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0F21C4-AAA1-4D13-BB9F-03E99ADEED4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50DA89-4B07-4A4C-8755-8322A5DAED3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A4F338-6D73-42E5-A4EC-E3C02174F3A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E714DE-A410-43FF-8A2E-81EF49897D2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3CAE4EE-86F3-4F4A-9B01-5C5E5368803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FF87CB2-9BAA-4780-9635-5DF82E79879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84D26F-59A8-48CE-A86A-0D04729E2B0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A69B40-3E69-4131-8C17-1E70A038810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reservoir holds 2,500,000 litres. It loses 384,750 litres and gains 275,600 litres. New volume?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EEA27B6-A995-4B70-9093-0D72ABC9894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FB76129-AC43-4025-A38C-8861F3C0782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6C4339-D531-4937-B53F-7196E58E9F5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0191E4-C417-4B87-ABF7-1C0ACA1FD44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two ticket sales separately from the original but loses track of the first subtotal.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967D63C-6762-4314-8206-CA5C85925FD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64C8035-A943-44BC-A2B7-7ED7D216118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FC0F25-5113-42EB-A87F-7F810FC8371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1C7122-3E4D-4540-868A-ABEAB4AACB9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73FAE2-EDE8-460B-861A-C5549687CDC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5006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1262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2026-09-09T10:57:08Z</dcterms:created>
  <dcterms:modified xsi:type="dcterms:W3CDTF">2026-09-09T11:07:46Z</dcterms:modified>
</cp:coreProperties>
</file>