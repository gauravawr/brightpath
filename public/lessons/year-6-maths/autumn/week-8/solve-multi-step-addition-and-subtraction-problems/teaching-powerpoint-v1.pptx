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a0dddc442f74db6" /><Relationship Type="http://schemas.openxmlformats.org/officeDocument/2006/relationships/extended-properties" Target="/docProps/app.xml" Id="R5451450164424a37" /><Relationship Type="http://schemas.openxmlformats.org/officeDocument/2006/relationships/officeDocument" Target="/ppt/presentation.xml" Id="Ref78f74f901b4ea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49093e79ab14945"/>
  </p:sldMasterIdLst>
  <p:notesMasterIdLst>
    <p:notesMasterId xmlns:r="http://schemas.openxmlformats.org/officeDocument/2006/relationships" r:id="R5af5488ac53849a9"/>
  </p:notesMasterIdLst>
  <p:sldIdLst>
    <p:sldId xmlns:r="http://schemas.openxmlformats.org/officeDocument/2006/relationships" id="256" r:id="R0b14182444f44caf"/>
    <p:sldId xmlns:r="http://schemas.openxmlformats.org/officeDocument/2006/relationships" id="257" r:id="Rb3eff99889084a76"/>
    <p:sldId xmlns:r="http://schemas.openxmlformats.org/officeDocument/2006/relationships" id="258" r:id="Rffa424092e734ca5"/>
    <p:sldId xmlns:r="http://schemas.openxmlformats.org/officeDocument/2006/relationships" id="259" r:id="Rda6a56cedaf1455a"/>
    <p:sldId xmlns:r="http://schemas.openxmlformats.org/officeDocument/2006/relationships" id="260" r:id="R97156f1b0a1d4f7c"/>
    <p:sldId xmlns:r="http://schemas.openxmlformats.org/officeDocument/2006/relationships" id="261" r:id="R4dfe565395874494"/>
    <p:sldId xmlns:r="http://schemas.openxmlformats.org/officeDocument/2006/relationships" id="262" r:id="Rf920c1da42fb4de6"/>
    <p:sldId xmlns:r="http://schemas.openxmlformats.org/officeDocument/2006/relationships" id="263" r:id="R6daa4e6a80614f8a"/>
    <p:sldId xmlns:r="http://schemas.openxmlformats.org/officeDocument/2006/relationships" id="264" r:id="R944022c17fe34b26"/>
    <p:sldId xmlns:r="http://schemas.openxmlformats.org/officeDocument/2006/relationships" id="265" r:id="Rdfde1d19660c4912"/>
    <p:sldId xmlns:r="http://schemas.openxmlformats.org/officeDocument/2006/relationships" id="266" r:id="R7b684d80c7334bc4"/>
    <p:sldId xmlns:r="http://schemas.openxmlformats.org/officeDocument/2006/relationships" id="267" r:id="R10e0ca827dcd41e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85fb8e15a7f4778" /><Relationship Type="http://schemas.openxmlformats.org/officeDocument/2006/relationships/slideMaster" Target="/ppt/slideMasters/slideMaster1.xml" Id="Rb49093e79ab14945" /><Relationship Type="http://schemas.openxmlformats.org/officeDocument/2006/relationships/notesMaster" Target="/ppt/notesMasters/notesMaster1.xml" Id="R5af5488ac53849a9" /><Relationship Type="http://schemas.openxmlformats.org/officeDocument/2006/relationships/presProps" Target="/ppt/presProps.xml" Id="Rbffa19287fdf4970" /><Relationship Type="http://schemas.openxmlformats.org/officeDocument/2006/relationships/tableStyles" Target="/ppt/tableStyles.xml" Id="R9662afb2fc114c27" /><Relationship Type="http://schemas.openxmlformats.org/officeDocument/2006/relationships/slide" Target="/ppt/slides/slide1.xml" Id="R0b14182444f44caf" /><Relationship Type="http://schemas.openxmlformats.org/officeDocument/2006/relationships/slide" Target="/ppt/slides/slide2.xml" Id="Rb3eff99889084a76" /><Relationship Type="http://schemas.openxmlformats.org/officeDocument/2006/relationships/slide" Target="/ppt/slides/slide3.xml" Id="Rffa424092e734ca5" /><Relationship Type="http://schemas.openxmlformats.org/officeDocument/2006/relationships/slide" Target="/ppt/slides/slide4.xml" Id="Rda6a56cedaf1455a" /><Relationship Type="http://schemas.openxmlformats.org/officeDocument/2006/relationships/slide" Target="/ppt/slides/slide5.xml" Id="R97156f1b0a1d4f7c" /><Relationship Type="http://schemas.openxmlformats.org/officeDocument/2006/relationships/slide" Target="/ppt/slides/slide6.xml" Id="R4dfe565395874494" /><Relationship Type="http://schemas.openxmlformats.org/officeDocument/2006/relationships/slide" Target="/ppt/slides/slide7.xml" Id="Rf920c1da42fb4de6" /><Relationship Type="http://schemas.openxmlformats.org/officeDocument/2006/relationships/slide" Target="/ppt/slides/slide8.xml" Id="R6daa4e6a80614f8a" /><Relationship Type="http://schemas.openxmlformats.org/officeDocument/2006/relationships/slide" Target="/ppt/slides/slide9.xml" Id="R944022c17fe34b26" /><Relationship Type="http://schemas.openxmlformats.org/officeDocument/2006/relationships/slide" Target="/ppt/slides/slide10.xml" Id="Rdfde1d19660c4912" /><Relationship Type="http://schemas.openxmlformats.org/officeDocument/2006/relationships/slide" Target="/ppt/slides/slide11.xml" Id="R7b684d80c7334bc4" /><Relationship Type="http://schemas.openxmlformats.org/officeDocument/2006/relationships/slide" Target="/ppt/slides/slide12.xml" Id="R10e0ca827dcd41e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07bb891abff4d5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2e3f3b2957a40f5" /><Relationship Type="http://schemas.openxmlformats.org/officeDocument/2006/relationships/notesMaster" Target="/ppt/notesMasters/notesMaster1.xml" Id="Rd24808fa5309482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99b621268234964" /><Relationship Type="http://schemas.openxmlformats.org/officeDocument/2006/relationships/notesMaster" Target="/ppt/notesMasters/notesMaster1.xml" Id="R9e2ab8184dc24b0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d3516af5b2c4f26" /><Relationship Type="http://schemas.openxmlformats.org/officeDocument/2006/relationships/notesMaster" Target="/ppt/notesMasters/notesMaster1.xml" Id="Rcc5f66f33789498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7f2cc58e487420c" /><Relationship Type="http://schemas.openxmlformats.org/officeDocument/2006/relationships/notesMaster" Target="/ppt/notesMasters/notesMaster1.xml" Id="R1c7de179838844f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7ba75a2b64f43c7" /><Relationship Type="http://schemas.openxmlformats.org/officeDocument/2006/relationships/notesMaster" Target="/ppt/notesMasters/notesMaster1.xml" Id="Ra08cf0ea04b14ab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fd777f0cab5451e" /><Relationship Type="http://schemas.openxmlformats.org/officeDocument/2006/relationships/notesMaster" Target="/ppt/notesMasters/notesMaster1.xml" Id="R3565f099234245a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47b851c62304007" /><Relationship Type="http://schemas.openxmlformats.org/officeDocument/2006/relationships/notesMaster" Target="/ppt/notesMasters/notesMaster1.xml" Id="Rb3965ce45da9456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1beb52efba543f6" /><Relationship Type="http://schemas.openxmlformats.org/officeDocument/2006/relationships/notesMaster" Target="/ppt/notesMasters/notesMaster1.xml" Id="Rb7ea6118a6294bf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cab4e0ed9a74bd7" /><Relationship Type="http://schemas.openxmlformats.org/officeDocument/2006/relationships/notesMaster" Target="/ppt/notesMasters/notesMaster1.xml" Id="R6070222b4f494b3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ac5dd423e6b4ef6" /><Relationship Type="http://schemas.openxmlformats.org/officeDocument/2006/relationships/notesMaster" Target="/ppt/notesMasters/notesMaster1.xml" Id="R48fdfc08ec37471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4145ae6e2a4495c" /><Relationship Type="http://schemas.openxmlformats.org/officeDocument/2006/relationships/notesMaster" Target="/ppt/notesMasters/notesMaster1.xml" Id="Rdf42c1bb677a49e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9a8b4762c344dec" /><Relationship Type="http://schemas.openxmlformats.org/officeDocument/2006/relationships/notesMaster" Target="/ppt/notesMasters/notesMaster1.xml" Id="Rcce7c69d49344ac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Bar-model templates, highlighters, problem-solving mats,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£107,475. | Read the whole problem and mark the question and useful information. | Combine the tickets first or label each new subtotal before continuing.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multi-step, operation, information, sequence, sub-total, solution.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then reveal each mathematical change one click at a time. Point to the numbers and operation that changed before moving to the next line. Final answer: 36,435 seats.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£107,475.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Combine the tickets first or label each new subtotal before continuing.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£107,475..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2,390,850 litres..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Answers vary. Every step must be labelled and accurate.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2,390,850 litres.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2,390,850 litres. | Combine the tickets first or label each new subtotal before continuing.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9f4bf48df0c487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04efa25e80846b2" /><Relationship Type="http://schemas.openxmlformats.org/officeDocument/2006/relationships/slideLayout" Target="/ppt/slideLayouts/slideLayout1.xml" Id="Rd5fa884a7427499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5fa884a7427499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243fad24324599" /><Relationship Type="http://schemas.openxmlformats.org/officeDocument/2006/relationships/notesSlide" Target="/ppt/notesSlides/notesSlide1.xml" Id="R7525d4279e71494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88d0487d1b44f8" /><Relationship Type="http://schemas.openxmlformats.org/officeDocument/2006/relationships/notesSlide" Target="/ppt/notesSlides/notesSlide2.xml" Id="Rf9e42f1f6d6b407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84b07c3e3c480a" /><Relationship Type="http://schemas.openxmlformats.org/officeDocument/2006/relationships/notesSlide" Target="/ppt/notesSlides/notesSlide3.xml" Id="R1b5d520df600460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e3325c1ee148c5" /><Relationship Type="http://schemas.openxmlformats.org/officeDocument/2006/relationships/notesSlide" Target="/ppt/notesSlides/notesSlide4.xml" Id="R05f4fba74fc945f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1092a89cf44cd3" /><Relationship Type="http://schemas.openxmlformats.org/officeDocument/2006/relationships/notesSlide" Target="/ppt/notesSlides/notesSlide5.xml" Id="Ra53c9749ef3b42a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76821d04114e36" /><Relationship Type="http://schemas.openxmlformats.org/officeDocument/2006/relationships/notesSlide" Target="/ppt/notesSlides/notesSlide6.xml" Id="R8be72671e8074a6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9dd3919f35440a" /><Relationship Type="http://schemas.openxmlformats.org/officeDocument/2006/relationships/image" Target="/ppt/media/image.png" Id="R3b888e1e15254268" /><Relationship Type="http://schemas.openxmlformats.org/officeDocument/2006/relationships/notesSlide" Target="/ppt/notesSlides/notesSlide7.xml" Id="Rbf79fb9302b94e4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0d65281bba4902" /><Relationship Type="http://schemas.openxmlformats.org/officeDocument/2006/relationships/notesSlide" Target="/ppt/notesSlides/notesSlide8.xml" Id="R0023f1ccbea6473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ba1378d8d24dd9" /><Relationship Type="http://schemas.openxmlformats.org/officeDocument/2006/relationships/notesSlide" Target="/ppt/notesSlides/notesSlide9.xml" Id="R475187e63920444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6be0fda96a442b" /><Relationship Type="http://schemas.openxmlformats.org/officeDocument/2006/relationships/notesSlide" Target="/ppt/notesSlides/notesSlide10.xml" Id="R38d633de5bbf4e0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fb2b2fadd943a7" /><Relationship Type="http://schemas.openxmlformats.org/officeDocument/2006/relationships/notesSlide" Target="/ppt/notesSlides/notesSlide11.xml" Id="R2f1d3f32e05f48f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5f0f9c7fe04e7b" /><Relationship Type="http://schemas.openxmlformats.org/officeDocument/2006/relationships/notesSlide" Target="/ppt/notesSlides/notesSlide12.xml" Id="R1e536c4c5275416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38717CA-64D4-4DA6-9550-457947627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0360DD-A3DE-4432-8E5F-24653C7DB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C6EF2F-F32A-46D4-81CB-C5AE2493F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AE2504-2E8F-4D04-84B1-A7EFFEC40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E12F45-8DBB-49E6-BDB0-CC8E6F9F2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0942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Solve multi-step addition and subtraction problems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84F15F-F6A0-4AC7-A207-89AD57CA8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E6D0D8-AB8A-4C3B-92B7-1D171D7F0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3C9F0B-DED3-492D-A2F6-C270C8081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solve multi-step problems using addition and subtraction.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609CA0-A2E2-4869-B2A4-C96D35C10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97B48A-5D03-41F1-A019-DCF139D34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Bar-model templates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5D84E3-1B34-4B92-A57F-942B06140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92918683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EA74665-8DAE-441D-B7C6-9FBBCE43F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B6753C-2E82-4155-8138-A35CB0FE6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F4EB0F-2882-4402-ACD7-FB85D22A8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2DF8FA-54FE-461F-A528-52823D9E2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0B6C01-880C-405C-B0E4-43CD64209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461F26-278D-4F4C-9E99-3DAA6814E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41EEB2-BB30-4EC8-BA7D-BB279BF75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CB19AF-F97A-4F39-9505-EA3000D36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7A352B-4C55-44B3-977E-64A503F60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multi-step addition and subtraction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47CAADE-9EE1-4838-B144-ADCF2CE48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BB4CE0-A102-49E7-8EC0-8AC79C611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469945A-CE7B-4F15-9678-402AA0ED6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F2E4D35-D00A-4E0D-A9BA-CDB7F60FA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Select operations, use formal methods and interpret answers in context.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DA54F89-9D2F-4BEE-A060-3E7745FA3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CE2A4BC-5757-45FD-B3B4-AF5822C05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241D3A6-1EB5-4BEE-83D8-2A2FEE9E8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A13914D-31C0-4FE0-B0AC-7FBD27754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charity target is £500,000. It raises £187,650 then £204,875. How much more is needed?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E466045-F42F-4CD7-A5C7-E5A266398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AF4002E-142C-4AE4-9F69-FA2794E2A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461847A-92EC-4156-9FD4-13A7A0391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C1A0FA4-ACDF-44A0-ADCA-0CE427F05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A venue has 125,000 seats. It sells 48,675 morning tickets and 39,890 evening tickets. How many remain?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D81F4E3-0EE6-4F75-A25B-FAAE5E407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30971367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2E001D1-E461-4AD9-98FA-7DBAD2279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0F33F0-0480-4B5E-B9F4-9BF875DC2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C7FC45-B544-45B6-8AC5-55279070E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264AE8-FD91-4D91-82A4-D0D609796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16B1B4-2A13-4C1F-A2E6-1D2DAD31E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8FCBEC-F6FA-41D2-B1E4-903E6E9A7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408596-AC6E-460F-9BD7-111F64C26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D8F3A6-F3CF-4D61-B3E8-2788F4E11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DA0A95-8A0C-4A75-959A-12AD76FA5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multi-step addition and subtraction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6BD9EB-A171-4BF6-BF5B-52E388428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solve multi-step problems using addition and subtraction.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FB3828-D694-48E1-9E8A-48E61DDE4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886E28-664C-4973-8FBD-27B221B8E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Read the whole problem and mark the question and useful information.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070EA95-223D-4D97-AF0E-C495C0979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Plan the operations in order before calculating.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3A12260-B6B7-406C-9125-802E50DE9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Complete each step, label sub-totals and check the final answer in context.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DFB3AF5-9BEC-48FE-8AFF-81A73179F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multi-step  |  operation  |  information  |  sequence  |  sub-total  |  solution</a:t>
            </a:r>
          </a:p>
        </p:txBody>
      </p:sp>
    </p:spTree>
    <p:extLst>
      <p:ext uri="{BB962C8B-B14F-4D97-AF65-F5344CB8AC3E}">
        <p14:creationId xmlns:p14="http://schemas.microsoft.com/office/powerpoint/2010/main" val="144026352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3C9A38C-1CF8-476B-8754-9675B1DC7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C569DA-D0F0-49D5-9070-2B79A7E54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B92502-CCBA-4E3C-8049-D56792469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59031F-1EF4-41CC-8CCC-16668F3BA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0077C1-3817-44AB-A5A0-027126708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69D816-6E4D-45D2-9F60-72A5D2126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9F9B87-D442-4F59-86CD-68B0CBA27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997492-24F4-4391-9D6B-2E3C54C39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AE6235-1D65-44B2-BBBD-F5520CBC7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multi-step addition and subtraction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0DE343-244D-493D-B8B5-7911DB20B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219200"/>
            <a:ext cx="10477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venue has 125,000 seats. It sells 48,675 morning tickets and 39,890 evening tickets. How many remain?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BB62B3-BB33-466B-999D-768D70B11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24075"/>
            <a:ext cx="38100" cy="3524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A63F69C-61AB-40DA-85EC-0488393CA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2002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8EF8A0-B711-4F5B-BE09-00EA016F2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145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Tickets sold: 48,675 + 39,890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606592-9E41-4B81-B6B7-6C7A7E380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432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E31B9F1-15DD-4446-937C-4EC8C0B94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0765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69242AB-423F-4FE9-B90D-8C4339B6F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908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48,675 + 39,890 = 88,565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47423D3-0EC4-4B1A-89ED-401511331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195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75A2EFB-D29D-4D69-B63F-BF96E47C3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9528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17F9DB7-EBE5-4CC9-A11F-BA7A425C0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671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125,000 - 88,565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6854425-A059-4B2A-A5F0-E2DB7623E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6958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C474F4A-FBF9-4C39-9053-6F94975F1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8291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443FBC6-FB8D-4F5D-BCDA-020B66F25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7434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Seats remaining = 36,435</a:t>
            </a:r>
          </a:p>
        </p:txBody>
      </p:sp>
    </p:spTree>
    <p:extLst>
      <p:ext uri="{BB962C8B-B14F-4D97-AF65-F5344CB8AC3E}">
        <p14:creationId xmlns:p14="http://schemas.microsoft.com/office/powerpoint/2010/main" val="2097934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F289EF2-865D-403C-B7E3-5767EB200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BC7F8D-8518-405E-9A4E-98EB09ECC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E5F724-15F6-4CB0-B4F5-8E9EE6DCF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C12089-7CF3-4416-8D2F-47477466D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1C5605-FE64-48E8-AD15-49765AE62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5B7CF5-E3E7-4B75-B83E-E1A486DE7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C20F06-37ED-45F4-8586-E4331E670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A7E270-1B4A-40E6-BA3C-8CE46B6E4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1000AA5-9D28-44B0-9575-7465C18BA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multi-step addition and subtraction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175534-FD3C-40F1-978B-505C1CCEF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FDF11A-B642-44C6-8AF6-C857CBF92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36,435 seats.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D84880-0AF7-4C9E-BD1B-C20020A38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2CF847-73BE-4C48-9573-5A1931C4C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Complete each step, label sub-totals and check the final answer in context.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9F2A3CB-74A7-42B2-B2FD-2CA2021DF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19381958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1D0DFFA-13EA-433F-97C1-4FC2ADAAC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0DCF51-1C60-43DB-A10F-522215AEF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8B1CDD-04C6-4FE9-AED0-BF5C2C63F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1144A6-FE6B-4A27-BD52-ECF7F3598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E2369D-1622-40F5-802B-28345A612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9A473E-7A83-4646-B9FE-8E6B88341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139986-9DDA-4321-9E3D-0561630A3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CE5724-D50C-4404-8933-C45E75D2E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22F04B-68A3-4E82-9648-979C33BE0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multi-step addition and subtraction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27E74D-2034-48C9-AE67-8252DCA8C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charity target is £500,000. It raises £187,650 then £204,875. How much more is needed?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FA165A-6114-49CE-857A-1A5F9479E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17318B-CB9F-48EB-A754-2D7749457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E0C3EDC-FEF6-450F-BD32-FF9681876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38E3A3-DB70-4317-BC7D-AB8786E17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CDC6E25-7997-4957-8D82-334D52E70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£107,475.</a:t>
            </a:r>
          </a:p>
        </p:txBody>
      </p:sp>
    </p:spTree>
    <p:extLst>
      <p:ext uri="{BB962C8B-B14F-4D97-AF65-F5344CB8AC3E}">
        <p14:creationId xmlns:p14="http://schemas.microsoft.com/office/powerpoint/2010/main" val="188618008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DA026DE-38D6-44EE-8444-47FF062AF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1FD7BD-F767-40FE-A780-9638354B3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C36CE0-8F99-4436-B9C0-6186DB0DB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E83A6B-E752-463E-8070-B531FBD4C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181CBF-9F86-40B3-802A-BF5C084F5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D758D5-444E-425B-9428-8778C8BE8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AE7E9D-F034-4C9B-B3A8-62135AE31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90FECA-FF40-4161-8855-97EC0675B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93C9F6-21FE-4409-966D-76A1C0B25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multi-step addition and subtraction problems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888e1e15254268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FEA0AF-3115-4AC0-941C-ECD9462E7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870DAD-A516-483C-8043-5E538086D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subtracts the two ticket sales separately from the original but loses track of the first subtotal.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87B7286-DFD4-4885-9EA5-263916206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82FD631-AAF4-4DBC-8E8C-F19D63A74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E53BB89-32DC-4BBF-9680-BC4BA2C05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Combine the tickets first or label each new subtotal before continuing.</a:t>
            </a:r>
          </a:p>
        </p:txBody>
      </p:sp>
    </p:spTree>
    <p:extLst>
      <p:ext uri="{BB962C8B-B14F-4D97-AF65-F5344CB8AC3E}">
        <p14:creationId xmlns:p14="http://schemas.microsoft.com/office/powerpoint/2010/main" val="72192809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C017938-D997-4E83-85EC-C257A1A08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A34418-BE73-4308-9FA0-2E9AFD1B1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D1BCEC-B119-48C4-982B-1848345C6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7CA179-5D16-42AA-ADE5-AA5849F4B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3F0072-2FBE-43BB-8E5D-0BC476C5F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379AF7-2753-4E79-BE8C-BB053EF0F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54FBD0-C525-4385-A8E4-5ECFFA975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E2EF6E-BF18-48D4-BE6D-D96689ADF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1946655-4C22-436F-B229-6A7C72440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multi-step addition and subtraction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51B46B1-FFE5-4F70-8358-F92BC85F6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CACC99-5C05-4BB2-9DD9-7C79E15D2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FA8913E-1BEE-4BF2-9140-2519124EC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522ACA4-58EF-413A-8956-C53345EF0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charity target is £500,000. It raises £187,650 then £204,875. How much more is needed?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721A4BA-5139-4DAA-85FA-C7EB693B7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68016D5-221B-41B6-82EE-9D22E87EA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D7F7188-1376-486C-91FF-E3094D3D1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823B4FF-3B9E-48E6-8772-0289A62F6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21476CF-5EFB-4EA5-83A9-4EB92D4C4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3A30564-D519-451A-9782-92935F7F3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F30C00D-1B2D-459F-881F-F37631FBD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C547345-7104-4701-932D-802CA5D74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£107,475.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737A31E-E423-46EF-A9BA-621FC9764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206566713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5265AA3-9FAD-404F-9842-BE314DC07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F9AC97-3B51-4BB6-B6DE-E5CEBD02F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B2FF70-514F-47FE-8924-D9BBE6509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9B7F07-9FAB-4BE1-93A6-67B9546AF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FAA1E0-EF6D-402C-B362-F1ED98A65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15DBB0-6459-460A-8794-8F9874D80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259382-28B4-4E5D-BCE1-028B14B1D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42F649-17E7-4C14-B8FF-DCA712EC2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4E1D3B-B1BD-4B5D-A5CF-7166DD5A9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multi-step addition and subtraction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659049-143E-4776-AB64-81AD0DE5A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E8A508C-F7BA-497C-B1C4-11C7836D7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AFFB867-1A06-4B1A-9618-3D2C580B8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18B74A-3371-4D7F-B69C-509BE85D2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reservoir holds 2,500,000 litres. It loses 384,750 litres and gains 275,600 litres. New volume?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AE91E1-0A33-4189-8AF6-DEE35B999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25A06A6-34B4-455D-A3D4-BBEA9DF42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625C169-A2E9-4C48-AE6D-90362A9B4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9603454-8346-4900-A332-10A54C6F3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86AA4B-3222-4508-AD53-8ACB71D39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D44000B-8A7A-4047-82E2-3C4B0C3F5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4D04C00-4703-442D-949E-CD31E5737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AD73983-DF5B-4C87-B4D5-48B6B1359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119343364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3178260-CAD9-4775-A496-05B7FDC7C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45A254-353B-4012-9219-32D49AE26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8F9C21-0E67-4840-92A1-349721A56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C9CA3D-2BF1-4A4B-B544-1958DA40E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EB8AF7-8A36-4AE6-B17F-BC8E57797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32D2C7-8B08-4D43-9192-16C20FBD9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B90AFD-329E-411E-9046-A0D486DEC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5F0E64-9EA9-40F1-A268-E1C76D2B3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B5344E-7A6C-4E8A-A6F6-776964BCE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multi-step addition and subtraction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BADA698-9B60-427A-AF50-E75E091CB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Create a three-step addition and subtraction problem with final answer 250,000.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E786D9-EE7A-4D0B-9929-CFD41C0FF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99DE12-DA16-4914-AC72-6A1C9FC92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71CCB86-BF55-42BA-89C9-F906E453D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Answers vary. Every step must be labelled and accurate.</a:t>
            </a:r>
          </a:p>
        </p:txBody>
      </p:sp>
    </p:spTree>
    <p:extLst>
      <p:ext uri="{BB962C8B-B14F-4D97-AF65-F5344CB8AC3E}">
        <p14:creationId xmlns:p14="http://schemas.microsoft.com/office/powerpoint/2010/main" val="58693586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384A181-74CA-4601-A85E-BA736D852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7F8319-CC5D-4AD2-B078-CA05B5E25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8B02FA-F859-4333-83D4-A6C4BDF94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9721D3-11C2-42C8-A60A-9D45DA939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B68772-F2A6-46DE-8F0E-7F0DECD4D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C8F538-4136-45FA-B445-892D51D34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13B995-8095-41A3-98D7-A7F93EC01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90D075-EB51-4C99-AB45-115A48A13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F5C898-AAA6-48B9-8D59-658392259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multi-step addition and subtraction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D36635-429F-4A52-9F03-4E88FB497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55C404-7854-4A62-8704-509633BF1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FDF4C3-D553-4B69-BE63-2EEA2CE64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reservoir holds 2,500,000 litres. It loses 384,750 litres and gains 275,600 litres. New volume?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0E2679-9837-47DD-B446-AFA14EB27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3184DC1-5370-444E-8AB2-28DB35023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43D111E-2FB8-4168-A685-2ED1D9DA7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B5519E8-8C03-4AFA-AA71-B7EDD9B41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366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2,390,850 litres.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7D114C0-D655-4B65-84FA-7C72CB702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EE3656D-0E19-4FE6-9148-9452C8248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30398651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43206CD-5BAB-4277-BBEC-CA6CA410A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A35576-4355-47B4-B44C-6BE2C845E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00259D-1D96-487D-AAD8-2C5C63CBC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906354-72A3-4368-948E-A4A83E654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03E49F-4D95-416C-9669-B981E9756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A0BA09-4448-4B9B-A013-CB81A1634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8FBA98-2970-4EAE-A2B5-3743D5F0A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97C36D-BC68-4276-A447-DD1EE56A0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FD9AA4-F5DC-4BB1-AFD4-4856895CE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multi-step addition and subtraction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3524CA-31D4-4621-943E-5BFD26861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996388-BFE3-4929-9678-752E87362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CBAC28-D0D0-4DFA-BDD4-F1739399A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4326F5-4074-44A0-83D2-A06779470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reservoir holds 2,500,000 litres. It loses 384,750 litres and gains 275,600 litres. New volume?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0908F60-AF2C-4BB8-BB0F-717476587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C4D71F4-6ED9-4497-B823-4E83C7045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FCEB4E0-A5E3-49EC-B897-C66F48164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71B8B15-3F68-409E-926D-54309ECFB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subtracts the two ticket sales separately from the original but loses track of the first subtotal.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C58D931-DF90-4C77-B46F-FFF991913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94E08D4-AED9-4BC0-A59C-C19EAF011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CFD4B0B-931C-44C5-8458-0EC3A61F7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3D267F6-BC63-49D8-91B5-6FA211188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176F2BC-259E-400B-8FD9-84A4FB227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9610824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2026-09-09T22:14:25.1760000Z</dcterms:created>
  <dcterms:modified xsi:type="dcterms:W3CDTF">2026-09-09T22:14:25.1760000Z</dcterms:modified>
</coreProperties>
</file>