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£107,475. | Read the whole problem and mark the question and useful information. |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venue has 125,000 seats. It sells 48,675 morning tickets and 39,890 evening tickets. How many remain? Answer: 36,435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£107,475.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£107,475..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2,390,850 litres..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Every step must be labelled and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charity target is £500,000. It raises £187,650 then £204,875. How much more is needed? Expected: A reservoir holds 2,500,000 litres. It loses 384,750 litres and gains 275,600 litres. New volume? Higher: Create a three-step addition and subtraction problem with final answer 250,000.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2,390,850 litres. | Combine the tickets first or label each new subtotal before continuing.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19CEA29-B689-42B3-AFF6-254F7D9852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BE54AF-C409-44A8-B18D-24C2AE00CFE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A9DA3B5-5E2C-440E-95EB-43F4C89E9AD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A124C9-596F-45A7-B9E7-73B65DACA139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2A8B37-535C-4212-9DBD-80038B28A8D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07AA65-9BBD-48C1-B7B7-A5835824C27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FFC7B2-74BC-48E0-8136-4C8046314FD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5B3313-D257-4104-A675-D2C0E1EF0AB9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523016-F908-46E3-BC36-FD2061256DA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CA146-15FC-49B9-A272-19D15026444A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FEDF25-62B5-4A9B-9C65-72379488FF4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422ED-BD44-457F-B6A3-3848033A3D6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49008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FA23D43-43B6-4EF0-ACF0-08A9F2122C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FA8E98-BBAD-49EB-A79C-E8858AC6FB8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F93F91-98BB-49D0-8652-9ED396AEA9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C53B20-153F-4ADF-A47B-454FA314ED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D73763-F259-4F03-9F2C-2DF004BECFF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F71A11-603B-47AF-B3E5-786346B15C5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DB2DD-4B48-490E-B543-000A15AA8C7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6E62E2-F37D-4C26-A969-62C8FBD19B5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6584D7-8D8F-41A6-A1D6-68640F48380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7B18A8-BF74-4F6D-B027-1AB38905A65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A2F9B9-2A02-40D1-8AFA-6BA64C6C802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99AAC0-6127-4A67-A407-158F76F1FEF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20781C-1206-4861-83A5-E3D2D9E5AB0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A0AB5C-13C7-4240-AB3C-DB52552E172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F8AFCA-6440-4D70-9834-897C87AADBF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3073A6E-B631-446E-B94A-61184D0ED72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D62FD4-5796-4192-9920-DBF5C5E36DD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4A5EF6-B8CE-4A62-950B-0BF5D857894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AA27D88-C6FF-4547-B819-CF7AF0C6B6F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1C3966-CF42-4F48-95C1-CF52843BACA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8D4A37-EF6B-49C3-B9CE-ADBFCB07301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86A81F-1020-4689-B77D-872628F9179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venue has 125,000 seats. It sells 48,675 morning tickets and 39,890 evening tickets.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8FAF30-7326-4C4C-9F68-E7052732C38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13593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0E7178B-75AF-42E5-9F86-6B17322D45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826AC8-5159-4EB9-92AC-1CFCBAFE3A8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94689D-409A-42B4-8F12-F13EE2705B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56CF75-1C6A-45EC-AEC0-29508F036C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E60A6-8D77-4B4C-BDAA-ADE4B99020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EFFF30-E2F7-4254-825C-16EB9E9B1A0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A20250-06FA-43C6-9CB9-940B65B2038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945AF5-7F80-4DEB-B3AF-703A1CCAE1B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4F5BC-EC73-4043-A6C1-F948A33A15D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FCB2E3-BA82-453D-8A9E-83557BE49B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3A162F-DA64-4C4E-A775-41A12A946B59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0AC39-39A6-4088-BD2F-CBE5D84E265E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05C21-77FF-4403-B426-96F2BB467E6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9F755-ADD4-4F38-95D0-BF1E418D4429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1EC77C-9F75-4782-BAF1-D50519036042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384F7A-CBDC-41A8-8AD1-C6C3163209DF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25120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87E2353-2610-4CD6-BF1F-6210596BFC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D48935-6210-4EFC-90C3-354F7C89E23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5849FB-CD85-4C59-92F3-20DF637857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E01168-9BF8-4F11-AECE-855DEC4195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D6392A-BCCF-4910-835F-438923EA8CC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A98AB-87CE-4951-8F21-47030D8F3B4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5211EA-F1D3-4D2B-AEA8-48DCE301BE9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4746FB-2FA3-4D53-8914-651475A9983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E229DA-DEB4-40A0-950D-F9A6CA1AFE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003E0A-1257-4135-8B4C-7A6666CE8E0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FC7801-2D45-42BC-8492-58CE88CFE6D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venue has 125,000 seats. It sells 48,675 morning tickets and 39,890 evening tickets. How many remain?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63B8C7-2B41-4731-B243-E234F785AA1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44D6E76-4BBD-4281-8CEE-62637B3738D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FCCEAE-CF52-4011-B64B-E944DA88847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7B23A4-1B0C-4C2B-8251-3A03C3C2B1F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8BFF0E-FF7C-40DD-9E6F-56CE2F7AAEE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E780E6-9341-4622-A92C-5519271A2E7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3CB910-C627-4754-B969-86F6EE634E4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A7CC40-3F1B-4EBA-94D9-1BE0A23D73E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442443-BF90-4A5F-A448-1C6B7DA5A62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146105A-0316-4752-A79D-DDD1769BA6E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042693-D0E1-4E9F-BA8B-812C5C39553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896B7B-BCC5-4AB7-8A0B-471269DB19AB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476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1A044D7-9ECD-49EE-9576-CC43024274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CE11B-FDCC-47D4-9379-A708C51901C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159D12-47C4-44D6-B521-ECC7724ACB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BB7DA2-B091-48DD-8DFF-4788588CCC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681D24-2A3C-40EB-B6A0-20BAE41C74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6D398B-79BB-4708-B558-172B3D7D8E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55406-4EAD-4071-AC59-3021B62B267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43662F-39CA-4445-B391-36A43413968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98229-280F-455F-8C29-EF3B2659195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66A70F-54B4-4D01-938E-A2E3178C8E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1B8B1E-B441-4D53-9B72-099490FF84E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0A364C-5F8A-4E38-9FAA-ADBAA0608E9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36,435 seats.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AF1078-4E7B-43B1-BC54-EE3B5E131C3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1CF494-2E64-40C8-91F7-F35D5A513B9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D4B442-7261-4D12-B76D-E6B7D1C85AC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9697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A15D353-929C-46ED-B945-1E0E6F2780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B64201-E2B4-4E09-BED3-6F1C77FE937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7B814A-DDED-4841-9EF0-09CA6D5CBF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EF181FC-F26F-4B32-9055-24683FD76D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842665-D672-4531-B976-4B03797421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8E904B-28B3-4254-839B-B7104D959C1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6D1117-3DF9-4681-8AC0-436949EB61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007329-5FA0-47FC-92EB-CA69FAA6E1A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6AC039-67D9-4EDA-A319-C8D73AC4FD0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86FBB9-1BA3-4B06-9975-2658E6EDAE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EE3F66-76F2-400E-AF3F-42065F15606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3F80A4-65C3-4D17-A9D5-802C96B69BD5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D79A8E-65C2-4046-87EF-B61A2AEDA303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F45028-5A91-41C2-AA39-8823493A39D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4F9BC3-A409-473C-83EE-71E2A7A1AE8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CA431A-EAAC-4633-A8ED-F1627247FD1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£107,475.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16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C5399EC-8DAD-436C-B45B-1485062565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FD3936-5DB4-493D-9A5D-8B795264F20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28E46A-3D4E-439F-8CD5-79C8C14697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006FA9-0090-41AF-9E0B-09E53C12DF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119E47-1ECC-4257-B3F3-B8388ACFF78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881B37-E42D-435B-9116-3506D5C4922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E859C-6710-4782-893E-0F35351408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7FBF9B-822E-4E26-BD37-6CB0E0DCB83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55C154-0AD2-4710-A631-5B5E9E1DE7E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A7689E-F58E-4238-AE6F-AAF8466BBC7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1E1C335-09D3-4D90-ABD8-6C4DC5E8C63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D7A392-9A17-4F6E-B4CA-93BE5A010713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two ticket sales separately from the original but loses track of the first subtotal.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3700D3-4FB3-4D05-BC2C-12E2D61DDB61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E2E726-E0BE-433D-9DEA-77BDD96AE46C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7BEA2C-25A6-4247-8349-715670B8103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Combine the tickets first or label each new subtotal before continuing.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8736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2497AAC-FCF6-4CFD-9CCE-14CD325E2B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0DAE40-0CE2-428D-824E-6844EB3F01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92FD55-5A1A-49ED-97F6-0CBF25C6C6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430741-ACEB-45B3-A9B1-26527D3076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14C9C1-B34B-4233-A113-6EF9358620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53E6A4-C0AB-4E7F-88A0-7A1978DCEDC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6EAABE-1FDD-489F-A3C2-33D00BB970C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7BA6C6-B35B-4F1F-A1FB-3126DE2E50B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B1866F-CD8E-4872-891B-FA82E289C10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65F5DE-F22A-444F-9923-B48BC0255CD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0DCE719-5454-48B2-8CD4-912CF236900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F185DD8-8B28-4A53-84DD-F04DFACC3ED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19E2E-D139-4DC8-9C61-15179E17463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B82D0C-5DE2-435E-994B-A1436C22FF0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9D4518E-B996-47CB-A573-FF17BD237DD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E05C7C4-0C45-4E0F-ACA5-BC7DA91234E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727DD4-DDC0-4FC9-A845-A9DD0863741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FC3A6D-CB82-40B8-8E29-CE7D7CF1FFD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B91ACEC-5A18-4467-B88E-D79B1A2CA02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BD32FC-BB7C-4D2B-B50C-ED33EE2D66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5D31E1-CD9A-4394-90BD-5E05275FB04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82F601-0715-4685-83A0-F54133471F5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£107,475.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2A1F47-FF25-4264-BCE9-A4FB44D08F6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66715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FBCC821-806E-4A54-BC1F-E91A9881B7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E06076-2663-48C0-BFD0-3B6357B12DA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AE9000-7276-4B5C-A5FA-4B6475B8E1D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C814269-0116-44D8-98C9-C1F628DE34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3DC5-8DFF-4C7B-B6FA-8B00944411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73BA3D-1718-4F44-ADBE-1F6CFA5984C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DA10E4-3572-4587-82BD-569E2421504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957A99-C4B7-4120-9EA6-3B91E8F813D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C402D5-CA4A-4A68-A018-32C4670BE7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8BD5B0-9D7F-4909-B267-5E35A537053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CF2B56-827D-452C-A772-6B1A34E82D8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026439-2E2A-4CD1-8710-78E1F07A8FC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EB4429-9D2D-4B2D-99EA-E59E5D6CD67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DD51B7-C08B-45A1-8365-84E39AB6D77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9F24D60-2EFE-414F-A5ED-7B11180967D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404A710-DC45-4435-8275-4DA0C3D0593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BD231C-27B5-49C9-914A-F6002B70C8E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F2505F-A94B-4505-8D0B-053DFC8EFBB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BA09C22-9D02-43FC-86E9-5E53E3CC34F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73975FC-64B2-432A-B1C4-1688ED3FF8C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296157-9BA5-4183-B200-E4B6EA2E1C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AB3933-08AD-4565-8523-53DCAFD4BB7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4548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F34884D-82F0-4893-BED5-9095CBEEED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918476-BD80-4DF0-B2F6-D1CB9EBC637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EBD7C3-CB2D-45C3-8501-47A50923D1B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B34BDF-01AE-456C-9703-0E442D83AA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DADD3B-821D-4ABA-928A-84EA5240090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D3EDC3-CAFC-465C-B445-1CCA1270D1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05B26E-C054-4CF6-BA45-96C1ADDD9E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C0E1B2-B64E-4772-BF4F-BDAD736B09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415C96-9809-4128-B640-AD228BEAD1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B7C010-1FAE-4621-A9CD-DF3EEAD724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3E7ECF-7F94-473A-BD93-60ECC5C064C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three-step addition and subtraction problem with final answer 250,000.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9EB8D5-5693-43C5-B0EF-CD0C45CF2A98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98BE09-CF19-4AA9-813A-C5CBF924A59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AC71CD-C3DE-4D06-AF4D-09D21B9B3A8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Every step must be labelled and accurate.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148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474DC3C-DB56-4293-BCE7-E153C7593F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939F5-8C9A-4C6E-B497-065CCCF0EA5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FC2BA7-24BB-4026-87C1-25D0D6DDD0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FCB680-8DA4-411B-80DD-7B8C98EC7FF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592B22-2792-4731-B64F-F87D3C8A6D3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2B0DA6-8374-40DA-9E77-EEE2CCA35CE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0D552F-31FA-4699-90A4-50FF2AB402F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DE9759-EC3B-4DC0-965E-49548DED2A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9D1B08-3B2C-461E-8007-AF6C8EE2B50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5BF241-0097-47BF-A50D-5CFA0E16D17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1F127C-1CB5-4C33-AACE-2E4F7D1B707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D34D05-7B6B-42EC-BEF8-D2B9D65E823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C4FC5F-7F8B-4BC3-9FC0-C2FD7B0ED4BB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E5DCEB-713F-432A-9DD9-80CE9AD78019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71CF94-AA8D-47D0-AAFD-54012B13E6ED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EE1A0-6439-4998-A4EC-EF0841DD916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00A92C-7CC4-4548-AAED-BB6E4F6E35A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08BAD0-3FF6-4B45-AA22-3A9D1CB72FED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7DD972-15E5-41A9-B986-0C8E0328D589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DF94AB-A49D-4A0F-8636-3F7D4213B9D4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058040-E82F-4581-8BE8-496420F8AA9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5252A60-E23C-4BAA-A7D4-61823B0850F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E468510-E3D6-4CB1-BCC5-A5FE8DACA392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8F7C1FF-23CA-483A-9A8A-14E25C67AEA1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D5AFFD-3A8B-4653-9EA1-74A05CD8D07D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5DC4D7-2619-450D-BF03-EE6A28A983FC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81287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2DFC9A0-0243-4312-B7B9-F8D493CCBC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73CEC5-46A4-4215-8959-80CBFB441EC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B37517-4600-4162-BBA9-8C1B2376098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EF798C-40E7-4893-8C14-29382CE7FE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17652-3AAA-4EDC-8059-BBE365E4BC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31F98D-2039-427D-9861-7843F8260DE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786CF6-C015-49A3-8619-54DAF0AC7D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268E1-FCFB-4681-8054-421F064A5E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E69ABE-344B-4B6E-807B-D85D4894DE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0A7CC8-53E0-43CD-A811-1E4EB7DFA2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8D4AB2-F939-4148-90C5-6D3B71E045C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4DEC07-92E9-409B-BE60-17548FFBBD0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67491A-6365-4260-BB8F-0A5BAC3B92F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5E6BA5-BC88-4BB6-9018-F1413758958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49FC14-2DB2-430E-A854-36255E71ECE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B7F38AE-A037-4507-A085-612D9E66C8B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81DD94-414D-4F8B-B059-C9BF42A6EB0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61C905-94EF-4CAE-A47C-FC35524E4DD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two ticket sales separately from the original but loses track of the first subtotal.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9C22D1A-022E-433F-A2EE-667371378F6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845B93B-F4AB-42DC-9B75-9236327A47B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3D61E7-C31F-4B49-BE10-C2BB814755F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7417E0-7CFD-4789-8F6F-F847686036F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BD36E2-5708-4647-A072-87CDEF1D95A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28819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1457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2026-09-08T22:38:03Z</dcterms:created>
  <dcterms:modified xsi:type="dcterms:W3CDTF">2026-09-08T22:49:34Z</dcterms:modified>
</cp:coreProperties>
</file>