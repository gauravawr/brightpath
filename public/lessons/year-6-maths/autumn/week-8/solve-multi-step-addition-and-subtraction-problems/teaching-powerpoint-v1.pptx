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5da4fb2f3e4e15" /><Relationship Type="http://schemas.openxmlformats.org/officeDocument/2006/relationships/extended-properties" Target="/docProps/app.xml" Id="R56cf521017a5497c" /><Relationship Type="http://schemas.openxmlformats.org/officeDocument/2006/relationships/officeDocument" Target="/ppt/presentation.xml" Id="R17f93833abf841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45088ecec34987"/>
  </p:sldMasterIdLst>
  <p:notesMasterIdLst>
    <p:notesMasterId xmlns:r="http://schemas.openxmlformats.org/officeDocument/2006/relationships" r:id="R965a7b4ce8ec4bf0"/>
  </p:notesMasterIdLst>
  <p:sldIdLst>
    <p:sldId xmlns:r="http://schemas.openxmlformats.org/officeDocument/2006/relationships" id="256" r:id="R5f97210f44c54bc6"/>
    <p:sldId xmlns:r="http://schemas.openxmlformats.org/officeDocument/2006/relationships" id="257" r:id="Rb8261351a4d8425b"/>
    <p:sldId xmlns:r="http://schemas.openxmlformats.org/officeDocument/2006/relationships" id="258" r:id="R8ddb525197984ae9"/>
    <p:sldId xmlns:r="http://schemas.openxmlformats.org/officeDocument/2006/relationships" id="259" r:id="Ra82c65df4c8e43e6"/>
    <p:sldId xmlns:r="http://schemas.openxmlformats.org/officeDocument/2006/relationships" id="260" r:id="Rf7ec16da47d84d6b"/>
    <p:sldId xmlns:r="http://schemas.openxmlformats.org/officeDocument/2006/relationships" id="261" r:id="Re55c2e4532d24c1e"/>
    <p:sldId xmlns:r="http://schemas.openxmlformats.org/officeDocument/2006/relationships" id="262" r:id="R805f8bf1c4a6464a"/>
    <p:sldId xmlns:r="http://schemas.openxmlformats.org/officeDocument/2006/relationships" id="263" r:id="R0ff152745c7141f7"/>
    <p:sldId xmlns:r="http://schemas.openxmlformats.org/officeDocument/2006/relationships" id="264" r:id="R8afb235b83dc41f5"/>
    <p:sldId xmlns:r="http://schemas.openxmlformats.org/officeDocument/2006/relationships" id="265" r:id="R19919bda7b984992"/>
    <p:sldId xmlns:r="http://schemas.openxmlformats.org/officeDocument/2006/relationships" id="266" r:id="R552331314eea4f1c"/>
    <p:sldId xmlns:r="http://schemas.openxmlformats.org/officeDocument/2006/relationships" id="267" r:id="Re48cae754d1d47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c225f89d804baa" /><Relationship Type="http://schemas.openxmlformats.org/officeDocument/2006/relationships/slideMaster" Target="/ppt/slideMasters/slideMaster1.xml" Id="Ra145088ecec34987" /><Relationship Type="http://schemas.openxmlformats.org/officeDocument/2006/relationships/notesMaster" Target="/ppt/notesMasters/notesMaster1.xml" Id="R965a7b4ce8ec4bf0" /><Relationship Type="http://schemas.openxmlformats.org/officeDocument/2006/relationships/presProps" Target="/ppt/presProps.xml" Id="R1a34effb39c844ee" /><Relationship Type="http://schemas.openxmlformats.org/officeDocument/2006/relationships/tableStyles" Target="/ppt/tableStyles.xml" Id="R1ef40b18311a414d" /><Relationship Type="http://schemas.openxmlformats.org/officeDocument/2006/relationships/slide" Target="/ppt/slides/slide1.xml" Id="R5f97210f44c54bc6" /><Relationship Type="http://schemas.openxmlformats.org/officeDocument/2006/relationships/slide" Target="/ppt/slides/slide2.xml" Id="Rb8261351a4d8425b" /><Relationship Type="http://schemas.openxmlformats.org/officeDocument/2006/relationships/slide" Target="/ppt/slides/slide3.xml" Id="R8ddb525197984ae9" /><Relationship Type="http://schemas.openxmlformats.org/officeDocument/2006/relationships/slide" Target="/ppt/slides/slide4.xml" Id="Ra82c65df4c8e43e6" /><Relationship Type="http://schemas.openxmlformats.org/officeDocument/2006/relationships/slide" Target="/ppt/slides/slide5.xml" Id="Rf7ec16da47d84d6b" /><Relationship Type="http://schemas.openxmlformats.org/officeDocument/2006/relationships/slide" Target="/ppt/slides/slide6.xml" Id="Re55c2e4532d24c1e" /><Relationship Type="http://schemas.openxmlformats.org/officeDocument/2006/relationships/slide" Target="/ppt/slides/slide7.xml" Id="R805f8bf1c4a6464a" /><Relationship Type="http://schemas.openxmlformats.org/officeDocument/2006/relationships/slide" Target="/ppt/slides/slide8.xml" Id="R0ff152745c7141f7" /><Relationship Type="http://schemas.openxmlformats.org/officeDocument/2006/relationships/slide" Target="/ppt/slides/slide9.xml" Id="R8afb235b83dc41f5" /><Relationship Type="http://schemas.openxmlformats.org/officeDocument/2006/relationships/slide" Target="/ppt/slides/slide10.xml" Id="R19919bda7b984992" /><Relationship Type="http://schemas.openxmlformats.org/officeDocument/2006/relationships/slide" Target="/ppt/slides/slide11.xml" Id="R552331314eea4f1c" /><Relationship Type="http://schemas.openxmlformats.org/officeDocument/2006/relationships/slide" Target="/ppt/slides/slide12.xml" Id="Re48cae754d1d47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71fa62393749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126b2b0db147ac" /><Relationship Type="http://schemas.openxmlformats.org/officeDocument/2006/relationships/notesMaster" Target="/ppt/notesMasters/notesMaster1.xml" Id="Re07f5e266d954c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6e3b3251b74361" /><Relationship Type="http://schemas.openxmlformats.org/officeDocument/2006/relationships/notesMaster" Target="/ppt/notesMasters/notesMaster1.xml" Id="R135b0f23976648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bddb8115dd4887" /><Relationship Type="http://schemas.openxmlformats.org/officeDocument/2006/relationships/notesMaster" Target="/ppt/notesMasters/notesMaster1.xml" Id="Rfc4019ba46db47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c92e2d221448a1" /><Relationship Type="http://schemas.openxmlformats.org/officeDocument/2006/relationships/notesMaster" Target="/ppt/notesMasters/notesMaster1.xml" Id="Re60c172836de47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b77b6f043f4803" /><Relationship Type="http://schemas.openxmlformats.org/officeDocument/2006/relationships/notesMaster" Target="/ppt/notesMasters/notesMaster1.xml" Id="R2a7dfd7f27c045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1bfa840267468b" /><Relationship Type="http://schemas.openxmlformats.org/officeDocument/2006/relationships/notesMaster" Target="/ppt/notesMasters/notesMaster1.xml" Id="R773605aacd8c48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786a33cde44bda" /><Relationship Type="http://schemas.openxmlformats.org/officeDocument/2006/relationships/notesMaster" Target="/ppt/notesMasters/notesMaster1.xml" Id="R2c50be522d2946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25f54513d9406e" /><Relationship Type="http://schemas.openxmlformats.org/officeDocument/2006/relationships/notesMaster" Target="/ppt/notesMasters/notesMaster1.xml" Id="Rcc3b31a6670444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c4006c03ec40d7" /><Relationship Type="http://schemas.openxmlformats.org/officeDocument/2006/relationships/notesMaster" Target="/ppt/notesMasters/notesMaster1.xml" Id="R1e3179df233649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32b1d3f469c4889" /><Relationship Type="http://schemas.openxmlformats.org/officeDocument/2006/relationships/notesMaster" Target="/ppt/notesMasters/notesMaster1.xml" Id="Rf2f855e1d6fb40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0e905d7cda346ed" /><Relationship Type="http://schemas.openxmlformats.org/officeDocument/2006/relationships/notesMaster" Target="/ppt/notesMasters/notesMaster1.xml" Id="R040f3d444c8a40f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ebda0a114d4e5a" /><Relationship Type="http://schemas.openxmlformats.org/officeDocument/2006/relationships/notesMaster" Target="/ppt/notesMasters/notesMaster1.xml" Id="Rb0b365aff36f46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£107,475. | Read the whole problem and mark the question and useful information. | Combine the tickets first or label each new subtotal before continuing.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36,435 seats.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£107,475.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Combine the tickets first or label each new subtotal before continuing.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£107,475..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2,390,850 litres..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Every step must be labelled and accurate.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2,390,850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2,390,850 litres. | Combine the tickets first or label each new subtotal before continuing.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8762dda8974e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8d12c7d56a41e3" /><Relationship Type="http://schemas.openxmlformats.org/officeDocument/2006/relationships/slideLayout" Target="/ppt/slideLayouts/slideLayout1.xml" Id="R7b3f169b70404b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3f169b70404b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cc3fff49014eb8" /><Relationship Type="http://schemas.openxmlformats.org/officeDocument/2006/relationships/notesSlide" Target="/ppt/notesSlides/notesSlide1.xml" Id="R630d5e63474144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40fba4bf54ace" /><Relationship Type="http://schemas.openxmlformats.org/officeDocument/2006/relationships/notesSlide" Target="/ppt/notesSlides/notesSlide2.xml" Id="R1da18e4baf5645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27614a52f47a8" /><Relationship Type="http://schemas.openxmlformats.org/officeDocument/2006/relationships/notesSlide" Target="/ppt/notesSlides/notesSlide3.xml" Id="R52222113121c47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af375575246a8" /><Relationship Type="http://schemas.openxmlformats.org/officeDocument/2006/relationships/notesSlide" Target="/ppt/notesSlides/notesSlide4.xml" Id="Rf2354a4712d945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fa7fdf9fe24bf6" /><Relationship Type="http://schemas.openxmlformats.org/officeDocument/2006/relationships/notesSlide" Target="/ppt/notesSlides/notesSlide5.xml" Id="R7d0731cb650e4e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2e0a7617d4656" /><Relationship Type="http://schemas.openxmlformats.org/officeDocument/2006/relationships/notesSlide" Target="/ppt/notesSlides/notesSlide6.xml" Id="R692650042a9141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4e6d2e1714878" /><Relationship Type="http://schemas.openxmlformats.org/officeDocument/2006/relationships/image" Target="/ppt/media/image.png" Id="R51d6781fb6df4100" /><Relationship Type="http://schemas.openxmlformats.org/officeDocument/2006/relationships/notesSlide" Target="/ppt/notesSlides/notesSlide7.xml" Id="Re17fdd9263e041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e9b035104424b" /><Relationship Type="http://schemas.openxmlformats.org/officeDocument/2006/relationships/notesSlide" Target="/ppt/notesSlides/notesSlide8.xml" Id="R502d2dcb7b9d41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f1e2a427a54d4a" /><Relationship Type="http://schemas.openxmlformats.org/officeDocument/2006/relationships/notesSlide" Target="/ppt/notesSlides/notesSlide9.xml" Id="R524c3a2b8f704a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b18d3d9144fe4" /><Relationship Type="http://schemas.openxmlformats.org/officeDocument/2006/relationships/notesSlide" Target="/ppt/notesSlides/notesSlide10.xml" Id="Rf20d10bbec5a4b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59789b58b493c" /><Relationship Type="http://schemas.openxmlformats.org/officeDocument/2006/relationships/notesSlide" Target="/ppt/notesSlides/notesSlide11.xml" Id="R4a1e76cdf8004b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f1c7fb2a74094" /><Relationship Type="http://schemas.openxmlformats.org/officeDocument/2006/relationships/notesSlide" Target="/ppt/notesSlides/notesSlide12.xml" Id="Rb011f8817d2e460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60A6CE-187F-4A10-A631-889AF8E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B8D88C-F1DF-41D1-A535-1DE78900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84100-0C2A-454A-8123-1A6AB067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6829C-507E-4EA3-AB36-DB43CD3A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B3D453-A27D-43A5-9C6C-A248DB8F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2B009E-D9CB-452A-8E1F-DE46E753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2A1D6-914E-495F-A1B3-D52A2506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B35367-39EA-4CCF-9A31-0E41EBC3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using addition and subtraction.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D5EA3-0CAA-4C11-BDBC-C96363A6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5956AC-114D-480B-89AA-DB612C8C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6E247E-4B68-481D-A432-1C9A079D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944106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CF8736-8EEB-4FFE-885A-04DC5D05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1477F-5EB4-4CC4-9686-3F5BFA38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8CDC7B-A227-455E-BB18-B3B70F99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09DA2-27F4-48F4-BCED-755961F2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13FBC-9BA1-4095-9F70-B6E716C9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7263A-904D-4C1D-A3D4-535BDC66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BD6BDD-4C87-4A20-AFC5-14D8D654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A47A2F-B717-4F89-94EE-F258AFDB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2F53B3-5829-478F-9303-33B8FB20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4E0CD9-C490-48D7-9094-50052E72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BEAE33-0244-4A39-8B01-B8D2D8B8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C1163A-C379-48E4-82E3-A04A2C32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24589-4CEC-4E02-9B33-D2B5909A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191CF-1E6E-42BE-8F42-D27F72DD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694E2-FB6F-48BD-AF3F-FF23136F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057931-3383-4A31-90BA-4551DD06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0798A6-365E-4BAD-ACFB-82E0FA36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442C5E-8154-4076-9323-F2519F68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D3B20F-C290-42DC-A5C4-DC8A0141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0A7DA9-35EE-4E66-956C-79A36F1F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72DEBA-A088-421E-996A-C69A97E8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venue has 125,000 seats. It sells 48,675 morning tickets and 39,890 evening tickets. How many remain?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411299-E518-4600-BBB7-4D6A6B7E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909618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C1C2BC-85F0-4EA0-8098-C3661E83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F5C73-B9F1-4338-A100-6F61CEFE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DD18A-0E97-4CFC-82F4-7AD01ED1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8AEF7-937F-459B-A2FF-ABC6F202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C085F-9D22-4357-8EEE-B9246B60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6E865C-0839-4996-9B28-EBD95E81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AD27A-2434-47AC-81DB-AA1708F6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6CCCA3-0314-44C4-9F7B-D883EEE5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145034-26B5-4FD4-89CD-B0CE0167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6430F-FE0D-4022-B527-89C4D4E5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using addition and subtraction.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7F81A7-C628-46C0-9145-A8E3509A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1F75E4-7A21-492B-92D3-3A2CD259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738F1-D8B9-4B25-B3DD-DB041A2E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73B0E3-2570-4B7B-830E-8D87709D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BED3D0-50EB-427E-96E7-207ABFFF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2206834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9D1BE6-259A-44CD-87F4-619E2E00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FAE958-5BBC-4B1C-A545-9CC228F7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BEF74-57E0-45F5-B16F-15716708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C487E-B4AF-4B61-B892-7122246A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217CC-457C-415B-82DD-28464B6D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DA3E8-EAA3-4A95-9CBD-F73002A2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003BD-0030-4144-9511-C25FD089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85E3A8-1D13-4036-A999-46D652FB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85291-5A6E-4872-B047-3B939864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D4CF7-5A87-403E-BB7C-C8553F1F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venue has 125,000 seats. It sells 48,675 morning tickets and 39,890 evening tickets. How many remain?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E5A4CE-F76D-415C-A0D3-C4B6B8E2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B004A-7629-4225-88C2-FC94B7FD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10E7B1-51EA-4A3B-90DE-4BBA69A2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whole problem and mark the question and useful information.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8FAB85-072A-4493-BE6B-C3DB074C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93B64-9AE0-441B-AC14-FBEA6DE5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10355-7965-4F47-AC51-1E462F73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Plan the operations in order before calculating.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5D88A-EF86-4EC2-A95C-6FC5C0F8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D8655D-EB08-4BC0-8679-96B22A32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96FF39-93FB-44A5-84A2-CCF49E42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36,435 seats.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B25414-D4A6-43BC-B88A-50428ECB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7BE52D-3AC2-4969-AF33-25B7E887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B0D403-9C92-47FA-B422-22439429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Complete each step, label sub-totals and check the final answer in context.</a:t>
            </a:r>
          </a:p>
        </p:txBody>
      </p:sp>
    </p:spTree>
    <p:extLst>
      <p:ext uri="{BB962C8B-B14F-4D97-AF65-F5344CB8AC3E}">
        <p14:creationId xmlns:p14="http://schemas.microsoft.com/office/powerpoint/2010/main" val="21461984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D2F17E-988C-4BD3-A3DE-601BCCFF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C5A91-6FD5-49DD-93A1-8149B85D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D4FFB-2784-42DF-8080-B9D27772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707488-8D2A-433D-A965-344AA0FE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E95F2-6B1C-4F09-B650-DC99576F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AA16-C537-4158-9E51-AEBC1404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AE8EF5-6C48-4DB3-9E2E-A88E877D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A5E04-3A30-4278-9EEC-B9BBF93C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BB6E0F-497F-4F2C-800F-7315204D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75A820-8EB2-46C6-8F4F-0B901CF1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EB1B05-0EB8-44A8-808C-22C66CAA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36,435 seats.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386A3-BCBF-41FB-BE6E-0D6CF05D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D484B8-0152-4247-BBD7-6E65F89D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7C725-94A7-4D7C-8A85-559E949E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0506520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04C31E-4809-4FE1-96DE-597130B7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DE050D-A046-4D98-A175-EB877B2D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3DE04-97BF-4FBA-AE67-4B114705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43DF1-2D0F-4710-9D3D-7DFF7B79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194A9C-13FC-46A2-8B1E-4F29B523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72FB4-5083-40B0-B7DF-D9A6F5FF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4CFBE-F9BA-4718-9258-06F39689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9CB75-21CF-4E53-BD32-CEB7C4F2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37C1B-7502-452B-8894-827B28D2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B8190-CF84-43CB-9851-BD1F321E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05CBA7-BCD9-47B9-B456-B66BFF7D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BFA113-6067-40BD-B1AD-2649FE0E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9F2225-C1CC-41A1-8B2B-67BE2160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D65C45-4016-41CA-B0E8-77DF19CF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AE1915-E571-45DF-BA71-C370FB35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£107,475.</a:t>
            </a:r>
          </a:p>
        </p:txBody>
      </p:sp>
    </p:spTree>
    <p:extLst>
      <p:ext uri="{BB962C8B-B14F-4D97-AF65-F5344CB8AC3E}">
        <p14:creationId xmlns:p14="http://schemas.microsoft.com/office/powerpoint/2010/main" val="20840290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988292-7748-4002-8F89-DB33AC2F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488CA-5088-4D2F-AFDA-23916BB7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A58E01-9D45-4142-A8F7-467CD10D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937BD-E49D-4800-829A-A5AE6902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ED67D1-D545-4742-A6A4-91EAEF68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EE525-8B17-4E4D-B8E2-A39B88EE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48572F-99A3-4A2A-9314-86103338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B2164-3C60-4E1D-8AF5-9DF429BD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4E07C-D6C4-4B06-ACA0-175DE8C3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d6781fb6df410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BF7D0-F9B1-44EB-B297-4FE5D8DC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B6B99D-0140-4BBB-97CA-059A51BF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two ticket sales separately from the original but loses track of the first subtotal.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336BF7-B818-4FB3-B04E-2FD8C492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6EAC6-9126-4FAA-997C-EA3DEA50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1C68F3-4589-4EE9-B09E-28CC5D7D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Combine the tickets first or label each new subtotal before continuing.</a:t>
            </a:r>
          </a:p>
        </p:txBody>
      </p:sp>
    </p:spTree>
    <p:extLst>
      <p:ext uri="{BB962C8B-B14F-4D97-AF65-F5344CB8AC3E}">
        <p14:creationId xmlns:p14="http://schemas.microsoft.com/office/powerpoint/2010/main" val="4524512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BC5BDD-5453-48B7-B600-F3F518C1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87EECA-9363-4957-94EB-33DFC585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3B226B-C331-4BF4-9E8C-A6880011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1E564-B1BB-4FEA-925A-1D7B974B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9699A2-7231-4784-81F5-0EC5FE21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2F866-0254-4E03-8771-3E4AA044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72638-5982-4E5C-983B-44164FC2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D9DFF-A5E7-44EB-A199-9E7A2301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C2F23-42C3-46DE-B937-16A80A3F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80A76A-65C0-47E5-810D-60C98B9E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585C5-37F0-4AA5-8D27-B6F20FA7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B44D8-36BB-48AA-A56F-3D69664E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2F324-AE78-456F-BD43-989045ED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18F22-6391-41E8-A2B0-F71CFF75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0A14F7-2D02-4B7B-874A-43241219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091CE4-9F5B-4E81-A77F-9C3AD0E3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307EC0-7421-404F-96B3-D63DC2A3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D95F41-1342-433E-8632-C4856B9E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981CE4-1113-45AF-9B3B-EFC60DAD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6A2F36-9E60-4314-A5B0-FFBDF641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24EE7B-55D9-4260-B1B1-85FCD330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£107,475.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836C56-C963-45D3-BAF1-129ACB18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602983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B5AD9F-309D-46B7-BCAD-8C07631F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E8044-58E4-413B-A5A9-F83848BC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67364-FAE1-4385-8CD7-CC4062F8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0F36D-BC2A-4DF4-B632-65F77F0C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8ED32C-4248-42DA-852E-F93FD6C3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6AEEF-3B39-4707-8411-9FBA5357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FDC8C7-2013-4B8C-80EA-770FB884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12982A-CC52-4194-A3FC-F350AF3C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989D65-467C-418C-9EC8-2469EB00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B75F67-186B-415A-A563-2DA9E476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57C55-8CED-4599-932B-D96C79AC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4566FC-0ECA-4C91-A898-0D673E599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3E0633-AA5E-477B-A81D-9FA7FDCB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6E4DE1-714B-48AA-8642-FD781440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6C5102-D50A-46FA-8909-97FB1C71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43DD2F-9F44-48C8-8444-51434D95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909FED-0D68-4DD6-BB5F-D905AC19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058884-1501-4A5C-A456-063CB179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A90CC6-9DA6-4318-901E-52E0ADAA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A6692C-748D-406E-AEA6-128F0079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6EB4EE-CDB2-418A-A420-F1750507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8835551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A3220-C0C4-494D-AC1C-CB8E254E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CB6A2-A1D8-4EF3-A8B4-4E2CBF14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F00D2-0953-4A25-982B-230211C9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6123F-5252-4ED7-8D2C-016113D8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DBDD0-C1B4-4592-8334-C9F78587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F00B0-FD91-4897-A137-B9077F5E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385E2F-B609-4459-88A8-31750490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1A25F-183F-4918-967B-98B76DCE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3C25FD-521E-4140-B315-8806DB78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B3BC5-64C6-4166-8601-EACCE3DC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three-step addition and subtraction problem with final answer 250,000.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E1A51-C1BA-44D6-B46E-236BBE90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B1AA82-27FF-4120-91D4-66689D64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D8E967-BEFE-4E4F-92B2-F3567C31A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Every step must be labelled and accurate.</a:t>
            </a:r>
          </a:p>
        </p:txBody>
      </p:sp>
    </p:spTree>
    <p:extLst>
      <p:ext uri="{BB962C8B-B14F-4D97-AF65-F5344CB8AC3E}">
        <p14:creationId xmlns:p14="http://schemas.microsoft.com/office/powerpoint/2010/main" val="8205901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4C9715-61E4-4DA3-9382-1CBA08CE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553AC-C8D7-4D6A-9DEF-D178142D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907B5-FDEF-4B5F-9BB1-A5A5FAED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5D9311-CAEF-41C1-8C93-9B465353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10193-E31B-4214-9643-15D3ACDD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5FCB73-0AA0-4AB8-ACEC-F7AB70AD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CC31C-C88E-4757-8AB3-791ACCF1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D21FB3-1313-48F9-B042-8B5F4EBA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BFE896-7966-4356-85D9-35B21AFC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A7C38-4E62-436F-8514-09AA7B36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E12A2-A79C-4489-ABA3-9D8E1C38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BA8E5-3ECB-49D1-B3B3-7FE06395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BCC6B0-1715-49E4-ACF4-27F0F015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1DFB3A-5A4D-4DD5-A155-78196DD8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87C820-9E40-43F5-ABFD-FDE1C19E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200617-C891-4AC6-B940-A6E68381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2,390,850 litres.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8C053E-D977-45AF-AB31-6D63E318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4D1B78-7B97-4258-9524-EB7A0676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554955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9B296-2431-4705-9866-7045DBBA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9505A2-2727-4F97-BE10-998083CA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69E990-59E6-4C23-9B7C-31250423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E4E29F-F744-4120-B0B8-80F5DDD3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4C5F76-6D67-490B-B4BD-189622F4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ECB9A5-C947-43AA-A11F-88DA2102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B6A884-BF3B-45A4-B166-89B484A2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198E7E-7389-4817-A58D-EB4084EA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6B9711-B12B-4FE5-A0BD-DBCD214F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0D382-C67B-4977-B866-BC6FCFD5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247EE3-FB5E-4FC1-A98F-C1697E79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6A1EAC-8B0C-4A84-A4C9-FE96A204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3C8611-9D80-4D98-BA2F-794BFB81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BE2B22-C836-4E91-86E7-2D190B11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5DC2B3-EC97-478D-AD54-359EB07C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5BD0A-3994-4ACD-A6A7-D599170A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39FF2D-9122-4F44-A919-65C2DBD7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two ticket sales separately from the original but loses track of the first subtotal.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72ABFF-3688-42CB-BAB5-29E861D6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57A396-6034-49AE-9925-4456EE56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AE6CDF-3E9F-4222-967E-4F9E54E4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19280C-5A10-400D-9E2B-8F59F5E5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3354CB-C484-4019-9155-DF6BC336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868075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2026-09-09T20:45:41.3420000Z</dcterms:created>
  <dcterms:modified xsi:type="dcterms:W3CDTF">2026-09-09T20:45:41.3420000Z</dcterms:modified>
</coreProperties>
</file>