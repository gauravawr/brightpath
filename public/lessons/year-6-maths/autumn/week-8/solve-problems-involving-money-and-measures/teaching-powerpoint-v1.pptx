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03af6c2d0748c2" /><Relationship Type="http://schemas.openxmlformats.org/officeDocument/2006/relationships/extended-properties" Target="/docProps/app.xml" Id="Rc979b0f5cc504a55" /><Relationship Type="http://schemas.openxmlformats.org/officeDocument/2006/relationships/officeDocument" Target="/ppt/presentation.xml" Id="R1b633bad8b654e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fc2c92b3dd429b"/>
  </p:sldMasterIdLst>
  <p:notesMasterIdLst>
    <p:notesMasterId xmlns:r="http://schemas.openxmlformats.org/officeDocument/2006/relationships" r:id="R61a14d8a6b47438f"/>
  </p:notesMasterIdLst>
  <p:sldIdLst>
    <p:sldId xmlns:r="http://schemas.openxmlformats.org/officeDocument/2006/relationships" id="256" r:id="Rf0af6bb48337408e"/>
    <p:sldId xmlns:r="http://schemas.openxmlformats.org/officeDocument/2006/relationships" id="257" r:id="R9a88950c70bc45b8"/>
    <p:sldId xmlns:r="http://schemas.openxmlformats.org/officeDocument/2006/relationships" id="258" r:id="R85c7159bd3a644f1"/>
    <p:sldId xmlns:r="http://schemas.openxmlformats.org/officeDocument/2006/relationships" id="259" r:id="Rbaa2e5b041be4023"/>
    <p:sldId xmlns:r="http://schemas.openxmlformats.org/officeDocument/2006/relationships" id="260" r:id="R1279c5b925484ea1"/>
    <p:sldId xmlns:r="http://schemas.openxmlformats.org/officeDocument/2006/relationships" id="261" r:id="R2f39b935f0c04e9f"/>
    <p:sldId xmlns:r="http://schemas.openxmlformats.org/officeDocument/2006/relationships" id="262" r:id="R406d1f96c1be4c58"/>
    <p:sldId xmlns:r="http://schemas.openxmlformats.org/officeDocument/2006/relationships" id="263" r:id="R2bad32e8d2d94d19"/>
    <p:sldId xmlns:r="http://schemas.openxmlformats.org/officeDocument/2006/relationships" id="264" r:id="R4a68e6f2efee4b67"/>
    <p:sldId xmlns:r="http://schemas.openxmlformats.org/officeDocument/2006/relationships" id="265" r:id="R14b3d0c603bf4178"/>
    <p:sldId xmlns:r="http://schemas.openxmlformats.org/officeDocument/2006/relationships" id="266" r:id="R62b62c75055143a1"/>
    <p:sldId xmlns:r="http://schemas.openxmlformats.org/officeDocument/2006/relationships" id="267" r:id="R12f6f433c6504e6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4f892046e947a4" /><Relationship Type="http://schemas.openxmlformats.org/officeDocument/2006/relationships/slideMaster" Target="/ppt/slideMasters/slideMaster1.xml" Id="R76fc2c92b3dd429b" /><Relationship Type="http://schemas.openxmlformats.org/officeDocument/2006/relationships/notesMaster" Target="/ppt/notesMasters/notesMaster1.xml" Id="R61a14d8a6b47438f" /><Relationship Type="http://schemas.openxmlformats.org/officeDocument/2006/relationships/presProps" Target="/ppt/presProps.xml" Id="Rdbd4caa269a042d5" /><Relationship Type="http://schemas.openxmlformats.org/officeDocument/2006/relationships/tableStyles" Target="/ppt/tableStyles.xml" Id="Radb33a23ccfa4430" /><Relationship Type="http://schemas.openxmlformats.org/officeDocument/2006/relationships/slide" Target="/ppt/slides/slide1.xml" Id="Rf0af6bb48337408e" /><Relationship Type="http://schemas.openxmlformats.org/officeDocument/2006/relationships/slide" Target="/ppt/slides/slide2.xml" Id="R9a88950c70bc45b8" /><Relationship Type="http://schemas.openxmlformats.org/officeDocument/2006/relationships/slide" Target="/ppt/slides/slide3.xml" Id="R85c7159bd3a644f1" /><Relationship Type="http://schemas.openxmlformats.org/officeDocument/2006/relationships/slide" Target="/ppt/slides/slide4.xml" Id="Rbaa2e5b041be4023" /><Relationship Type="http://schemas.openxmlformats.org/officeDocument/2006/relationships/slide" Target="/ppt/slides/slide5.xml" Id="R1279c5b925484ea1" /><Relationship Type="http://schemas.openxmlformats.org/officeDocument/2006/relationships/slide" Target="/ppt/slides/slide6.xml" Id="R2f39b935f0c04e9f" /><Relationship Type="http://schemas.openxmlformats.org/officeDocument/2006/relationships/slide" Target="/ppt/slides/slide7.xml" Id="R406d1f96c1be4c58" /><Relationship Type="http://schemas.openxmlformats.org/officeDocument/2006/relationships/slide" Target="/ppt/slides/slide8.xml" Id="R2bad32e8d2d94d19" /><Relationship Type="http://schemas.openxmlformats.org/officeDocument/2006/relationships/slide" Target="/ppt/slides/slide9.xml" Id="R4a68e6f2efee4b67" /><Relationship Type="http://schemas.openxmlformats.org/officeDocument/2006/relationships/slide" Target="/ppt/slides/slide10.xml" Id="R14b3d0c603bf4178" /><Relationship Type="http://schemas.openxmlformats.org/officeDocument/2006/relationships/slide" Target="/ppt/slides/slide11.xml" Id="R62b62c75055143a1" /><Relationship Type="http://schemas.openxmlformats.org/officeDocument/2006/relationships/slide" Target="/ppt/slides/slide12.xml" Id="R12f6f433c6504e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98c3f826dd45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d7ff6380024eaa" /><Relationship Type="http://schemas.openxmlformats.org/officeDocument/2006/relationships/notesMaster" Target="/ppt/notesMasters/notesMaster1.xml" Id="R2197c094a42f4a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28cba9d2ab4432" /><Relationship Type="http://schemas.openxmlformats.org/officeDocument/2006/relationships/notesMaster" Target="/ppt/notesMasters/notesMaster1.xml" Id="R771897621e004c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1eff5f41574dcb" /><Relationship Type="http://schemas.openxmlformats.org/officeDocument/2006/relationships/notesMaster" Target="/ppt/notesMasters/notesMaster1.xml" Id="R01391f1c403147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565828fd164a3e" /><Relationship Type="http://schemas.openxmlformats.org/officeDocument/2006/relationships/notesMaster" Target="/ppt/notesMasters/notesMaster1.xml" Id="Rbe78e5c977e34c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4731b80bb04829" /><Relationship Type="http://schemas.openxmlformats.org/officeDocument/2006/relationships/notesMaster" Target="/ppt/notesMasters/notesMaster1.xml" Id="R8c2de52420cf4a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53f5f124d2423c" /><Relationship Type="http://schemas.openxmlformats.org/officeDocument/2006/relationships/notesMaster" Target="/ppt/notesMasters/notesMaster1.xml" Id="R4332a4a6098941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e288660ab34b95" /><Relationship Type="http://schemas.openxmlformats.org/officeDocument/2006/relationships/notesMaster" Target="/ppt/notesMasters/notesMaster1.xml" Id="R53483663089c48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1bb5dff11648ac" /><Relationship Type="http://schemas.openxmlformats.org/officeDocument/2006/relationships/notesMaster" Target="/ppt/notesMasters/notesMaster1.xml" Id="R575cc77724a640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1d4589c0ae044c6" /><Relationship Type="http://schemas.openxmlformats.org/officeDocument/2006/relationships/notesMaster" Target="/ppt/notesMasters/notesMaster1.xml" Id="Rce2538fa3cdf42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b806f23ea64dbe" /><Relationship Type="http://schemas.openxmlformats.org/officeDocument/2006/relationships/notesMaster" Target="/ppt/notesMasters/notesMaster1.xml" Id="R21856d49158546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d019b35ca64443" /><Relationship Type="http://schemas.openxmlformats.org/officeDocument/2006/relationships/notesMaster" Target="/ppt/notesMasters/notesMaster1.xml" Id="Reb6c64ca6b2a4c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774b3a4d924153" /><Relationship Type="http://schemas.openxmlformats.org/officeDocument/2006/relationships/notesMaster" Target="/ppt/notesMasters/notesMaster1.xml" Id="Rb7b952294d7d4b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1,500 m. | Read the whole problem and mark the question and useful information. |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£1,132.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1,500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to one unit before calculating and label the final unit.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1,500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1,000 litres..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£110.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1,000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1,000 litres. | Convert to one unit before calculating and label the final unit.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97c9cea4942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bc225bfebb4a20" /><Relationship Type="http://schemas.openxmlformats.org/officeDocument/2006/relationships/slideLayout" Target="/ppt/slideLayouts/slideLayout1.xml" Id="Rd53bb97a52c146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3bb97a52c146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4d2e0ebb64a05" /><Relationship Type="http://schemas.openxmlformats.org/officeDocument/2006/relationships/notesSlide" Target="/ppt/notesSlides/notesSlide1.xml" Id="Rda6a155fc8fe4c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7cc6e89444fc9" /><Relationship Type="http://schemas.openxmlformats.org/officeDocument/2006/relationships/notesSlide" Target="/ppt/notesSlides/notesSlide2.xml" Id="Rdb7d5456ab1745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e270848524d8e" /><Relationship Type="http://schemas.openxmlformats.org/officeDocument/2006/relationships/notesSlide" Target="/ppt/notesSlides/notesSlide3.xml" Id="R0e402bbc728b4c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d75231d68448f" /><Relationship Type="http://schemas.openxmlformats.org/officeDocument/2006/relationships/notesSlide" Target="/ppt/notesSlides/notesSlide4.xml" Id="R528e058347ff44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c9df6696541a4" /><Relationship Type="http://schemas.openxmlformats.org/officeDocument/2006/relationships/notesSlide" Target="/ppt/notesSlides/notesSlide5.xml" Id="Rd0c3a5f9a2eb49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b2c6029374ee6" /><Relationship Type="http://schemas.openxmlformats.org/officeDocument/2006/relationships/notesSlide" Target="/ppt/notesSlides/notesSlide6.xml" Id="R594c2ac429004e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727290c0cb4faa" /><Relationship Type="http://schemas.openxmlformats.org/officeDocument/2006/relationships/image" Target="/ppt/media/image.png" Id="R7acc331292974487" /><Relationship Type="http://schemas.openxmlformats.org/officeDocument/2006/relationships/notesSlide" Target="/ppt/notesSlides/notesSlide7.xml" Id="Rcbb667e89aba4c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70d157b0d1486e" /><Relationship Type="http://schemas.openxmlformats.org/officeDocument/2006/relationships/notesSlide" Target="/ppt/notesSlides/notesSlide8.xml" Id="Ra5404aeb3f184a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97a290bb848c8" /><Relationship Type="http://schemas.openxmlformats.org/officeDocument/2006/relationships/notesSlide" Target="/ppt/notesSlides/notesSlide9.xml" Id="R7cc171225de644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53f0d79e8471f" /><Relationship Type="http://schemas.openxmlformats.org/officeDocument/2006/relationships/notesSlide" Target="/ppt/notesSlides/notesSlide10.xml" Id="R0fcf435eb1fd445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45e0a4c6e45c5" /><Relationship Type="http://schemas.openxmlformats.org/officeDocument/2006/relationships/notesSlide" Target="/ppt/notesSlides/notesSlide11.xml" Id="Rf7a957b3578048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07738c1b44722" /><Relationship Type="http://schemas.openxmlformats.org/officeDocument/2006/relationships/notesSlide" Target="/ppt/notesSlides/notesSlide12.xml" Id="R209a03b2ff4f45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F08AB-C4F0-4979-80CE-C0573388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5426EE-FE75-4BE8-AC3C-048F9506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2CDE3-6298-40E5-99F0-4678F49D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F3CC1B-8553-437D-9D98-3207AE0D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7CC05-65E7-464D-AB2F-E8D9183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86B973-18CD-457F-B1AC-831D3147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F5F8C-57A4-4667-8AAD-229A6D1C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51A3D3-454E-48F9-A7A4-A6146E93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205D2-BA9E-4379-8350-0BA79C9B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B9592C-C953-4A6E-9976-37D79869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8122A6-9F4F-479D-9EFD-B78D1000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811004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AFB096-D7EB-44C1-869C-DC176380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A2CF2-3700-434D-BF46-35228C95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D6009-0525-444A-9084-8FFFA9B5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18609-7B57-45EA-9C75-6A0A17B0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14FA23-825A-4F27-8184-537F3B97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B9FDE-A99E-4D89-B0EC-92FF4E8D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F3286-F201-49EE-AB31-429D7AC0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C9F78-94D1-42D6-B61D-8598196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4EB84-05A9-4BA5-87B2-2F08A295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388CB-E372-45C4-A151-0FA13D16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6BC23-81BD-413A-AE9C-9BCD2DF2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DD9E5-F14D-4A01-BD46-A7B12964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D56D4-A002-4E6D-9C1C-BEBB71A2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BF442-9ABC-4B76-ACF6-3AA83C07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95B605-5918-4BDE-8369-AC9BF1B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B8868-5EB9-429F-B58C-11F1D5F3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A1FB6E-EF8C-4085-8705-5A450538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8C1C8C-4FF7-4A1E-8B44-D22DF264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8021B0-4508-4EF6-971B-CAC7AE7E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A4FF53-7507-4D6B-BCA2-DC7DDEF02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80BD82-78AB-4A9D-A1B0-37ACBB9D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class has a £2,500 budget and buys 18 tablets cases at £76 each. How much remains?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71CF8-96B5-4788-BDDA-079986D9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078225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5526B5-35E1-49E0-89B1-A79C2A0C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C873D-309E-48F7-99EF-EDD89FC0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4B8F2-071D-4DE9-9519-1A61878A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35688-7AAB-4F03-9C19-DECEF61D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594726-BF64-47D4-A080-CF816E56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EC0AD-BFFC-40BE-B6EB-9B490CEA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48886-565F-42D2-AF29-E2D7E5E3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7E125-B62E-41F1-9C30-3B9B2E3D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307A9-FEB7-4D94-93BA-46D5FF84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4A458-36D3-4746-9621-57DCFC0C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all four operations in problems with money and measures.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1374B-04DA-4E42-969A-BD8163F7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1C5DE8-F327-480A-AE34-1BEB74BB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C04AD-6329-4DEC-9C04-29FB5B9B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8657B-E786-43A8-96CB-35C7E0D7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B98D0-BE60-4158-A07A-175E493B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662173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92E8AA-EB02-4844-98ED-2054D673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AE8E34-EA4C-48B5-95A0-66B5E465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0835B-042E-4F94-8979-773D3AB2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4CF687-0C45-483D-81B6-BDBFD823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503561-09D8-4AF7-A834-3D880871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9A89A-77DF-4FED-A9A9-24563D0E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69083E-1DA6-4C31-B987-60833D89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5C835-C5A3-4522-9088-D508C0B2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2073CF-BD71-4BF9-9AF2-5B5CE664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5383D-798D-4FA4-9258-731BD546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class has a £2,500 budget and buys 18 tablets cases at £76 each. How much remains?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A46384-CF57-4AB9-A0D7-631EFF09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E3687-C3F3-4795-AFF1-F28A92B3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0636B-4E63-4490-A3B6-28DE0A594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18 cases × £76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86D56D-2B42-4C63-9702-70AECE23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587D9-C16B-471E-9AA5-E7DC4BF0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71493-5F23-4A4B-8918-C7769B0C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18 × £76 = £1,368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C68419-46B4-4120-987B-91A4B47E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EB459-CBA7-4111-8972-843DCDD8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E1D8F5-BFEB-4731-BC49-3F90F5C2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£2,500 - £1,368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DF6F03-FED6-40BD-8EC9-1937DDE6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1D0527-4BA1-4797-9EAC-BE514CDF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EAFC75-34A9-40CF-BB6F-B3C1D1A1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£1,132 remains</a:t>
            </a:r>
          </a:p>
        </p:txBody>
      </p:sp>
    </p:spTree>
    <p:extLst>
      <p:ext uri="{BB962C8B-B14F-4D97-AF65-F5344CB8AC3E}">
        <p14:creationId xmlns:p14="http://schemas.microsoft.com/office/powerpoint/2010/main" val="20229411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3645AF-AC75-497E-8FFB-337762ED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EF982-9D24-4E5B-ADD4-36C98589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93777A-6FC0-44AB-AF91-F23F4CB0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D94B6-4064-4D1A-96E1-C7F0DE24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511F0-71B0-47BA-B9C2-A7EE359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0730B1-28B4-4A73-B894-7F400A03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9B9C22-47AC-4F65-B1D4-38BC1F17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067B09-0E7D-4600-944E-93B6863B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92D1B-93E1-415F-8352-DA8B35AE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C98A9-F035-47B0-8831-FAD38B6A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92101-66D7-41BC-85AB-FB04EEDF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£1,132.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ECF6E-824B-448D-AFA9-22FC64A0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AD2DD-A403-4782-9E11-2E9B4F96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429DC3-2B48-47E9-8139-06211D3F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035849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BE9D4-A634-492C-A048-DF3EAE7C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BA0C5-8FE9-467E-9D84-C51652C1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785C9-B7B0-4AE4-91BB-0244669C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F41EE-509A-4A72-A46D-101E5F60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3655B-E469-4B5A-B306-A7EE0166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FEC14-C027-4EC9-B3C3-E735E11E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419F6A-FA2D-4E83-9922-1096DEA0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06D7F-6FE1-4B43-ABC4-DB4A9C7B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836BB-CD3C-4539-8A1C-F126A52F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37665-495C-4AF1-9BD3-7FBB6999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A1621-48FB-4653-8B67-1E02BF6A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9C5552-23FE-4C12-8212-AA056D2A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0645C-DDA1-47E0-8170-1D2D5BEB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0953FD-7318-4C5C-BF74-80C9DA55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1B933-50AA-40F8-B6CB-52381CCF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1,500 m.</a:t>
            </a:r>
          </a:p>
        </p:txBody>
      </p:sp>
    </p:spTree>
    <p:extLst>
      <p:ext uri="{BB962C8B-B14F-4D97-AF65-F5344CB8AC3E}">
        <p14:creationId xmlns:p14="http://schemas.microsoft.com/office/powerpoint/2010/main" val="2258577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98BB3-ECFB-429E-AA5A-42D87E0A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A6485-D7F9-4121-9461-323AB184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5F363-5079-467F-87B4-2B99500B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0D316-23AD-460B-8CB8-657C19CF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E613F-D9C3-4622-8B79-CDDA29E8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AD4F2-1AB6-47B7-B7EF-2D15C0BC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128B2-822A-47E2-8DAC-5625506E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94DF32-863A-4E0F-9FD1-2115613A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6B96E-AE93-45F8-9008-7A1B1A55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c331292974487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50809-040B-4963-AF96-47E89AE4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DCA20-7F07-4C8D-AC86-1A8CC45E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mixes pounds and pence or kilometres and metres in one calculation.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A89CAE-D160-4910-A872-E7F3EDA0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B1D485-D57E-463B-81CA-C55EF48F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68C6F7-F30D-4298-9328-8D83F95C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to one unit before calculating and label the final unit.</a:t>
            </a:r>
          </a:p>
        </p:txBody>
      </p:sp>
    </p:spTree>
    <p:extLst>
      <p:ext uri="{BB962C8B-B14F-4D97-AF65-F5344CB8AC3E}">
        <p14:creationId xmlns:p14="http://schemas.microsoft.com/office/powerpoint/2010/main" val="10458425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DF6F07-45B5-490A-8321-FCACCF7C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BEB85-82EC-459A-B7A1-679CBB8B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952A87-8692-4004-9F56-27D02961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597B28-307A-4EBC-A54A-EC825EE3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27D03C-8DC2-431C-8854-37C00B79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28B20-A8DA-425D-92D9-93B2B54C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6E903-B44C-41BD-9C52-EEFE5A86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E329E-F9BB-4E40-AA58-32AA75E0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518DD9-C2E9-4775-8935-A0FBA230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4E016-2D5A-417A-8E49-3B260998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BE2D8B-03AD-4573-9C68-45C1201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6502A4-9812-4AA0-A021-F3E5B073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14E8D2-87D7-4175-A51B-24B799FE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12 km route is split into 8 equal stages. How many metres per stage?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12D6AB-CAB7-43B2-9EDB-238DAB50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04B0F9-65C5-4B54-9193-C5C9BBC9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8CC737-ED77-4C85-9D10-E6DC3F26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1911BC-C853-4517-85EC-D613287D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6E1CE6-ED24-4659-ACCD-20E1C5A2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55C630-0E07-4E5B-9FC6-43B59DF3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36181E-E890-43AF-8C52-446D47D9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C68CD8-8375-49D4-B13A-8890B600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1,500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AE7D96-1F3C-4F82-9C41-6C607A2F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896741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C8BE6E-366E-4BE6-8B59-A562D494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EA85D-F203-4509-A1C4-EC6AFF8F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269A8-69C0-4312-9B58-5A87AF31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4C7B6-F18E-45A4-BCB8-E3BEFD52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3B24A-6BEB-4832-AF8E-021B2411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4F461D-B2CC-4986-94B3-A40B2289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478D8D-070F-44F8-B3A4-EE196474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49D537-ABE5-4E2A-A2C2-A944F613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A6C1B-0F3C-4DF1-8E08-A97F55FB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1DC741-7F2C-4083-B213-1AF755A2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F649C-6006-46D4-AE1B-43B4550C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22BBE-F8CB-481D-8F70-1DA17333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7D6822-719F-4BAC-95A3-E0B38870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30B164-2F7B-4135-8C2F-9078C1A4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491FF-FE6E-4CC1-AC23-42777882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CE0B37-7563-47C6-BE32-13C9416A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B50A8-09B8-4122-81AB-4E557E7E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242EB5-286E-4DEF-8A4E-EBB0AAD9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FFBAB7-6BB3-4416-85C6-CD94EF48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07E2C6-0408-41F4-87CF-81994FEA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4376EA-09C9-481B-B1F2-D98AA2F8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736790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B66DA-5D52-41B7-87B5-9BEDED69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C94EE-E93E-40E3-B59F-53467855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61BAD-514B-4DD2-AC4A-8BF5F6E2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A3FF0-C5A1-4CB6-BBE2-8CF229D7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69896-1B74-4825-810C-710E2114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AAF5E-CE42-41A1-AEFC-C0F6B019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CF581-CC48-43EF-879D-35083B08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A46F2-A83C-410A-AED5-84CB88A9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81A4B-7BB7-49DD-B6A5-68FC595C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1D1020-87EC-4944-940E-037ADDC6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£6,000 budget must cover 48 identical items and leave at least £720. What is the greatest whole-pound price per item?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95E53D-14DE-43F9-93AA-C2FFAC01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52833D-55F1-4A78-8F95-BAFC579C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A7AFC-DDC3-4882-AC21-D7A4C6A6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£110.</a:t>
            </a:r>
          </a:p>
        </p:txBody>
      </p:sp>
    </p:spTree>
    <p:extLst>
      <p:ext uri="{BB962C8B-B14F-4D97-AF65-F5344CB8AC3E}">
        <p14:creationId xmlns:p14="http://schemas.microsoft.com/office/powerpoint/2010/main" val="5384948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D310BF-AE05-4C05-BB2A-E92E7B22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F40FB-E44A-4D67-B1D4-C8D384B4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43BB6-D7F1-434A-A428-96725751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23F38E-3873-4626-8E4C-F4950000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03DA2-F78E-4364-BF7B-49D502CD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D2A18-BD63-4B2E-AF83-04C49067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9ED54-6251-4336-ABF6-8D42462D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7507F-3749-487B-8154-7ADEB732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A153D-59AB-4829-9261-25D1A929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FA7FB-F928-4094-AC30-D7C742DD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B1D2E-CACF-441A-AB96-74CB3F24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17A2BE-2831-4295-8393-EABEC813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5F480-E50E-43ED-8F9F-9C6A2E74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FD4A4A-E171-4B8D-9FE4-9AEAE01B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B911AC-F3EF-48D0-94A4-499AD80A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1B4613-345E-49A0-BA3F-CA4D1E34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1,000 litres.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3F13A-448F-48D0-BD91-7DBE8F84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5FDFE7-5DC5-48E1-A785-669524B1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143602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E218D3-C7F8-421B-A979-0CEB5AFD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7D710-83D7-41AE-9954-D7F672B1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E223F-6FF2-42E1-AC07-3C4DE375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8409A-77CC-4E3E-9C26-22C15DB5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274BFC-9904-48D4-BE12-B4EF94ED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B452C-FFFF-42F0-8418-8085FB89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CB9B8E-0D51-491D-A6D0-B0EFF2F9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A3D79D-8591-4065-B54E-A46CAB14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DE938-D74E-4D38-BEB2-BFF0648A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problems involving money and measures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4D5ED7-BB08-4487-838D-06AA2981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19D34D-84C9-4F80-A33A-C4DD93B1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2C7766-1BD4-4C52-BFB1-0A5EB0F4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798F64-1079-4881-8F67-92CDE0B9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tank contains 4,500 litres. It fills 28 containers of 125 litres.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86F84D-8E29-492A-A158-1F28B063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B6D05E-97C9-46EA-B6BE-3A2885DA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84539-318E-478B-B721-7DDAE1DA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1981D8-F9AF-415E-89A0-0B814D4A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mixes pounds and pence or kilometres and metres in one calculation.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3C35F-9F1C-4B3D-A30D-1ACCED68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20A6A9-D1F0-4FBB-AC15-12307E80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A76795-2457-4552-8F95-5E3F9F8B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2AAB00-7321-42BF-8317-E9E0CB4B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912094-241A-4BE1-93AC-5509E7E8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159971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2026-09-09T22:14:28.3820000Z</dcterms:created>
  <dcterms:modified xsi:type="dcterms:W3CDTF">2026-09-09T22:14:28.3820000Z</dcterms:modified>
</coreProperties>
</file>