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1,500 m. | Read the whole problem and mark the question and useful information. | Convert to one unit before calculating and label the final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class has a £2,500 budget and buys 18 tablets cases at £76 each. How much remains? Answer: £1,132.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1,500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Convert to one unit before calculating and label the final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1,500 m..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1,000 litres..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£110.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12 km route is split into 8 equal stages. How many metres per stage? Expected: A tank contains 4,500 litres. It fills 28 containers of 125 litres. How much remains? Higher: A £6,000 budget must cover 48 identical items and leave at least £720. What is the greatest whole-pound price per item?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1,000 litres. | Convert to one unit before calculating and label the final unit.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2D01764-01E3-427C-87B3-707C32C6F7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316A0B-B6A6-4092-AF1D-2AE64386A14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6A0113-39F1-45E3-BF65-E18C1F5C449D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5A3E4E-EA41-4472-947D-05D0E0BFC74F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E3AC52-C979-4A0F-9ADB-40D415E242CC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776C61-F347-4A70-A0A9-31144CB004E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5A2619C-3792-46D6-BBFF-9B7FF2680071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FE59C7-AC0C-4DBC-81D7-B696A63DEA77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A73F3F-9567-4064-AAA9-421EE4ED312C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850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all four operations in problems with money and measures.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3E692B-DEFC-4A47-97DA-2250E1D71DCE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2CA26C-57C1-44B7-9782-E3DC8A36CCC2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EA538C-5475-4713-B3E5-A9D33AFD3FA8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8052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C007B3F-648C-42E4-98A3-C7F30B85ED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B0152A-3EA6-4672-A5CA-50DC5E6A564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D39F46-B4F2-492E-8FAE-8A44F58FEE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41AE55-6638-49EF-9387-EBBC3C748AB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23D4AC-601A-47D0-BB2B-C98CA5B3DF1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BD4D83-1B67-43A0-8A1A-E0E6D829BC1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2DF9A-94C2-410F-93CC-3789E0FD979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E1FF46-F648-437D-ABFA-06CFAF9A0F3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90DE53-98F8-4E01-9F17-80988EBFCE9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5D09FA-4D18-4A5A-A678-57B7CEEB553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2E13BD-2118-464A-90C5-57162657BC3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1877011-ED22-4504-9229-262CDC9ED62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992EF7-F76E-4BC8-B253-B5995DE9EF1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ACAE82-1C25-4279-80F8-F7E1CB07A1C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AB1045A-E911-4EF5-9C79-F77FF602434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EE02341-D99F-4429-AF0A-B9C8C752A96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C8A7CC-078F-4B32-9AB8-7603C8AA091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3F8DA6-4684-49DD-9A4F-096AD442F74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A632F43-34F3-4CA2-AABD-F0E70F0E763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3664C6A-D164-4595-AA40-5980CC3ADA0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05F80F-04AA-47DB-AB40-6CF67314188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7A5335-AB9F-4B52-AFF7-37D415076B2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class has a £2,500 budget and buys 18 tablets cases at £76 each.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1D89D-B5CB-483A-9108-A1BE592F540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4349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393AAD9-C5C7-493B-9771-2A2B0EB49F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CB29B3-84B0-4996-A153-747E9A3519F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B6C2C2-5DE8-4464-AC02-A939FC50528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EC7EC5-F616-4E28-8628-51604A3E203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3A5CE8-70F0-4A57-B57B-C9026D9DEFD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654762-FF87-4544-942C-CF9DC9C63E3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D88461-822E-4658-8FD9-9E5C423A18C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AA11C2-4E2C-4E3E-9A7F-85D8AA0BF79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DD3625-E3F1-48DA-8FDB-CC16D9A17B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FE892E-FD2E-44CE-AC1F-CEC48086386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E4D45C-5372-4F06-96D3-5E56DCDC5371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all four operations in problems with money and measures.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66ED7A-9FE6-4CB2-A6E1-6971A5236DB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B9A6E2-AB89-4445-8764-4195B6BA4856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E2361B9-5C5F-4BD8-BF5F-D2AD515C1539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94CEC6-C539-4C6B-B046-599D0F06A4D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B923AD-7C6E-4F05-9D13-AB9F9A1D254A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961453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601FE8D-104D-44A4-99E1-3F63D96C26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EF5B9D-6827-4D98-8821-47866B1DDB6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C7E425-B31C-4245-A81F-243F2A0C2D6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D68045-E419-489B-BF87-C5659D71B0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5B6C25-1480-4F6F-8F31-B0D53898532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A86302-A0A8-446A-937F-4655DC53950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8DD33C-BC55-46B4-904D-C316EF05376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EB15DF-140C-4258-BCE0-85F193E038D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A10891-7CF8-4274-A4C1-A2F996696E2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A080C2-FAD2-49BE-B705-630F4AE3801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AB4176-B70F-4A79-BA14-0D72F7EDFB25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class has a £2,500 budget and buys 18 tablets cases at £76 each. How much remains?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D587B2-65B0-4D0A-B566-3672716FF49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DF4EA77-D1AD-47CA-9F49-1FA4AAE6F64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018660-66D4-47F9-8776-6A5ED5098269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41D151-9C70-4902-98E5-434CB33ABA49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B9210F-4CDB-4B7E-B4C1-FBA486765AD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95E8C2-E4A4-41CF-B05E-B26E8CE5A36B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88B39D-DE55-475B-8777-2E44DBFF67ED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7C9863-7255-411B-9C61-935B0E12239C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49EED1-1388-4064-9CCF-960C9966AC7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DE2E34D-E5C3-4C79-97C9-96BA5D3182A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07F30F-C75B-48A0-A28A-48A9E347F6E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0764CD-F2FA-4A61-994A-3113C31C020C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2778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574E272-EE9B-4FB3-9254-9750EA1923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941EDF-13CC-4884-8C00-099C310536A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D9708F-58CC-4A3C-AB6A-A2928A708B2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331CB8-E3AA-4806-9E92-32673FF45D1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513C1C-A0EF-45C9-B394-9B5AD73C8FD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EEA78C-160B-4BE9-81D1-9F3FB63F86A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9257FD-4A3E-4939-8705-FFA085E7CEF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7F6D6-6ED5-4EB1-BBFD-37018378A51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223C24-E9A2-43A5-AD20-DBCAA26FAA6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B374C8-58CF-4D0A-9B20-25F58189483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6FFB86-7B2A-4930-B935-954EDC0A085B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91B77B-4E99-4DAC-AB66-AB65DE790AE7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£1,132.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C5C62F-316B-4A3C-8B2B-F216CB7D820C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F5439F-82F0-4FD1-81F4-092F99A6286A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4FBE82-5547-4B5E-B81C-0EC0646BED80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095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99B3199-A877-44E1-ABBC-57B93CE9AD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B331CE-4EC1-46FA-90AF-FC7442CCAC3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272BD3-0B9F-46C6-8177-1576AD5120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A1DB3E3-F1AC-41FB-AD6D-DFA90B9150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4841C7-22EE-4884-B3DD-F3637D2601F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8889A6-5F9E-425A-BF80-837907F5E5C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98E4EE-060D-4A9F-BB86-CC90A015569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D54E0F-F224-44F7-A299-67DA9352B60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C592E8-39FD-4B81-A60C-5845C300D47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4DD038-1218-485F-9C12-D2C6EB401BB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FB109C-B798-4381-BA4D-E4348990A14F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9940A1-F89E-4C2D-98F4-C2683A32B992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544E79-27EF-460D-9F8B-C78B2ACF69E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A32AA4-378F-47C7-98B9-FE2344EBD92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D9F140-01A0-40F3-B52F-B91CD9290354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FC0AA8-7C5E-444E-B754-CFCC27156CDF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1,500 m.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7573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ABAB8B9-0E95-49D9-99C8-76470705CA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A84309-8222-4492-BC93-5C9B9AD86EE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DE0605-D7A0-4545-A790-C6825CD74F3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9FD0770-E80C-4EE0-856A-8263A637FE5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47F6D8-7BF1-476F-9418-3D47F084753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2B3D25-8F5C-4D79-9681-0A69AE9A9E8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F47A16-2599-4D2E-8887-610C4CD2647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522EAF-023F-4144-91CC-37DC1E9029C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1DD0B2-EDCC-435D-8207-01BC219090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D01635-DBE3-454C-A349-88E35E3F1B6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B048F42-B520-48F0-B39C-097AA6C23B77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2D90E2-A282-47CC-8E5E-1C0D918946DF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mixes pounds and pence or kilometres and metres in one calculation.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75B151-DD03-4096-B1C2-6A4C1A9DC6F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0C44B6-5859-42CE-BDD6-C552CBD7553E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B66FFA-8CD2-4EE3-AE42-25001FB0F1A4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to one unit before calculating and label the final unit.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5580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5736BE2-F801-406E-A940-DCA13834AD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46365D-2D0E-4865-92C4-293C0A699CC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79F586-0836-42D4-8B16-5555BB689D3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8A2A95-6ED9-41C8-A178-B01BDEAB748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F9245A-0476-47A2-824F-532F670B659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AC9DD5-71F2-4D6D-9C34-A44211B9E2D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90079A-8885-4DE4-9DB3-05F372EA17B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3F5A1C-CAF8-4B91-8457-2AEB795BAAE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647FF7-C2F8-4A7C-9B04-4EA8A24171B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4E5FED-9AAE-4FF6-AE5D-17F869513E8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7303781-7323-44F5-856F-E035B13A378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A9757D-CD3D-4660-84CF-CFFB6976C09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63344D-2825-47D5-B19C-767F57618CB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DF5C45-D932-4F82-8FAF-26DB8FC76E0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0618B76-B7EB-41DE-A4E2-73503F6A9D3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46C6931-97BC-4F5F-8580-655995408C4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1EC9E2-0B3B-4C99-9905-700D514FB94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0E1077-083A-46D5-85BA-25C4B102411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0ADD522-6684-4FF7-8388-773B7DA090F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C8C493E-8DFC-4471-BD47-F85A8040A0F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70C495-5CD0-48DA-BA58-9590671F80D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597C2B-BC21-41B9-B5FA-F81EEDBAEC0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1,500 m.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FB0A54E-7FD2-4134-B4EF-7239F8BA148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8463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3BBAFDB-4A66-4D11-A35F-0595BDF925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D409CE-AF6B-4E53-833F-111D890B946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5F7277-7239-412C-B84B-E8DFD36EED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52898A-62D9-46CE-BD03-38710B7B58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B6FE67-1157-48FA-B8E1-C15CAAF7395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1E12CE-4753-4D79-8B3E-FE2F63DD979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D4A8C-E2A7-4B59-8EEA-525549F12F9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4C7974-2376-4CC6-96F6-C6A638AFA53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CA960F-0225-42E1-9D47-F4664E96FED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6D3807-912C-4587-BCCE-707BAF6D5DA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F2E3913-E61F-46C7-8F62-42603101669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22488AE-AC16-44CF-BEF2-27F9A5FA3D9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768450-1294-4A68-A1F7-1AE063B037E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6CFB0A-7E36-401B-A510-82F395C1636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E90E594-6473-4A2E-A77E-4FE1D901BC8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21A1254-320C-4871-A16A-7B11DCFBA24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D67E19-3AFD-4DF7-A0DA-4D958C6AB34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3552F2-C315-4333-8402-DA8D1401457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33784DA-8BDB-44BF-B360-32F24A06F80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7CDC4BF-B67E-4D63-B49B-B5762D55660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5182396-BEFC-4B43-8FEF-F86B1570BF9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2A0476-4A41-41F9-AF82-3B44F596E82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565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8707198-9EDB-4C7D-A8F1-F27FCD572C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DA2206-A3DC-4BC9-B9DB-B680E8B6441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9C1271-ECC2-4AD1-999A-A9CDB29097D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455A8ED-AE95-4982-B1FD-82FBD60D20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BF1C22-4D2A-43E7-A017-31F639E6CC7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BE2419-D6FF-4528-A822-AA8B6E686BC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CE11E2-9849-4981-B7E1-5898FA1BE90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D04D2F-57CD-4251-B695-071CC0D2CCC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4C7E16-52E9-4D1F-8F8F-5368420BA05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B89955-3499-4A18-BABD-B5BA316B120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D22EDD-4AEB-40AE-A18F-9D4A9D12836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£6,000 budget must cover 48 identical items and leave at least £720. What is the greatest whole-pound price per item?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40C0D9-37F3-4BFD-8287-7FFF59D1CED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0ABF05-F622-4A7C-977E-215AFE312ED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B0ADE2-BE3E-42BE-846A-A4924636CFC7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£110.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381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DB1171B-ADC4-4162-B5ED-B8EBE6BF40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D77E70-EA2C-40B3-8733-897871D04A5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93C812-7076-4AF2-9A6C-EA83EB92BDE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E27B7B-8C2B-4BFA-B696-B411A2C18B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17FE66-D150-43DB-A567-3B9599E0EA7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74B4C1-3A33-49AA-A9BA-86D8A8A5D96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0FBFEE-7114-41C8-9413-AA4FFDDD149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17E1E-E03E-45AE-BA89-04EDE18812A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FCEA6D-5742-4EDF-9C05-3B58BE4705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8EC0E4-22A7-4351-AE65-1141D185136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4A252-E447-46D3-B809-D2DBFF72BB48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EA3A0FF-08F6-40B5-AA1C-465DE056D11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9814F6-C833-4A7C-8030-E1E0833DF0B2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C473EB-8F47-4B8F-9DA5-1CA7417B3D70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247127-45D4-4C2E-94AF-CCDCD9ED8910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47BCCD-5861-48A8-AE0A-32CEAEF73153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F471781-E41D-40EE-B51F-553FF64F11A8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4582CE-5D86-42FF-876C-ACCF45D1518B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8E8BAB-8585-4907-95B6-AA387E0F06FE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C89B50-2801-466B-BA04-35734A1852F4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EFF4AF-B4FD-4909-B3A7-9A6784EDFDD1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11AE7A4-1842-4EC0-8CD9-3DF9B1314C1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85CB350-1717-457F-AF69-8EC544393DE4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C9381F-6F81-44CE-A044-AB7C67D8496E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15D10CC-2764-4E46-BA27-513CA5AA6DCE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460582-AF95-4492-89B7-EF2A971B7049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9533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9CA1D91-9CD4-4743-8ABC-520DD4547A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11F552-7DBF-4F71-A5FA-54762DEAE39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188B5B-CC70-40B5-96F6-669287D94D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FA4557B-E0A3-4B8B-8FEF-E0B35B8160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0D8026-C351-4165-A6BB-13741D8EAF8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DFA8F-ABE9-418A-A5B3-FB0276A1D7C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9B14A6-4C0E-4A48-970D-DA0F20A9436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31D46A-BB72-4903-83FC-5924F2A2157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2B2A76-7BB7-4FE7-B046-CA0ECD14B6C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6C3929-96BE-4323-A4C8-228BA877B6F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7803342-B1FD-459A-A674-2E73035440A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4F9B8D8-1BF7-4737-829E-C314BCF6486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756827-1D1D-45F2-B415-60C4DBA82F3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027326-7346-40F5-B0EB-E01AF90EAF8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1AF0560-2DEF-43FC-9821-A7E81D1FFF1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B241327-445E-4F02-876D-E866DCEF7B4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490E13-2123-4DAD-97A7-DA180945288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052E36-7ADE-460A-B5CE-953F26FD9A8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mixes pounds and pence or kilometres and metres in one calculation.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881A98C-D36D-4B45-A626-935675357DE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834C629-CE0B-4813-978D-3EA940D673A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6D8637-3637-4C45-A29D-E6CA6617171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C40BFF-5963-4C24-BEB9-337C1C75427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1B24771-D16C-4AEE-90D0-911F2748F3D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4993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1450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2026-09-08T22:38:14Z</dcterms:created>
  <dcterms:modified xsi:type="dcterms:W3CDTF">2026-09-08T22:49:44Z</dcterms:modified>
</cp:coreProperties>
</file>