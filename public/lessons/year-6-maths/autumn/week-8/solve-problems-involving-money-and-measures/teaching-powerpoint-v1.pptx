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16a163301e41c2" /><Relationship Type="http://schemas.openxmlformats.org/officeDocument/2006/relationships/extended-properties" Target="/docProps/app.xml" Id="R4cdc66a4e3ca4b2b" /><Relationship Type="http://schemas.openxmlformats.org/officeDocument/2006/relationships/officeDocument" Target="/ppt/presentation.xml" Id="R20f34ec8febe4a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328c096a11474e"/>
  </p:sldMasterIdLst>
  <p:notesMasterIdLst>
    <p:notesMasterId xmlns:r="http://schemas.openxmlformats.org/officeDocument/2006/relationships" r:id="Raf03c249fd464786"/>
  </p:notesMasterIdLst>
  <p:sldIdLst>
    <p:sldId xmlns:r="http://schemas.openxmlformats.org/officeDocument/2006/relationships" id="256" r:id="Rf36c732cf1554561"/>
    <p:sldId xmlns:r="http://schemas.openxmlformats.org/officeDocument/2006/relationships" id="257" r:id="Rd5fc7df67d7643fe"/>
    <p:sldId xmlns:r="http://schemas.openxmlformats.org/officeDocument/2006/relationships" id="258" r:id="R2e2b12d2fbec4b26"/>
    <p:sldId xmlns:r="http://schemas.openxmlformats.org/officeDocument/2006/relationships" id="259" r:id="R5d403bdd8c814e96"/>
    <p:sldId xmlns:r="http://schemas.openxmlformats.org/officeDocument/2006/relationships" id="260" r:id="Rec2a6f1269c74e46"/>
    <p:sldId xmlns:r="http://schemas.openxmlformats.org/officeDocument/2006/relationships" id="261" r:id="R9d37397597dd4d6f"/>
    <p:sldId xmlns:r="http://schemas.openxmlformats.org/officeDocument/2006/relationships" id="262" r:id="Rd57a8341e7a948f9"/>
    <p:sldId xmlns:r="http://schemas.openxmlformats.org/officeDocument/2006/relationships" id="263" r:id="Ra67545845a904900"/>
    <p:sldId xmlns:r="http://schemas.openxmlformats.org/officeDocument/2006/relationships" id="264" r:id="R59ac7c1167dd4e78"/>
    <p:sldId xmlns:r="http://schemas.openxmlformats.org/officeDocument/2006/relationships" id="265" r:id="Rc73e2f3894244062"/>
    <p:sldId xmlns:r="http://schemas.openxmlformats.org/officeDocument/2006/relationships" id="266" r:id="Rccaabbdb9013434f"/>
    <p:sldId xmlns:r="http://schemas.openxmlformats.org/officeDocument/2006/relationships" id="267" r:id="R2d0d09f50f8245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129f1fa862415e" /><Relationship Type="http://schemas.openxmlformats.org/officeDocument/2006/relationships/slideMaster" Target="/ppt/slideMasters/slideMaster1.xml" Id="R9f328c096a11474e" /><Relationship Type="http://schemas.openxmlformats.org/officeDocument/2006/relationships/notesMaster" Target="/ppt/notesMasters/notesMaster1.xml" Id="Raf03c249fd464786" /><Relationship Type="http://schemas.openxmlformats.org/officeDocument/2006/relationships/presProps" Target="/ppt/presProps.xml" Id="R10c8a190835742dd" /><Relationship Type="http://schemas.openxmlformats.org/officeDocument/2006/relationships/tableStyles" Target="/ppt/tableStyles.xml" Id="Ra17bd9c3da734e9b" /><Relationship Type="http://schemas.openxmlformats.org/officeDocument/2006/relationships/slide" Target="/ppt/slides/slide1.xml" Id="Rf36c732cf1554561" /><Relationship Type="http://schemas.openxmlformats.org/officeDocument/2006/relationships/slide" Target="/ppt/slides/slide2.xml" Id="Rd5fc7df67d7643fe" /><Relationship Type="http://schemas.openxmlformats.org/officeDocument/2006/relationships/slide" Target="/ppt/slides/slide3.xml" Id="R2e2b12d2fbec4b26" /><Relationship Type="http://schemas.openxmlformats.org/officeDocument/2006/relationships/slide" Target="/ppt/slides/slide4.xml" Id="R5d403bdd8c814e96" /><Relationship Type="http://schemas.openxmlformats.org/officeDocument/2006/relationships/slide" Target="/ppt/slides/slide5.xml" Id="Rec2a6f1269c74e46" /><Relationship Type="http://schemas.openxmlformats.org/officeDocument/2006/relationships/slide" Target="/ppt/slides/slide6.xml" Id="R9d37397597dd4d6f" /><Relationship Type="http://schemas.openxmlformats.org/officeDocument/2006/relationships/slide" Target="/ppt/slides/slide7.xml" Id="Rd57a8341e7a948f9" /><Relationship Type="http://schemas.openxmlformats.org/officeDocument/2006/relationships/slide" Target="/ppt/slides/slide8.xml" Id="Ra67545845a904900" /><Relationship Type="http://schemas.openxmlformats.org/officeDocument/2006/relationships/slide" Target="/ppt/slides/slide9.xml" Id="R59ac7c1167dd4e78" /><Relationship Type="http://schemas.openxmlformats.org/officeDocument/2006/relationships/slide" Target="/ppt/slides/slide10.xml" Id="Rc73e2f3894244062" /><Relationship Type="http://schemas.openxmlformats.org/officeDocument/2006/relationships/slide" Target="/ppt/slides/slide11.xml" Id="Rccaabbdb9013434f" /><Relationship Type="http://schemas.openxmlformats.org/officeDocument/2006/relationships/slide" Target="/ppt/slides/slide12.xml" Id="R2d0d09f50f8245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64f1dcd60148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d726213da14736" /><Relationship Type="http://schemas.openxmlformats.org/officeDocument/2006/relationships/notesMaster" Target="/ppt/notesMasters/notesMaster1.xml" Id="Rabb55a651abe48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97ffa0ccda4f2e" /><Relationship Type="http://schemas.openxmlformats.org/officeDocument/2006/relationships/notesMaster" Target="/ppt/notesMasters/notesMaster1.xml" Id="R4fc98428549b46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6e95ecfcfe4f1f" /><Relationship Type="http://schemas.openxmlformats.org/officeDocument/2006/relationships/notesMaster" Target="/ppt/notesMasters/notesMaster1.xml" Id="R67c020ca720040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c269b82d6f4fc2" /><Relationship Type="http://schemas.openxmlformats.org/officeDocument/2006/relationships/notesMaster" Target="/ppt/notesMasters/notesMaster1.xml" Id="R5f2bf61fe6dc43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a8053874534351" /><Relationship Type="http://schemas.openxmlformats.org/officeDocument/2006/relationships/notesMaster" Target="/ppt/notesMasters/notesMaster1.xml" Id="Rc08eaa46bea744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015597914044c8" /><Relationship Type="http://schemas.openxmlformats.org/officeDocument/2006/relationships/notesMaster" Target="/ppt/notesMasters/notesMaster1.xml" Id="Rf7d3548f590747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716448932f4f0d" /><Relationship Type="http://schemas.openxmlformats.org/officeDocument/2006/relationships/notesMaster" Target="/ppt/notesMasters/notesMaster1.xml" Id="R661232ac55134d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b86eb2bf474030" /><Relationship Type="http://schemas.openxmlformats.org/officeDocument/2006/relationships/notesMaster" Target="/ppt/notesMasters/notesMaster1.xml" Id="R4852546dd1724ef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13c81574be49f3" /><Relationship Type="http://schemas.openxmlformats.org/officeDocument/2006/relationships/notesMaster" Target="/ppt/notesMasters/notesMaster1.xml" Id="Rafc00c45a72147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26b509adcf4f89" /><Relationship Type="http://schemas.openxmlformats.org/officeDocument/2006/relationships/notesMaster" Target="/ppt/notesMasters/notesMaster1.xml" Id="Ra3be2493c2d042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58f8819c2f47e4" /><Relationship Type="http://schemas.openxmlformats.org/officeDocument/2006/relationships/notesMaster" Target="/ppt/notesMasters/notesMaster1.xml" Id="R6f990ff7e83842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6b739b53b1415c" /><Relationship Type="http://schemas.openxmlformats.org/officeDocument/2006/relationships/notesMaster" Target="/ppt/notesMasters/notesMaster1.xml" Id="R700b0884f55240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1,500 m. | Read the whole problem and mark the question and useful information. |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£1,132.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1,500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1,500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1,000 litres..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£110.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1,000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1,000 litres. | Convert to one unit before calculating and label the final unit.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abf59303949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312eb036d74fc4" /><Relationship Type="http://schemas.openxmlformats.org/officeDocument/2006/relationships/slideLayout" Target="/ppt/slideLayouts/slideLayout1.xml" Id="Rd2307d875aee48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307d875aee48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f4e747fcd4d2a" /><Relationship Type="http://schemas.openxmlformats.org/officeDocument/2006/relationships/notesSlide" Target="/ppt/notesSlides/notesSlide1.xml" Id="R97453c6f1e3b47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7fe406f594b00" /><Relationship Type="http://schemas.openxmlformats.org/officeDocument/2006/relationships/notesSlide" Target="/ppt/notesSlides/notesSlide2.xml" Id="Rc080cc6ab2c74f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c8b80b7e24c86" /><Relationship Type="http://schemas.openxmlformats.org/officeDocument/2006/relationships/notesSlide" Target="/ppt/notesSlides/notesSlide3.xml" Id="Rd24dd08fc7394f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0583fe4be4632" /><Relationship Type="http://schemas.openxmlformats.org/officeDocument/2006/relationships/notesSlide" Target="/ppt/notesSlides/notesSlide4.xml" Id="R14676c3decde42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e588d1e914743" /><Relationship Type="http://schemas.openxmlformats.org/officeDocument/2006/relationships/notesSlide" Target="/ppt/notesSlides/notesSlide5.xml" Id="Rd7072caccf7046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465544188482d" /><Relationship Type="http://schemas.openxmlformats.org/officeDocument/2006/relationships/notesSlide" Target="/ppt/notesSlides/notesSlide6.xml" Id="R009d3156868b40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79104de59497f" /><Relationship Type="http://schemas.openxmlformats.org/officeDocument/2006/relationships/image" Target="/ppt/media/image.png" Id="Radb2b69fc8ac4abf" /><Relationship Type="http://schemas.openxmlformats.org/officeDocument/2006/relationships/notesSlide" Target="/ppt/notesSlides/notesSlide7.xml" Id="Re100de83235247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bd70db79d483e" /><Relationship Type="http://schemas.openxmlformats.org/officeDocument/2006/relationships/notesSlide" Target="/ppt/notesSlides/notesSlide8.xml" Id="Ra8c6ef84db8240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25f6588734e86" /><Relationship Type="http://schemas.openxmlformats.org/officeDocument/2006/relationships/notesSlide" Target="/ppt/notesSlides/notesSlide9.xml" Id="Rd46ea94fb7224b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cb9919d394332" /><Relationship Type="http://schemas.openxmlformats.org/officeDocument/2006/relationships/notesSlide" Target="/ppt/notesSlides/notesSlide10.xml" Id="Rbddcde57d53d4c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068b5cfb44483" /><Relationship Type="http://schemas.openxmlformats.org/officeDocument/2006/relationships/notesSlide" Target="/ppt/notesSlides/notesSlide11.xml" Id="Rb91042b4c51446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ec6848b274c17" /><Relationship Type="http://schemas.openxmlformats.org/officeDocument/2006/relationships/notesSlide" Target="/ppt/notesSlides/notesSlide12.xml" Id="R5e56f621aa3f4c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5DD6D-17E0-48C9-B1DD-A81E11BF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1DB5F-6FE2-424C-BC49-D4139F07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779428-7C08-4BC6-8904-A6E97055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53C34-4341-4EE5-9B75-D0860442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41645-7B14-4234-B127-656A9D44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268B1-9443-430D-B220-4526C9B1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26A03-ED4A-4696-B2ED-679AB3D1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6D955-1B51-4B45-9482-B83D445E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4D7FF-E8A8-49F8-B709-5EAEFCB1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BA127-F46D-40C9-98FE-1ECB939B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2AF6A-9546-41D0-8970-D77E402D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179184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F446DA-4E56-4E74-975B-3B5CD3D0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C0E17-6907-42AC-9BF4-EC61F6DA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08B72-DEBC-4FD4-815F-BA4F2C1E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A27C88-5146-4444-8CF2-C02EBDCA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4F845-702B-4DE5-BF6D-62B14DAB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945BE4-DBCB-403D-9A2F-39C0BD50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95774-31F8-4A1D-98A5-66A2726C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E721A-C00E-4FDC-BA02-A5B054D5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59146-1BE3-45B3-97F4-618E367F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154C2-7D96-4944-AFA7-B94AC2E7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DE093F-456F-4D6F-9DF6-AD22E43C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79A89-56BF-4B20-835C-A4666FD6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B9091-3A6C-4565-8381-365F7630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00F6A-72A1-458E-8599-D06DAE9C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4AABE1-82C2-41CC-83F4-0E58886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44851-5359-4424-BDA3-615BF9D1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0E8A1C-3A19-4F4F-9709-0A362179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D29160-83E7-4652-9725-EABCD124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22E9F6-66A2-4349-898D-D3F46695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65CFC7-2D3F-438F-98F5-7DD6BB10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D3B731-5C0E-4E19-A083-755A0C6F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class has a £2,500 budget and buys 18 tablets cases at £76 each. How much remains?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2F1B2E-2B1B-42C1-9E87-35B606F9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787420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69B2C-5090-495C-A16F-3DD34508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1731F6-BB90-47CC-94D3-54C3D7CC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663FD-9CC0-4D08-A1C1-373A374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78F07-C35E-4ED3-A719-D94EC584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30416-5676-4D8E-9FDB-F6C2E2CF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59EFE-FB53-4BD5-8C3C-DA3F2685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9BBEC-A211-4662-ABD7-8A0E4AC8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A4713-FC4C-4899-9CEF-89DCFBD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6ECC0-6EE5-47CC-A6AD-DF5F3F2E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E0276-B401-4F41-AE22-3B95A969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F9F43A-4B2A-49B2-B18D-6FD03764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7AAE4-7FEB-40C5-9F7B-FAE46538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273A7-2AD8-4842-987D-48C58245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8024B0-179F-4F2C-9C30-9025331F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FB3086-0960-45A4-AAFF-55575E7A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6520298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B7DE94-CB01-4FE2-ABF1-5CF0855C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14274-9871-4EE5-B960-A8AB4F1B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02239-FAFC-48D3-AFE3-FC3346FD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C2222-F786-4C81-AEE1-6F5D9727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FBF5D-4825-44BA-91E5-CDCEEB09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61F5D9-5EAF-40F3-87E5-0C8887B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85807-6F3D-415C-8F5F-5E4FC975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F84F2-BECF-410A-AF4B-6970B126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B3CA1-936B-4FE3-9256-CE1DA6F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B369C-8D30-4E93-A7CE-81C288CA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class has a £2,500 budget and buys 18 tablets cases at £76 each. How much remains?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E3D30-0D5C-4937-B8EB-10DDC9A7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50579-F843-4739-8A75-4AEE5AD1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BFAED-B33A-476B-8085-3E142C24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whole problem and mark the question and useful information.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A51EA-689C-4796-8CAA-F72CF3DF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2280A-CFDB-404E-9174-46D1881B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0F2DE-7D34-46A4-BD12-97F31442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Plan the operations in order before calculating.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6754A-8B71-47EB-834C-DA7639E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A9589-8603-41AE-B152-486FE35A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11D40-26E9-4AAC-A7B6-CE47FD4C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£1,132.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8E21BA-C3F5-4EDF-9A9E-E7E7EF83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475BF-F920-4AF6-A841-B0ADB52C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08924F-529F-4AF3-96C0-B9E37C6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Complete each step, label sub-totals and check the final answer in context.</a:t>
            </a:r>
          </a:p>
        </p:txBody>
      </p:sp>
    </p:spTree>
    <p:extLst>
      <p:ext uri="{BB962C8B-B14F-4D97-AF65-F5344CB8AC3E}">
        <p14:creationId xmlns:p14="http://schemas.microsoft.com/office/powerpoint/2010/main" val="8361050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9B592-2A73-498D-B313-2B86063C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63DAE-CAC3-4DD1-95B4-11C3E35C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8E2E2-44B5-4711-9DED-3C38BFCD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BF71A-CD95-4DAA-AD24-2F4CC2D7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54B98-3B5A-4E47-AF14-26CFA50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B4F97-D447-4032-A34E-ACAC9678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B84A9-9E3C-491B-B4BC-86257410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E56443-D798-4B8A-A458-C8CFFF12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2E959-421A-4562-A5A2-CC0E0B86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8BBC7-8B4D-4E18-8BA5-0C44A10E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B5CE5C-58B3-4C78-A024-B57E24D9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£1,132.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9C1F9-0E70-4817-B6C5-4A583A94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1AE1D-3DBC-476A-936B-BA5BDFA6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73B45-CF56-4132-85F0-EA1B10C4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948642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3BB560-0624-4673-A7C8-CB1B5D49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39ACD-BB60-48DD-B709-3117AA67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745BD-17D0-42D8-AA42-6DCE98B3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AB751-6BA1-491C-9E6A-47C8644A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E9F797-1B28-4C76-8609-5FECAD96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9541E-6540-4F1B-A0AC-24E0F079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089C9-CB36-42F4-B13A-4F223D0D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A970C-A661-451E-AB6F-B911F17D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8E2D5-F162-448A-A059-DFDBE068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46B100-FFD0-41EE-A4E5-87EE9C98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91564-638D-44CE-B2D5-CA04C84D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81164-5B17-4DF6-8996-2848CBD6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58CFFA-9A1B-4D97-874E-ACA23B0A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2B43D5-C1C5-4BDA-B2BA-88F31464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1FEBA1-3187-4C58-BF41-BC397A26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1,500 m.</a:t>
            </a:r>
          </a:p>
        </p:txBody>
      </p:sp>
    </p:spTree>
    <p:extLst>
      <p:ext uri="{BB962C8B-B14F-4D97-AF65-F5344CB8AC3E}">
        <p14:creationId xmlns:p14="http://schemas.microsoft.com/office/powerpoint/2010/main" val="6129139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F9251-04AE-4FB0-AFD3-D6D6460E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5AF4D-F95D-4F58-BFCF-8C2AA231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4BF33-D1B3-45C4-832D-918D0D36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1C290-F115-434A-A49F-CFEA8065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D0E2C-CE4C-4E85-838C-56D89D34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24B31-25C4-45F8-8484-56AC2188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31383-A617-4D7B-942F-8582461E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E0BDD-8696-47BC-89C6-4A00CB0F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D683B-01CD-4DB1-8B58-5E4888F6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b2b69fc8ac4ab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2966D-F525-4A12-B2F9-B1A3E09E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40CE26-66AA-4321-A60A-4DF5BD08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mixes pounds and pence or kilometres and metres in one calculation.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96F55-46C1-4BD2-B343-1A6D2733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EBE677-A3EF-4590-A819-5376C1C6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30604-3DC6-435F-8BDA-F8F72627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to one unit before calculating and label the final unit.</a:t>
            </a:r>
          </a:p>
        </p:txBody>
      </p:sp>
    </p:spTree>
    <p:extLst>
      <p:ext uri="{BB962C8B-B14F-4D97-AF65-F5344CB8AC3E}">
        <p14:creationId xmlns:p14="http://schemas.microsoft.com/office/powerpoint/2010/main" val="14245746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D1C0EC-C4B4-44D6-9313-C6158993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1695E-3EBE-4EC3-AD4D-F81B1F1D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B2E9B-3DED-4555-A0DB-14872DBC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29AF3-CE7D-47D6-B826-703EC024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EC4E5-0973-4A5F-80FB-7DAF43D2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29EA05-7743-44FB-83BD-52709546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3A3A9-365C-4899-8D97-EBD574AA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039C9-B5EA-4443-947E-5673CFC3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4E978-B75D-4090-9ED5-0E30084F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BF4FF-8567-4036-9CB0-940675C1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DC45F-EFFE-42D9-A804-BC240F6C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278D49-4949-4073-A5CA-66BDB580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91CDE9-BAD5-4409-BE0C-F02CB110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899FA4-1D12-4569-A0BB-0918812E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18A95D-DCBB-4D60-8355-D0DD7669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611C7-49AA-434A-9A9D-430F1FF8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684F30-9362-47D1-93E5-E86DD5DD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6871EB-F3D4-4337-8F18-9A10873F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0C75B-D3E7-4771-8871-9AC3C4D4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E37C96-E161-4EC1-AC4B-295E41EB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9C7D1-24A1-4397-AE64-E5CDD228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1,500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996DE0-BAF9-409B-82A3-A7C2FCEA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723382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062F55-490D-476D-8A49-B1F6A60B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C099C-3B9E-4220-8B11-EC94D6D8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319784-E281-4D5E-83BF-8DA901A8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D622B-BA9E-4176-AB44-0789D9BE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E15AB-E940-4D47-9A8C-85B2BD22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86055-5A06-4863-91E6-050396EA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267972-D83C-408C-96DF-CBB4376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58C9E-ED75-42ED-9F23-9DCF2DB8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FFFE66-B545-4CF6-ADD6-3EB88C94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1EC278-4357-406F-8A50-1EA9C602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6A75E-E62E-4B0A-A6E1-5496D184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93F2E-D672-4833-81FC-5F0E3E57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C0763-3B20-4ED8-B296-30291F48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BF7926-E4E2-4FED-BCE4-A53F42B3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CF091E-4050-44AD-B16A-5600F5BB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05032C-A300-48DA-BC83-220662F6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D31C94-C92D-4852-83A8-F01EA850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21604E-7013-49F6-BD41-3DDEF319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A2E2A0-1C23-468A-B4B4-A988A9B3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612773-1DE4-4CCC-9F3D-5AB4B8DE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FDC4E1-5A2F-4A67-A136-E3D2EE7F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564110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A957C2-6256-4F31-96A2-44584E61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01BA6-0CC0-45A3-8062-CFB56C08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B0247-CEAF-41F7-B40B-F74D7C91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A2CB6-87A5-4CD7-BE93-0B13DCBF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9A64F0-316C-4CEE-B79B-F7411FE4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8EB42-C862-4790-93FB-50FA5F54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77392-3209-4AC7-B4ED-62E096AF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A07C6-0E52-42FC-9FC7-C488C8D6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A62CA-BACE-432E-A1E3-0AA0FD40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3C4C7-E7E7-4DA9-9E1E-2450ED93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£6,000 budget must cover 48 identical items and leave at least £720. What is the greatest whole-pound price per item?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53D35-41E8-41E4-94F0-4F40FACC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0C458-B08D-437C-9383-FE27307B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3A212-08CC-4911-A838-B6AC33DA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£110.</a:t>
            </a:r>
          </a:p>
        </p:txBody>
      </p:sp>
    </p:spTree>
    <p:extLst>
      <p:ext uri="{BB962C8B-B14F-4D97-AF65-F5344CB8AC3E}">
        <p14:creationId xmlns:p14="http://schemas.microsoft.com/office/powerpoint/2010/main" val="13579211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866BCE-B0DB-4A29-8A50-552DB93F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6010D-B4B7-4067-B657-CF1F5329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5F753-AA89-4EC1-9645-3220F141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61568-3720-459F-B898-B88501EC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19149-10BB-44CE-B2F8-EBD929C7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8D8D7-369A-43B5-8968-BF9A8B1B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B670D-0208-4418-9652-0B351AAC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3481D-638C-463B-BD9C-55355790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C46EC-9E81-424D-B308-16534581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BBFA6-483F-4DFC-895B-E59D2912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0497BC-AFD1-4332-B0E1-338CBC59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A8E80-B0E2-4D1E-B953-77B0F474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EC358A-43B2-41F3-8FB0-3A001016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A6140-CC5C-49DB-A426-8ECCE3E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41BEFE-C64F-4F1E-86A6-312126A9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B0571-0714-4522-90A0-FC0261C3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1,000 litres.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F409B-1C3B-4379-9ADF-076BDCE1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D2ECA-87D1-484A-82F6-B100F7AB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215781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5B6C7-2C13-4305-935D-9369D367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45C40-B0F8-46B6-ACA9-DE95C1CB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0F58C-D359-48D0-96E9-DD12B993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36599-BC14-4385-A10D-FA0DD404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442F6-096C-4A19-81A2-3982965C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570BDB-16A4-458D-BC7C-88A6F7D8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6D81B-04DA-4853-AC49-C053AEAA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9CE59-36D7-4B9C-8B5F-7D6F4AE2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6E87B-BC2A-49B3-9419-0799CB71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EC932-700D-40B2-9485-1D9C8B91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DF596-E91C-45E2-B6DC-8BAC33F7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0FB59-39A4-4365-84F8-A67F3EEA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3AAAC2-72A9-4A75-8B06-B0C3F45F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5ED90-09E7-489A-8E3D-D5E6ECA6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AF2C1-3F84-47BB-AD0B-EA11E652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AB50B6-0818-47C7-864E-85AA084F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BE34C-7F63-4400-A452-00A0F39B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mixes pounds and pence or kilometres and metres in one calculation.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52C9EA-477E-4CF1-8539-1E8B56EA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9039E3-B8F5-4F10-8186-9B3069E1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61E45-CABB-4E70-89F5-2530963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DA3F04-2A10-4A17-BB3E-0453A406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13753D-E889-4820-80D6-883568C8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234104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2026-09-09T20:45:44.3640000Z</dcterms:created>
  <dcterms:modified xsi:type="dcterms:W3CDTF">2026-09-09T20:45:44.3640000Z</dcterms:modified>
</coreProperties>
</file>