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1,500 m. | Read the whole problem and mark the question and useful information. |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class has a £2,500 budget and buys 18 tablets cases at £76 each. How much remains? Answer: £1,132.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1,500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1,500 m..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1,000 litres..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£110.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1,000 litres.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1,000 litres. | Convert to one unit before calculating and label the final unit.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98EC814-F0BA-478F-98FD-FA81548F24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D2AAB-D9C7-4863-867E-DD4A1FEA28B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C0B254-FF62-471F-9B9A-80707318383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4F543B-C32E-4F08-A2FB-D46F22C0CC8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3337E4-733A-4E83-8E70-CAD0166AB02B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AE4B75-0599-4AA2-AFFD-F1130FF911C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4A76E7-C8FC-4A3A-887D-B77F57F2DCD0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C3A71E-F542-4C2D-BA16-715204B8951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85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3614-A029-40F5-941D-6CE1E7B156F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9516E3-B8B5-4884-AEB5-551890B8E78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E0D5B4-8002-465A-9413-9BB2D8764C8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53705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9BE410C-9351-4347-A67F-63593310A7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CDE80D-D805-483B-93C0-B54BCCB2B1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D0E856D-32EA-4D18-BDAC-778EAABB3D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ABCDA3-E71C-4950-B06E-3610AC7A511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782447-C90C-4C2E-94D2-7D1D3956685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55725-44D2-496F-88E5-4DD96EBB03D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430200-9DE5-4745-9DE3-D66D108B74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76DDAC-6CDB-416F-B337-1FD3AB880D1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5BFAA-178C-426D-B6A8-FC7CDFC56F5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3ECB0B-CDB4-4570-BBEC-C9878542A5F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5AFF77-AAAC-47E8-986E-3680E8340B2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6B0724-3D61-4140-8706-69E14CA4C6B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09EA74-F070-42C9-997D-10F444B3B3D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72EA8B5-9BAD-45BC-8726-6585819B8AE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0A6AC39-E327-4E2C-A906-91DDA737B35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C3906E-0848-4C97-B2D0-EAB0FB0BA5F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ED1728-8682-45AF-9E8E-F9C018C904B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2196DCD-558A-4134-9C4D-87A1CD7C355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534F285-99C2-4B5D-9976-08F0C939710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14DA73-780E-427E-A25C-EE1ECB0C055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20EEBB2-D1E9-46B2-9A7A-C323ABE6FD1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class has a £2,500 budget and buys 18 tablets cases at £76 each.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292176-1FA7-474F-90C0-FD91A31E087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0660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E8B1691-5692-4EBA-9C1E-DC156A5EBF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F92C2B-76A8-4D05-9FDA-4249813D05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3F1B09-F767-464B-99C0-56CA9DD334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9E32D4-800C-4440-87B4-F0150629A6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7E9DF7-B7D9-451B-BCE5-B4EB7D38F66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20EBB-DA5A-4246-A43F-BA520EC0A4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A80CCD-A89C-43B8-8376-21B86A1A8E0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922A3E-564A-4C2E-AD4E-7DFAD209EB1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22D1DD-0E94-4C7A-9E01-897CC3A90AB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9CCBB3-BA0E-4B3C-BA07-E24FFD748FE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F7E8B6-CDE9-4806-96E0-4B1C44D54AD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11D81E-343B-4155-9E7C-B2D5F9C6022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C8B946-3428-409F-8F80-5B5FE56EFCD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4D7F4D-7AAD-4690-8578-6D16AA44E04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BC2062-76D6-447E-8821-9425077E62ED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92403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795213A-2478-4675-85D7-88657D1EB7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AACA6B-90B8-472D-A726-7D5E47D9F0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754255B-B940-4A38-8B06-1794FA8153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A5D67B-00C9-4347-9763-40D2B1C8859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09710D-4E33-4DA4-8871-06450208B39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E2B52D-09F7-44DA-B457-4C1772B6A32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2FB257-0E18-4F40-B1D8-B3EDC496017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E18BBD-B05E-479E-B9CB-A840BAC47B1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B0DDF3-F4BA-41A0-9606-EA514EF28D3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54D6C-8E91-4D35-92A7-E85FF405927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class has a £2,500 budget and buys 18 tablets cases at £76 each. How much remains?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38F5B4-C451-4D65-AED9-9E03B00C691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F279F26-9878-455D-AC5D-76236D8871D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CC4E39-195A-4718-A9CA-7EF77D220D4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C56EF7-B469-4672-958D-F2196FB1895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ABBEF7-5362-4010-B367-20CBC1E3813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3F2643E-F43F-40B5-9820-DCA1A7A60F9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2AAD87-2D61-449D-85E0-DD8A26B6757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72A5A3-38A5-4E66-B282-3A930C50B70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776C62-6D2A-479A-9FDD-C65A134DE75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13CEF3-6755-4A8B-B804-6336A3F7F7E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38CC92-8A98-49B0-8405-D61907BEC4C2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2E3F86-242E-4F62-AF65-0B2B9138A04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5579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300A4FC-0F90-4582-80DF-35B9952714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B2E994-0AD4-4DD2-9F35-CBD6E6BA2B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C2F5446-33AD-4E82-A3B9-314911D0A7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8DF1B-439C-41C9-84CA-F616773C866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396F8F-0B2B-471B-B1EF-AE9007F5E64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3B4B4D-152B-45E1-9DC1-D836E2AE27A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2F472C-E9A1-477F-91EB-6087FAF8D1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E8BB18-6718-45D1-9865-D0FB463FD37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A310D-DCB3-4029-9A77-960857524A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E818BA-CEB2-4926-A9C5-50478D6DFF2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71D656-1FEC-4EC3-9D2C-E077A0CCC5E8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£1,132.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89E4F5-EDB0-4A17-94A7-4ACC7A8056C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DECB84-02BB-46B1-A283-79D71A2933F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749B8C-4F8B-444E-A4CE-EF9003077FC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460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5025317-31F5-49D4-874E-705DF2F626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DA141B-E7F4-4D5C-AF87-21FAEC2B05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5E144D-98C5-45F9-AD8D-D47F88AD79B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DBDC9D-3C9C-4AB9-8C98-1271DE6EAF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BD6C82-9E55-4974-B208-01E023070C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734A76-72D4-4F69-906C-4EB4BC83503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8AB7A3-8112-46B4-811C-65CAA8264E7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643F5B-6D11-49F3-B80D-9FB1370E4B0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3E11E0-1120-436A-BA02-5F4C8C2028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A1B467-1160-4989-8654-AC43A98334A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FCC537-6A95-4890-AE23-D8BA797480F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AE3A5C-7A44-4884-BEC0-235C1B528F92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BC61EC-A386-4A17-B4C7-89F7F8308F7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A8EB15-0045-487C-BD70-16CB8363E8C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DF5FD0-80EC-41C0-9D82-0A46D97CAC7B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1,500 m.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383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99C1A21-FE51-4727-84DF-1D02F9877F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084405-0972-4627-B072-8F78EB1ACC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4DD59C-36A1-4BDF-B1C4-7CCA437835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9FB53C-86D4-4333-9CDC-ADDB225CC80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53BE03-ECCF-4B72-8011-85F5884FA81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1FFCEE-0FCC-4133-86B8-9744486FD7B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4F48B-A5D9-4C3D-A4AD-9DC62A77FF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CEE37B-8B80-426A-87C5-ED2C670B853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E787F3-A8E4-46EE-9A66-F851F9EF3F6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D1AEB13-1C71-46C4-9744-4642A66BF951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6F9F88-F809-4B05-B06C-B783B50D286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mixes pounds and pence or kilometres and metres in one calculation.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E54DC4-114B-4CF9-8D76-5B1F2B59387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6B4F56-E5DB-4DEA-9289-3404E91E656E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5DC059-E6C0-47A7-BDBE-F4B8999266B8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to one unit before calculating and label the final unit.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33795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81C8D8A-82EA-4E13-949A-1962CAC51E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26A448-A536-473D-800D-0EFEE82DC4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C2C7C1D-832F-455F-A6DE-32164B1DB3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B27F39-7A45-47CD-A197-FEDC7E69D58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047063-1198-40B0-B3DF-BCC0E59C2A3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23562-A56E-4E05-A8BC-244B9E8C4FC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3F946A-7981-4AE5-A918-D1FEB7EA103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F8A227-061A-48AF-82AE-6DC75D645A2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D70BBC-8389-43BC-8A07-481EDFCFB3B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0C281D-DD33-4A69-B014-15763BAC554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9315E1-AC05-4651-81E8-AA271FC37CB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54451E-D95F-4CBF-869A-4946E9C530C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A18E0-C1E4-4191-B9B3-3B227F1FA57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CE91475-6598-415B-A7B2-273933F2CA8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7A43CD7-CB77-427F-979F-EBE357616A8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B0A543-6F5D-463F-B02C-09C8B282631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3D382-F149-4217-8D59-81134418201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2827CF-0B84-48DA-8F73-9341BBBB6A1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C1007E-8C12-4AA4-A7EA-97DA6AF55C9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F846F6-8319-4CA6-865D-EA892519BC5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7840F3-8564-4C77-9481-5DB374EAF21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1,500 m.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B47F24-3DF7-493A-8AB3-F869480224E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123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222624A-FB30-40F6-9AE1-9A3064C837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9C8309-1583-43CD-860A-E218CD7306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FFDB227-086E-4925-9A5D-90ADB918C67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424D73-A6A6-49C1-B918-F109AFBDD1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E9B07C-82C8-467D-860B-464D27CB68B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9804C1-71C3-415B-92CC-D1CEA957EB4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7D0755-3CDB-4FED-8B01-E000B6404D7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76D16A-91DC-4700-BDAB-F21061E3C1F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0CC946-F2B9-42CC-9756-E5DCF883CC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5B5834-49AF-43A1-8048-08CF92FA082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7E1A93C-BA49-47E3-824A-E87629A7D34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9540CC-4142-4065-909D-C0FD17F94EA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6E03735-CAC6-4C64-A706-5C0511E47FA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4EE11BA-8048-4C68-BDF4-4391540E611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23D92E1-5A17-4E57-8046-30AE86D1B75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26934F-3923-4184-BFA8-3287E7C12A4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0E3EE-A3C0-47F6-8DA9-14A3067F4C3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DBAADE2-C4B1-4626-99FB-C8A9476CFC4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DAEA34D-D38E-4996-AD8E-46F3C681A65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62BCDCC-F57B-4B4E-9C69-24D2A6B7CBE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C93BC5-9DB7-47BF-AAF4-5996F11BA38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9454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191C948-5A2A-421B-A7D9-9961008CF0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87283A-55B8-4A2C-B1AA-979C415236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1967A1-ECCC-450F-AD11-C2C7B9F185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97699-731F-4E6D-80A9-2435E3F21B4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61E6A-B6F3-4093-8A82-1262919CF8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59D2DA-E804-42F7-82AA-0B4FD2E4802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17067E-AECF-4832-8F74-1F12E3416B3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A16413-3A1A-4B84-B4F5-AF6F2C24DA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8C78C2-5F62-4549-9EFE-8BDC76BD80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B28CB9-BBC7-47BB-8FF0-7EAFDE963B1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£6,000 budget must cover 48 identical items and leave at least £720. What is the greatest whole-pound price per item?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526A14-E174-41A0-82C8-433F409B299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D515E6-496B-4D11-BB4E-960E0B24D11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A0FDF5-185D-4C6E-A97E-68C9122EC4E5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£110.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0155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A455124-68E5-4788-96EE-20D5C2826F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34679E-6716-4AEA-AD2B-A096CCCE5D3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4AC560-B3A6-4681-AB8A-B0D859190D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473DCD-4DF9-45C0-83E8-14A5A83B87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34E5A1-45ED-4DE5-BB92-4523FE9240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B242-839B-4539-B50A-CA1496E4D7A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CC5F89-FDFB-45A7-8FD8-53ECA1A8AD7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2460D3-8862-4EB6-B9B2-5C4FAAA356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8A7C4C-04B7-4B89-85EC-91BC748BC7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50C2FE-586B-4DB9-86F6-F5F2AAD9BC1E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0BDD52-F59A-4755-8DC4-ED21AACD8988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98EDDA-47FA-4442-9981-C4044ACEA679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69D19D-29CB-441B-AAFD-E6C614A96ABA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5CF560-C582-4190-8A21-63DAAA743A6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A56C5B1-19B4-41CB-8338-E86D93231E2F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93FF9F-E74A-476A-9A42-B16DBE76D6EC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1,000 litres.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0EA244-85C2-409B-8B85-F105FFA8F094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B0EAE14-F190-4CE1-A835-159CFE5B6D22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69551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BE7F080-6C5A-4B8B-998E-53FCD749D5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55B148-998D-46E1-94FB-D79C3E545B2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D0B807-F253-48AC-9515-8A303A52C3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1E8620-189A-401C-9287-75C30D2AAB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0042CD-2F12-4A0A-9552-B53BB2A030D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6C0A38-C837-4E00-BAAE-FBD60C6EA5B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291AA8-8FC8-4E6D-A473-056C69991D2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784C39-1403-4E42-A0F9-8F825086AEE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271E31-4173-4D25-BCEC-46FEB8B9D6D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29B9C92-AA15-4020-93AA-14FB8401BE2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5541263-5C23-4E3F-B084-2040999D510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CA84C4-D4C4-4905-9843-05503C8FF1D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AEAF57-3AA6-4721-9FE3-AA2B67A017E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A84A006-EE79-42D8-87E4-EEFC534BCC7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15D276B-BC3D-48E6-B4BF-F830BB0AFDF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D95185-A148-4F2C-851D-108D26FC3D0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B41666-F246-46EE-AF8D-FF9328E3609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mixes pounds and pence or kilometres and metres in one calculation.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8085F48-D967-4654-B756-24A03D31575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3A376A6-9C92-411B-AB9E-E2892211869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5D3FC3-6EFC-4BBB-A19D-C4EE3928CEE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4DA8365-E74C-4AA6-A8D4-A395244CAEF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1BF6F4-0EFE-44C1-8770-0E022E4DAE7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0421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1246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2026-09-09T10:57:14Z</dcterms:created>
  <dcterms:modified xsi:type="dcterms:W3CDTF">2026-09-09T11:08:30Z</dcterms:modified>
</cp:coreProperties>
</file>