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bee42ed52a4e74" /><Relationship Type="http://schemas.openxmlformats.org/officeDocument/2006/relationships/extended-properties" Target="/docProps/app.xml" Id="R0cb6a1f1c6744f9e" /><Relationship Type="http://schemas.openxmlformats.org/officeDocument/2006/relationships/officeDocument" Target="/ppt/presentation.xml" Id="R80eb2aeb35034e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e7edb5264e457b"/>
  </p:sldMasterIdLst>
  <p:notesMasterIdLst>
    <p:notesMasterId xmlns:r="http://schemas.openxmlformats.org/officeDocument/2006/relationships" r:id="R4b206d8dabfe4b67"/>
  </p:notesMasterIdLst>
  <p:sldIdLst>
    <p:sldId xmlns:r="http://schemas.openxmlformats.org/officeDocument/2006/relationships" id="256" r:id="R607c59a129c0494d"/>
    <p:sldId xmlns:r="http://schemas.openxmlformats.org/officeDocument/2006/relationships" id="257" r:id="R6e2fae0566f8471d"/>
    <p:sldId xmlns:r="http://schemas.openxmlformats.org/officeDocument/2006/relationships" id="258" r:id="R3cb5145f7200473e"/>
    <p:sldId xmlns:r="http://schemas.openxmlformats.org/officeDocument/2006/relationships" id="259" r:id="Rf29bf7150ec74bb4"/>
    <p:sldId xmlns:r="http://schemas.openxmlformats.org/officeDocument/2006/relationships" id="260" r:id="Ra479f770857d4895"/>
    <p:sldId xmlns:r="http://schemas.openxmlformats.org/officeDocument/2006/relationships" id="261" r:id="Rd27bc9d638b24065"/>
    <p:sldId xmlns:r="http://schemas.openxmlformats.org/officeDocument/2006/relationships" id="262" r:id="R4c8696516ff244c6"/>
    <p:sldId xmlns:r="http://schemas.openxmlformats.org/officeDocument/2006/relationships" id="263" r:id="R2b46dfb5cf2c4878"/>
    <p:sldId xmlns:r="http://schemas.openxmlformats.org/officeDocument/2006/relationships" id="264" r:id="R42a4f397b646432f"/>
    <p:sldId xmlns:r="http://schemas.openxmlformats.org/officeDocument/2006/relationships" id="265" r:id="Rdbc345312dd14375"/>
    <p:sldId xmlns:r="http://schemas.openxmlformats.org/officeDocument/2006/relationships" id="266" r:id="R1a29a6e890f8463e"/>
    <p:sldId xmlns:r="http://schemas.openxmlformats.org/officeDocument/2006/relationships" id="267" r:id="R70ec317fca4745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e61efec9574702" /><Relationship Type="http://schemas.openxmlformats.org/officeDocument/2006/relationships/slideMaster" Target="/ppt/slideMasters/slideMaster1.xml" Id="R45e7edb5264e457b" /><Relationship Type="http://schemas.openxmlformats.org/officeDocument/2006/relationships/notesMaster" Target="/ppt/notesMasters/notesMaster1.xml" Id="R4b206d8dabfe4b67" /><Relationship Type="http://schemas.openxmlformats.org/officeDocument/2006/relationships/presProps" Target="/ppt/presProps.xml" Id="R53bc6eaddd214eea" /><Relationship Type="http://schemas.openxmlformats.org/officeDocument/2006/relationships/tableStyles" Target="/ppt/tableStyles.xml" Id="R65b4ca4f173e4f6e" /><Relationship Type="http://schemas.openxmlformats.org/officeDocument/2006/relationships/slide" Target="/ppt/slides/slide1.xml" Id="R607c59a129c0494d" /><Relationship Type="http://schemas.openxmlformats.org/officeDocument/2006/relationships/slide" Target="/ppt/slides/slide2.xml" Id="R6e2fae0566f8471d" /><Relationship Type="http://schemas.openxmlformats.org/officeDocument/2006/relationships/slide" Target="/ppt/slides/slide3.xml" Id="R3cb5145f7200473e" /><Relationship Type="http://schemas.openxmlformats.org/officeDocument/2006/relationships/slide" Target="/ppt/slides/slide4.xml" Id="Rf29bf7150ec74bb4" /><Relationship Type="http://schemas.openxmlformats.org/officeDocument/2006/relationships/slide" Target="/ppt/slides/slide5.xml" Id="Ra479f770857d4895" /><Relationship Type="http://schemas.openxmlformats.org/officeDocument/2006/relationships/slide" Target="/ppt/slides/slide6.xml" Id="Rd27bc9d638b24065" /><Relationship Type="http://schemas.openxmlformats.org/officeDocument/2006/relationships/slide" Target="/ppt/slides/slide7.xml" Id="R4c8696516ff244c6" /><Relationship Type="http://schemas.openxmlformats.org/officeDocument/2006/relationships/slide" Target="/ppt/slides/slide8.xml" Id="R2b46dfb5cf2c4878" /><Relationship Type="http://schemas.openxmlformats.org/officeDocument/2006/relationships/slide" Target="/ppt/slides/slide9.xml" Id="R42a4f397b646432f" /><Relationship Type="http://schemas.openxmlformats.org/officeDocument/2006/relationships/slide" Target="/ppt/slides/slide10.xml" Id="Rdbc345312dd14375" /><Relationship Type="http://schemas.openxmlformats.org/officeDocument/2006/relationships/slide" Target="/ppt/slides/slide11.xml" Id="R1a29a6e890f8463e" /><Relationship Type="http://schemas.openxmlformats.org/officeDocument/2006/relationships/slide" Target="/ppt/slides/slide12.xml" Id="R70ec317fca4745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f718678a854f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0a3c1036434d83" /><Relationship Type="http://schemas.openxmlformats.org/officeDocument/2006/relationships/notesMaster" Target="/ppt/notesMasters/notesMaster1.xml" Id="Ref8404279a544d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8df83748d54b6b" /><Relationship Type="http://schemas.openxmlformats.org/officeDocument/2006/relationships/notesMaster" Target="/ppt/notesMasters/notesMaster1.xml" Id="R32b74d8e277f47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b3b3f9109340f8" /><Relationship Type="http://schemas.openxmlformats.org/officeDocument/2006/relationships/notesMaster" Target="/ppt/notesMasters/notesMaster1.xml" Id="Rcddfb563bc4c44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0a6c56018244ea" /><Relationship Type="http://schemas.openxmlformats.org/officeDocument/2006/relationships/notesMaster" Target="/ppt/notesMasters/notesMaster1.xml" Id="Rd036919f14db44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a38be6e6d6456d" /><Relationship Type="http://schemas.openxmlformats.org/officeDocument/2006/relationships/notesMaster" Target="/ppt/notesMasters/notesMaster1.xml" Id="R00d1c47abf4f47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6dd07c875348a7" /><Relationship Type="http://schemas.openxmlformats.org/officeDocument/2006/relationships/notesMaster" Target="/ppt/notesMasters/notesMaster1.xml" Id="R18ded2d044f54f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ba762eded246c7" /><Relationship Type="http://schemas.openxmlformats.org/officeDocument/2006/relationships/notesMaster" Target="/ppt/notesMasters/notesMaster1.xml" Id="R92c98c6cf33542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195b71a92c450c" /><Relationship Type="http://schemas.openxmlformats.org/officeDocument/2006/relationships/notesMaster" Target="/ppt/notesMasters/notesMaster1.xml" Id="R03d6e60107084d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3fb932797d43b8" /><Relationship Type="http://schemas.openxmlformats.org/officeDocument/2006/relationships/notesMaster" Target="/ppt/notesMasters/notesMaster1.xml" Id="R75c58c3c16ef47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c3c464ce5e4d22" /><Relationship Type="http://schemas.openxmlformats.org/officeDocument/2006/relationships/notesMaster" Target="/ppt/notesMasters/notesMaster1.xml" Id="R76b12a4a2beb4b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15393b9aba4a10" /><Relationship Type="http://schemas.openxmlformats.org/officeDocument/2006/relationships/notesMaster" Target="/ppt/notesMasters/notesMaster1.xml" Id="Rda924d5cac3d42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1ba9df257a495f" /><Relationship Type="http://schemas.openxmlformats.org/officeDocument/2006/relationships/notesMaster" Target="/ppt/notesMasters/notesMaster1.xml" Id="R84bb0ef088b846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3,840 / 24 = 160, then 160 x 15 = 2,400. | Read the whole problem and mark the question and useful information. | Use only information that changes the quantity asked for.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Multiplication must represent the total books first, so multiply first. The answer is 2,240.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3,840 / 24 = 160, then 160 x 15 = 2,400.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only information that changes the quantity asked for.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3,840 / 24 = 160, then 160 x 15 = 2,400..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4,590..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unused information must not affect the required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4,590.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4,590. | Use only information that changes the quantity asked for.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bf9d5d151e4c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60db0f491c41be" /><Relationship Type="http://schemas.openxmlformats.org/officeDocument/2006/relationships/slideLayout" Target="/ppt/slideLayouts/slideLayout1.xml" Id="R67da42cb186a48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da42cb186a48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36418be274243" /><Relationship Type="http://schemas.openxmlformats.org/officeDocument/2006/relationships/notesSlide" Target="/ppt/notesSlides/notesSlide1.xml" Id="Rfcad61a9450749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86578d203d4708" /><Relationship Type="http://schemas.openxmlformats.org/officeDocument/2006/relationships/notesSlide" Target="/ppt/notesSlides/notesSlide2.xml" Id="R95401da3053a4d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724f42f884c0d" /><Relationship Type="http://schemas.openxmlformats.org/officeDocument/2006/relationships/notesSlide" Target="/ppt/notesSlides/notesSlide3.xml" Id="Rec68029f9e2e40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faf3530894325" /><Relationship Type="http://schemas.openxmlformats.org/officeDocument/2006/relationships/notesSlide" Target="/ppt/notesSlides/notesSlide4.xml" Id="R5b6fda8d699046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a780a92504a10" /><Relationship Type="http://schemas.openxmlformats.org/officeDocument/2006/relationships/notesSlide" Target="/ppt/notesSlides/notesSlide5.xml" Id="Rb32d6b61e68a405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3a06d62fe46ed" /><Relationship Type="http://schemas.openxmlformats.org/officeDocument/2006/relationships/notesSlide" Target="/ppt/notesSlides/notesSlide6.xml" Id="Rf9bae07c559243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5b6a977eb46a0" /><Relationship Type="http://schemas.openxmlformats.org/officeDocument/2006/relationships/image" Target="/ppt/media/image.png" Id="Ra02bb85d70414869" /><Relationship Type="http://schemas.openxmlformats.org/officeDocument/2006/relationships/notesSlide" Target="/ppt/notesSlides/notesSlide7.xml" Id="R755344800a3046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1496607f004828" /><Relationship Type="http://schemas.openxmlformats.org/officeDocument/2006/relationships/notesSlide" Target="/ppt/notesSlides/notesSlide8.xml" Id="R5e6c933bace14b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ad7d413b64f8c" /><Relationship Type="http://schemas.openxmlformats.org/officeDocument/2006/relationships/notesSlide" Target="/ppt/notesSlides/notesSlide9.xml" Id="Rdabf5490fea64e7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46230a5ca40f5" /><Relationship Type="http://schemas.openxmlformats.org/officeDocument/2006/relationships/notesSlide" Target="/ppt/notesSlides/notesSlide10.xml" Id="R09dbbc53d17d47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bd52c5c1344d7" /><Relationship Type="http://schemas.openxmlformats.org/officeDocument/2006/relationships/notesSlide" Target="/ppt/notesSlides/notesSlide11.xml" Id="R4b16e54fa6b34a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4a25342854d29" /><Relationship Type="http://schemas.openxmlformats.org/officeDocument/2006/relationships/notesSlide" Target="/ppt/notesSlides/notesSlide12.xml" Id="Ra4de3a286c144d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F1BD4-3AF7-42F1-833C-C718A72F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A2B3A-98F7-4FA1-98DD-A6076D26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35651-0C15-4720-BCB4-2BD6C478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4BF6B-BF90-4CD9-972B-608ECE95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52E16-A5C9-42FF-91E7-4831C284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36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F7A7D-D11B-402F-95C6-E6689174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DE4EB0-92E4-4049-B68D-AA8D701A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34CB3-1D0E-4F4C-B06B-CE7F5557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2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9E8AEF-1B52-4B63-8AB4-355857AF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CAF9C1-A2B9-4C1F-89DF-7EAA385B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D528E-8A31-4BDC-A48A-082373FD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78568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5B3BDE-0F05-40EC-B7CE-2FFA376E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A6431-1FCC-4AC7-9F5D-B0821429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899C94-BAD6-4077-9915-6CB20CB4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861A1A-7B22-446C-84ED-97CF6937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F1C74-C08B-4A89-9449-091469B5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E7B8E-B13A-43DB-B7FB-4CD6DEB1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7D04C-40EE-46AE-A5FA-7BF2C6BB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1330F-87A1-4B40-BE2D-4BB5DED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CF4427-9D38-4948-89D9-52C8C0D1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DA49C-03B5-45EE-9326-697C7F1B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01C604-EC3F-4FB1-BB7A-5B0C1736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E34579-A94D-4DFD-B8A5-4ECC49AD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55924-1249-4DB6-BA9C-BDE55EBC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90475C-1367-40C5-8DE9-08DF5B19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A517C1-429E-4099-B092-18906083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B8CC05-A3A4-4642-8CD3-8B057A94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FFCD60-CFD8-4531-A5F8-F068B3B2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F3CC8-35A7-49B4-8365-2E3E09B3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CF5FA-AFC8-47BE-AB8F-F7299F38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4F12CC-3A5E-417C-80A7-FF004F52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4B03B9-D801-4006-B560-A3FEA381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Two methods solve 48 x 125 - 3,760. One multiplies first; one subtracts first. Which is valid?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723B79-181D-4797-A313-B8A15ADD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534500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F01201-DD8F-4BF8-BD7B-92F51315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9BC60-C6F5-4DBF-8CA9-C2CCCC95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D2B67-4189-432A-B3B5-3AC8001F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B994D-6295-42C6-907F-78B69232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C3D6B-90B4-4F4B-8263-AD12124F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52F65-0A03-4FDD-87C9-01ED14B5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60BEA-69AA-4E48-8547-0D8FCA34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1AE051-A1ED-4D94-B7BF-D4FEDF6D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310555-4C26-4293-839B-354F37C3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0E28B-3F31-43CD-924C-5C2EC715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solution paths and evaluate the reasonableness of answers.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D6AEF-62D5-483C-90EB-35D7BFA6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F84598-9317-401C-B1BF-C970B65C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B1184-3A43-444D-8A31-5F54124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C94AC-8ACA-4A69-9A86-B697B0DA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BDF3C5-AB8F-40DD-87D0-C6E3E82A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6943154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96D337-C6F6-41A1-8EB2-E678BE73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A5FB61-860E-41C0-95A2-B732DEC3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289D3-DAC9-45CF-BDA6-72E6C683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849CE-182F-4960-BF2D-FDCE41F6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FF9FA-887B-4C1E-AE02-6F6B7C24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7E9B8-C0E7-4606-8159-8B295B3B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12C49-BCAE-4647-8430-80B07E99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DDBCE2-FFE0-446F-A1AB-3333788A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6DE4E-694E-49AD-B2D4-3D952E8C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FB949-A983-436B-B96B-339972BB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methods solve 48 x 125 - 3,760. One multiplies first; one subtracts first. Which is valid?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B923C8-2967-4E05-BDC2-6AC99365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20038-0798-4165-BDB5-F9A46785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80B25F-D66E-4071-AC02-5C58E761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whole problem and mark the question and useful information.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E1A253-C461-4EE9-AEDD-F0949930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FFA9DA-5E90-4CE5-86F5-FB438905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7C0B19-62A8-47F6-9C28-1B4E7785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Plan the operations in order before calculating.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32DDCA-E016-4E6E-BAA6-8EB75734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EA0057-168E-4CA0-8F12-26B94054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2E316F-9196-4E21-8B3F-E16A3300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Multiplication must represent the total books first, so multiply first. The answer is 2,240.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B1A80F-254F-41B2-A839-F9475E8E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A502FF-B815-4EE5-820F-E8D4F3CA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D8889D-664D-44A5-BBB7-0507C772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Complete each step, label sub-totals and check the final answer in context.</a:t>
            </a:r>
          </a:p>
        </p:txBody>
      </p:sp>
    </p:spTree>
    <p:extLst>
      <p:ext uri="{BB962C8B-B14F-4D97-AF65-F5344CB8AC3E}">
        <p14:creationId xmlns:p14="http://schemas.microsoft.com/office/powerpoint/2010/main" val="15257609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C0EE3-BDEA-4A66-AC4D-DB3303D4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AE42A-24E6-498C-8DA5-6D763B9D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D98CE-0012-45AB-9E22-F3D8038D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7E8C67-377B-4B5E-8E11-21DB2964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B2783-A5E3-45F9-8833-3A9409DE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CD450-EA2F-476D-9D21-3A6C2FEEC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C6910-040F-45D7-AD1D-D8D07387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1BAE4-8442-42E0-99CF-EA95E7DB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7372A-EE47-414E-89D5-2027BD7A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83049-DC53-41A0-B163-B5A31DC0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DA7BC-8984-416A-9A50-306B5DFC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Multiplication must represent the total books first, so multiply first. The answer is 2,240.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CAD6F4-F162-492E-9504-84DC24C2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D0A08-378C-4E5E-B771-FDFB1A89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4FC9F-430E-4DC2-832C-6CBA0A88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330004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4E3986-68CE-475E-BA00-8E6EB8EB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CD1C1B-F227-4053-BA22-0653A62B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87B78-6D36-4F5D-A3B4-D2FCB92F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18603F-CFC7-45E9-AFF4-08AC6959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7862F-D55B-4C0C-A7AA-6B75CF0E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448D54-F03E-4188-A48E-A9E69ABC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CD1C0-7B2F-45A1-BA7F-64C2B502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F110E-FB41-4E75-9A40-34E8A119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D3E5D-4BAE-4286-93C8-D4E3F8ED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3BE97-AD3C-496A-82C4-5B6C8552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4E81E3-0126-46DC-BC24-E486D0DC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74D887-A47A-414C-9F66-00674030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31E762-3D4F-4439-94F0-9C94E66A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0DA58-693E-48A8-BF78-988C4335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8CA52F-4AAE-4237-A744-18BEFE58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3,840 / 24 = 160, then 160 x 15 = 2,400.</a:t>
            </a:r>
          </a:p>
        </p:txBody>
      </p:sp>
    </p:spTree>
    <p:extLst>
      <p:ext uri="{BB962C8B-B14F-4D97-AF65-F5344CB8AC3E}">
        <p14:creationId xmlns:p14="http://schemas.microsoft.com/office/powerpoint/2010/main" val="9502981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2C2631-F46B-4470-ABF3-D49A84E9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67409-4B5D-438E-AE27-38547F1D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19F2F-715E-46C8-A25E-64D3BB14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EFE8E-7609-46D5-B054-4F5AFB31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5D4D9-E452-4F11-8C84-4C0A010F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9C13C9-9737-4525-B753-299DA358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3FDED5-81DF-4F95-94BF-526D92CC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24B842-37F6-4E82-A269-231A93A0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AD8AB-F6F5-4AE6-BF15-E553C5E4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bb85d7041486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7639C-A69F-42C6-AB44-279919F6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81D27B-6AFF-41D0-865E-702124E3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every number in a word problem must be used.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E2A5F-C97C-4D66-BDBC-6F5F3AC1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545F6-3E9E-4DB8-92B9-F20819B2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EF99C0-57D3-44F1-BBBB-43888824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only information that changes the quantity asked for.</a:t>
            </a:r>
          </a:p>
        </p:txBody>
      </p:sp>
    </p:spTree>
    <p:extLst>
      <p:ext uri="{BB962C8B-B14F-4D97-AF65-F5344CB8AC3E}">
        <p14:creationId xmlns:p14="http://schemas.microsoft.com/office/powerpoint/2010/main" val="20258750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EE2862-C4EC-4AB7-83E8-1B6BD752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41224-6DF1-46B6-BDDB-F0608D5C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60791-A48D-4A6D-8685-544AE39B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BA46C-6BB6-48E1-A4C9-B10E9C10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3FA6A-D18B-4CD7-9797-F95B6DF0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F04B9-66F0-4442-BB24-4AC1D323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7811C9-5E55-45C0-8888-9C058D62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A82EE-59AE-463F-A655-F324206B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A5594-DD16-4163-8DBD-64C1E8C3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E39FB7-DCA2-4517-B20A-7BD94947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1AF4E8-DFC5-4AC7-B14F-D2C07AC8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1FDC15-954E-4BF2-88B0-B3D6942F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257AD-CE7E-4969-B34E-14B9BA58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solution to 3,840 / 24 x 15 gives 10. Find the error and correct 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54F36-38C6-4348-994E-3901FCE2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31278-FA93-497E-A154-4673847E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04727C-BAE2-47E6-A57A-DCBFDD92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B07EEE-E174-43B5-8285-BC1BAEE5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DFD6AC-6EFD-48F6-A49C-C8A1DA6C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897D04-7AE5-4096-B9F2-B6C1BB4C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63BB1-3834-4055-9E6B-A25154EE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B05AA5-2482-4AB9-911D-CA7A1D3F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3,840 / 24 = 160, then 160 x 15 = 2,400.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1BD399-04F6-4F45-AD04-A96F64F1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476076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A64AB-CBCA-493A-94BA-873BA6A8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FE8C6-FD5B-46CC-B1AD-C3FC393B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3B5A4-56A7-43BC-AAE0-D0216517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47789-17F7-47FD-A806-0F3372FD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1CA67-61FA-46B6-A3E5-4F22F028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650F4-EEF9-4D20-AE55-9D5D1A4B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EA161C-991D-41EA-B66D-1C40CE80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2463F-9D12-4299-9FB9-0CD02E71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35450-2B4D-4F0A-94C1-AEF75AAB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B3F56-083A-4035-A541-1543C46B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ECC68-A23D-4644-87B2-C0DD7331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F8470-2BCC-43DC-8A2A-EDB50635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A7981A-1194-4FB1-8D46-95AB6A00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D9ECC9-7406-459B-9CF4-183E966A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1D8C40-2F6F-4BEB-A085-805EBBEC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DE6C0-10C9-49B3-9E09-08EB7F9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1FBF2A-97B8-4B8D-898A-1ED0A1A1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A00573-A2E4-4F8D-AACD-19976207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082BF5-35E8-469B-9372-55E41B0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9EA93-F77F-463C-AB10-34B35DFA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8D8F2C-9C40-43FB-8AE7-28217AD7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385811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846D6-F532-4E05-907D-131B120B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A9C76-0A76-4D0E-AF3A-8A84BB62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CB097B-BA09-4274-AD70-5F81D2A9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77445-70A1-4464-B46F-433A2717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CE717-E0A1-4BCB-9C52-607FA661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9546E-B91B-4097-A365-6FF1835E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FC178-6BAA-4643-9ABC-6F03CE2B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3104B-D6F5-4349-9ED1-897CDA4A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A11E9-673D-4113-B963-129EBF7A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E1EE8-BB89-412B-BE57-C0C410E3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multi-step problem with an unnecessary piece of information and explain why it is unnecessary.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B5EFC-8A32-48BC-9E19-C493AA71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EBBCC7-3795-43B8-94B6-C5C63AE5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9A04C-B258-4E9E-A835-515C8CA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unused information must not affect the required calculation.</a:t>
            </a:r>
          </a:p>
        </p:txBody>
      </p:sp>
    </p:spTree>
    <p:extLst>
      <p:ext uri="{BB962C8B-B14F-4D97-AF65-F5344CB8AC3E}">
        <p14:creationId xmlns:p14="http://schemas.microsoft.com/office/powerpoint/2010/main" val="13104849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75EA3D-5093-4109-8F2D-95BB1539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38D50-9099-4195-853A-60B0E048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A20652-B508-4049-83AF-9462C83D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F31CB-12B5-4F38-9FDA-1EC165ED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3F988B-9336-4852-8ACE-7DECE775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9EF7D-3FB2-49F5-B03E-6880FF29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814317-75FE-44C5-89F5-844DD62C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EBCFD-1BBD-480C-A34E-2860915F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3DE25-B274-448E-A3E1-5FCB49B6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117D4-7297-4DBE-9A9B-5E067878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4F159F-3A92-409A-8A85-26A5153A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AC6B41-7696-4110-8021-6761E24D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5316E-BA8B-406F-B7A9-50FBB645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3903A-B080-4027-B1FF-5902A8F5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03255-F64F-4C69-B9B0-21DB07C8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34B75F-B085-42CA-A33A-04D369B0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4,590.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8A4EF4-00A4-4A78-99EA-727BC3B2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2C1BC7-837D-4140-9ACB-EE8A5066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200842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78486-B80F-4592-845B-CCF9B4C4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22B773-162C-4074-8FB2-267C9527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B764E-6F4D-4E79-97F8-2931EA57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CCC5BA-F5EA-400E-B082-CCE293C2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79207-4C1F-48B7-9BC3-9CA9E7E6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4B3C2-0C19-4A79-A83C-0660F758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9B4059-CA37-4FEB-8486-A3DF0EE2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44604-5B56-4BF7-8199-DDEC8EA0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4F5539-F355-4CDB-A7CD-8DF33377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evaluate multi-step solutions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3ADD20-FBAA-4F51-A78E-C914B5C3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476031-4DDB-416B-9F47-572B9041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3F4F0-7247-4670-8052-0FAE6B4D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B61FDF-C218-4172-B8FB-85A55DB8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96 x 45 + 8,640 / 32.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766DAE-F6BE-4A1A-A437-503E40F1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3E9359-C092-4EA2-985C-86A08E27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C368FE-0266-4DE2-8B44-D02EC8C4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7925E7-EFA9-4F01-8713-EE9EF556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every number in a word problem must be used.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F05239-6950-4626-BB9B-CC4F2CF3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9F15D1-77FA-452C-820D-F17EB8EB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B1DB48-5070-4D48-8FF6-8A5F5FB8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2C6244-ED0C-40EA-A870-540E257D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71F285-6FEB-45AB-9596-6EA08921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963456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2026-09-09T20:45:45.6800000Z</dcterms:created>
  <dcterms:modified xsi:type="dcterms:W3CDTF">2026-09-09T20:45:45.6810000Z</dcterms:modified>
</coreProperties>
</file>