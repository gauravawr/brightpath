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3,840 / 24 = 160, then 160 x 15 = 2,400. | Read the whole problem and mark the question and useful information. | Use only information that changes the quantity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Two methods solve 48 x 125 - 3,760. One multiplies first; one subtracts first. Which is valid? Answer: Multiplication must represent the total books first, so multiply first. The answer is 2,240.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3,840 / 24 = 160, then 160 x 15 = 2,400.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Use only information that changes the quantity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3,840 / 24 = 160, then 160 x 15 = 2,400..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4,590..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unused information must not affect the required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4,590.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4,590. | Use only information that changes the quantity asked for.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0439FAD-1490-41A7-8FB0-DD627D9135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FA1FC2-5DEE-4099-9FA4-81CB06292C2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051319A-647D-4623-9661-8136E9842F9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CC75E2-490E-4482-A42D-8B796FC9170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64CA64-2941-449E-9191-67780D14100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368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154324-0E9E-4780-B0F5-50DF9DD3AAF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07B449-F236-43E0-BBE6-DC08CCAB358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3402C0-5BE9-4B49-B23B-4E374FED37C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32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482622-905D-4945-B22A-E4E6D2F73EA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8BFBFA-0AA1-420C-AAB9-459909D3D1F3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B3D8E-F820-4D28-BB8E-951A694F0B4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24167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2540BD1-5CCC-4191-913E-41690B3AD4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1FC7C2-FF9A-4EF5-B3AB-47CF0F3612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ED2D08-3088-4580-9369-9898245777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E5CEED-94C5-41E5-880D-9200C09D6A9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7C9A7C-C174-4F22-BA46-F0C86ED92B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43368-5AA0-48F3-A1DC-9C2A76AD11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B7614-C1A2-4B3D-A33D-3C4E835F9B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9456BC-9131-4BA2-9522-8A07777F97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3CF44-5B31-4F6F-98AB-16C11BEF80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2F4CAB6-6EE3-4C69-BAAC-C6AABC94D32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1400CF7-306B-4610-AB76-F22B9BCBEBC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33AA26-71C9-4F0E-980A-B971F6F56D3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E799C6-815D-4AF0-8BA3-3EC6B44FBA9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598F068-57ED-4809-B15E-4427BA99F8C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049D716-489E-48E5-BCBC-68E01D110C7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E3778C-4D03-4A7B-B529-66C364E5156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81B18D-2B59-4D45-B68B-6009DCDEA81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3F4714-70B5-4FC0-A651-DA22418358E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C5841C-FD5E-4990-9896-89F21C9BF4D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F50004-6893-4ABA-9EE4-81491D46BBC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A7A3F5-A36D-42B8-87D5-D036A960C13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Two methods solve 48 x 125 - 3,760. One multiplies first; one subtracts first. Which is valid?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1ACD9E-6FA6-41FA-858D-B8A38E65D23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07358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850248F-FBCD-45EE-A096-9CA5590DAA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1E0382-8F04-417C-A230-172562ADFF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07687A-F08D-4AAE-9D08-4EF9E1C0F1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ACACFE-8AC3-4750-B908-1037898DF9F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124858-66AD-4972-8942-D4C03BC0C0C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A6C536-3FC9-445F-8C6A-AB5F06B5E52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4F71B2-1646-4AB9-AB49-1B040DDABB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521AF0-04A8-4408-9001-D0BFC306CD5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7041E0-F208-4D94-AB8F-3D02F2D0BF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BE0213-4927-4FCE-8393-5AFD8BF65E6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93AB7-A8B7-4CE3-877D-C0D16A94BB6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719CE-532E-4C8B-AD72-805C33DC590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49E12-E46E-49AE-8DED-91DABFA4CE6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A6F32B-6015-4FD2-98BA-DB1DA8B44D4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D2B945-D262-4B0A-B0DD-29E94397227C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30387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20C6648-6E88-4D3C-B635-4EC291693A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772CE2-C24D-435F-B7C2-7771BC68EA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5FFDAC-6B9A-418E-9E09-86E7F2426E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81D36-D280-4A22-A726-8C024376F0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38899-93A1-400C-85E2-126AB7AF234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45415E-83F0-4F77-9C32-A5BCEA1A07D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1AE3BA-84BC-4D92-922B-6176A252AA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4867AA-BF7C-49BB-80BE-A8459333EC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9D9373-8CE0-45A1-BE69-CD65D6FC06B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3D02B4-6636-4020-8429-E4BADD1AA48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methods solve 48 x 125 - 3,760. One multiplies first; one subtracts first. Which is valid?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1F2E50-ADA0-4DE2-9FD0-DBF0EBF41FA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E21D543-6D3F-462E-944E-330706FFC7D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805894-608E-4AC5-9FEC-879507A490D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DF5E60-4809-405B-B868-0AE430B6DA1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6F65DB-17CF-48B6-AE13-DCBFAAB7280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09147F1-8122-4A6C-960C-BF03B226576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16D2DC-C5E9-49AC-8617-246C90A7A6E2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374FBB-DA4F-4BD2-B991-9D79C94F5E46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0103BA-6B4F-43F5-8D6B-D0B474E4685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EBFFEB5-D7AA-4FC0-9984-DBE65DD55D6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DA6C3F-C95B-4CDA-8D22-955A768A008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F3A1AB-C1DF-4CCE-9C86-562C4A97AEBB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978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CE5A22E-8F56-4266-A7C1-AD1BCDBD48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48D87F-75E5-4B66-9B34-C323FF7416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3AAD997-E5D8-4607-B843-B7B54CA8B9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BF47C7-4FAA-495E-9DCB-8324CCE74A6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8A9268-60C7-4BE0-86BB-204EE6396D0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4CA60-51DC-498B-A68A-B0429B5F3B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FB7152-081D-4F5E-9A66-E782CF8FF49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1195C8-3264-4FB1-85E7-90ED4A07CA2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A8444E-A8D8-43DC-A59E-A138E5651B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2775C1-BB23-46CF-A56B-4C03CBD2625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C45224-95CF-44FE-AABD-BF45A99B60B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Multiplication must represent the total books first, so multiply first. The answer is 2,240.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15444-5C83-48EF-82C2-13DCADA49B8F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138625-8B00-4567-8DA8-FD29651B78F1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5745DE-C336-43CA-B953-55CFC8BCB2E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331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BD9EA21-19F6-4D0C-A5BB-01614CCD16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09C418-F8E6-4074-9279-F6F2B43187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7972813-1A7B-474C-98DC-99327D3EA8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BE4B24-6A02-407E-995C-9DFBA5028B0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56C52-54C9-4160-8F1C-C2FCAECE25C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BB3D80-A53D-4C1D-9284-2A2500A810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CD7BDC-9183-42BE-B30F-C5A30DE521A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D2B2FA-A7CF-4190-9CC1-669BEF8BF9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4B8EB8-EAD9-48AC-95A2-213FBC899A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A33F8-8E9F-4A06-BD7C-E0A2F1AF0EF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398A55-6C60-430A-8E87-48098FE299A5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FD6B5-1760-4428-A802-B22C123025A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FDA9E4-EAC3-42F9-87B2-54A7E54202C8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C54534-28AC-4C56-B2D2-27846A12FD78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0CB284-6C5B-4903-951C-0DD2D270229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3,840 / 24 = 160, then 160 x 15 = 2,400.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1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EFA3570-701A-4C72-A00F-3E32B9138B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51FC5-1551-4D96-B627-4607CB3D7E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2FA2A17-F480-4E68-A2FF-26844C37F7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5A7A24-8754-4233-91A6-DDF74A953D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9E8974-FF65-4FB8-9994-ED9DA52FE3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9DBCB4-D3C8-4564-BCC1-E7F6A7C7369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98506B-A72B-4557-8E19-ED7151AE8CC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56E0B7-F51E-4C45-BDC5-7094DF41F27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C2B43A-CFF0-49E0-A993-8FAFBFB434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ABF4576-3250-482C-9E02-F9F23C91C4F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921D25-880D-4358-9C0C-C1699E59E6A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number in a word problem must be used.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71F4CA-AA43-47FB-8313-BDF8456DF73A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948D32-4BFB-4030-8E4F-0C0DA734163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0250CF-0BAD-4E67-BAD9-1448B34313A5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only information that changes the quantity asked for.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2508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94F3869-3960-4574-994A-258FE5B91A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8357E-E986-4A31-BA1B-D64747CB2A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1D44E03-C2F8-43A1-ACA5-84CA21B5D3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B2460D-6034-4FB8-BE5B-311FEB2EE1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0CAB2E-6335-4706-ADA0-EE5474A056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4391AC-1311-4908-B6BB-CD74E8E2D93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765363-08A3-4C2B-B0B5-64D5A41160E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5C7C28-2742-4827-B83A-3C9FD3F344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6B371C-26EB-4349-843D-5CB609A445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3636B3-15FD-4EE8-95DE-0F656F95055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F08FDED-7F74-45DC-86B2-7BD629C4CBE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AF77DE-4119-42E8-B0ED-39BC558C866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340B1E-408D-46DE-ABB3-588A11896F4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9306626-6A2C-496D-BAA8-F748D4A2F51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0C05F06-3262-491B-89F8-9064120BB70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964AA6-C843-46AC-8D36-290668F6B20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6609EF-4D70-473C-9EEA-50BD591007C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7B316BB-37EE-4BDF-AFE2-E316B81702C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DBD4229-B5D6-49E9-AD76-42B6F3FDE48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4716FF-F95F-4D0D-B16C-B0499BC4A6D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DAA898-C110-44BF-A37A-CE94EF05D75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3,840 / 24 = 160, then 160 x 15 = 2,400.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297F83-6730-4648-ADE1-A808B081388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0745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EE7D602-FA44-4382-B62E-D44314D737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3245F6-D2F8-4A37-8405-7868677561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E7C1DE-D344-47C7-B4AE-597B2AD576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413C5-B460-4D47-A66B-B460B9E8C1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C81CC3-4703-434E-BA2E-E7278EF312F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72C675-6D23-4C6A-9BD3-44337DBEAC3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33A83B-0380-4A3E-8BF2-1BEA4C80101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3C63A8-A7E1-487E-ADBB-7FA0F8B10D7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E8537F-993F-417B-B31E-240882FC846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589672-E502-45C4-B691-26F17296103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23E07B-2444-4015-B334-673342D3DB6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978E6B-EA82-40A0-A266-8B1E211192B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87C324-8E64-4003-88A3-63870B2D1D9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0AE6C1A-F77B-4D19-846C-EB55F4CD9E4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552D349-6A90-43CD-81AF-446972C81D7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3EF84-EDDC-4CBF-8D1D-24EB693CF3A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03D05D-F1C8-4D10-A19C-F01BA4163B6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5C46E6-8277-46FC-940B-C2EAD60153E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08C2506-19AA-4516-B4DC-68F5450D9B4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21DB12-239E-45FC-BB17-D8350E081CC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EB68C5-32B2-413D-920E-44922FD63D9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572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23DD524-4EE0-4098-ACDA-6B91534B6D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F1E21C-ED7C-40AC-B591-308ECC4D60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A8FEFA-D594-48C8-9B9F-0344CF7E8E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AFF682-9057-4D95-8A3B-06FD1EB983E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88E5D0-09D9-4E68-95EE-9DC10785CA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B187B0-8D2E-44F1-9A1A-9C2D7CEE82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01BC1-4511-4605-90CC-AEE7815B0CE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58609-6B5C-4CB0-A92C-4CAF000C407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DE963C-D567-4FD2-A41B-EB18CB4AFF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8A2FE-0D30-406E-B7A5-7073E93D4C8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multi-step problem with an unnecessary piece of information and explain why it is unnecessary.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500222-B631-4FDC-A15E-23DC336802F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E21086-C415-4CC3-9948-F7302C55156C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9C7848-5C61-4126-8286-87705886BF9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unused information must not affect the required calculation.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4361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2B59ED3-5919-4732-8BDE-365A8D6658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0973A1-103E-48DC-A31A-BA59F72166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1436EE6-3A83-4557-A610-2F6AB7E047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D61AD9-11AD-412B-8044-C854D69A001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43288-211F-40EF-8AB7-6F0CD7582E1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0D06FD-2B91-4692-B20F-0BF444C9A36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0FEBA6-F126-4B1B-9376-05BC8B8357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449EB2-A016-4AC7-9B4F-CD75E70EC9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0FEAE4-CCBF-45A8-A979-140529EB37D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8700B1-3D8A-44B0-B515-CB311F923D7B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71A16D-6278-4D8B-85B9-FFB310CF46B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F7984A-7EC0-4245-8522-54A7725221DD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5EF4E7-C3FA-4846-94F2-91A6415F6C8D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F9BC56-ACA8-49EB-86AB-532F0142654F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686344-52E4-4389-B8BD-E206083C01B1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6278D7-FED8-4FBE-997D-5164F1FC111F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4,590.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4D98C1-7F4F-4221-8599-A427D567914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CDBB26-45F4-4B12-BA45-2C7D935B7CFF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36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63E45C0-0360-42B8-8BF5-A1A0ADDE08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B3DE14-8EFD-46DC-A082-44550AC206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304E439-B690-4061-9539-3D7EE2BE54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7296A6-8AD7-4607-B8CD-9E3AAE0341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1DA429-4531-4339-A571-C74F6FE416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761F60-3CE7-46F2-9E9F-B47A4D92A5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FC0C2B-E293-423A-9CEE-17B55A7A03A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B3B639-E00F-4DCE-BA97-A1D48AA0D0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742588-DC5F-4BC1-98B4-88402E218B2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579FDB-971F-49E7-8344-1AF11274A6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4C222F7-465D-49B9-9A78-48456C2500B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7F799D-5848-4DAC-9910-251F0C90295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FE3630-F4DF-4FB3-9007-18BE852F20A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DAA5AA3-1DED-4B77-8989-DD084C3BB10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74511E0-6387-4147-8C71-35B0C1628D3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47CE4-837E-4526-933D-E24ADE162FA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EF56A9-56A2-474A-ADAB-99D943F8655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number in a word problem must be used.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6B7743-988E-4190-B370-07B06A5D2BD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864DAD7-3174-48F4-96FE-0BA2803ABF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29614F-A1B2-486B-BA31-73FF931235C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2F74C32-F5B3-44A2-8885-4BC4C4FC0F2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ABF42C-1548-4524-B09F-BC14BB07A77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1224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1284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2026-09-09T10:57:17Z</dcterms:created>
  <dcterms:modified xsi:type="dcterms:W3CDTF">2026-09-09T11:08:48Z</dcterms:modified>
</cp:coreProperties>
</file>