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3,840 / 24 = 160, then 160 x 15 = 2,400. | Read the whole problem and mark the question and useful information. | Use only information that changes the quantity asked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Two methods solve 48 x 125 - 3,760. One multiplies first; one subtracts first. Which is valid? Answer: Multiplication must represent the total books first, so multiply first. The answer is 2,240.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3,840 / 24 = 160, then 160 x 15 = 2,400.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Use only information that changes the quantity asked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3,840 / 24 = 160, then 160 x 15 = 2,400..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4,590..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vary. The unused information must not affect the required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A solution to 3,840 / 24 x 15 gives 10. Find the error and correct it. Expected: Solve 96 x 45 + 8,640 / 32. Higher: Write a multi-step problem with an unnecessary piece of information and explain why it is unnecessary.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4,590. | Use only information that changes the quantity asked for.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FFD493C-EA02-42BB-94B5-C462373C90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7E3CFF-02B1-409E-BA0E-891D446426D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15EE2DF-41F4-4C65-81B3-F5E803DE631B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A3288B-8324-4CE8-9CEB-D3611CE12783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1FC784-EB88-4C97-B82E-0DACC9392D97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8  |  Day 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8EB915-42AF-4BE2-B78B-C3FE0AC3E89F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368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6AEC1C0-1FDD-4CB1-B979-E93C3A43B2F1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D9804-2EF6-4F73-8D79-C8CF642DFEC6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469BF8-D587-4B1F-B6B9-3AAA796B1850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9320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solution paths and evaluate the reasonableness of answers.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0BEA12-86B7-4AFD-AFCB-1EC7FEBB8F65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47B4B7-4702-42BB-B100-1237944941A5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414D6E-A2A1-476A-80F8-C5F216C891C9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33228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016152F-9961-4EAD-9708-62CA063EEF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DC1EF7-6613-4ADB-8650-4521BC08FBA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192A07-5128-4602-8C1A-9100D1F59F1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18BBA74-1303-46FA-8380-D29C424CF22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698DE3-FBB5-425D-BF87-2F30B2F6F84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1D62B1-BEA2-48FD-9F3F-B93397C2C94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3BBCFC-0181-4D17-81D1-1DFE4BF6D0D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7A106F-68EF-448B-8D38-6F4AC98D8A3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0F0B81-F3FB-4A0B-9C6E-FBD4373280D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01A5B9-2ADE-4C85-A7A5-C0245A7C733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6548BC6-2DD0-4F5E-96BF-D85CDA49A6E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99C222C-985E-44F0-999A-20687471B73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F7C43B-7690-4545-9E9F-A5740A1F5D1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D19C48-C31A-4C93-A81B-91C4F50AF39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2978244-64FC-45E4-B854-75A36C377D6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841EC77-D11A-4FA1-BA2E-3DCA48D10BA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A1C9D-2185-4A51-A7BC-87BCBB26CE1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5A33DD-E5B6-4D4D-894E-173359EA160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solution to 3,840 / 24 x 15 gives 10. Find the error and correct it.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091B743-C8C6-4CC1-8AF1-CE87AA12D60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E6F2DC7-F4C0-4E7C-9C98-7AF807991D0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FA00C1-776D-44FC-B703-BC1B4448759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424704-E024-4C80-9152-98463ED10BA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Two methods solve 48 x 125 - 3,760. One multiplies first; one subtracts first. Which is valid?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889AC7B-1BBA-4F15-81BD-1DE91189673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6726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2ADDAF6-911B-4984-B02D-43855DC1DC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488D9E-5445-4857-A9C0-0A90B29D5F8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FD56E6-7B0C-4AD4-8420-556EADB864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76221DE-9FE7-44E7-B705-C4719AED8BF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34A861-8C62-4BD2-A1AE-273FF5158C1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99E347-74EC-4D94-A632-5568E01C692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EC36DE-F5EA-4C6F-8A7B-0CA24DC939A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9C0409-3766-42EA-9EEE-8F1889414BB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CEB70C-102B-4453-A020-466EA404458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3B5CF1-6C39-4E55-8349-030720F66A0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7B629F-3F58-46BE-970A-89D67A80F302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solution paths and evaluate the reasonableness of answers.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1B2E91-3CC2-458C-AC7F-5560CB28EC78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6B26B1-19F6-4B37-9887-7B3B3BAA76E8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5E6F3B-3527-42EF-8910-41A26D64DAFA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916384-7581-4D4C-9130-3BC9094A1298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F20BF3-AB16-444B-A7AC-EECC5E33FEDB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1255724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57A0D78-89FF-42C4-B1A5-F83FF8B472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B19E6E-BD60-48D5-862D-943C8ADE0B7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5785A7-399D-40D3-B143-BDBC231C8C3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ECAA511-BA25-4842-A15A-B06ADF6ECF2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FE36A5-EA4F-4C5A-BFB2-3C2C7C335F3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38A7FC-3AD7-4DAE-B7C0-CD805C78EB0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3A9357-1924-4C57-A780-B6CCB044DA0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5AFE24-FC71-45B6-90A2-B135F67C3CC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5A91F1-CCB9-47CE-8AF3-0CA8E8BA4EE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82E42E-6E17-4F5B-9218-C94039ABE74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D290AB-6690-4BDD-9A73-AE559FE6BD1C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methods solve 48 x 125 - 3,760. One multiplies first; one subtracts first. Which is valid?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87A123-3C67-49F9-9F89-EB782B50D44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5019757-552B-4745-9624-977335B31D37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338709-523C-420F-8FB7-B08F9D12884C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ADA15D-A34E-4078-90FB-E9C5C2728BD8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whole problem and mark the question and useful information.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BAF2BA-6B9F-4052-81B7-4597F103A368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6B2D9C-EF8C-4D01-B2A0-E2AA4DACA72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C37D0C-7588-49D0-81EF-E5D2379F3A70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FE8FD7B-295F-4DCC-9F1A-F9554DEAC72F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Plan the operations in order before calculating.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0DB0831-030E-48E8-B9CB-A69B9B8FBA0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12B8DFF-1C84-400B-B2AF-A9E7E6AC03F2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5D59EE-4C8E-49E0-BCB1-109AECA3A9CC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63AFA0-BE5D-45C6-B502-101E49C7BC61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each step, label sub-totals and check the final answer in context.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92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1A1C005-A3C8-4B02-9528-9BE68F3D7D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805CE0-0D35-4B93-99FF-DE950E67E25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633B9-AB2D-4010-9CAB-56AC3785852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5E418F9-67C8-4C01-9327-E237B3AE6B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77A05D-E7F4-4B06-988E-7F22AE4D81B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790176-377C-4326-B60E-2030EEDD8A1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990222-ECB4-4D31-953F-E7B541CD7D5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367787-EB1A-4C22-A2AF-CD7623E4B24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99B915-7BF0-448D-BABB-AABF18DFE16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BE793A-FBD2-4A85-AEFE-F1B9B1C6C26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E0718C-3AEB-44AA-9BDB-1FDC15E237CB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D157FC-DA57-4788-91F0-69C581BA6E6E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Multiplication must represent the total books first, so multiply first. The answer is 2,240.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6267AE-CDB2-4F1B-9055-455A6EDEA482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501C761-4D86-40A9-98AF-4DED4EDA28D4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C85B5D-A1CD-4224-B47C-DA8681C303E7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3582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CC1C769-068A-40CB-8CC8-25C9FC7288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D30F003-6F5F-485A-AA47-DBDB02AEA7C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366256-576E-4CF3-91DA-C91CBBEDE16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C3743C6-0763-4B7C-BA6E-0C9F76C2EEF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F178A3-59A3-47E8-985E-D5B2FB8D799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7060D1-7151-4C2F-BC7A-B53CC224759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353A44-8223-42A0-8857-29F318163F7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A75F9C-8265-45B0-9645-AAF4E7F78CA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A3EF49-F651-4B19-B84D-2FE00C0E120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B2FFB5-514D-4730-9BBD-06519E1FEF3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1084EE7-9418-4D0F-A141-F40435F14946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solution to 3,840 / 24 x 15 gives 10. Find the error and correct it.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607A37-56D7-49EA-9F30-DE8533CE7AA9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612EF9-6A6D-42BB-8360-B977D6615C3F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E9AFA9-B786-45C2-A759-86DE97A6A5F0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9ABA94-D6E8-43A8-A1B0-5895FAAE061C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953408-4BED-4616-BDAA-3E9CF29A9E85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3,840 / 24 = 160, then 160 x 15 = 2,400.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8786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0CD7533-DFC1-45C6-B4E3-08394A3FD2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3DB65E-F37B-452D-AAAA-B7C5F8D0014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F5F205-E08A-4EAC-8EFD-7B937E96A0D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CAB20C-8E6A-4DF8-A598-1DCAEB6E266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D3E9C9-3B9E-4E9C-948F-B5E7162E71E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58F4B5-DDA7-4324-A0AB-13E279527F0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07A729-B020-4952-B23D-29FBA90C3E7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04AB26-38D5-4F50-9584-89C706D78C6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810521-1A35-40CB-BAB8-4CDF2DE47CA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5BA12A-F55A-4C9B-8826-C52159290BB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1E2196E-1D7F-443B-AAE3-303B61048002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45DDF7-73C5-40EA-96AA-DC97A3B15C36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assumes every number in a word problem must be used.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CA3A17-D265-4FB6-AE70-83654840B635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CDDA58-1223-482F-9CE9-8DAA41987DB1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9F2B04-C771-4486-83FB-6AE9BB8C8CD0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only information that changes the quantity asked for.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26778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07D49AC-0306-4415-95ED-4136C584EA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D3335E-C937-4BE6-99F7-59B39076B37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8A04A0-369E-4352-A700-41262617242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954AED-5637-4F17-B76B-FFBDC46E6AE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E12CE3-1773-433C-979A-0E84D87BB57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928EF1-B176-464B-ABF3-D5E682D3A1D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1D8869-8475-4910-BCA6-B2720299889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D3F7BA-2B87-48A2-8242-875ADB6AFED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350F40-683B-42A6-98F4-8D054AF55D0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93F1E-D437-45CE-8E23-8784214A4C7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447CFAF-83BA-4B79-9D24-5EF62572D27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AF7C9E6-464F-4164-9BC6-BA8E24EA10E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A4CDEF-5722-44C7-AB92-B6D2568D4B5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F26061-ADE2-46CA-9EC7-9FFA427B177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solution to 3,840 / 24 x 15 gives 10. Find the error and correct it.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70B2A6E-90AB-4104-8CFB-9D8697AB20A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3622C86-D716-4ED6-8FB6-FD940639319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B8716AA-40DE-4A78-8887-F9F0EDD40D2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F33CBB-8324-491D-B33E-08A2B661303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DDF782E-5745-457C-AA94-D6B474D7E9F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2E10773-0D5D-4F20-8977-8C8711CC527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978AA1-CEFD-4A52-9FF7-E9A1341534A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6E5B7EE-1E9F-43F3-8E43-BE0531CF5D7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3,840 / 24 = 160, then 160 x 15 = 2,400.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E436258-3E6C-455A-BF14-A81EEEDD84B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30317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3D37298-C966-41AE-92A3-5226BAB399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606606-FBF6-409F-A104-069ADD01F10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5ABB3C-1080-45A2-9A7E-E7745E679AA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CC7A417-DC1F-44D6-8CCA-2E0A7EECC3D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5072B9-76BD-4313-9186-F72A20D7305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E71A10-BC18-4F2C-90A5-153DB9F6D0E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98AB91-3854-46A8-9A31-9903F42E781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528393-0B1A-488F-9169-B85487C0F91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6873B-F2A0-4A29-8BF9-7C46DF3468D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344EB9-9D8C-4484-BE48-86BE2C15591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605C7C1-C038-4B13-8550-2ECD03C9408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9A179D5-706D-4FE8-932C-C1A1C9BD3E6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92D4B6-09FE-4DFD-A49E-66B9ED9AC8F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2A6227-7450-4418-8DCC-62039AC940B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96 x 45 + 8,640 / 32.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2233F53-6154-43EA-8DAC-1571BC1274F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5AEAD6B-E48E-42FB-A275-0E989330F75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871572-78D4-4367-829C-BECD8840492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F379A4-4B5E-4E47-8941-9D8678AFAFA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09D241A-710D-46FE-A79B-3953809DF5E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712F451-F665-41C4-9DA6-5EB95FB9433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A8E6CF4-8F79-4A8E-806D-3793A2CA6EC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A720C4-9306-417C-9B57-5355ED240DF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454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886BA4AD-8156-4FBE-9FCD-D2549AAFD7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19A01C-756A-4664-ABC9-2E66E5AB593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CA1A35-3E50-41A5-97F4-FDD84B53DFA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B456891-A571-412A-8665-C5E17FA97D6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604B6A-F091-4ED0-9F8A-B1A387CFD1E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8EAF3D-91AC-4141-86A8-FC5F10EA026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A0284A-AE1E-428D-A92C-DBA8107230F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DE9CB3-0471-4C29-B270-9122A4053BB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99EB0F-AEA8-4DBA-8B3A-3B0888EF884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ABD752-8217-4378-9B6D-BD79D39A42E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1AF467-7C94-4FA4-92C0-89328E42523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multi-step problem with an unnecessary piece of information and explain why it is unnecessary.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9C053F-429C-436D-A537-FB39B79A93B0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7FE60D-6AE4-412A-9A09-1EAD21077AFE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77FC8E-CC55-45B0-B4A2-0D5B6A63FF78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unused information must not affect the required calculation.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9653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1AA2BD94-C0F5-428E-93A1-290395FBE3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3B5B71-3803-4261-BB5F-11C054B834F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CF5C93-774E-45B9-942B-6A52338D052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FE71ECD-32B9-4CEB-B01B-B281C5C6100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7FCD9D-0563-4027-B6F5-6BF32448F1A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CA4514-B9CC-42B9-A4B6-3D9B5CA25B1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2896F8-B963-40EC-9B49-E47F13112FF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09B94D-6426-4E18-AD35-0DA0C6A1DB2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04014C-ADE6-4C9D-A26A-34ECDF9AC9E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098319-0F6F-4A13-B448-2451B7B442B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77AF90-5054-4332-AC85-978C330BBDF3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88DCD4D-CA78-4740-926C-5FA438D268EB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4C444B-A13A-40A6-9BE3-57BF7E1BF04B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263965-2F1F-4645-BFF1-E0C3AD945BAE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225E05-8E49-4EBC-A496-CC8D364DAFFA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1A794C-A3C3-4DFE-8836-3F9678E486F4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5C24FBA-058C-40A7-846C-D34CAAF96A65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46829F-EFB4-4670-9D30-6BB5C3BE02A0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9D599B-7BB7-4586-A2BC-F559888D3229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5A680D-F35F-4B32-94B8-9CD25BF7E0D4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3155E8-5954-4A86-9D94-F08AF3B2D7C9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EDF199E-8184-4B6A-8C49-D5F7A33459B1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28D1B0-9279-4729-863F-8E2220AB60E7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914E435-C81B-4D5C-8E8C-F1111842417D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D5AA4BD-B45A-4DDD-BDBD-6A091F6DB929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7084A8E-D405-4B88-AD70-3B776797EF17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433089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2238DD4-BAC0-4DED-B2CE-6FA1F9E672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FEBCE0-78DD-401B-A432-54CA2B2D175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E91FAE-FC26-45F0-BBED-0413998F481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5DA61C7-6CEA-491E-A7C3-15392590BE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65F36B-4E81-4D0D-AA9B-F853323FDBF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741E50-747F-4589-AAA8-6FBCA35D167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72ED9C-5BE8-4687-929C-18581B6B517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F8D607-309B-4177-8B59-06E9A2810B3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462E35-D430-4E1D-AA0B-C1AF92E89D6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8E37DF-5FCC-4719-9F29-6375E99B89F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4E1F5C6-1C27-44AC-9F40-90A7E7710C5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62A89AB-6C18-4FA0-870C-30BCF835B0E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04800BB-0120-4469-A02E-2DBCECC849F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8AC8FF-1014-4E09-ACB9-40280E185BB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96 x 45 + 8,640 / 32.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B1ECDF0-A67C-4291-A569-04EAEBEBE67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9E8C2BB-3B51-404D-9841-FC40452E281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41C9B5-68B6-4C08-9025-53582955BD6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D3E3D70-6CC8-466E-9EA5-E61F632CD85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assumes every number in a word problem must be used.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3EF024-7DD5-4165-B761-DA4AEE66E0F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CC3BDFA-2146-4655-80AF-B78C547A19A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E2F157-DE19-4EF0-B5A6-E0CB2DBD2BE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AEE3BB-F10D-439C-98B6-2C3C8E17A90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DB9AED-5491-459D-85C5-AA7941A5D9D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75103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1483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2026-09-08T22:38:21Z</dcterms:created>
  <dcterms:modified xsi:type="dcterms:W3CDTF">2026-09-08T22:49:49Z</dcterms:modified>
</cp:coreProperties>
</file>