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dcb880046e4be2" /><Relationship Type="http://schemas.openxmlformats.org/officeDocument/2006/relationships/extended-properties" Target="/docProps/app.xml" Id="Rdbc30c87bbef4fb4" /><Relationship Type="http://schemas.openxmlformats.org/officeDocument/2006/relationships/officeDocument" Target="/ppt/presentation.xml" Id="R6fbee06977834d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d72aafdca64f2a"/>
  </p:sldMasterIdLst>
  <p:notesMasterIdLst>
    <p:notesMasterId xmlns:r="http://schemas.openxmlformats.org/officeDocument/2006/relationships" r:id="R44bdb6005cd44bc1"/>
  </p:notesMasterIdLst>
  <p:sldIdLst>
    <p:sldId xmlns:r="http://schemas.openxmlformats.org/officeDocument/2006/relationships" id="256" r:id="R65c80de7a8f24e3b"/>
    <p:sldId xmlns:r="http://schemas.openxmlformats.org/officeDocument/2006/relationships" id="257" r:id="Rb9894b8d70934900"/>
    <p:sldId xmlns:r="http://schemas.openxmlformats.org/officeDocument/2006/relationships" id="258" r:id="R3ca3245e297f42b9"/>
    <p:sldId xmlns:r="http://schemas.openxmlformats.org/officeDocument/2006/relationships" id="259" r:id="Rc4ffa69217394ffc"/>
    <p:sldId xmlns:r="http://schemas.openxmlformats.org/officeDocument/2006/relationships" id="260" r:id="Rd415ca950a2540bc"/>
    <p:sldId xmlns:r="http://schemas.openxmlformats.org/officeDocument/2006/relationships" id="261" r:id="R78dceb7b4a144008"/>
    <p:sldId xmlns:r="http://schemas.openxmlformats.org/officeDocument/2006/relationships" id="262" r:id="Rf87c4664ad3a4457"/>
    <p:sldId xmlns:r="http://schemas.openxmlformats.org/officeDocument/2006/relationships" id="263" r:id="Re18cda9b4f4d4f92"/>
    <p:sldId xmlns:r="http://schemas.openxmlformats.org/officeDocument/2006/relationships" id="264" r:id="R9e1fd3778118477b"/>
    <p:sldId xmlns:r="http://schemas.openxmlformats.org/officeDocument/2006/relationships" id="265" r:id="R8c6457c747a446ab"/>
    <p:sldId xmlns:r="http://schemas.openxmlformats.org/officeDocument/2006/relationships" id="266" r:id="Rf19e8f7a44ca4675"/>
    <p:sldId xmlns:r="http://schemas.openxmlformats.org/officeDocument/2006/relationships" id="267" r:id="R2ef75353534d497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8dd7947f1d4696" /><Relationship Type="http://schemas.openxmlformats.org/officeDocument/2006/relationships/slideMaster" Target="/ppt/slideMasters/slideMaster1.xml" Id="R81d72aafdca64f2a" /><Relationship Type="http://schemas.openxmlformats.org/officeDocument/2006/relationships/notesMaster" Target="/ppt/notesMasters/notesMaster1.xml" Id="R44bdb6005cd44bc1" /><Relationship Type="http://schemas.openxmlformats.org/officeDocument/2006/relationships/presProps" Target="/ppt/presProps.xml" Id="Rdad8d314c12e464c" /><Relationship Type="http://schemas.openxmlformats.org/officeDocument/2006/relationships/tableStyles" Target="/ppt/tableStyles.xml" Id="Rad07e5e6273845c1" /><Relationship Type="http://schemas.openxmlformats.org/officeDocument/2006/relationships/slide" Target="/ppt/slides/slide1.xml" Id="R65c80de7a8f24e3b" /><Relationship Type="http://schemas.openxmlformats.org/officeDocument/2006/relationships/slide" Target="/ppt/slides/slide2.xml" Id="Rb9894b8d70934900" /><Relationship Type="http://schemas.openxmlformats.org/officeDocument/2006/relationships/slide" Target="/ppt/slides/slide3.xml" Id="R3ca3245e297f42b9" /><Relationship Type="http://schemas.openxmlformats.org/officeDocument/2006/relationships/slide" Target="/ppt/slides/slide4.xml" Id="Rc4ffa69217394ffc" /><Relationship Type="http://schemas.openxmlformats.org/officeDocument/2006/relationships/slide" Target="/ppt/slides/slide5.xml" Id="Rd415ca950a2540bc" /><Relationship Type="http://schemas.openxmlformats.org/officeDocument/2006/relationships/slide" Target="/ppt/slides/slide6.xml" Id="R78dceb7b4a144008" /><Relationship Type="http://schemas.openxmlformats.org/officeDocument/2006/relationships/slide" Target="/ppt/slides/slide7.xml" Id="Rf87c4664ad3a4457" /><Relationship Type="http://schemas.openxmlformats.org/officeDocument/2006/relationships/slide" Target="/ppt/slides/slide8.xml" Id="Re18cda9b4f4d4f92" /><Relationship Type="http://schemas.openxmlformats.org/officeDocument/2006/relationships/slide" Target="/ppt/slides/slide9.xml" Id="R9e1fd3778118477b" /><Relationship Type="http://schemas.openxmlformats.org/officeDocument/2006/relationships/slide" Target="/ppt/slides/slide10.xml" Id="R8c6457c747a446ab" /><Relationship Type="http://schemas.openxmlformats.org/officeDocument/2006/relationships/slide" Target="/ppt/slides/slide11.xml" Id="Rf19e8f7a44ca4675" /><Relationship Type="http://schemas.openxmlformats.org/officeDocument/2006/relationships/slide" Target="/ppt/slides/slide12.xml" Id="R2ef75353534d49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4ad2c4dc1c4a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b86235844d4da8" /><Relationship Type="http://schemas.openxmlformats.org/officeDocument/2006/relationships/notesMaster" Target="/ppt/notesMasters/notesMaster1.xml" Id="R6d118034557d4c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84bac2fb2a4a23" /><Relationship Type="http://schemas.openxmlformats.org/officeDocument/2006/relationships/notesMaster" Target="/ppt/notesMasters/notesMaster1.xml" Id="Rea896dff0d6745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4e7d15229f4903" /><Relationship Type="http://schemas.openxmlformats.org/officeDocument/2006/relationships/notesMaster" Target="/ppt/notesMasters/notesMaster1.xml" Id="Re5e4d0eeb20c48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c1119547dbb41d9" /><Relationship Type="http://schemas.openxmlformats.org/officeDocument/2006/relationships/notesMaster" Target="/ppt/notesMasters/notesMaster1.xml" Id="R9e95f53a60114f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47bcf4827754ad6" /><Relationship Type="http://schemas.openxmlformats.org/officeDocument/2006/relationships/notesMaster" Target="/ppt/notesMasters/notesMaster1.xml" Id="Rde6ee9bb9b7c42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6b171d5d7d4324" /><Relationship Type="http://schemas.openxmlformats.org/officeDocument/2006/relationships/notesMaster" Target="/ppt/notesMasters/notesMaster1.xml" Id="Rabff1c29d6e640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4bade3e53747da" /><Relationship Type="http://schemas.openxmlformats.org/officeDocument/2006/relationships/notesMaster" Target="/ppt/notesMasters/notesMaster1.xml" Id="R0e187e3405ca4b3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07fc82f0bf4039" /><Relationship Type="http://schemas.openxmlformats.org/officeDocument/2006/relationships/notesMaster" Target="/ppt/notesMasters/notesMaster1.xml" Id="Re3373792284449a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52eaf93c7146f2" /><Relationship Type="http://schemas.openxmlformats.org/officeDocument/2006/relationships/notesMaster" Target="/ppt/notesMasters/notesMaster1.xml" Id="R17eb6527a8c34dd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196d9224eec4913" /><Relationship Type="http://schemas.openxmlformats.org/officeDocument/2006/relationships/notesMaster" Target="/ppt/notesMasters/notesMaster1.xml" Id="R9cf87f14b7674ea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cf36def4154705" /><Relationship Type="http://schemas.openxmlformats.org/officeDocument/2006/relationships/notesMaster" Target="/ppt/notesMasters/notesMaster1.xml" Id="R86288e77c99548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07ee433d1c4bda" /><Relationship Type="http://schemas.openxmlformats.org/officeDocument/2006/relationships/notesMaster" Target="/ppt/notesMasters/notesMaster1.xml" Id="R33a4458a01ab44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700 bundles. | Read the whole problem and mark the question and useful information. | Keep exact sub-totals unless the context or question asks for rounding.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48 boxes.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700 bundles.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Keep exact sub-totals unless the context or question asks for rounding.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700 bundles..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 trolleys..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Answers vary, for example 45 x 21 / 3 = 315.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 trolleys.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 trolleys. | Keep exact sub-totals unless the context or question asks for rounding.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3e978d344d4db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94fd318a3b4a23" /><Relationship Type="http://schemas.openxmlformats.org/officeDocument/2006/relationships/slideLayout" Target="/ppt/slideLayouts/slideLayout1.xml" Id="R3a8b5075978347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8b5075978347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c0654208bd473c" /><Relationship Type="http://schemas.openxmlformats.org/officeDocument/2006/relationships/notesSlide" Target="/ppt/notesSlides/notesSlide1.xml" Id="Ra0574923218c4c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9cfbfdecc4e4f" /><Relationship Type="http://schemas.openxmlformats.org/officeDocument/2006/relationships/notesSlide" Target="/ppt/notesSlides/notesSlide2.xml" Id="Re16ed5f8be1f47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32fd9df7744a01" /><Relationship Type="http://schemas.openxmlformats.org/officeDocument/2006/relationships/notesSlide" Target="/ppt/notesSlides/notesSlide3.xml" Id="R4d65298f385340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a3cc26ad140d0" /><Relationship Type="http://schemas.openxmlformats.org/officeDocument/2006/relationships/notesSlide" Target="/ppt/notesSlides/notesSlide4.xml" Id="R72783d430bda4b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c05ae026e4e0e" /><Relationship Type="http://schemas.openxmlformats.org/officeDocument/2006/relationships/notesSlide" Target="/ppt/notesSlides/notesSlide5.xml" Id="R823a1b523264458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a25474e9c54adc" /><Relationship Type="http://schemas.openxmlformats.org/officeDocument/2006/relationships/notesSlide" Target="/ppt/notesSlides/notesSlide6.xml" Id="R8352d70e745d42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216898c4634325" /><Relationship Type="http://schemas.openxmlformats.org/officeDocument/2006/relationships/image" Target="/ppt/media/image.png" Id="Rd1d37f6383704fb9" /><Relationship Type="http://schemas.openxmlformats.org/officeDocument/2006/relationships/notesSlide" Target="/ppt/notesSlides/notesSlide7.xml" Id="Rb4fe7d8b600040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71bf09c5c54b78" /><Relationship Type="http://schemas.openxmlformats.org/officeDocument/2006/relationships/notesSlide" Target="/ppt/notesSlides/notesSlide8.xml" Id="Rda293a61ca1248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a0769fc6a4b33" /><Relationship Type="http://schemas.openxmlformats.org/officeDocument/2006/relationships/notesSlide" Target="/ppt/notesSlides/notesSlide9.xml" Id="Ra4027ee58bdd48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b00854fc348ba" /><Relationship Type="http://schemas.openxmlformats.org/officeDocument/2006/relationships/notesSlide" Target="/ppt/notesSlides/notesSlide10.xml" Id="R1651b812886547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f3926d83542a9" /><Relationship Type="http://schemas.openxmlformats.org/officeDocument/2006/relationships/notesSlide" Target="/ppt/notesSlides/notesSlide11.xml" Id="R893e0a128aba435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93737af814503" /><Relationship Type="http://schemas.openxmlformats.org/officeDocument/2006/relationships/notesSlide" Target="/ppt/notesSlides/notesSlide12.xml" Id="R43ca453561964c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04C534-BC45-46DB-82B7-551389E0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06DC1-FDA6-4844-96FB-5762AF83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7001C-A987-4BB3-91CE-E14C9241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A331C2-3BE3-4E7D-946F-8FE2DCCC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21B1C8-A34A-4C4D-B0B8-8FAFDEAD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942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645D0-E6D7-47D7-BB13-3A6CDB2F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5ED71-C679-4F8B-9180-9A6D50D9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9C0B6B-7F32-4A95-A5C8-54BB6F26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17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multiplication and division in sequence.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B8D6B-6A83-4933-A8CF-3513FD31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5B82BA-7459-4D6F-B2FD-1A2656F9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E618CC-650A-4B2C-B34D-847B0E34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015549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EF774-B7D4-471F-86D0-59F21525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6F9EBE-EEC7-4F1D-AA6C-F3FDDD88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8B1B9-0F67-431C-A0B6-158FE82F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B5B5B-0660-4653-85A7-AB2E2CBD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1F11F-391F-471F-AC94-3C75F986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7935D1-CA6D-4B61-A01B-1D5398882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51630-E416-40D2-9663-BD2C98F4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60B63-EAEA-4616-9548-E9F71AC2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0D1FB8-29B2-4A04-8FB0-CB1BE487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5C9BD8-DA51-4CC6-BAF8-8F260825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64A14-EB4C-4520-8FF1-72E1BFF0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F62C6C-B473-4A76-A23B-9395B5753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04574-688F-4D19-9A8B-B108A762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C6006A-3B6C-4061-ABA6-89434C9E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D807B9-D486-4DF8-8E36-44D5B80A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1FB8D5-A6A4-4604-97FC-8D15F6D2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A7EF3C-C45A-4350-8608-C0D1EEC5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FB03EA-E47D-4314-87D7-217C99F1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F02524-55BD-466D-A4C2-C207A048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E8C816-7789-4960-8018-A886B4A8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69C5B6-8171-4615-AC07-AC131BD4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warehouse has 36 pallets with 24 boxes each. It shares all boxes equally among 18 shops. Boxes per shop?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E10DD2-5740-4E16-9B85-4EBA4AE4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18258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1179E-5AB6-4004-83FF-7C2AFD28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2583A-D6EB-4518-8C92-328F9684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49EBA-3E69-4EA2-B500-C6BCEDAA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C3EB7-77C8-43E3-A209-06B834D6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5E9BA4-C50A-4693-B1B8-18C51921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214F0-B950-4522-8B66-C003C7651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FE1829-CAC2-4DEB-BE3D-FA26D5E1E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5CDA2B-4C0E-4AF8-ABFE-EF50D38D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9C380-20EB-4F7F-AE50-DC263687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3CB08B-2094-42F3-B79C-8DCC9D2A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involving multiplication and division in sequence.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C116FB-10BF-49B4-A2C7-B96F8975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5EC4F-D7ED-4D28-8CB9-D3D80A6B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BB2B5C-4416-45BD-B965-126113ECE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F9BBB-1A1C-4839-8ED4-7EF1A557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2BC586-84E8-4DD8-A3B4-14B5CE7A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1559143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DCA869-39FC-4CAE-96A8-AFCFF98D4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BC2CE4-097E-403C-81D9-A6400F89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DBDE6-DF01-4DD5-BB96-7691FEC9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BC60E-6A68-40F9-B1C2-C6A60E46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09288-B537-48C9-860F-7D4E2B30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7B4AE-D10F-4182-A03B-E9C0E8F1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EA722-1829-4985-95D3-B09BE882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E4CA15-E04D-4CE7-BB10-DBB1AC18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45B64A-859C-4569-8D6E-11CB02DF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B78E8F-033C-4AA6-95E8-D0DA2A99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warehouse has 36 pallets with 24 boxes each. It shares all boxes equally among 18 shops. Boxes per shop?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0CA0A-2DF7-4590-8C57-44D7536B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A5E83-60FB-4EF3-9EF7-BB8A4BFA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63CBB-482F-43A2-A4EF-0B71E75A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Read the whole problem and mark the question and useful information.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ACA75E-46F8-4B4A-8798-6E5F147D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D55BD-0257-4C75-B438-63F73192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0C4BAB-E64D-4327-8C05-1940FCAF2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Plan the operations in order before calculating.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F74FBA-81DC-4EBF-B944-E8E309C9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CF64E6-0F4C-4B67-9382-5109D322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706502-EE80-4D62-9175-4B94F2DD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48 boxes.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6E339B-7509-4BB6-93AA-7BFB958E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3304E8-0A87-4674-96EB-5EC78690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8172DD-4E37-4AD6-8299-196FAE37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Complete each step, label sub-totals and check the final answer in context.</a:t>
            </a:r>
          </a:p>
        </p:txBody>
      </p:sp>
    </p:spTree>
    <p:extLst>
      <p:ext uri="{BB962C8B-B14F-4D97-AF65-F5344CB8AC3E}">
        <p14:creationId xmlns:p14="http://schemas.microsoft.com/office/powerpoint/2010/main" val="18872076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E6AAC3-85DF-4132-9277-A10EA12AE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43F7B-6D28-4F79-8430-85680E29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D5ADD6-CB5D-46AD-9C5A-E11846665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CFC49-E7CF-4670-88C1-6A7C30D1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3DC195-0771-4DD6-8D0D-BE351E22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FB985-7B84-4570-A184-30207452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A1D824-5261-449A-B5F8-07FD8A61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161080-7D46-4BCF-8CA2-32E6FC0F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B6B105-345B-4EF7-B341-5563648EA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D27BCD-0878-4365-ACC6-828AA7BA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715FD6-6047-4840-9B22-23483C1D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48 boxes.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59BF07-342D-4348-9AE3-161EDB8E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7273E-59DC-400B-B9AB-1412D280D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CC6167-EE24-4367-B58B-3246DAAC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002845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893848-55D1-4FCE-9E23-F6769F9E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613251-261D-429D-90CC-3149BFB3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A311C9-877E-497D-9223-E2124CE7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E71E2-54A2-4B69-AF5D-FF024693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6D7331-FC4E-4479-B927-5AC3712A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15E23E-F733-4068-B199-454747E4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1158E9-FA5F-4829-8FBB-27D83FFF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32EF6-4B7F-44F7-A909-FDA6377E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728181-BFDE-4EB7-BA77-3B150D78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50EA48-17CF-4E7F-9CA7-1A612815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08FA7-28C3-48CE-B0A7-06A28852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14EB5A-CED8-4721-A80C-1CE34B79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E97B50-056D-4AD2-B005-E32A8360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7CF19B-2333-4476-A336-605FD70D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40893-28CD-4E9A-AEA7-AB515DC4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700 bundles.</a:t>
            </a:r>
          </a:p>
        </p:txBody>
      </p:sp>
    </p:spTree>
    <p:extLst>
      <p:ext uri="{BB962C8B-B14F-4D97-AF65-F5344CB8AC3E}">
        <p14:creationId xmlns:p14="http://schemas.microsoft.com/office/powerpoint/2010/main" val="13127272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4025E5-BF0A-4A4C-AE40-23DB8A6B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4D5EFF-4B93-44D1-8571-E90778D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BAB64-CD38-42DA-A056-6956BD76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EC1BC-8956-4363-B49C-38257525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C49EB8-2C9E-48C7-B1DA-4105E7FB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8EB424-9EDE-4383-AACB-ACD229ED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66D1E5-9856-4A0C-992C-23EFC614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0D9641-2126-40CC-B531-DDFE2F57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05611-E81C-4B5B-B4EF-DF5FFFA3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37f6383704fb9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52D7EB-4C04-4B08-8373-4BC1CCE7B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59F9EE-1C84-49C0-8604-E90AF68C1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an intermediate exact answer before completing the second step.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62AB6C-CAFE-4A02-A1D1-585BC231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BD1956-3125-4509-A662-AB78AE21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CA299-D512-4655-BACB-3F73C878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Keep exact sub-totals unless the context or question asks for rounding.</a:t>
            </a:r>
          </a:p>
        </p:txBody>
      </p:sp>
    </p:spTree>
    <p:extLst>
      <p:ext uri="{BB962C8B-B14F-4D97-AF65-F5344CB8AC3E}">
        <p14:creationId xmlns:p14="http://schemas.microsoft.com/office/powerpoint/2010/main" val="9903691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E6058F-112F-45EE-83AF-1CA20DB9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2C8245-DD7C-47FA-ABD0-A2BBEB12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B2F7CD-64ED-4971-A4BC-DCB924CB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D4AA5-9411-4367-B8A0-254F2709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ECCCB2-2614-4405-ADCF-F0546D1B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348AE2-C25E-4BE4-9B82-3CF90192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3A18B3-C1F4-4C5A-8FE0-E0103A5F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51AFB-0676-4E7C-923F-A31B0E59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0BA29D-0392-424A-A84C-32298765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3C19EB-CC9F-483A-B753-FFB28C66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B92C8A-BFF0-4F38-89A8-704153C7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0F0F76-6F0D-4EA7-A779-A140E894A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091AD-AAAD-4514-AE4A-DD33D3C1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printer makes 1,250 leaflets per hour for 28 hours and packs them in bundles of 50. How many bundles?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D39503-F91D-448C-BC78-BF2D4C6F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B43AE8-93BF-4B81-8722-970E37A7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213D4C-DFA2-4A7F-BDF4-D12B340A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7E0DF8-C0A5-458E-96D4-FA772206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A851D3-31E2-467A-AEF1-2731D219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DCF780-D713-4385-9876-2111A4C2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5743AB-3BEB-499A-9A95-5A5A5591E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B5B62F-BAB4-4BF8-90F5-D7F1E9F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700 bundles.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B11872-5896-40FE-A51A-6C5840B6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202947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97B8CA-E7FE-4924-A82B-4E73B881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79420-9FA6-4BB0-B2D7-5D69C185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A32A2-FFE1-468F-B715-2EE6D47D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D0126-8ADB-40C8-A2A0-BF912A26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CF755-58A8-462E-AF0B-B885C95F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0CC423-6433-4BFA-92F9-4955F6A3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53E8F2-F23F-4B59-97CA-09DC9067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29EC1F-7FBF-49DE-894C-3C746D7B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AE4D8-EFC4-4F03-9380-3C5A91AF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7C2B9-2784-4C2D-AA56-284F0084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E66A9C-B55C-453A-93A7-7700EC28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A5C8EF-1931-4567-BF6C-13EDB5F4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3FA68F-BD2E-4164-984C-23932634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farmer packs 9,216 apples in trays of 24, then places 16 trays on each trolley. How many trolleys?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CF8E2D-07B7-4EC4-86B2-48183AA0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FE282-962E-4465-86EB-53515C99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C7D516-9B35-4198-AA4A-AC59AE24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201814-D68E-4D37-81A8-319B8287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E53EB0-D9D4-43DC-B787-39B5E73A9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35FF4D-909B-4181-BC0A-A7FB42E9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8A1025-0218-4C03-99DA-4AD8C093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C711B9-A22F-4F65-A6AD-A0B68070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511106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34CC8-5AEA-4A85-BFEF-25757F41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8F1F5-BF42-4DDE-9DCD-CBC53826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A4FBA-234A-4AA1-8180-929EEA9F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9B86C-2A63-43B8-9220-E19DB31E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8870A2-41CB-4CAF-9CAF-FB6733F7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741FD-1105-4950-8099-990F9203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37C98-B6EC-4F2D-8DAD-FCB40619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6F66F6-00B6-4D1A-B6CA-DF11BCE1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9FA62-A0C3-4800-BFAB-332E164B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00179-4909-497B-9D31-0FCCF214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result is 315 after a two-step multiply-then-divide calculation. Create a valid problem.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15A9F3-A89C-4B12-9E08-6B1DDD15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AFED92-2951-4A5A-B360-0486042A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D2D4A1-5159-4C6C-AAA3-C777A78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45 x 21 / 3 = 315.</a:t>
            </a:r>
          </a:p>
        </p:txBody>
      </p:sp>
    </p:spTree>
    <p:extLst>
      <p:ext uri="{BB962C8B-B14F-4D97-AF65-F5344CB8AC3E}">
        <p14:creationId xmlns:p14="http://schemas.microsoft.com/office/powerpoint/2010/main" val="7252170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CE3C1B-5B9C-4E4C-B2C9-C857853A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1447A-94BA-44CA-A846-E99887537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EB286-D4AC-4D05-8448-CE898444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F0A67-1D76-43CA-94CB-FE05FCB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2AA4D-4015-4462-98DB-7BB2D444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404CE2-F53B-42E2-87AD-9947B787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4326F-D100-4EE0-9D44-E5A8F4D5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E6C76-1ECF-4AF7-8512-929756D8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B9098C-6708-455E-8252-7A234F57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237AE-5F9D-4D11-A997-BB120960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5CB0B-689E-4EA3-BDE1-5DAFB808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496CA4-337C-4F83-96AC-592C62DC0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farmer packs 9,216 apples in trays of 24, then places 16 trays on each trolley. How many trolleys?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0FB277-F6B2-419F-89D5-36B2CB36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8553BD-3EBF-46B1-BE9E-58D55E84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A787D8-D192-441C-AADE-0602A032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30F759-C873-4FE8-A7C7-7AC3FBD7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 trolleys.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FB06DD-7774-4BB7-BA37-F5E0CF2E4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8C8FCC-F01A-4A9F-9EDA-EEAAF0AA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326674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C6EE51-884B-4DF2-8646-184FE426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0E5F2-2793-41EE-AB56-64F53227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111D1-AB14-4800-B7DC-08DC766C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100C6-66F3-4464-B00F-21273F21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DFDBD2-11E5-4D9B-B918-B7B6FCE35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6413F-30DC-4BCC-9F45-AB6EE918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B4742-F3F9-4BF1-B625-B3585DB7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297291-51FA-4298-81D4-C2CC32FD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C308C2-B019-461B-993E-620B111A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multi-step multiplication and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C47BF3-CDD8-4055-8546-CA82C038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78157-8889-4091-87D9-BCF9450C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FA186-999E-4B7E-91C5-161481C7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0D53D3-B855-4C2F-B1C4-8811648D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farmer packs 9,216 apples in trays of 24, then places 16 trays on each trolley. How many trolleys?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981A66-F701-40F2-A6EA-5E4C6E96E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423226-3A6C-45F9-8467-D0FE8203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2BD091-EADD-4B14-BCB1-F27CBC86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4A1911-EF5E-42EE-8868-A0C25D7C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an intermediate exact answer before completing the second step.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38DB5E-EFE7-4A09-B575-40876926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FB0D9A-ABE3-40C3-8F2B-7AFF84F1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76AA00-2F5C-420C-BB76-8CFC0E61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7CE013-0ABE-4E50-A23E-E67F72B4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126139-6C70-4143-88B6-6D25DFA2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512601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2026-09-09T20:45:42.8820000Z</dcterms:created>
  <dcterms:modified xsi:type="dcterms:W3CDTF">2026-09-09T20:45:42.8820000Z</dcterms:modified>
</coreProperties>
</file>