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ee87ec6a4d442f" /><Relationship Type="http://schemas.openxmlformats.org/officeDocument/2006/relationships/extended-properties" Target="/docProps/app.xml" Id="R36899e3befc34d24" /><Relationship Type="http://schemas.openxmlformats.org/officeDocument/2006/relationships/officeDocument" Target="/ppt/presentation.xml" Id="R3f4f90b2ece44b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54a847b8af4f9e"/>
  </p:sldMasterIdLst>
  <p:notesMasterIdLst>
    <p:notesMasterId xmlns:r="http://schemas.openxmlformats.org/officeDocument/2006/relationships" r:id="Ra497e0890a3e4db3"/>
  </p:notesMasterIdLst>
  <p:sldIdLst>
    <p:sldId xmlns:r="http://schemas.openxmlformats.org/officeDocument/2006/relationships" id="256" r:id="Ra093b699492e45f0"/>
    <p:sldId xmlns:r="http://schemas.openxmlformats.org/officeDocument/2006/relationships" id="257" r:id="R9c8b9460d5dd4a38"/>
    <p:sldId xmlns:r="http://schemas.openxmlformats.org/officeDocument/2006/relationships" id="258" r:id="R42a9c1cf894a4f7c"/>
    <p:sldId xmlns:r="http://schemas.openxmlformats.org/officeDocument/2006/relationships" id="259" r:id="Raf79fc491c7745ac"/>
    <p:sldId xmlns:r="http://schemas.openxmlformats.org/officeDocument/2006/relationships" id="260" r:id="Rb97222c2e1db4f5c"/>
    <p:sldId xmlns:r="http://schemas.openxmlformats.org/officeDocument/2006/relationships" id="261" r:id="R7fbe83e1a86546d3"/>
    <p:sldId xmlns:r="http://schemas.openxmlformats.org/officeDocument/2006/relationships" id="262" r:id="R984e6aa68a8f4968"/>
    <p:sldId xmlns:r="http://schemas.openxmlformats.org/officeDocument/2006/relationships" id="263" r:id="R2bf44c40c8db4123"/>
    <p:sldId xmlns:r="http://schemas.openxmlformats.org/officeDocument/2006/relationships" id="264" r:id="Rc00d55c0fa2f49ad"/>
    <p:sldId xmlns:r="http://schemas.openxmlformats.org/officeDocument/2006/relationships" id="265" r:id="R4fc093a7c7ab4fa8"/>
    <p:sldId xmlns:r="http://schemas.openxmlformats.org/officeDocument/2006/relationships" id="266" r:id="Ra3fe261fe5db4895"/>
    <p:sldId xmlns:r="http://schemas.openxmlformats.org/officeDocument/2006/relationships" id="267" r:id="R32c06e99c3be4d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e592bb1c4c4d1c" /><Relationship Type="http://schemas.openxmlformats.org/officeDocument/2006/relationships/slideMaster" Target="/ppt/slideMasters/slideMaster1.xml" Id="Rc854a847b8af4f9e" /><Relationship Type="http://schemas.openxmlformats.org/officeDocument/2006/relationships/notesMaster" Target="/ppt/notesMasters/notesMaster1.xml" Id="Ra497e0890a3e4db3" /><Relationship Type="http://schemas.openxmlformats.org/officeDocument/2006/relationships/presProps" Target="/ppt/presProps.xml" Id="R60830193a1e54dc9" /><Relationship Type="http://schemas.openxmlformats.org/officeDocument/2006/relationships/tableStyles" Target="/ppt/tableStyles.xml" Id="Rba4e82e0fd2f4064" /><Relationship Type="http://schemas.openxmlformats.org/officeDocument/2006/relationships/slide" Target="/ppt/slides/slide1.xml" Id="Ra093b699492e45f0" /><Relationship Type="http://schemas.openxmlformats.org/officeDocument/2006/relationships/slide" Target="/ppt/slides/slide2.xml" Id="R9c8b9460d5dd4a38" /><Relationship Type="http://schemas.openxmlformats.org/officeDocument/2006/relationships/slide" Target="/ppt/slides/slide3.xml" Id="R42a9c1cf894a4f7c" /><Relationship Type="http://schemas.openxmlformats.org/officeDocument/2006/relationships/slide" Target="/ppt/slides/slide4.xml" Id="Raf79fc491c7745ac" /><Relationship Type="http://schemas.openxmlformats.org/officeDocument/2006/relationships/slide" Target="/ppt/slides/slide5.xml" Id="Rb97222c2e1db4f5c" /><Relationship Type="http://schemas.openxmlformats.org/officeDocument/2006/relationships/slide" Target="/ppt/slides/slide6.xml" Id="R7fbe83e1a86546d3" /><Relationship Type="http://schemas.openxmlformats.org/officeDocument/2006/relationships/slide" Target="/ppt/slides/slide7.xml" Id="R984e6aa68a8f4968" /><Relationship Type="http://schemas.openxmlformats.org/officeDocument/2006/relationships/slide" Target="/ppt/slides/slide8.xml" Id="R2bf44c40c8db4123" /><Relationship Type="http://schemas.openxmlformats.org/officeDocument/2006/relationships/slide" Target="/ppt/slides/slide9.xml" Id="Rc00d55c0fa2f49ad" /><Relationship Type="http://schemas.openxmlformats.org/officeDocument/2006/relationships/slide" Target="/ppt/slides/slide10.xml" Id="R4fc093a7c7ab4fa8" /><Relationship Type="http://schemas.openxmlformats.org/officeDocument/2006/relationships/slide" Target="/ppt/slides/slide11.xml" Id="Ra3fe261fe5db4895" /><Relationship Type="http://schemas.openxmlformats.org/officeDocument/2006/relationships/slide" Target="/ppt/slides/slide12.xml" Id="R32c06e99c3be4d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c41a840a084a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0fa1dbbdbc489e" /><Relationship Type="http://schemas.openxmlformats.org/officeDocument/2006/relationships/notesMaster" Target="/ppt/notesMasters/notesMaster1.xml" Id="Rc82abcf088b04a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907f28b552479a" /><Relationship Type="http://schemas.openxmlformats.org/officeDocument/2006/relationships/notesMaster" Target="/ppt/notesMasters/notesMaster1.xml" Id="Rf7066d6b368044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3e1fac65554e04" /><Relationship Type="http://schemas.openxmlformats.org/officeDocument/2006/relationships/notesMaster" Target="/ppt/notesMasters/notesMaster1.xml" Id="R09e7dcbf14e247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a0290903fb4bfd" /><Relationship Type="http://schemas.openxmlformats.org/officeDocument/2006/relationships/notesMaster" Target="/ppt/notesMasters/notesMaster1.xml" Id="Rcdd28e189fe445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bae159aef14e62" /><Relationship Type="http://schemas.openxmlformats.org/officeDocument/2006/relationships/notesMaster" Target="/ppt/notesMasters/notesMaster1.xml" Id="Rbfb15d49b1f24f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9fdf2937f54c98" /><Relationship Type="http://schemas.openxmlformats.org/officeDocument/2006/relationships/notesMaster" Target="/ppt/notesMasters/notesMaster1.xml" Id="R9c308bab3ed74c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745ca21d994e2f" /><Relationship Type="http://schemas.openxmlformats.org/officeDocument/2006/relationships/notesMaster" Target="/ppt/notesMasters/notesMaster1.xml" Id="R59aa5716608343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65bb5e54e449a0" /><Relationship Type="http://schemas.openxmlformats.org/officeDocument/2006/relationships/notesMaster" Target="/ppt/notesMasters/notesMaster1.xml" Id="R8bf8bb2dcbd644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2308fcece84d47" /><Relationship Type="http://schemas.openxmlformats.org/officeDocument/2006/relationships/notesMaster" Target="/ppt/notesMasters/notesMaster1.xml" Id="R5d37c4c3837542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464a001bf64966" /><Relationship Type="http://schemas.openxmlformats.org/officeDocument/2006/relationships/notesMaster" Target="/ppt/notesMasters/notesMaster1.xml" Id="R486dc4c07a3f4a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5b801c40e44bc8" /><Relationship Type="http://schemas.openxmlformats.org/officeDocument/2006/relationships/notesMaster" Target="/ppt/notesMasters/notesMaster1.xml" Id="R9838c1fe2f7e44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be7c7e868548a3" /><Relationship Type="http://schemas.openxmlformats.org/officeDocument/2006/relationships/notesMaster" Target="/ppt/notesMasters/notesMaster1.xml" Id="Rcbe5a579fab44e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Bar-model templates, highlighters, problem-solving mats,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700 bundles. | Read the whole problem and mark the question and useful information. | Keep exact sub-totals unless the context or question asks for rounding.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multi-step, operation, information, sequence, sub-total, solution.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48 boxes.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700 bundles.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Keep exact sub-totals unless the context or question asks for rounding.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700 bundles..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24 trolleys..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Answers vary, for example 45 x 21 / 3 = 315.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24 trolleys.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24 trolleys. | Keep exact sub-totals unless the context or question asks for rounding.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5c8497e7ce49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1e5821e2b04ea3" /><Relationship Type="http://schemas.openxmlformats.org/officeDocument/2006/relationships/slideLayout" Target="/ppt/slideLayouts/slideLayout1.xml" Id="Rd522c8c764ec4c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22c8c764ec4c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e204b0f84436d" /><Relationship Type="http://schemas.openxmlformats.org/officeDocument/2006/relationships/notesSlide" Target="/ppt/notesSlides/notesSlide1.xml" Id="Re5e19dc6106343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6467ad71d4e91" /><Relationship Type="http://schemas.openxmlformats.org/officeDocument/2006/relationships/notesSlide" Target="/ppt/notesSlides/notesSlide2.xml" Id="Rf5a4efbf5e6e4d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c2ca0f03a4c4b" /><Relationship Type="http://schemas.openxmlformats.org/officeDocument/2006/relationships/notesSlide" Target="/ppt/notesSlides/notesSlide3.xml" Id="R7a7f67df227b47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8791dde314e2a" /><Relationship Type="http://schemas.openxmlformats.org/officeDocument/2006/relationships/notesSlide" Target="/ppt/notesSlides/notesSlide4.xml" Id="Rd628ebc2d7d641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919e65ac6431d" /><Relationship Type="http://schemas.openxmlformats.org/officeDocument/2006/relationships/notesSlide" Target="/ppt/notesSlides/notesSlide5.xml" Id="R8bfa23023ff949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5b380b7d448fc" /><Relationship Type="http://schemas.openxmlformats.org/officeDocument/2006/relationships/notesSlide" Target="/ppt/notesSlides/notesSlide6.xml" Id="R700c46ea35e146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3a06d75cb440f" /><Relationship Type="http://schemas.openxmlformats.org/officeDocument/2006/relationships/image" Target="/ppt/media/image.png" Id="R96a74241beaa4779" /><Relationship Type="http://schemas.openxmlformats.org/officeDocument/2006/relationships/notesSlide" Target="/ppt/notesSlides/notesSlide7.xml" Id="R3a74a331034b4c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a49c6d2464ec9" /><Relationship Type="http://schemas.openxmlformats.org/officeDocument/2006/relationships/notesSlide" Target="/ppt/notesSlides/notesSlide8.xml" Id="R5cc6ef9c9cfe44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58021b07f4840" /><Relationship Type="http://schemas.openxmlformats.org/officeDocument/2006/relationships/notesSlide" Target="/ppt/notesSlides/notesSlide9.xml" Id="Rd8a4ac34324b4e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a8ecb7c29421f" /><Relationship Type="http://schemas.openxmlformats.org/officeDocument/2006/relationships/notesSlide" Target="/ppt/notesSlides/notesSlide10.xml" Id="Rb22205c2a5e64c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7fd8819da4d9e" /><Relationship Type="http://schemas.openxmlformats.org/officeDocument/2006/relationships/notesSlide" Target="/ppt/notesSlides/notesSlide11.xml" Id="R14248df642754c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48c6e8f7944a5" /><Relationship Type="http://schemas.openxmlformats.org/officeDocument/2006/relationships/notesSlide" Target="/ppt/notesSlides/notesSlide12.xml" Id="R5fd20aa0d0bf4d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41915-B5B6-4D9C-AB1C-1F789EA3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FE803-7BD8-443C-9DFB-8E448BE2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23195-5DED-44CD-A764-B6C4ADD8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C7F07-471E-4A53-9693-9D54482F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8DB61-A691-4F3D-8277-ECE25281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42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multi-step multiplication and division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DF547-37F4-4165-B976-7FBB7BE3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7EAF4-2555-4046-810F-84D4B502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ECE6E-25D6-4BA8-AD60-3899505A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17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problems involving multiplication and division in 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BD589-4DF3-46F8-9836-3CACDB31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5ABF7-8038-4A0C-9CB6-33D5CE84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Bar-model templates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535D8-9D88-4F6A-97FD-2B4F4CDB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884294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53FFD-D759-4699-AECE-DBAE9D55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EFD07-3C49-4ABA-A99E-459984F4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F7C06-56D5-4D7D-97A8-777045FA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A7626-7A03-4322-8DF3-E9002C07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6FA67-112D-41D6-85E5-D3AC4FD6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B66EA-68DF-46BE-857C-B48FD78F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6F6ED-1716-48C1-AD63-442E2ED4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2DE46-064B-4DD5-90C7-398E24C6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8783E-EECC-4D3C-B036-A7B8239B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multiplication and division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EAEB9-78EB-4F09-8610-6CCFC42C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BF039-1A32-448D-8F83-536E55C5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ABD8B-6F22-4207-9D98-11FBD97D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BD78D-3DE0-41FB-8BA2-23ACD0F8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Select operations, use formal methods and interpret answers in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40D35-A6D8-4BF9-B2EB-849A6012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28B5F-DF0D-4758-8581-F778A4F5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F179B1-9355-4FA4-8F2A-327F5562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DE482-5AA3-4C97-8ACE-9384B604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printer makes 1,250 leaflets per hour for 28 hours and packs them in bundles of 50. How many bundles?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D2C14D-CE54-435E-B375-F38D1C62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5A5B6B-7167-4792-9624-CE130696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E90523-7065-4E5D-8C94-A3559045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D8CF3-682B-4292-9B4A-1C3CC827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 warehouse has 36 pallets with 24 boxes each. It shares all boxes equally among 18 shops. Boxes per shop?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B67DDD-64AA-4CC4-9575-225FBE81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200847537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39407-CB90-41A8-A3CE-0CCC8B98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95E7D-BBB2-4CC4-A0A3-47CC94C8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3C320-7C92-4132-915A-4993D90C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34A61-3FD7-4690-BDAD-2A52F923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5BD46-58DF-4500-BF4F-2498684F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7997A-DEC1-4792-823D-9E330D4F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B0A8C-771D-409C-867C-474B3AE8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BDEEA-12A9-4DDD-8313-34F2DCB2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E0CEA-1D9D-4032-818F-CA9C4D76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multiplication and division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B6B21-4E55-47A7-81AF-2D08705C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problems involving multiplication and division in sequence.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7CFE5-0F1B-4B73-AD1B-B82AC8CD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4E5C7-AF1D-441F-B58F-38F19401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Read the whole problem and mark the question and useful information.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DE8B8-D924-44AB-9EFD-CD09522A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Plan the operations in order before calculating.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9B922-3C46-4330-9F90-28951A8B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Complete each step, label sub-totals and check the final answer in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98ED8-ACD5-41B4-B7E8-6FB41CDA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multi-step  |  operation  |  information  |  sequence  |  sub-total  |  solution</a:t>
            </a:r>
          </a:p>
        </p:txBody>
      </p:sp>
    </p:spTree>
    <p:extLst>
      <p:ext uri="{BB962C8B-B14F-4D97-AF65-F5344CB8AC3E}">
        <p14:creationId xmlns:p14="http://schemas.microsoft.com/office/powerpoint/2010/main" val="34703764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ABE43E-42B1-4E4F-B371-6F92209E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6D983-E9F0-4171-8C36-0D18868C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F917E-C337-4B00-9676-18D44493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473E1-E4F3-440D-A2BC-F7672A45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0BDCF-7EF4-4B10-8D3A-0E615DB5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D2241-61C9-4BE6-93EA-EF46B81E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35C9F-C1B6-455E-95E4-DB7788EB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589AC-A55A-4509-A31A-28E7DBCE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DBF5E-9BAB-4223-BBC7-C0830633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multiplication and division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2FB61-4871-455D-932A-21A514DC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warehouse has 36 pallets with 24 boxes each. It shares all boxes equally among 18 shops. Boxes per shop?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EC7AF-90BA-48E4-9A66-7A988A6A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54420-D76C-4D1C-93B3-8E8005EF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42BB3-6B00-419C-8BFD-FF4AC954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36 pallets × 24 boxes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BAC67-5F50-41F7-ACE6-B34A1534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E3263A-0B01-4884-A844-5BA5C61B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7AE00-DCCC-421C-BFE2-0874FF3A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36 × 24 = 864 boxes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F2D80-60C4-440D-AE7D-F01CBA0A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2145CB-4568-4E8B-AD1B-F478E1D7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9CB256-2012-4204-8CA7-80FE13B9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864 ÷ 18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E94B7-EB36-4BA8-A28D-6D94FFDD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61DECE-1DB4-4280-A2BB-8E44043D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43DE5F-2B02-4E54-A4DD-37A4501C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48 boxes per shop</a:t>
            </a:r>
          </a:p>
        </p:txBody>
      </p:sp>
    </p:spTree>
    <p:extLst>
      <p:ext uri="{BB962C8B-B14F-4D97-AF65-F5344CB8AC3E}">
        <p14:creationId xmlns:p14="http://schemas.microsoft.com/office/powerpoint/2010/main" val="102622457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197B2-9F14-4430-9797-9750A5E5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4A89E-3622-4BE1-B54F-CA9FE9C5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2D288-9D05-4738-B75E-3C0ABAF9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03D0A-1DCF-46E6-8902-473E5755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F122E-56BF-4B48-97C5-FF14A31A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BFF17-93BE-4F2B-B89E-FEA200A6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20792-002D-45A5-90F3-EFE0FBAD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0CE52-E4D3-4E01-ADF3-4A97A0DB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216B5-ACE3-4200-A2FA-BCC4DB91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multiplication and division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138D5-946C-4900-ADD6-89072B9F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B2D76-F6BC-4F94-916B-7ED95317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48 boxes.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CC9B9-3169-41A2-A228-7D804095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22412-0BDA-4B86-9ABB-8E2BBB12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Complete each step, label sub-totals and check the final answer in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E397E-105B-4D69-B37B-3453BBED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54365544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41074-1A9C-49FC-BD2A-6D981E20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FA8EF-91C6-4927-8475-0FAB7B8C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948B7-2AEC-40FA-8331-F4495EB4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3D131-A4D5-4D0D-B915-13DFF62C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81C63-B4AD-4A53-BB1D-F958DAD4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341AD-2B8F-45CF-B2E2-BDB5F194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E3045-5646-473D-9A51-C38ED5C6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E1326-FA81-4D47-92C3-37B1933B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414C3-B2F3-4138-89D2-2A709F1B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multiplication and division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8E868-E15D-4E38-93A7-91CBD4C0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printer makes 1,250 leaflets per hour for 28 hours and packs them in bundles of 50. How many bundles?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9756F-0C3B-4068-9988-BB4C4369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EA7DD-89A4-4B69-B55A-648B8FFE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9962AF-DC04-4030-8866-E1EA1442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9DE8E-BD2C-4A51-9A46-23449DC8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85B7E-C2F6-4C43-9B35-93EF6D74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700 bundles.</a:t>
            </a:r>
          </a:p>
        </p:txBody>
      </p:sp>
    </p:spTree>
    <p:extLst>
      <p:ext uri="{BB962C8B-B14F-4D97-AF65-F5344CB8AC3E}">
        <p14:creationId xmlns:p14="http://schemas.microsoft.com/office/powerpoint/2010/main" val="24996560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1D716-817E-4B96-85C9-70A46E0B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9D16B-E616-43A8-8BC1-B1B4E14A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FB5E9-8747-4D5E-B733-07BD3A0D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67FE4-E80B-419C-93EF-B2DF2C6B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9337F-1267-48C4-BE35-41E7332F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C14CA-D8F9-432A-9216-CA4A0450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BB20D-CBCC-4EEB-B1B8-89245C33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CDCDA-6F3B-448B-9133-B3E8DA89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B200B-EE63-4427-A7E8-5433671D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multiplication and division problems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74241beaa4779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431F8-A5C1-4AE4-804D-6F983620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685B7-2E32-4BF1-B524-925E7CBA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rounds an intermediate exact answer before completing the second step.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5B8E9-9FEB-442D-9D93-B28577EE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F55C9-E8EC-4465-9B87-39BAAD69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877170-7B5F-4E30-86F7-7A4104FA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Keep exact sub-totals unless the context or question asks for rounding.</a:t>
            </a:r>
          </a:p>
        </p:txBody>
      </p:sp>
    </p:spTree>
    <p:extLst>
      <p:ext uri="{BB962C8B-B14F-4D97-AF65-F5344CB8AC3E}">
        <p14:creationId xmlns:p14="http://schemas.microsoft.com/office/powerpoint/2010/main" val="167162178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35F66D-C7B1-4A15-9460-345A63B5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EE925-42C5-43B3-B047-9703BB2C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6DB5E-D042-4365-AD8A-EFDE14FB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A7D03-1560-4A0F-A64E-B6501503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6D0F3-FE09-4DC5-8B1E-49676FE4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28E24-D415-452E-A94D-9ED99A86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E44C2-5246-406B-81AE-D56CE05A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00FF1-547C-41E9-A145-3352DAFB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7CF48-86C5-446F-AA8B-E5D99EC2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multiplication and division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59B33-9D08-49EF-982B-CD10F00D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821F9-9ACA-4E9E-A453-D0563F7E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F40F0-448E-4335-8FE1-CE3E4203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8D5C2E-0929-4A36-911C-513ADD40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printer makes 1,250 leaflets per hour for 28 hours and packs them in bundles of 50. How many bundles?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11C7A-3665-44CE-A8EA-441636F3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EFC5D-8B31-4E40-B6D0-C73D6D4A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8B90F2-5F11-4EF0-ADC6-C5F2DFE8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5FB6D-B61E-465B-B518-8B455727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93E9F9-55E1-40A1-8CD8-656D5F06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E47876-B479-446C-805D-F32B77B1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475DB7-A704-46EB-8D8F-A1807029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95E02-65CC-4F88-AC7A-CB8089DB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700 bundles.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2194CA-1B2A-484A-BFFC-891598C9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84976812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1E96FF-F097-45B8-B2BA-FBF276B5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737CD-111A-40B7-8CA5-039B8CA2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0DA6B-E6E6-440B-BE41-9F3FD68F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D719B-EEC2-48EC-9212-BC85CA31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F94D0-16D4-4767-AB8C-2319465D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22CB8-FF8F-4825-8BCC-6A97E0CD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DEC03-4446-4552-86E4-D707E7F9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18E31-24FA-494C-A807-6A671337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4A7F9-F6BF-4602-BD94-6E2A480A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multiplication and division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BE43B-DAD9-40EF-81DE-F68CBAB3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5317B-65CD-4A2E-BD93-5FB7DF8B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48CF4-71D5-4515-96B8-C09C4760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44304-0D8C-4EA0-8B7A-35219914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farmer packs 9,216 apples in trays of 24, then places 16 trays on each trolley. How many trolleys?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CF36F-9420-4468-9A73-A941A284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BCDEC-0BD6-468A-BBA1-E632759A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7E98A-7B4D-4C9E-AEC4-E10257B4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7F73B-1C4F-493C-9D75-2345BB46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0EA2D-5C73-495C-B11A-E16C74A1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F279B-FCA6-40C1-83C5-1AD27A05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AFFA5-4F73-4EF5-BE24-2D65FD89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E00225-503A-4EA7-A3C7-0A151D06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71028863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AE98D3-38B9-476E-988C-66291A12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8FB48-7241-46BA-8D5C-0DAEF158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F9401-BADE-478F-86FF-3036C02E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38C2D-95A2-40BE-9CC1-277C6242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E338A-F8F5-4494-B686-0BB3A67D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34451-0FE0-4536-BF67-245F015B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DC554-C761-4B0A-B47D-15E7A913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25565-5A76-464C-9114-CA4E1802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017FE-1639-4FE0-BCA3-E3ED65B3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multiplication and division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0A6B5-94A2-4914-8D96-C4031034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result is 315 after a two-step multiply-then-divide calculation. Create a valid problem.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97313-D106-46B1-BAD7-B7B03BA4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D382D-CD22-47BC-AAE1-C59EC33E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C747E-FCEB-4175-A08A-228DEA0E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Answers vary, for example 45 x 21 / 3 = 315.</a:t>
            </a:r>
          </a:p>
        </p:txBody>
      </p:sp>
    </p:spTree>
    <p:extLst>
      <p:ext uri="{BB962C8B-B14F-4D97-AF65-F5344CB8AC3E}">
        <p14:creationId xmlns:p14="http://schemas.microsoft.com/office/powerpoint/2010/main" val="111411883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C2120A-A832-4DB1-A5BC-BD94B0AF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3FCBA-FF54-4BC9-8425-2323D57A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17709-0DF1-4563-BC64-43CF672D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3A112-BD13-4121-8817-EE5E2D7E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43564-9663-4BD3-A2F1-174FFFEF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678A3-D806-4811-8E13-D8379246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0A417-4037-465F-BD91-E9DCD468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6211E-4C54-4232-99D5-41548A60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AC246-653F-4D11-BA76-4AED4D26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multiplication and division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EA724-DB11-4466-86FA-930F87BE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6B6C0-E485-4539-8C2B-B0BB61D5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F2198-FC2E-4DFE-98FD-CFC53F15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farmer packs 9,216 apples in trays of 24, then places 16 trays on each trolley. How many trolleys?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614DD-6615-48BF-BD7B-75BC1309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9C9EC-BD93-48DA-9AED-1BAD3191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B6C29-DFB0-420D-9477-778E5BB3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1C458-9C01-41D4-97A8-216A7562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24 trolleys.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1A913-F8E7-4447-AE4A-E98FBEBC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C9616C-4411-4078-BE6E-E143DCB0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22903418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6C9187-CA3E-47B6-8B90-B493BBA9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08580-95EE-4261-88F2-2E9CA3E2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3D0B0-7683-48A2-8402-0A4E2672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C2A89-1EC7-49CA-885B-8569DEFD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02AA9-DB1E-4F2A-A9F8-057718F1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0E9B2-A0C4-4111-9158-E3757710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3042D-1C48-430C-9BFE-0B12E03B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C6A86-1C5D-478F-A370-DB6D3CD6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6C882-58F2-4740-943D-E5FC833B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multi-step multiplication and division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BD290-D8B4-4DE6-AE28-5A5440BF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AA14C-1E7C-48C9-AFB5-49BB1283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C0992-4391-4084-A2A9-62C4CAF7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72510-E035-4D3F-9DB4-C2F275FB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farmer packs 9,216 apples in trays of 24, then places 16 trays on each trolley. How many trolleys?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842F6-C04A-402C-AAE0-E8085316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1E650-5F53-460F-B992-898804BF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A06D0-BB29-4A52-BDDB-9AD7527A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F9565D-1288-4805-8570-C11E45B1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rounds an intermediate exact answer before completing the second step.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E803BF-C0A5-4F94-8536-55AC6460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37C06F-F963-4E1C-AD04-A177FADB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9C4B1-1E1B-4218-9F38-59E5940B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181F5C-0820-4BD7-AAF6-34905A1D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FE929F-80D1-4321-9228-FEBBDB5D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22173543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2026-09-09T22:14:26.7830000Z</dcterms:created>
  <dcterms:modified xsi:type="dcterms:W3CDTF">2026-09-09T22:14:26.7830000Z</dcterms:modified>
</coreProperties>
</file>