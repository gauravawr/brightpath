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700 bundles. | Read the whole problem and mark the question and useful information. | Keep exact sub-totals unless the context or question asks for rounding.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warehouse has 36 pallets with 24 boxes each. It shares all boxes equally among 18 shops. Boxes per shop? Answer: 48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700 bundles.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Keep exact sub-totals unless the context or question asks for rounding.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700 bundles..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24 trolleys..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45 x 21 / 3 = 315.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printer makes 1,250 leaflets per hour for 28 hours and packs them in bundles of 50. How many bundles? Expected: A farmer packs 9,216 apples in trays of 24, then places 16 trays on each trolley. How many trolleys? Higher: A result is 315 after a two-step multiply-then-divide calculation. Create a valid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24 trolleys. | Keep exact sub-totals unless the context or question asks for rounding.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E5C4E84-F179-4A40-83FA-6B33E9C7FB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5D93F3-1298-4A24-AD74-FDBF27F7DD24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C43F1E4-93D9-45BF-AE33-1BCF66B1217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02BA1C-04AD-47B4-ABA0-41B682F65F51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404E04-FE88-418A-A7F1-755032D532A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AB11AB-8092-4F18-B251-8B8B319D9DCF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F35435F-906C-4D98-AEF0-5506F7A3FA46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010C3B-E2D0-43F9-A747-3DA37CC1C51E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7F5332-9502-4FA0-951D-EFAAF3F5EA19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817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multiplication and division in sequence.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751106-1350-4CD7-982D-A836B4632EAF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8616E6-B839-4B33-BAC0-D8E97AE8130A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81A715-4F47-4706-B6A2-AFD4C75C83BA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83396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16A9294-E053-4975-8937-7E0BBED21D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71C981-49B6-4975-9CB1-7D4015F7B09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3F3221-FBBD-430F-8C90-DE04AE6BD8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4F1FF9-6D49-49FF-B83E-8FE5BF1D768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E6DDCE-053F-416C-82E4-BA71E73E2A6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D0184F-824A-4364-AEFC-A7BA5FB2F17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91F70B-0D3F-4734-920C-C206019001D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008141-AD0C-434E-BBFB-69AA8E518B9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24F78F-BC4B-4C1D-B9D9-66C1F4DDB25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837F12-D372-4211-8853-8E0FB6F0C52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DABD52-B12D-4CBA-9EF8-6DD048CAFE1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005BE24-FD0D-4945-8FD2-43232F1346C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A56BBC-D2EC-4CA1-A2BF-3713D6FF6D5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32C106-EEB4-40BC-A7C0-B256623FFA9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961A25-47F9-4B3A-AEB8-3B73263C5B3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3444E14-8E99-46CE-9F98-F550E360FA3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9D896D-8265-4F03-A2D2-F920846B6A9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137E75-DA80-4CF3-A21E-6C8E4AAA4A0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printer makes 1,250 leaflets per hour for 28 hours and packs them in bundles of 50. How many bundles?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9E780A8-801D-47F8-A0C6-3530DF755E2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1E7EFAA-4943-4219-BF50-E953604FFB5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D76CCF-167E-40EF-A27F-FB1BA412A84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0591086-F8F7-4EBC-84DE-884C0F5785F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warehouse has 36 pallets with 24 boxes each. It shares all boxes equally among 18 shops. Boxes per shop?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87DB74-3F45-49A0-96BA-0C055992A87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90326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D193FC0-0281-4B25-B08F-CC9B9B4FB5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3B6622-E40A-4D43-9E87-EA6B6E80C0D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CC0661-14F8-4A68-9944-5085CDB8C5A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999121-198F-40F9-B1C4-732E902583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4A842-C254-4719-8993-62916AB03B1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F8BA83-9530-491C-8873-08BDE45679F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67FB9A-C2E6-4689-B84F-27C8A8B8A0D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2425ED-739F-4E43-801D-BBEE6045DED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06AA21-38E7-4D26-8590-8DEBA5712F0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D5F2B7-52D2-467D-BAD5-659125B110F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9EF78D-CB34-4739-8636-916A98463E33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multiplication and division in sequence.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EA762D-6E56-4AFA-90C9-0695BBFAC520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9AD143-E6A1-4653-994E-6DA2C392D514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F853E0-FFCC-4EB5-B755-74454355891E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E06A20-D830-48E9-BAF1-B441B023949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6B6078-9513-4895-97CB-D031867CB00D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58974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14059A1-95D6-497C-A7A5-87C2130218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1BE1FC-112A-46B9-9896-47BA96E2612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9CF5C2-9E34-4404-9EBE-CC81F8D5C35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E5566AC-DF07-4203-A8FE-F208A47C69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29E95D-6F05-42FD-8A5A-0A212EF0252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F5E1A9-E97D-4201-8108-5A756702E35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51F20D-4168-462D-ADC2-A5533B9251A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481C6C-42DE-428A-97CB-8356D5FDCF3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E6B193-10C0-4F79-981A-CCC2870583F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898BDF-50AD-42B1-84D3-1F61DA151C7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4F028F-A8A5-4516-8454-49C3B18D5B48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warehouse has 36 pallets with 24 boxes each. It shares all boxes equally among 18 shops. Boxes per shop?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90D37D-826A-4D90-8FC4-895A743E1256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4CD7B63-0ECA-4BDC-B9ED-CDECE66F012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8368AC-C8B9-43D4-8B5A-F10CBC769F14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1B5491-20F6-491B-9565-7125E000D3D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7311D0-3591-47D8-9C57-76EDAD5F429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9B9D82D-66BC-40A6-8724-4A336354E69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F952B18-143E-4FD9-B884-FF0A12D006E9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ECD170-7C26-4730-94A0-4C3ADFB688A4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DAFC14-2F94-4F2F-8426-CC6CE55C404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1CC1D1E-BF96-4EF5-A9F1-13D024E0EC9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C2039F-C03D-4AD2-BDE1-5700E47566C0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302774-611B-48DF-833B-F1EAB730B4C5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289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A5559AA-CB30-4705-B307-8842CB2C22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381885-A02E-46AF-97D0-BD26429F911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81BCB1-31FB-4D7A-978F-EDFFB7D5668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96B52A-4F1D-468A-8F66-4225245043D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68F108-6597-4084-8612-E00123959C4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EBF749-DAC5-4109-88A7-6EA8D740563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CDCF99-75C9-4002-A764-359DF43B524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A1A416-7EC6-4868-A833-FF3020DE7F4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FEF0AD-8C6F-4632-84BF-657A4798A78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8BEBA9-1F88-44CF-B774-6A1A0D9151B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A029A6-FE64-4E97-AC37-A742111609D0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360463-87D2-4585-824F-3EFF7B410703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48 boxes.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379F12-AAE1-4992-A5FC-8A985E59E2A1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617AAB-6B13-4B41-82DE-82CB50AC7FDD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DF3F56-A2F3-4BEA-8A95-F431409C2AA9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2170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BD77F39-23AA-407A-A33C-3C523098BA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0B9FED-2062-4187-9846-837CF70F217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9F117-6825-41A7-BAA8-497071AF5B5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9B9199-7701-4575-AFCE-940AD55BEA7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F1C576-C62F-4E93-8D5E-0EE422BCC00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CC7786-8C20-4B6D-9A20-3CEE9C52906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139529-D853-43FD-98DF-60FC6BB139E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523F5C-1A2A-4392-B289-04E09C7ADDA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31E23A-1C16-4A41-80BE-F0570C696AF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AE17F2-5A0D-42E5-B24D-4C70010A821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F9E5AF-82E2-4753-AC29-3DC26169EBA3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printer makes 1,250 leaflets per hour for 28 hours and packs them in bundles of 50. How many bundles?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F35922-6E38-4A5C-9606-4BFD7324ED26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BE32B2-34A5-47C6-B271-63EDA93021E4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2C3178-382C-44CD-B1A1-BFA88DEA000F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B499D9-0050-4DE3-B2B0-4AD671E36A8E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C8C37D-B10A-4007-BA89-166939090B27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700 bundles.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319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8978DCF-CB35-4E52-889D-E383BB24B5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C41BD4-A81D-459E-8EAF-B140B15744D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F3E13C-ECA2-413B-BC21-DFE7701638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F1B9CD4-3605-4056-A6C8-7DE1D766A67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B9CD98-EF14-45A9-B6D0-1E32E44164F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CA2DED-5184-40B0-B425-AFC18A00984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95BD2C-1209-467A-81B3-999450FC5AC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CDC02F-E4BA-4ACC-9225-E596BFDCC3D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491D28-2597-48B8-BD78-8F959D60265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77AB09-98C0-47EB-B302-A42B620819F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E574FC2-AE0C-49C7-9EBE-DD290D50E884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E92D11-5F17-4AB4-A903-52A3AB0791FC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rounds an intermediate exact answer before completing the second step.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BC610-E5F1-4E1F-8556-E23AD7957DD4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3DF4CC-B91B-491F-92B4-EADF8123062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EC92A8-7419-4347-8AFE-82247C10A37D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Keep exact sub-totals unless the context or question asks for rounding.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3210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FC06999-0212-4616-A01D-C876CAE4A6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46C5A2-AF47-4AF3-81D9-DDDBB163BE8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50D5B3-11FF-4D6A-B229-546F22A556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25BFC4E-18EC-43C0-AA2A-70576946A0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0636DF-19CB-494A-B211-2668F24262D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8C1254-0548-40B9-9FBE-326E8ECC932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F744BE-87C6-4207-81A9-AB48051C723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10ADFE-878D-4241-B16C-39017D9A1F2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DCA731-91C7-4374-B652-35314FCC860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C8779-C6B9-429A-910E-FB8A6E1C9B7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D457675-C1AA-4B1B-912C-63993EBFAEB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3CFC31D-6286-4461-BCD4-231A055B039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79EDAF-D2EA-487A-8232-70FCF364157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4FC1D6-4EB7-4722-9795-DFB0A9433CB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printer makes 1,250 leaflets per hour for 28 hours and packs them in bundles of 50. How many bundles?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DDAC0C9-2D95-4453-8A31-1BD7FB9D6F5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02FDE07-393C-4C6A-AD33-8CAD843ABFF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7231AB-EF03-411A-AA92-52486259C97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2B8CBE-E003-4DBB-B42E-FA8D91B147A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096E6EA-E58A-42B2-B3CD-9F6694FEFFA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8D5CBBA-184D-443E-BC31-53F549D4563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289883-B364-4A6F-9E73-42620816B01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54F1E0-6807-4DEB-9F96-ED394B9A009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700 bundles.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A7D4584-115B-445C-8F37-85A5F245EBF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1562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BEF3CC8-4B4B-44CF-ACD6-691F495B14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79A3C3-236A-4E9C-AAFA-2E9ACA16458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8392C-C247-467E-A6B3-26428CADCF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2C916B-1FCE-40B6-94B1-12E669595C0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7C7284-07F5-426B-B179-52B4F6D276F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33CB4F-57AF-4F60-9D2F-10AE042984B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5163E4-9C6D-485D-9491-F71C32EFAE1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CE6F85-6FBA-4929-9B4E-8C1B2C2FFC0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E6A1FE-4147-4C91-BE4F-6BA32B511CA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6EEC93-6A35-4FB7-9CC3-436B2C91638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8B3C802-DD13-4678-8519-1C06AAF99FC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E6E39C-1453-44B3-9EF4-E40738D336F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04702C-79B8-4731-8557-DEDC74ED1AA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DE84FD-7D23-4C27-8019-EE822A39DA5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farmer packs 9,216 apples in trays of 24, then places 16 trays on each trolley. How many trolleys?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FAA33DB-C457-4B22-978D-1ACDF3F2CE6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5385C7-43CC-4A55-B21E-7FA9D87C219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940374-5D25-4232-BEE3-1C6F0D5D279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5EE7F9-E221-46F9-9BE9-EAB996376D1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D2F05D-44E4-4F55-A77B-39A2D999C79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B8C1487-670A-4BD7-8858-2F367DDFFEE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964CBEB-E240-4049-B7AD-2EDE6362E62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F41946-4303-434F-8032-691011AFA27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8487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E09470F-91B8-4B16-A835-E640F72CC6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092C-4370-40D4-B077-14D830CFA1C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23E855-1B8A-41BA-A5F5-9D8CB00B5CF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5564AF0-AB53-4E43-BB1F-B4BCD8DC8C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50290F-8FF4-4AF5-B4EB-D4D8957B3BA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A92B7C-1930-476A-A4C0-2F01894D7CE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544FD1-44A6-4D32-907C-56EBB8988E2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440EDB-AB49-45DB-8E13-02220834E3B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BEAB87-A873-4013-AD8A-495AF1D12AA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E143DD-2AFE-46CC-B9EB-4B6C9075F47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ECDFEA-E36B-47EC-B91A-10391D6B4B0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result is 315 after a two-step multiply-then-divide calculation. Create a valid problem.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D48156-DDFE-4037-853B-C00B80FF1291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E0EA36-C45D-46D7-B4C7-8C0C19B69A5A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E94392-56E3-4B92-9DDD-486854ABFE0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45 x 21 / 3 = 315.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798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7F1D7D9B-3F6B-4D63-92D5-EBBCC24872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C24C99-FEE7-4AD0-B444-88358A094F3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7950F8-4351-40F1-A7D3-7F9A22BFB3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27D22DE-48B4-4845-A484-E64A880DC04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DEBBD5-7955-4AE5-AF86-FFB529D9555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8743C7-E70D-4E95-8F10-8EED2D80233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D34A77-E6AD-43EE-86DA-AE3158CE72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6D310A-6049-4910-8AD8-71346FB1546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8E2864-2223-4B21-A923-4FD4A1A3E91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3EFC84-1F54-41EA-97E8-ED381D4F244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D12B6-70B8-419A-A052-0D46B91DDAC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D2C5972-31A1-4472-AAEC-7F284F2D5D1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85E08A-EDBA-44B3-A2CA-1CDB4F4DD53A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222070-B827-4161-AC67-7AE6B7FE9705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FB0C33-E636-4BB1-AF4E-6E9BAB5B2FB0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CA0620-B0C1-43C1-A461-26E6B4A8C8F1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E34AC36-B830-42D6-A094-09B85C13B11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8C754E-4E20-4CFE-A398-4057C2C1FDB0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1D3FE2F-F270-4147-BF01-5DD9BF2D9484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26ADF67-D836-4E69-85D6-B8FFC6FCA0BD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256753-45DA-4A1B-A9F2-B14D5505D80C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6710E9B-CA84-4B80-AB40-BA085A7BA4FA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09236D-A13A-474E-AFD2-748ACA00390E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5C0D6A-82D8-494A-9733-C5937605D4A0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020E0E7-1DF1-4CEE-B64F-2C5B5E0AE22B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15721E7-813F-4001-9CFD-1198F2B296C2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426641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22BB1ED-F836-4A23-9240-ED93BF4FD0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247F51-3396-4215-9758-AED1359AC4E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DBF75C-AD5A-4B9D-AA8A-A5C12BD14E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339E583-96F7-40FB-8C15-5567140217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F9C114-47CA-4B4C-8A71-D734B59BE16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B892EA-0FDF-46D8-8D19-11FA3E5B4A0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A648F9-F648-4065-8150-9947F8E052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55884A-05A3-4838-8C17-63790229636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9C00B8-359D-457A-BD89-1238E7F1A5B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701C4D-69DA-440B-8DC2-B5667A4D80D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CC8F62C-61BD-4B16-96FE-03E0B36E84D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3837F9-843D-4789-8609-FB97B7890AE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ACFA5D-B820-4E33-95D8-DE3F4FF4BA3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8AE998-7023-4F59-BA4A-ADE03FA5286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farmer packs 9,216 apples in trays of 24, then places 16 trays on each trolley. How many trolleys?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36D698D-5C9C-4A97-9219-5791B626778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5C9CF4F-F3CE-4F08-9485-53E9B48155D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D254A2-A552-4F51-92AD-EDECEC48584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8F3976-21E7-41F5-BEA3-75BE1B02C55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rounds an intermediate exact answer before completing the second step.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127A12A-6A6B-4B54-BB2F-4608842EE8E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B8F4221-7E5C-4486-87EB-30F850AF501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2A74E81-EF7D-4EF1-9723-31DBDA3D97B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4F604F9-4762-4CBC-9AB8-D00A58116C4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EB2129-2CF1-4324-AF03-0562F5F886F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7689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1482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2026-09-08T22:38:09Z</dcterms:created>
  <dcterms:modified xsi:type="dcterms:W3CDTF">2026-09-08T22:49:39Z</dcterms:modified>
</cp:coreProperties>
</file>