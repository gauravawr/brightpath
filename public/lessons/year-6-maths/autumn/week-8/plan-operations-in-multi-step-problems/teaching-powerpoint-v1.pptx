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rima Sharma" userId="c5ca40beb9a8554c" providerId="LiveId" clId="{2265D429-760C-4FF0-9653-4AF4BA9B0970}"/>
    <pc:docChg chg="custSel modSld">
      <pc:chgData name="Garima Sharma" userId="c5ca40beb9a8554c" providerId="LiveId" clId="{2265D429-760C-4FF0-9653-4AF4BA9B0970}" dt="2026-09-09T11:07:33.045" v="59"/>
      <pc:docMkLst>
        <pc:docMk/>
      </pc:docMkLst>
      <pc:sldChg chg="modSp mod modAnim">
        <pc:chgData name="Garima Sharma" userId="c5ca40beb9a8554c" providerId="LiveId" clId="{2265D429-760C-4FF0-9653-4AF4BA9B0970}" dt="2026-09-09T11:07:30.653" v="5"/>
        <pc:sldMkLst>
          <pc:docMk/>
          <pc:sldMk cId="51856007" sldId="257"/>
        </pc:sldMkLst>
        <pc:spChg chg="mod">
          <ac:chgData name="Garima Sharma" userId="c5ca40beb9a8554c" providerId="LiveId" clId="{2265D429-760C-4FF0-9653-4AF4BA9B0970}" dt="2026-09-09T11:07:30.527" v="0" actId="20577"/>
          <ac:spMkLst>
            <pc:docMk/>
            <pc:sldMk cId="51856007" sldId="257"/>
            <ac:spMk id="13" creationId="{4F82E329-B2FE-42A3-9D95-07EEF2ECB04E}"/>
          </ac:spMkLst>
        </pc:spChg>
        <pc:spChg chg="mod">
          <ac:chgData name="Garima Sharma" userId="c5ca40beb9a8554c" providerId="LiveId" clId="{2265D429-760C-4FF0-9653-4AF4BA9B0970}" dt="2026-09-09T11:07:30.602" v="2" actId="20577"/>
          <ac:spMkLst>
            <pc:docMk/>
            <pc:sldMk cId="51856007" sldId="257"/>
            <ac:spMk id="17" creationId="{2914216B-B911-4AB3-9B35-7787D00A5671}"/>
          </ac:spMkLst>
        </pc:spChg>
        <pc:spChg chg="mod">
          <ac:chgData name="Garima Sharma" userId="c5ca40beb9a8554c" providerId="LiveId" clId="{2265D429-760C-4FF0-9653-4AF4BA9B0970}" dt="2026-09-09T11:07:30.649" v="4" actId="20577"/>
          <ac:spMkLst>
            <pc:docMk/>
            <pc:sldMk cId="51856007" sldId="257"/>
            <ac:spMk id="21" creationId="{A2623BF2-9C8A-4772-BF23-E2F834F9E7D0}"/>
          </ac:spMkLst>
        </pc:spChg>
      </pc:sldChg>
      <pc:sldChg chg="modSp mod modAnim">
        <pc:chgData name="Garima Sharma" userId="c5ca40beb9a8554c" providerId="LiveId" clId="{2265D429-760C-4FF0-9653-4AF4BA9B0970}" dt="2026-09-09T11:07:30.836" v="11"/>
        <pc:sldMkLst>
          <pc:docMk/>
          <pc:sldMk cId="1111567679" sldId="258"/>
        </pc:sldMkLst>
        <pc:spChg chg="mod">
          <ac:chgData name="Garima Sharma" userId="c5ca40beb9a8554c" providerId="LiveId" clId="{2265D429-760C-4FF0-9653-4AF4BA9B0970}" dt="2026-09-09T11:07:30.780" v="6" actId="20577"/>
          <ac:spMkLst>
            <pc:docMk/>
            <pc:sldMk cId="1111567679" sldId="258"/>
            <ac:spMk id="12" creationId="{2EC7B817-F131-4A8D-8DA4-8D49C033CCD5}"/>
          </ac:spMkLst>
        </pc:spChg>
        <pc:spChg chg="mod">
          <ac:chgData name="Garima Sharma" userId="c5ca40beb9a8554c" providerId="LiveId" clId="{2265D429-760C-4FF0-9653-4AF4BA9B0970}" dt="2026-09-09T11:07:30.805" v="8" actId="20577"/>
          <ac:spMkLst>
            <pc:docMk/>
            <pc:sldMk cId="1111567679" sldId="258"/>
            <ac:spMk id="13" creationId="{B9D37D2C-B39A-468C-840C-33EDCA097FB8}"/>
          </ac:spMkLst>
        </pc:spChg>
        <pc:spChg chg="mod">
          <ac:chgData name="Garima Sharma" userId="c5ca40beb9a8554c" providerId="LiveId" clId="{2265D429-760C-4FF0-9653-4AF4BA9B0970}" dt="2026-09-09T11:07:30.833" v="10" actId="20577"/>
          <ac:spMkLst>
            <pc:docMk/>
            <pc:sldMk cId="1111567679" sldId="258"/>
            <ac:spMk id="14" creationId="{ACB6BFF7-09C4-4B22-B0F6-0411A578598C}"/>
          </ac:spMkLst>
        </pc:spChg>
      </pc:sldChg>
      <pc:sldChg chg="modSp mod modAnim">
        <pc:chgData name="Garima Sharma" userId="c5ca40beb9a8554c" providerId="LiveId" clId="{2265D429-760C-4FF0-9653-4AF4BA9B0970}" dt="2026-09-09T11:07:31.071" v="17"/>
        <pc:sldMkLst>
          <pc:docMk/>
          <pc:sldMk cId="443050422" sldId="259"/>
        </pc:sldMkLst>
        <pc:spChg chg="mod">
          <ac:chgData name="Garima Sharma" userId="c5ca40beb9a8554c" providerId="LiveId" clId="{2265D429-760C-4FF0-9653-4AF4BA9B0970}" dt="2026-09-09T11:07:30.959" v="12" actId="20577"/>
          <ac:spMkLst>
            <pc:docMk/>
            <pc:sldMk cId="443050422" sldId="259"/>
            <ac:spMk id="14" creationId="{A79EBBC9-016B-4778-BB1E-1F2563B0A5EB}"/>
          </ac:spMkLst>
        </pc:spChg>
        <pc:spChg chg="mod">
          <ac:chgData name="Garima Sharma" userId="c5ca40beb9a8554c" providerId="LiveId" clId="{2265D429-760C-4FF0-9653-4AF4BA9B0970}" dt="2026-09-09T11:07:31.011" v="14" actId="20577"/>
          <ac:spMkLst>
            <pc:docMk/>
            <pc:sldMk cId="443050422" sldId="259"/>
            <ac:spMk id="18" creationId="{C131F1C6-A866-41F9-8243-C01E8D0D2F40}"/>
          </ac:spMkLst>
        </pc:spChg>
        <pc:spChg chg="mod">
          <ac:chgData name="Garima Sharma" userId="c5ca40beb9a8554c" providerId="LiveId" clId="{2265D429-760C-4FF0-9653-4AF4BA9B0970}" dt="2026-09-09T11:07:31.068" v="16" actId="20577"/>
          <ac:spMkLst>
            <pc:docMk/>
            <pc:sldMk cId="443050422" sldId="259"/>
            <ac:spMk id="22" creationId="{A4A62133-1827-4C7E-828C-147C5ED0634D}"/>
          </ac:spMkLst>
        </pc:spChg>
      </pc:sldChg>
      <pc:sldChg chg="modSp mod modAnim">
        <pc:chgData name="Garima Sharma" userId="c5ca40beb9a8554c" providerId="LiveId" clId="{2265D429-760C-4FF0-9653-4AF4BA9B0970}" dt="2026-09-09T11:07:31.276" v="23"/>
        <pc:sldMkLst>
          <pc:docMk/>
          <pc:sldMk cId="2116454987" sldId="260"/>
        </pc:sldMkLst>
        <pc:spChg chg="mod">
          <ac:chgData name="Garima Sharma" userId="c5ca40beb9a8554c" providerId="LiveId" clId="{2265D429-760C-4FF0-9653-4AF4BA9B0970}" dt="2026-09-09T11:07:31.206" v="18" actId="20577"/>
          <ac:spMkLst>
            <pc:docMk/>
            <pc:sldMk cId="2116454987" sldId="260"/>
            <ac:spMk id="11" creationId="{3C7126A0-7B0E-4C3E-944C-FC21B0696883}"/>
          </ac:spMkLst>
        </pc:spChg>
        <pc:spChg chg="mod">
          <ac:chgData name="Garima Sharma" userId="c5ca40beb9a8554c" providerId="LiveId" clId="{2265D429-760C-4FF0-9653-4AF4BA9B0970}" dt="2026-09-09T11:07:31.248" v="20" actId="20577"/>
          <ac:spMkLst>
            <pc:docMk/>
            <pc:sldMk cId="2116454987" sldId="260"/>
            <ac:spMk id="13" creationId="{949D665D-7F8D-4088-AFF7-F65303C40E05}"/>
          </ac:spMkLst>
        </pc:spChg>
        <pc:spChg chg="mod">
          <ac:chgData name="Garima Sharma" userId="c5ca40beb9a8554c" providerId="LiveId" clId="{2265D429-760C-4FF0-9653-4AF4BA9B0970}" dt="2026-09-09T11:07:31.274" v="22" actId="20577"/>
          <ac:spMkLst>
            <pc:docMk/>
            <pc:sldMk cId="2116454987" sldId="260"/>
            <ac:spMk id="14" creationId="{CD517CB1-75EC-440B-AA5D-AC01626E2E15}"/>
          </ac:spMkLst>
        </pc:spChg>
      </pc:sldChg>
      <pc:sldChg chg="modSp mod modAnim">
        <pc:chgData name="Garima Sharma" userId="c5ca40beb9a8554c" providerId="LiveId" clId="{2265D429-760C-4FF0-9653-4AF4BA9B0970}" dt="2026-09-09T11:07:31.496" v="27"/>
        <pc:sldMkLst>
          <pc:docMk/>
          <pc:sldMk cId="1087525960" sldId="261"/>
        </pc:sldMkLst>
        <pc:spChg chg="mod">
          <ac:chgData name="Garima Sharma" userId="c5ca40beb9a8554c" providerId="LiveId" clId="{2265D429-760C-4FF0-9653-4AF4BA9B0970}" dt="2026-09-09T11:07:31.443" v="24" actId="20577"/>
          <ac:spMkLst>
            <pc:docMk/>
            <pc:sldMk cId="1087525960" sldId="261"/>
            <ac:spMk id="14" creationId="{49692AE9-2F83-46A1-8FFC-FD4D4CCE63B3}"/>
          </ac:spMkLst>
        </pc:spChg>
        <pc:spChg chg="mod">
          <ac:chgData name="Garima Sharma" userId="c5ca40beb9a8554c" providerId="LiveId" clId="{2265D429-760C-4FF0-9653-4AF4BA9B0970}" dt="2026-09-09T11:07:31.490" v="26" actId="20577"/>
          <ac:spMkLst>
            <pc:docMk/>
            <pc:sldMk cId="1087525960" sldId="261"/>
            <ac:spMk id="15" creationId="{681F43D3-2836-4EEA-BFCE-A92717A69E21}"/>
          </ac:spMkLst>
        </pc:spChg>
      </pc:sldChg>
      <pc:sldChg chg="modSp mod modAnim">
        <pc:chgData name="Garima Sharma" userId="c5ca40beb9a8554c" providerId="LiveId" clId="{2265D429-760C-4FF0-9653-4AF4BA9B0970}" dt="2026-09-09T11:07:31.684" v="31"/>
        <pc:sldMkLst>
          <pc:docMk/>
          <pc:sldMk cId="230479718" sldId="262"/>
        </pc:sldMkLst>
        <pc:spChg chg="mod">
          <ac:chgData name="Garima Sharma" userId="c5ca40beb9a8554c" providerId="LiveId" clId="{2265D429-760C-4FF0-9653-4AF4BA9B0970}" dt="2026-09-09T11:07:31.633" v="28" actId="20577"/>
          <ac:spMkLst>
            <pc:docMk/>
            <pc:sldMk cId="230479718" sldId="262"/>
            <ac:spMk id="12" creationId="{CA6CA35E-F5D0-4CB5-B278-7DD38A3FFCDE}"/>
          </ac:spMkLst>
        </pc:spChg>
        <pc:spChg chg="mod">
          <ac:chgData name="Garima Sharma" userId="c5ca40beb9a8554c" providerId="LiveId" clId="{2265D429-760C-4FF0-9653-4AF4BA9B0970}" dt="2026-09-09T11:07:31.682" v="30" actId="20577"/>
          <ac:spMkLst>
            <pc:docMk/>
            <pc:sldMk cId="230479718" sldId="262"/>
            <ac:spMk id="15" creationId="{128E020F-408D-4D34-AE83-BE39C3F13029}"/>
          </ac:spMkLst>
        </pc:spChg>
      </pc:sldChg>
      <pc:sldChg chg="modSp mod modAnim">
        <pc:chgData name="Garima Sharma" userId="c5ca40beb9a8554c" providerId="LiveId" clId="{2265D429-760C-4FF0-9653-4AF4BA9B0970}" dt="2026-09-09T11:07:31.980" v="37"/>
        <pc:sldMkLst>
          <pc:docMk/>
          <pc:sldMk cId="1165666831" sldId="263"/>
        </pc:sldMkLst>
        <pc:spChg chg="mod">
          <ac:chgData name="Garima Sharma" userId="c5ca40beb9a8554c" providerId="LiveId" clId="{2265D429-760C-4FF0-9653-4AF4BA9B0970}" dt="2026-09-09T11:07:31.887" v="32" actId="20577"/>
          <ac:spMkLst>
            <pc:docMk/>
            <pc:sldMk cId="1165666831" sldId="263"/>
            <ac:spMk id="13" creationId="{C0F2A235-709D-4968-9481-51250DA8651C}"/>
          </ac:spMkLst>
        </pc:spChg>
        <pc:spChg chg="mod">
          <ac:chgData name="Garima Sharma" userId="c5ca40beb9a8554c" providerId="LiveId" clId="{2265D429-760C-4FF0-9653-4AF4BA9B0970}" dt="2026-09-09T11:07:31.933" v="34" actId="20577"/>
          <ac:spMkLst>
            <pc:docMk/>
            <pc:sldMk cId="1165666831" sldId="263"/>
            <ac:spMk id="17" creationId="{FF38F322-A07F-4A5C-8FD8-837C3BBDFE44}"/>
          </ac:spMkLst>
        </pc:spChg>
        <pc:spChg chg="mod">
          <ac:chgData name="Garima Sharma" userId="c5ca40beb9a8554c" providerId="LiveId" clId="{2265D429-760C-4FF0-9653-4AF4BA9B0970}" dt="2026-09-09T11:07:31.977" v="36" actId="20577"/>
          <ac:spMkLst>
            <pc:docMk/>
            <pc:sldMk cId="1165666831" sldId="263"/>
            <ac:spMk id="21" creationId="{B92F8219-98A8-4D5D-B6CF-869B86B7E0D3}"/>
          </ac:spMkLst>
        </pc:spChg>
      </pc:sldChg>
      <pc:sldChg chg="modSp mod modAnim">
        <pc:chgData name="Garima Sharma" userId="c5ca40beb9a8554c" providerId="LiveId" clId="{2265D429-760C-4FF0-9653-4AF4BA9B0970}" dt="2026-09-09T11:07:32.484" v="43"/>
        <pc:sldMkLst>
          <pc:docMk/>
          <pc:sldMk cId="869119221" sldId="264"/>
        </pc:sldMkLst>
        <pc:spChg chg="mod">
          <ac:chgData name="Garima Sharma" userId="c5ca40beb9a8554c" providerId="LiveId" clId="{2265D429-760C-4FF0-9653-4AF4BA9B0970}" dt="2026-09-09T11:07:32.367" v="38" actId="20577"/>
          <ac:spMkLst>
            <pc:docMk/>
            <pc:sldMk cId="869119221" sldId="264"/>
            <ac:spMk id="13" creationId="{A1A96DF6-099B-43F0-B781-E088DB15CEF4}"/>
          </ac:spMkLst>
        </pc:spChg>
        <pc:spChg chg="mod">
          <ac:chgData name="Garima Sharma" userId="c5ca40beb9a8554c" providerId="LiveId" clId="{2265D429-760C-4FF0-9653-4AF4BA9B0970}" dt="2026-09-09T11:07:32.439" v="40" actId="20577"/>
          <ac:spMkLst>
            <pc:docMk/>
            <pc:sldMk cId="869119221" sldId="264"/>
            <ac:spMk id="17" creationId="{AFCA1EEA-BB1A-44A6-A790-6997A2EF8275}"/>
          </ac:spMkLst>
        </pc:spChg>
        <pc:spChg chg="mod">
          <ac:chgData name="Garima Sharma" userId="c5ca40beb9a8554c" providerId="LiveId" clId="{2265D429-760C-4FF0-9653-4AF4BA9B0970}" dt="2026-09-09T11:07:32.479" v="42" actId="20577"/>
          <ac:spMkLst>
            <pc:docMk/>
            <pc:sldMk cId="869119221" sldId="264"/>
            <ac:spMk id="21" creationId="{4DFA0C76-6B89-452D-AA97-A83FCB381181}"/>
          </ac:spMkLst>
        </pc:spChg>
      </pc:sldChg>
      <pc:sldChg chg="modSp mod modAnim">
        <pc:chgData name="Garima Sharma" userId="c5ca40beb9a8554c" providerId="LiveId" clId="{2265D429-760C-4FF0-9653-4AF4BA9B0970}" dt="2026-09-09T11:07:32.630" v="49"/>
        <pc:sldMkLst>
          <pc:docMk/>
          <pc:sldMk cId="1980226816" sldId="265"/>
        </pc:sldMkLst>
        <pc:spChg chg="mod">
          <ac:chgData name="Garima Sharma" userId="c5ca40beb9a8554c" providerId="LiveId" clId="{2265D429-760C-4FF0-9653-4AF4BA9B0970}" dt="2026-09-09T11:07:32.580" v="44" actId="20577"/>
          <ac:spMkLst>
            <pc:docMk/>
            <pc:sldMk cId="1980226816" sldId="265"/>
            <ac:spMk id="11" creationId="{12ECB889-9E5E-478B-9F8C-1168C4B6CC23}"/>
          </ac:spMkLst>
        </pc:spChg>
        <pc:spChg chg="mod">
          <ac:chgData name="Garima Sharma" userId="c5ca40beb9a8554c" providerId="LiveId" clId="{2265D429-760C-4FF0-9653-4AF4BA9B0970}" dt="2026-09-09T11:07:32.604" v="46" actId="20577"/>
          <ac:spMkLst>
            <pc:docMk/>
            <pc:sldMk cId="1980226816" sldId="265"/>
            <ac:spMk id="12" creationId="{53C42529-0B34-4ED7-810E-3880F91218AC}"/>
          </ac:spMkLst>
        </pc:spChg>
        <pc:spChg chg="mod">
          <ac:chgData name="Garima Sharma" userId="c5ca40beb9a8554c" providerId="LiveId" clId="{2265D429-760C-4FF0-9653-4AF4BA9B0970}" dt="2026-09-09T11:07:32.628" v="48" actId="20577"/>
          <ac:spMkLst>
            <pc:docMk/>
            <pc:sldMk cId="1980226816" sldId="265"/>
            <ac:spMk id="13" creationId="{48F64BCF-A203-4532-AA59-208A35B4FE3E}"/>
          </ac:spMkLst>
        </pc:spChg>
      </pc:sldChg>
      <pc:sldChg chg="modSp mod modAnim">
        <pc:chgData name="Garima Sharma" userId="c5ca40beb9a8554c" providerId="LiveId" clId="{2265D429-760C-4FF0-9653-4AF4BA9B0970}" dt="2026-09-09T11:07:32.823" v="53"/>
        <pc:sldMkLst>
          <pc:docMk/>
          <pc:sldMk cId="1225721368" sldId="266"/>
        </pc:sldMkLst>
        <pc:spChg chg="mod">
          <ac:chgData name="Garima Sharma" userId="c5ca40beb9a8554c" providerId="LiveId" clId="{2265D429-760C-4FF0-9653-4AF4BA9B0970}" dt="2026-09-09T11:07:32.793" v="50" actId="20577"/>
          <ac:spMkLst>
            <pc:docMk/>
            <pc:sldMk cId="1225721368" sldId="266"/>
            <ac:spMk id="16" creationId="{2310AB4B-455E-4D54-AF32-1491ACFB8282}"/>
          </ac:spMkLst>
        </pc:spChg>
        <pc:spChg chg="mod">
          <ac:chgData name="Garima Sharma" userId="c5ca40beb9a8554c" providerId="LiveId" clId="{2265D429-760C-4FF0-9653-4AF4BA9B0970}" dt="2026-09-09T11:07:32.821" v="52" actId="20577"/>
          <ac:spMkLst>
            <pc:docMk/>
            <pc:sldMk cId="1225721368" sldId="266"/>
            <ac:spMk id="17" creationId="{C7B2E83F-BFB7-48AC-A4EC-786A07493FC6}"/>
          </ac:spMkLst>
        </pc:spChg>
      </pc:sldChg>
      <pc:sldChg chg="modSp mod modAnim">
        <pc:chgData name="Garima Sharma" userId="c5ca40beb9a8554c" providerId="LiveId" clId="{2265D429-760C-4FF0-9653-4AF4BA9B0970}" dt="2026-09-09T11:07:33.045" v="59"/>
        <pc:sldMkLst>
          <pc:docMk/>
          <pc:sldMk cId="328929881" sldId="267"/>
        </pc:sldMkLst>
        <pc:spChg chg="mod">
          <ac:chgData name="Garima Sharma" userId="c5ca40beb9a8554c" providerId="LiveId" clId="{2265D429-760C-4FF0-9653-4AF4BA9B0970}" dt="2026-09-09T11:07:32.946" v="54" actId="20577"/>
          <ac:spMkLst>
            <pc:docMk/>
            <pc:sldMk cId="328929881" sldId="267"/>
            <ac:spMk id="13" creationId="{ADC5FDA4-B118-43B7-BF23-26361123A2DE}"/>
          </ac:spMkLst>
        </pc:spChg>
        <pc:spChg chg="mod">
          <ac:chgData name="Garima Sharma" userId="c5ca40beb9a8554c" providerId="LiveId" clId="{2265D429-760C-4FF0-9653-4AF4BA9B0970}" dt="2026-09-09T11:07:32.990" v="56" actId="20577"/>
          <ac:spMkLst>
            <pc:docMk/>
            <pc:sldMk cId="328929881" sldId="267"/>
            <ac:spMk id="17" creationId="{ED005549-7D79-479D-BEB0-96364C4B00EE}"/>
          </ac:spMkLst>
        </pc:spChg>
        <pc:spChg chg="mod">
          <ac:chgData name="Garima Sharma" userId="c5ca40beb9a8554c" providerId="LiveId" clId="{2265D429-760C-4FF0-9653-4AF4BA9B0970}" dt="2026-09-09T11:07:33.040" v="58" actId="20577"/>
          <ac:spMkLst>
            <pc:docMk/>
            <pc:sldMk cId="328929881" sldId="267"/>
            <ac:spMk id="21" creationId="{D6382D9E-7D27-42DC-BA43-2384A854A4A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Bar-model templates, highlighters, problem-solving mats,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£2,373. | Read the whole problem and mark the question and useful information. | Plan the relationships first. The order of numbers in the text may not match the calculation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multi-step, operation, information, sequence, sub-total, solution.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A shop receives 48 boxes of 125 books and sells 3,760 books. How many remain? Answer: 48 x 125, then subtract 3,760. The answer is 2,240.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£2,373.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Plan the relationships first. The order of numbers in the text may not match the calculation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£2,373..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Divide 9,450 by 35, then add 12. Each group has 282 items..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Answers vary. The final answer to the expression is 842.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Divide 9,450 by 35, then add 12. Each group has 282 items.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Divide 9,450 by 35, then add 12. Each group has 282 items. | Plan the relationships first. The order of numbers in the text may not match the calculation order.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CD97DA05-B914-45B7-A14E-DF395D4FDB0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B1E5C7F-3F80-462A-8945-872CEE49AAEF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57EBCE5-A8AF-42E9-A85F-9390A9557B92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25E7C11-C43F-40D7-AB6A-E68F431EF652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A4047E8-C47D-414C-9D6E-4C463DDB9F65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Plan operations in multi-step problems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BCA4050-C389-4A63-96E9-B394E8AAD241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82724B-0E2C-4424-AE9F-78295DF135AA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D1D8FB-EBBB-4A1A-AACD-25B034A18433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the operations and order needed to solve a problem.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460372-D10E-46D0-8C45-C6F95EFD9F95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34D9CC0-AAFF-4DC2-9C14-2831B613AAA1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Bar-model templates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FC74073-D464-48BC-938A-E42653B612E3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586638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1D57382F-C9D7-4ED9-95B4-D96E5BA5B82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27E1EB1-E16D-4198-9176-B136975D50E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787901C-D995-424D-9E0E-DC93C0693EC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69F94EA-D17C-4F2A-8B7C-A98ED029119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A7019A-2CA3-4997-AC3B-B5EE3A037D7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79BCF2-22CB-4A01-9747-C8F52AF1B89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CEEEFFC-7355-454D-BF30-61FCC8B5578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501C22-161E-4489-94AD-375A0757662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150FD2-C7AC-48FD-A7FC-D1AF16466DA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Plan operations in multi-step problems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423B19B-2C5B-4CFE-8CE7-73775A1AD3DA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2397973-8C11-400F-A12A-15EBBB9F0A31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B26D248-69BF-43CB-81E2-2BDAC8979171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F82E329-B2FE-42A3-9D95-07EEF2ECB04E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Select operations, use formal methods and interpret answers in context.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1A7886A-250D-4D71-9409-4E7F382EF139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1CB468F-3072-461B-BAA8-8ABA0160CF37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FA3C958-ACDC-4B6B-9CD6-C405FF41381E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914216B-B911-4AB3-9B35-7787D00A5671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club collects £18 from each of 236 members, then spends £1,875. How much remains?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B8D027C-6F40-4761-BCFD-AD258CE1BA49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061C317-4349-4F8D-941E-552F6266DDE6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5016B33-82B1-4818-9C2F-57F46717A08F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2623BF2-9C8A-4772-BF23-E2F834F9E7D0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shop receives 48 boxes of 125 books and sells 3,760 books. How many remain?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ED56A02-3EF7-4DCB-9167-018401A8DC02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51856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7D0F93E3-F0E6-49F6-9419-4A8926BB728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C9CE3D-A700-4ABF-9C87-EEF4099541A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B91285B-182F-4A88-8C2F-C253572B334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57A381F-F3ED-428F-A02A-A0D0A1408D5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A4DE340-5886-4B12-BC67-C9CA45A959F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0E8FD7-CC97-42BD-90FD-CA35D1462B6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F27331-19A1-4C87-9F60-3FFD5F3E926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C98C51-6784-473D-A82E-DE1C27D8FEA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597F5F-A879-43AA-8489-684FC5477C8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Plan operations in multi-step problems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B7AC0-F32D-4A2C-BEAF-D965716ED420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the operations and order needed to solve a problem.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20AF53-5DA1-4480-AA37-20C03994444C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EC7B817-F131-4A8D-8DA4-8D49C033CCD5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the whole problem and mark the question and useful information.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9D37D2C-B39A-468C-840C-33EDCA097FB8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Plan the operations in order before calculating.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CB6BFF7-09C4-4B22-B0F6-0411A578598C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Complete each step, label sub-totals and check the final answer in context.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A716116-3141-41D2-A88F-FD677E443F2A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multi-step  |  operation  |  information  |  sequence  |  sub-total  |  solution</a:t>
            </a:r>
          </a:p>
        </p:txBody>
      </p:sp>
    </p:spTree>
    <p:extLst>
      <p:ext uri="{BB962C8B-B14F-4D97-AF65-F5344CB8AC3E}">
        <p14:creationId xmlns:p14="http://schemas.microsoft.com/office/powerpoint/2010/main" val="1111567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B79AEA35-EE57-4743-8FF3-5203BE6935F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8010062-A3C0-4C5F-A5A8-859E4686787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611084B-D702-4C22-BF9A-CA799485D17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AED7776-B770-48AD-B344-8147D7A0BE3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DC8508-5379-4BAD-BC67-6A106974C23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9FE5C0-9AD0-4551-A7B5-E58A0527FDE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1CF9B26-9FC5-4CB4-BB90-B910ABF6CAF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5E54FC-7797-4EFE-AADE-FA51C6FDEE4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765134B-A0EC-48F0-A657-17ED1E44EEE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Plan operations in multi-step problems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0CEC333-9847-4007-9671-CA7E594EFE11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shop receives 48 boxes of 125 books and sells 3,760 books. How many remain?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AC60A07-66FB-4A7D-AA05-10AB420C089A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25FD871-C431-4202-B535-C3F7F96A12B8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D95A38A-2D7A-4092-95DF-791D40E2187D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9EBBC9-016B-4778-BB1E-1F2563B0A5EB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Read the whole problem and mark the question and useful information.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2431068-7259-47B6-96FC-5E0BC0978D51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3FBC7A0-9A37-440F-9D0F-0FE7F619F13C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BF5386D-494D-4DC6-AD52-26E752CD155A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131F1C6-A866-41F9-8243-C01E8D0D2F40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Plan the operations in order before calculating.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53E0981-3A0D-4A61-9A66-5EDA6CB9AF7C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006D59C-1016-47FB-AF02-05F1ABAC9756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7199C5F-2AAA-4A3E-8042-E84C8233B5C5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4A62133-1827-4C7E-828C-147C5ED0634D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each step, label sub-totals and check the final answer in context.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43050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59A746E2-220C-45C4-B3F0-751F90A7B75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8F9D1B6-9D01-4F4E-B4EE-934A6850355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705A05C-7E97-4B07-AFD0-7BAE6E5EC95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E430EAD-D1C7-432F-B685-686C1C70A38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6D5253-21E1-4C55-BDCB-BB9F946B540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4749D6-4EA0-43E6-A309-F0945BF99D8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910817F-8FA8-4629-802B-8EB7C987FC4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1D5556-EE9A-493E-86F8-6E21851674A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0502D1A-6DD2-4CA3-9994-3338FD325F7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Plan operations in multi-step problems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5EFC95C-C50D-4AA8-AE12-073E623D1FE3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C7126A0-7B0E-4C3E-944C-FC21B0696883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48 x 125, then subtract 3,760. The answer is 2,240.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1CCDA8-F9E2-4765-BF59-7A3FD124D85D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49D665D-7F8D-4088-AFF7-F65303C40E05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Complete each step, label sub-totals and check the final answer in context.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D517CB1-75EC-440B-AA5D-AC01626E2E15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16454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D4EB60CE-6B79-4D29-B816-72B3EB11FA5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CC87A44-5F3E-439A-AD78-8D33243CC38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6CE0532-7954-40A0-B3E3-E578FB737F3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3C5F42B-54D3-4233-B0E0-15416D06A74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6DBD27-4371-40E4-97F4-424A1ABED2F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524ACC-7C90-48F7-B7E0-9F567B515DA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8CC9C6A-C966-491D-BB89-4814EA21716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5A48E59-113D-41D9-9893-26F24E9B5D3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B4FDD5A-F8C6-41FA-9266-E924E07D536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Plan operations in multi-step problems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CC83701-6ED8-464C-B17E-AA328ABC0036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club collects £18 from each of 236 members, then spends £1,875. How much remains?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FA2B5E-F78A-4FC3-90A8-01652674B8B5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1BE561-0208-42FC-A027-51CC36723A50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B5FBDD-E439-4FD2-BE29-17AF82795171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692AE9-2F83-46A1-8FFC-FD4D4CCE63B3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81F43D3-2836-4EEA-BFCE-A92717A69E21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£2,373.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87525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FB31201A-C0E2-4C56-A680-C96007A3DD5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4EA9DE7-3B05-494E-A1E0-EF1ACD9A9A4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B9E7EBB-FE14-41BB-94FA-E63F865CA87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FC3DBB-A78D-4F34-9F2B-A989F4C3323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5759B29-AE08-469F-8002-7A01C7D4EAD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A9A260-9EC9-4863-9413-01967F38BC1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D39752-DD35-4B87-9A65-FB74C6CD1A3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B1F09A-E891-442B-B881-D6A4E13855D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F8A581-0C53-40D3-83D7-F5A37B6B569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Plan operations in multi-step problems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D9EE820-0F20-4035-BAF4-B15450EF6256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A6CA35E-F5D0-4CB5-B278-7DD38A3FFCDE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begins calculating every number in the order it appears.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841285F-170A-43AC-9D92-A3C1317A4DED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F0FDF68-32C8-4042-8BF2-D2B23A7C8BAD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28E020F-408D-4D34-AE83-BE39C3F13029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Plan the relationships first. The order of numbers in the text may not match the calculation order.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0479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B53643D5-AE0C-4B3F-A819-E0E6529B9CE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AD4E31D-C8F8-4243-A7E4-005886481E6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4B9C6A9-6E32-450F-9C28-84AB35C5B08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2D461F-4FD0-4330-80FC-548B968C6E2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561408-5B69-46BF-94E6-FB49FEE75E5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F06A643-40E3-4C84-B76A-E20AE1A717D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EA1BAB-4501-46C0-8928-0C1E3A26A58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D5B0444-EE5C-4E93-B43A-4CC8852681F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D95CAA0-2533-485B-80A5-2EE51C582AA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Plan operations in multi-step problems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88DC31A-5D38-4ABB-B165-675E17731D48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EAA3956-814D-42CD-9041-24F0F1D5FCA7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E6E4734-20E5-42BB-B2C8-3CB8EEA67B67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0F2A235-709D-4968-9481-51250DA8651C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club collects £18 from each of 236 members, then spends £1,875. How much remains?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1F2235B-5C5D-4E2E-AF55-AE44A2D3B46A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614F9FFA-D074-4664-8D40-8147CF8B62F5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20E1FA-3B6E-4A65-AD7F-ABA399382E49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F38F322-A07F-4A5C-8FD8-837C3BBDFE44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C81302EB-DBE9-4988-B86F-41F83E6FF25D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1223358-9E42-4767-85D1-DE5F96795563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545B54-C875-4C5A-AC31-615C506D6432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92F8219-98A8-4D5D-B6CF-869B86B7E0D3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£2,373.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C5DE69D-7106-41BF-8240-9B627A7CAB6C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165666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D04051CB-BC55-4907-ACB1-CA6F6C37B0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3769205-7AEB-47EB-B5B7-6AEEF36BB52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C310E12-9EFF-4D7B-84B2-583E32FFBE1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BDBB07-0C8E-49FD-A782-2C81E72B8BD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C01A29-39EA-4DCF-9350-1FEA31E28AD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E6CACE-A308-44C6-9DAE-9EC8805C35A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EBDBDC-20C2-4C9C-A98F-A0C65380A24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D530ECE-EF4C-49D6-A943-C780E00D925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F491FC-5B73-44A7-8EDD-4DB3AD8A3B2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Plan operations in multi-step problems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F9DBB0D-AF8D-428E-B6F2-ACA99417BFDD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8C85A2D-9619-4E6A-B37B-4E1DB825DFA6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745CDFB-0F25-4167-A33B-B41CC20C179E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A96DF6-099B-43F0-B781-E088DB15CEF4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an operation plan for sharing 9,450 items into 35 equal groups and adding 12 spare items to each group.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A9FC3DA-8C83-4BAB-B400-76A6BCCAB773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3F7120E-B0CA-487C-B9FD-6DF0366B86A0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F8B51B4-9542-40C6-926A-C36FFB903223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CA1EEA-BB1A-44A6-A790-6997A2EF8275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CF26C235-6FED-48F5-ADE3-87306FFFC18E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7BDE092-BA29-49CF-AAB0-2394074D3AF2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40FDFD0-FED1-4A4E-BFBA-99084B2BABB8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DFA0C76-6B89-452D-AA97-A83FCB381181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69119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1982D4FC-AE0C-448B-AA16-BC4EC210729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565D162-6CDC-40A0-9417-801F11BF729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7815129-3D90-4F41-89BD-B2735DE05F5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F425CE0-BBD0-4988-935D-0F287994BB6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127230-D140-43BB-A0DE-4A78E7C7669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E36B6B7-6681-47BD-9666-61A4868ACC2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B638242-B47B-48E0-AE3C-078480AE500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83F200-97B0-4AB8-8D17-E59014D2296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0A9CE53-B6A5-4649-A768-3D39A73E695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Plan operations in multi-step problems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AE4172-5FDF-4BAA-B04A-DE484DB3B690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a two-step problem represented by (64 x 28) - 950.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2ECB889-9E5E-478B-9F8C-1168C4B6CC23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C42529-0B34-4ED7-810E-3880F91218AC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8F64BCF-A203-4532-AA59-208A35B4FE3E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vary. The final answer to the expression is 842.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80226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2030F5AF-5A08-4595-ABFC-C00A1AD265C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9D797C-A731-44F2-8869-5100AFD1B35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D89578E-2E6C-458D-9061-BA1D7E7DCBA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E9A14A5-AB16-4B45-A9E1-E7B7DE99394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6FBC7A-B2EF-47A6-A496-B6419D9303A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1673FE0-83F6-48B8-BD21-F22E2A4FDB7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FCE68B-18A4-49AA-A969-9F90A882801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F05BB38-2D1B-41B0-B892-C667E8F6BD2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213D82-900F-40C3-B05C-85E1EC62EB1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Plan operations in multi-step problems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3EE523C-DB27-414D-B46D-433F971E2F8F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2B5DDCE-C811-4065-88D7-F7AF2A0CA6DF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1FBE222-98AB-4550-A4A6-9BC66CD8D24D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an operation plan for sharing 9,450 items into 35 equal groups and adding 12 spare items to each group.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2C651B-88DB-4135-8CD7-C2609FF190B1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1372B26-01FF-4107-89BE-5E3BEEA6D7D7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8FB6E9-45EE-4202-B4BD-3E220BD4AE00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310AB4B-455E-4D54-AF32-1491ACFB8282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3425"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Divide 9,450 by 35, then add 12. Each group has 282 items.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7B2E83F-BFB7-48AC-A4EC-786A07493FC6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B32FF67-C88D-4771-ABEE-D498F8D6AF9D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225721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15673950-1147-46CF-986D-A887558A638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49FF5C-4D16-40A7-A848-E3364428638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FEE94FF-9AC0-4C71-82FA-4715775BB7D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FB553AD-725A-4A09-B76B-44E115677BE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6140E5E-340C-47BA-B05D-D19DD338CCB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764A5F7-3395-42DE-91B3-6C45CDC4C60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8CD21B-8EDF-47C1-8AF8-67F9D6944FD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5E5B01-BD4F-4C82-8E4B-D576C27B668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8154123-923E-4B69-80B7-591A4C05EC7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Plan operations in multi-step problems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02E7120-B09E-4E02-9033-35762BE1273A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D9BF7F3-3403-4E8C-B77E-F9F06EFB77D5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315FA99-4DB2-4AE8-A224-440CC1F24649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DC5FDA4-B118-43B7-BF23-26361123A2DE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an operation plan for sharing 9,450 items into 35 equal groups and adding 12 spare items to each group.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F3EC3D3-B9F7-4541-81EA-4035D9873A52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B720601-22D3-438C-80FF-B541812F209B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109CD4A-E678-4AC7-B894-BA6EACDE8605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005549-7D79-479D-BEB0-96364C4B00EE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begins calculating every number in the order it appears.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F9A2D6C-B778-4893-9ABF-D67AB6DB3993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4C72039-2900-49BE-AB7B-A864274FDCA9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E7CA4F7-633B-49E0-910C-003B269F055C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6382D9E-7D27-42DC-BA43-2384A854A4A2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704B02E-2A89-4E63-A30E-C7A4895A0C10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328929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1339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2026-09-09T10:57:05Z</dcterms:created>
  <dcterms:modified xsi:type="dcterms:W3CDTF">2026-09-09T11:07:33Z</dcterms:modified>
</cp:coreProperties>
</file>