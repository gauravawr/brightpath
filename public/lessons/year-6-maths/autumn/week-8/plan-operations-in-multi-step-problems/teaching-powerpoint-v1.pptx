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Bar-model templates, highlighters, problem-solving mats,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£2,373. | Read the whole problem and mark the question and useful information. | Plan the relationships first. The order of numbers in the text may not match the calculation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multi-step, operation, information, sequence, sub-total, solution.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shop receives 48 boxes of 125 books and sells 3,760 books. How many remain? Answer: 48 x 125, then subtract 3,760. The answer is 2,240.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£2,373.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Plan the relationships first. The order of numbers in the text may not match the calculation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£2,373..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Divide 9,450 by 35, then add 12. Each group has 282 items..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vary. The final answer to the expression is 842.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club collects £18 from each of 236 members, then spends £1,875. How much remains? Expected: Write an operation plan for sharing 9,450 items into 35 equal groups and adding 12 spare items to each group. Higher: Write a two-step problem represented by (64 x 28) - 950.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Divide 9,450 by 35, then add 12. Each group has 282 items. | Plan the relationships first. The order of numbers in the text may not match the calculation order.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35B9CA8-F316-4FCA-9DFF-431F207FDEE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185643-EA92-48AB-AD1B-E888FE3B406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B527B5C-9786-4010-B952-F6313049E955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002998-9714-46EF-9712-44B9511880B0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31A299-96D8-41F0-85F9-960D8A3B73D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000DDF-2619-4B1F-AE3F-23D7E7EEB7DB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8B1D6FEA-59FE-41A7-954A-711BF227585E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1A3C7A-110B-45EA-80DA-7CD2C21362D7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2A5287-D889-47A2-B87E-1255A95602D6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order needed to solve a problem.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91A84B-B1AF-4A81-B5DD-B55EDF277A09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61AD09-39C9-4945-98E9-7AE1C9909E55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Bar-model templates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1C2BC37-29BC-4316-A59B-FC7628BF0E4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5943453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9D5E9DF-C379-4E9E-8CC9-943451CB9E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7F231A9-E346-4F59-9A46-9130A5EBF6A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36A3A0-CEAA-4C94-8E29-C027C21368B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434E8C-BAC6-4341-85EF-70941E22754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95D260-BBF5-44CB-9449-F2E3E4225BF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C36F29-489A-4CC0-9CB5-3923C4F5A6C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3F703EB-4D51-41C4-B2D6-003F7F0303D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5A7A4A-C4AF-4574-89AF-EDA8C5D4CE4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F77EB0-8375-4B5E-90CA-160E156EFBE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E1B497-12D5-4D75-87A6-0A00FD0FDAC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22EA3EF-8FEC-4C1A-844D-CCD7B1D5F21B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F1C7459-50A1-4F3E-A17D-89CBB468849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9488524-A321-4CFB-BCA1-A8C12AF96FE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F964A6-BBFD-4F48-9550-692EFF28AD1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operations, use formal methods and interpret answers in context.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B63450C-B881-4612-A8A0-5B7AC5B0A1C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D4E57D6-EE2D-495C-ADB3-44800CF32BA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13C78A6-00A7-4306-82D6-103C2E74294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A1EBE92-F528-4FA9-BF86-C81F1F4992D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641F51A-D475-4319-A383-B91B8DA1DF2C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C0784C3-F4B9-4755-B828-0C2D86736D45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872BD8-F5A3-46B1-A632-0EE61C8A0B6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6658BAB-11A3-42D8-B5EF-26D0A81A466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shop receives 48 boxes of 125 books and sells 3,760 books. How many remain?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46A47DA-1095-4C72-AAC2-FFDA72CA2817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03479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83B4931F-7BD3-4548-9AA8-549B402470E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56915A-B61C-4649-94D8-48B35CAB02F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D73BB2-ADD1-48B4-BD4F-1885634F70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353FF4-F0C9-4D31-98D0-E6EC078F23F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A5D904-4763-45AE-851E-C795653D097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FC4212-274B-4EB0-924D-70D6DA86EC8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CBF463-E018-4943-86FA-24F76E4E3CB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3FF131-AED3-4365-BAFB-4668BFF7412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A490DD-402A-4A4B-AEDB-1DD64329490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2EE512-99C7-4610-875C-127B94FA0B5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3689A2-0959-43CC-B446-A96678CC898D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the operations and order needed to solve a problem.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D66EB6-75A1-461D-85C8-0F0A404E8598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99B17C-DF49-42ED-B42A-EC86BF6B8F1A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whole problem and mark the question and useful information.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C54BC7A-383A-4908-B4B2-6959A6F9C40E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Plan the operations in order before calculating.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6EFB52-F8DE-46A7-83AC-B134D8763D9C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5B8B6C-186C-40D5-8823-C31C193D9C1A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multi-step  |  operation  |  information  |  sequence  |  sub-total  |  solution</a:t>
            </a:r>
          </a:p>
        </p:txBody>
      </p:sp>
    </p:spTree>
    <p:extLst>
      <p:ext uri="{BB962C8B-B14F-4D97-AF65-F5344CB8AC3E}">
        <p14:creationId xmlns:p14="http://schemas.microsoft.com/office/powerpoint/2010/main" val="578110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0042DCF1-5B27-4B0F-89FE-A65F3B39C4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1F23DF-D411-4EAD-B48E-C520EFEEDE0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C6D8E1-4946-428D-85AF-953FCE910FF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08F40F2-1073-4586-BF0E-F8C049F81ED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D5C03A-AFDE-4896-8342-D5D766EF33B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B776A9-35E3-463C-BAE6-B98BF4255EC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209EC0-A592-466C-AB9E-D8D76CD975F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54D906-7804-44FF-A7F8-CF02514FF3A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D8675D1-1A64-4F53-878B-DA1530AAD42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F9108A-4D41-4CD7-AAD4-FD7AC04DED5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DDC0768-9DF4-4025-A500-91F4C751F5C5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shop receives 48 boxes of 125 books and sells 3,760 books. How many remain?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40F29A-ABF6-408A-9026-0A04D98C1CB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8DB28EF-0073-43D4-8EC7-B93216BA7AA4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71D54A-71B6-4A2F-A5BF-18535CC5756A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51E9A-50F5-42FF-A9DF-5AF192069BDA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whole problem and mark the question and useful information.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B46F5CE-552F-4C8E-8E56-7AAD898C1A19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1BFB5C4-E9BE-4A11-9460-A735DB66C3AD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834EA24-3DEE-4DD5-972D-2146ED9477B9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84D4FB2-D6DF-4691-95B2-BC74B624EAD2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Plan the operations in order before calculating.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43E64C-84BF-432E-AD16-0999AC85D6F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BCC29D0-4402-4243-B293-5F12701DC31C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AE7068-6D4C-4C16-87A8-D22D95AD5E36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938C55-8AFE-43AC-8901-9351B5505AE6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each step, label sub-totals and check the final answer in context.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96432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40D7DD4-2A4D-4F1E-BD7C-2F6E6647C84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0FC6AC-A885-4795-A72B-6ED8DADD919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29044B-F772-4DC7-B8F7-94FAE08D11C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708E569-13F7-435A-8114-53C3CFACBF4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04F1D9-EEAA-443E-BF2D-A6D442D2F3B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D2AA07-684D-47B7-82D4-7B3324777DB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F53487-0756-4BAD-8373-7602841E727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B2ECCF-2561-498A-9B06-8EE3202A2A2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1B855E0-D6F6-48A6-A541-61493A53227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83FB89-6D94-49E5-800E-DE51D674CDE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5DA726-23FF-4216-AB67-9CC364C2A6EC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94805B-4D84-4B53-89D0-56E7364C659C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48 x 125, then subtract 3,760. The answer is 2,240.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A497897-CFA0-4D68-991D-EBEA7B1F3AE0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161CEAB-05C6-42B5-9FF7-81AAEC0490BE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Complete each step, label sub-totals and check the final answer in context.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7ADC17-EED0-400D-89E9-29A3B0FBC938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4012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6ECB1B9F-9C8E-4A71-B77E-960DA837076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E3FA71-9E06-4EC5-B333-AF67E23E121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C0D118-FC97-4A0C-B90F-2780FD3290F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C6BA81-FB1F-44B9-9253-3DDC50D1F18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57FE23-0386-4154-BB0B-28412960BB0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DE21AE-F437-40F1-A116-A7CEE03FC28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5141C1-BF16-4233-A8F1-F19B2CDF75D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C2E76E0-5246-4CEF-9AC7-B3449521594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545B5AA-2434-4A49-900B-FAFBADCC89F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28188D3-0E9A-4D11-ADFA-4E4B80234D6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F3E8D44-7E85-4B65-902D-7DE9E89F48FF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0A2CABE-5C90-4346-B084-2B4517C7EF29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8C8A937-AAA4-4E72-AD48-0530BA2D8F80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3E21B0-C0D2-44AD-A189-52C272A7BEA7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DC625AD-DB0A-484A-9489-04B1D85D0A9D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A79300-0B06-4BB8-8D4B-DC5840313276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£2,373.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26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046C97B-8A68-4CCD-A91D-0B4BD41B40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9D14EA-9187-40E4-BDC1-D48B5ABDAB7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93E558-218A-4EFD-A4BA-CD1C33E563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315EC89-A77C-4695-92AA-C3A4525FDA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4296DA-9E47-4303-8C74-828E5AA8E82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A9E2DD-0A5E-4366-9BF0-1952CAFFC72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876AAC-819C-4052-A60A-41C8F5DED1C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FC2011-41B7-42C9-80DF-9B5D09E4D77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8741E7-0B98-4812-83D3-4F54EFA518C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ADB3B2-83B5-4A89-8CF1-113915B4D3C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47BD73FF-C6F3-4671-AD93-46954C765015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F439894-A97A-42F2-B5F1-91DF9C3BC494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begins calculating every number in the order it appears.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4DD9ED-FA5B-4E14-A08B-59A9DA11EA18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3F64FFC-9495-4068-9060-3BFB38CC9F0B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50282D-AC60-4383-AFB4-873976C77A27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Plan the relationships first. The order of numbers in the text may not match the calculation order.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8561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9517378-C5BB-4CC0-B756-C3D7DAAEA6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58992FB-53F9-4D94-A428-374C2ABAD32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CD331B-EC8B-41BC-A9D0-A17E84BEDA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F2D7B7-18CF-4621-9BEF-729C98DFDC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9B2ED1-5A17-4DA7-89BE-019325E3DAB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9180C-9269-4EAA-AB33-66E2887FD464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670002-5581-45B8-ACB9-2CDEDDC7391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D44EE1-ADC1-4B57-95A6-57936836598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18E8D22-D71F-436E-8E76-D2DA692A099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912B345-FBAD-445E-90D1-572F404A345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A4BD432-033A-42D7-A1F4-EB5477C67D0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FE2A3DD-0205-4A90-AD2A-09EEA25D8588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C143CD-E0C3-4E39-8334-8A632FCFD7D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A53C475-5EE0-471F-8704-D80482078930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club collects £18 from each of 236 members, then spends £1,875. How much remains?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689CC8D-7504-49DA-9BA2-3F9413068CB2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8CD3FDA-880E-4845-B61B-050928A3906B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D68871-875A-440C-85CF-785A57FB8BF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DDDCA0A-C944-4F89-B4D5-6C1EB0C932C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5925CA1-8DAA-4D67-97B9-872A82B5AE7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7517D13-A81A-4556-BC63-AA8B268B614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F731864-E926-4743-BE93-C84C61AEE62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D46E3BF-BA20-4BBF-924C-9EB16DF8973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£2,373.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13526DC-077F-4892-B560-0EDAE2DA52BD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3309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2838D7E-5768-408C-A127-E72BA91420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8DB2ACC-8A56-4AC9-AD2C-048E38130F1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CCB9F6-041A-48DF-834E-AEB23FCE9EA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80E56DF-18B9-490B-941C-416EF1AAF7D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51F8F8-9258-4995-82A3-BFD67226D4A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36B514-0831-4271-A0DD-DB41E1EC9A5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FFC8F-4B0E-4D69-992C-84BA8AC9FE1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491B38-2BEE-46F9-ABC0-6D8AD0E5F25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1CB81E-4441-4FE4-AA9B-4D5C8A7199B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7767BD-ABF0-434C-AA0A-43784FB4BB4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35671B5-B634-493A-8C83-766ED13E8C3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9A4FEF5-CE37-40B6-8ED5-DC9A2D82B8E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0E0583-8A28-4FBD-A2C6-07D41A014405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84C2B7-CDB6-4B6C-8629-E9F41D9A2AC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2535B80-3489-46A8-A423-CD353BED4B6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CEA02FB-C426-4271-A469-7AC6EBADED2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07F282-3E17-4717-9B45-C539B1D9E1A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3EC94E-081E-44C5-AF7E-884D3B7E2F3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9844E04-4C61-4A81-9CC7-43B423D5756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456EEA9-DA57-403A-B96E-8D44619FF26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2196E09-BE65-44C6-B01D-179122E445B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DE0122A-47D9-47C9-AF83-731FED70189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95681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510E99FE-98AA-43FC-B36C-425A186893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61CFE6-F9CB-44D6-8E67-6F932E51538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CCF8EC-0FB0-4FE8-8474-73D883E7CDA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0135E69-BF6A-4CC3-99F8-477862370DE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F6EDFF-ABC5-4F06-9669-D2899EF362F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59DF01-907D-4EFD-BBBB-ED4E6CD37BA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00813F-5C04-429E-A7DF-A41E070DF3C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71703-8C85-4626-947F-354EC5C108D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BBCB3CE-DE1B-4BA6-BED6-C21FB0E265C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29F27B-6368-4574-AAF3-EC81688DD55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C97A78C-67E3-4EBA-8971-595AC9C186EF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 two-step problem represented by (64 x 28) - 950.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4B9895-C9A5-4984-8396-D13DC3A3B610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667F8BD-B44D-4266-BA1C-7ACAFAF3EB24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BBF586-46E8-4B34-9DA8-794F2C42FE42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vary. The final answer to the expression is 842.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17944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720A2A2-5F25-46BF-8582-651ADC3807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FC24C7E-3A83-4F1B-9B34-038B13E8821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4E75C16-3B21-4AE9-B5A7-F781B8315D3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3B21791-FF26-4B86-81F8-841743DC128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3F4898-A485-4401-820D-AA71212323F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49BCA7-E3CF-4DC5-920B-9BC75DC749B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3033C7-9FCB-40E5-9C87-B21ABE8F81C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AB2012-35CC-4337-9DE3-B66F8774BCA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304734-A560-4580-BDD9-51A5D0A1D4A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51F7A-D21D-4CC0-9857-434E0D488B6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3BDA4F-A234-48E2-9568-4BFAC6EA9981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70EB83A-AF78-475A-9269-F6E6A3BF7F8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023B680-BBB6-408E-BCAB-92FAA247A0F4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DA32A2-47C1-486E-BCB6-59D159113482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B02AEB-2859-4FDD-AA1F-3ADD6E07BA89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4DD695A-0B92-4A99-975C-C483758AB81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6B03146-5BFB-4EA0-9EF7-D12041BD8D3B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AEC850-6D63-4B7C-B5D6-2A015250CDC1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C4758AF-3812-42BD-8C3D-6A832478B926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4B94BA8-1818-4A04-B50E-C9D3F4D7B2C2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453C1A-AABD-4157-A6A0-3A24E3A4A8B3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5563FEA-8807-4AB9-B78E-F75FFD4CC3ED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8B23B7-2BF5-4DB9-93E3-314B960F8C89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5336B5-BD39-4B63-A9DC-8BEF61D793F5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70B9928-842D-4239-96E4-2A7831936922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4339CE-D1E5-48EA-8973-AE9B6F6D48A1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7683448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1169C10-8545-4389-97C5-5284DCAC30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8B793B-5BDE-4328-946F-65A39CE6E7C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8  |  DAY 1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6C146A-E4EF-443A-B135-8DC39E976D9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3DD33BF-A9EF-4458-84EC-FC874C64AA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DECBE40-E370-41B3-8176-2D0009B5500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A829DC-4E3A-48A2-854F-143162ABF63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0C2BC4-B94F-43C3-84A8-A3B575BD49E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09D1C8-8420-4507-840D-1BD23BAAB70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CE6C32-468E-4B3F-A288-F2806460114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E23BEA3-97F5-4F7E-A1F6-50C4FBC404F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Plan operations in multi-step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8B71816-B0F9-4F75-8A93-70F8368B0EF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09A8CBC-DFB6-470B-B99D-4E1A45977CC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3BE862-19C3-400C-9D1C-11FC8D570DE8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9F850-8617-4AEA-98B3-B91C3AFB7D4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an operation plan for sharing 9,450 items into 35 equal groups and adding 12 spare items to each group.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DDDE4D3-A65A-421C-A6EA-F81C8780CA75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BF33D75-D48F-4846-906F-747DB9F51066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81946D-92D1-46A6-89EB-91DFB94C9EE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3CA5E4-54F7-42FC-A3C9-DCAC0FF3F70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begins calculating every number in the order it appears.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CE36725-DEB3-4D4B-B790-433E2914D8C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6FDB5B5-4EEE-41BE-ADBA-9441FE1895A8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E30789-E534-4AD8-A184-2EF2516F88CB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CE672FF-B588-4ABB-B2A8-AB62BB1CE6C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CF255B3-8E47-4BC8-8F6C-6E9CC7ABA04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602301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1511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2026-09-08T22:37:56Z</dcterms:created>
  <dcterms:modified xsi:type="dcterms:W3CDTF">2026-09-08T22:49:29Z</dcterms:modified>
</cp:coreProperties>
</file>