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520ef23e47494a" /><Relationship Type="http://schemas.openxmlformats.org/officeDocument/2006/relationships/extended-properties" Target="/docProps/app.xml" Id="Rd3ef86e7f88c421f" /><Relationship Type="http://schemas.openxmlformats.org/officeDocument/2006/relationships/officeDocument" Target="/ppt/presentation.xml" Id="R78e34be924cb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dab834ec9488d"/>
  </p:sldMasterIdLst>
  <p:notesMasterIdLst>
    <p:notesMasterId xmlns:r="http://schemas.openxmlformats.org/officeDocument/2006/relationships" r:id="R35fd849b59db4660"/>
  </p:notesMasterIdLst>
  <p:sldIdLst>
    <p:sldId xmlns:r="http://schemas.openxmlformats.org/officeDocument/2006/relationships" id="256" r:id="R9f144456250b45a1"/>
    <p:sldId xmlns:r="http://schemas.openxmlformats.org/officeDocument/2006/relationships" id="257" r:id="R58afc34ee40948bc"/>
    <p:sldId xmlns:r="http://schemas.openxmlformats.org/officeDocument/2006/relationships" id="258" r:id="R249e808e18014d01"/>
    <p:sldId xmlns:r="http://schemas.openxmlformats.org/officeDocument/2006/relationships" id="259" r:id="R27f24b092fcb4f96"/>
    <p:sldId xmlns:r="http://schemas.openxmlformats.org/officeDocument/2006/relationships" id="260" r:id="R7dba3cb2cbac4c1f"/>
    <p:sldId xmlns:r="http://schemas.openxmlformats.org/officeDocument/2006/relationships" id="261" r:id="Rffbc2ff4dd104f75"/>
    <p:sldId xmlns:r="http://schemas.openxmlformats.org/officeDocument/2006/relationships" id="262" r:id="R820597b7dab24173"/>
    <p:sldId xmlns:r="http://schemas.openxmlformats.org/officeDocument/2006/relationships" id="263" r:id="R0d46441a6eb14d11"/>
    <p:sldId xmlns:r="http://schemas.openxmlformats.org/officeDocument/2006/relationships" id="264" r:id="R9c6f8b507f52404a"/>
    <p:sldId xmlns:r="http://schemas.openxmlformats.org/officeDocument/2006/relationships" id="265" r:id="R9b948f5673674085"/>
    <p:sldId xmlns:r="http://schemas.openxmlformats.org/officeDocument/2006/relationships" id="266" r:id="Rc08fb643b6374efe"/>
    <p:sldId xmlns:r="http://schemas.openxmlformats.org/officeDocument/2006/relationships" id="267" r:id="R5b0dc0b7404a41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e0ba0227e4559" /><Relationship Type="http://schemas.openxmlformats.org/officeDocument/2006/relationships/slideMaster" Target="/ppt/slideMasters/slideMaster1.xml" Id="R994dab834ec9488d" /><Relationship Type="http://schemas.openxmlformats.org/officeDocument/2006/relationships/notesMaster" Target="/ppt/notesMasters/notesMaster1.xml" Id="R35fd849b59db4660" /><Relationship Type="http://schemas.openxmlformats.org/officeDocument/2006/relationships/presProps" Target="/ppt/presProps.xml" Id="Rcdc811392e914dbe" /><Relationship Type="http://schemas.openxmlformats.org/officeDocument/2006/relationships/tableStyles" Target="/ppt/tableStyles.xml" Id="Rc3742edca13b47e1" /><Relationship Type="http://schemas.openxmlformats.org/officeDocument/2006/relationships/slide" Target="/ppt/slides/slide1.xml" Id="R9f144456250b45a1" /><Relationship Type="http://schemas.openxmlformats.org/officeDocument/2006/relationships/slide" Target="/ppt/slides/slide2.xml" Id="R58afc34ee40948bc" /><Relationship Type="http://schemas.openxmlformats.org/officeDocument/2006/relationships/slide" Target="/ppt/slides/slide3.xml" Id="R249e808e18014d01" /><Relationship Type="http://schemas.openxmlformats.org/officeDocument/2006/relationships/slide" Target="/ppt/slides/slide4.xml" Id="R27f24b092fcb4f96" /><Relationship Type="http://schemas.openxmlformats.org/officeDocument/2006/relationships/slide" Target="/ppt/slides/slide5.xml" Id="R7dba3cb2cbac4c1f" /><Relationship Type="http://schemas.openxmlformats.org/officeDocument/2006/relationships/slide" Target="/ppt/slides/slide6.xml" Id="Rffbc2ff4dd104f75" /><Relationship Type="http://schemas.openxmlformats.org/officeDocument/2006/relationships/slide" Target="/ppt/slides/slide7.xml" Id="R820597b7dab24173" /><Relationship Type="http://schemas.openxmlformats.org/officeDocument/2006/relationships/slide" Target="/ppt/slides/slide8.xml" Id="R0d46441a6eb14d11" /><Relationship Type="http://schemas.openxmlformats.org/officeDocument/2006/relationships/slide" Target="/ppt/slides/slide9.xml" Id="R9c6f8b507f52404a" /><Relationship Type="http://schemas.openxmlformats.org/officeDocument/2006/relationships/slide" Target="/ppt/slides/slide10.xml" Id="R9b948f5673674085" /><Relationship Type="http://schemas.openxmlformats.org/officeDocument/2006/relationships/slide" Target="/ppt/slides/slide11.xml" Id="Rc08fb643b6374efe" /><Relationship Type="http://schemas.openxmlformats.org/officeDocument/2006/relationships/slide" Target="/ppt/slides/slide12.xml" Id="R5b0dc0b7404a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bf9cd4af742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8bc58233f43cb" /><Relationship Type="http://schemas.openxmlformats.org/officeDocument/2006/relationships/notesMaster" Target="/ppt/notesMasters/notesMaster1.xml" Id="Rf97fef7bd09445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f8b056816f4c37" /><Relationship Type="http://schemas.openxmlformats.org/officeDocument/2006/relationships/notesMaster" Target="/ppt/notesMasters/notesMaster1.xml" Id="R5d090df8503d47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104f8fd7848ce" /><Relationship Type="http://schemas.openxmlformats.org/officeDocument/2006/relationships/notesMaster" Target="/ppt/notesMasters/notesMaster1.xml" Id="Rdab04dd012c840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6fc904ad9241d3" /><Relationship Type="http://schemas.openxmlformats.org/officeDocument/2006/relationships/notesMaster" Target="/ppt/notesMasters/notesMaster1.xml" Id="R660c30f61e3c42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1320a2382944c0" /><Relationship Type="http://schemas.openxmlformats.org/officeDocument/2006/relationships/notesMaster" Target="/ppt/notesMasters/notesMaster1.xml" Id="Rc9d34bc10b0949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b5539f8a654e3e" /><Relationship Type="http://schemas.openxmlformats.org/officeDocument/2006/relationships/notesMaster" Target="/ppt/notesMasters/notesMaster1.xml" Id="R4ef7523af7d746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0ac61751684926" /><Relationship Type="http://schemas.openxmlformats.org/officeDocument/2006/relationships/notesMaster" Target="/ppt/notesMasters/notesMaster1.xml" Id="R0617bd40b04742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838786423d4e8f" /><Relationship Type="http://schemas.openxmlformats.org/officeDocument/2006/relationships/notesMaster" Target="/ppt/notesMasters/notesMaster1.xml" Id="R171e32e4963641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ae34a69a984cdf" /><Relationship Type="http://schemas.openxmlformats.org/officeDocument/2006/relationships/notesMaster" Target="/ppt/notesMasters/notesMaster1.xml" Id="Rb742b321e42a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942024ff454273" /><Relationship Type="http://schemas.openxmlformats.org/officeDocument/2006/relationships/notesMaster" Target="/ppt/notesMasters/notesMaster1.xml" Id="R133711478dca43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f7f0defddf496b" /><Relationship Type="http://schemas.openxmlformats.org/officeDocument/2006/relationships/notesMaster" Target="/ppt/notesMasters/notesMaster1.xml" Id="R61557524dded4d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333fa1afbb4344" /><Relationship Type="http://schemas.openxmlformats.org/officeDocument/2006/relationships/notesMaster" Target="/ppt/notesMasters/notesMaster1.xml" Id="R3d839c5354be4c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Bar-model templates, highlighters, problem-solving mats,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£2,373. | Read the whole problem and mark the question and useful information. | Plan the relationships first. The order of numbers in the text may not match the calculation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multi-step, operation, information, sequence, sub-total, solution.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48 x 125, then subtract 3,760. The answer is 2,240.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£2,373.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Plan the relationships first. The order of numbers in the text may not match the calculation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£2,373..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Divide 9,450 by 35, then add 12. Each group has 282 items..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vary. The final answer to the expression is 842.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Divide 9,450 by 35, then add 12. Each group has 282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Divide 9,450 by 35, then add 12. Each group has 282 items. | Plan the relationships first. The order of numbers in the text may not match the calculation order.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9641c2b4242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d4a7414a44f8c" /><Relationship Type="http://schemas.openxmlformats.org/officeDocument/2006/relationships/slideLayout" Target="/ppt/slideLayouts/slideLayout1.xml" Id="R84b715fc5e72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715fc5e72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d681ebcda497f" /><Relationship Type="http://schemas.openxmlformats.org/officeDocument/2006/relationships/notesSlide" Target="/ppt/notesSlides/notesSlide1.xml" Id="R6d15a7189d67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481b815aa4cbd" /><Relationship Type="http://schemas.openxmlformats.org/officeDocument/2006/relationships/notesSlide" Target="/ppt/notesSlides/notesSlide2.xml" Id="R512d69c8f9e7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cd2cb0e5644ff" /><Relationship Type="http://schemas.openxmlformats.org/officeDocument/2006/relationships/notesSlide" Target="/ppt/notesSlides/notesSlide3.xml" Id="Rdd21f27f2b7042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b0f42ddaf4c61" /><Relationship Type="http://schemas.openxmlformats.org/officeDocument/2006/relationships/notesSlide" Target="/ppt/notesSlides/notesSlide4.xml" Id="Rda0196fec680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0b11aebd84f25" /><Relationship Type="http://schemas.openxmlformats.org/officeDocument/2006/relationships/notesSlide" Target="/ppt/notesSlides/notesSlide5.xml" Id="R52a4546729d049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c1edb92ad466b" /><Relationship Type="http://schemas.openxmlformats.org/officeDocument/2006/relationships/notesSlide" Target="/ppt/notesSlides/notesSlide6.xml" Id="Rf9fb9f4b1f2b44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bb2b034bf4145" /><Relationship Type="http://schemas.openxmlformats.org/officeDocument/2006/relationships/image" Target="/ppt/media/image.png" Id="R7c87d5624d9e459c" /><Relationship Type="http://schemas.openxmlformats.org/officeDocument/2006/relationships/notesSlide" Target="/ppt/notesSlides/notesSlide7.xml" Id="R5bc6a824b45042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047d4881f41b8" /><Relationship Type="http://schemas.openxmlformats.org/officeDocument/2006/relationships/notesSlide" Target="/ppt/notesSlides/notesSlide8.xml" Id="Raec176416f5a44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7629bda0e4c28" /><Relationship Type="http://schemas.openxmlformats.org/officeDocument/2006/relationships/notesSlide" Target="/ppt/notesSlides/notesSlide9.xml" Id="Ree5848e14bf742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c621139f241a6" /><Relationship Type="http://schemas.openxmlformats.org/officeDocument/2006/relationships/notesSlide" Target="/ppt/notesSlides/notesSlide10.xml" Id="R426ae9798c704a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8a544b63d44c0" /><Relationship Type="http://schemas.openxmlformats.org/officeDocument/2006/relationships/notesSlide" Target="/ppt/notesSlides/notesSlide11.xml" Id="R22fc3a12f98245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a3d0081394663" /><Relationship Type="http://schemas.openxmlformats.org/officeDocument/2006/relationships/notesSlide" Target="/ppt/notesSlides/notesSlide12.xml" Id="R63bdceac1cab4b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0BF93-5586-4A90-9CE3-B7028F67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ED6EA-DC56-409B-9FBB-9DB20995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A06FB-6C0E-46A9-857D-775ADE5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0326D-C799-42FB-99C8-0ACC69C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30F8A-7A18-48CD-8EB1-1729CB3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F139D-AB66-4BE5-A536-EA1EF11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77293-3191-4BD4-87C6-FD932C0D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142F5-4F5E-4E84-A70B-61036FC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the operations and order needed to solve a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3E58F-4A66-4552-BE32-7044B32A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93A4E-C62F-46F5-AFB2-72C19A8D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Bar-model templates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6BE04-AF19-4343-8A04-D7AEB8E2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57281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5A62B-B3E8-466C-9D77-CC1E41C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BADD4-92D4-4FF1-8063-DADF7BFD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279BB-6222-4C13-9A04-8174419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58AE2-3208-4F9E-BF97-76A6A7E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57F56-8D61-499B-83DD-D0CE55D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E44DA-960E-4720-A75F-7B47002D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CCEB9-33B0-4518-A468-095F28D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446FA-1FF7-427B-969D-35199B4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5D5C7-EE97-48E1-AB01-A27FCFF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09830-5AD3-40B7-93BA-0FB5D28B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78A88-196E-4449-9624-488DDD1F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DC0DB-6E2E-4A14-8B05-97CBB68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8E16D-4F84-477E-A393-A152C9DA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Select operations, use formal methods and interpret answers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34A58-0B6E-4C86-A1F1-5206420A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BF03E-593C-40E6-A5CA-E4B789F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66EE0-FF05-426D-876C-93E6E330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560DB-BFF7-401D-B808-6856A87F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club collects £18 from each of 236 members, then spends £1,875. How much remains?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6A766-F19D-41F3-8E91-5D04965A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6E740-446D-4C5D-A8C4-465F704F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EF9C2-2D76-45CB-8802-E3E9AA7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00601-BDCA-4DCC-AD7A-8575A94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shop receives 48 boxes of 125 books and sells 3,760 books. How many remain?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1AE80-64AF-4240-ADCC-6EE6217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9104740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D7635-6E5F-474E-9A32-0E99A36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3EB0A-4FD2-494C-8460-DED3C475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E7F0C-A2B2-41E8-91B3-8C54A28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19719-3932-499F-B25C-5A641557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31F3-7C99-4ADE-A206-165BC0A0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A5170-F022-4C0F-BF26-787328D8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3CB4-6A58-4777-A647-072B7088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62148-E19D-4888-996C-0E009FA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2E385-C3F5-4FEE-A435-CF54809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FBAFB-561A-4F06-BFC0-FA1AACC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the operations and order needed to solve a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6009C-692E-4E9E-B690-AD399378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1FE2D-90B7-4281-B9A8-E101347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whole problem and mark the question and useful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38AFD-637A-464A-BF62-D5D43569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Plan the operations in order before calculating.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46680-E9FE-4D1D-8130-BAD0141D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Complete each step, label sub-totals and check the final answer in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90244-0D62-4BA1-8BF5-E845D6DB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multi-step  |  operation  |  information  |  sequence  |  sub-total  |  solution</a:t>
            </a:r>
          </a:p>
        </p:txBody>
      </p:sp>
    </p:spTree>
    <p:extLst>
      <p:ext uri="{BB962C8B-B14F-4D97-AF65-F5344CB8AC3E}">
        <p14:creationId xmlns:p14="http://schemas.microsoft.com/office/powerpoint/2010/main" val="20790933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E2217-0E7F-4BA0-83C5-B146633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F8962-CFB3-4814-912C-C9160BE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97B5D-23C5-484A-AC0E-0390CF6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7D53B-873A-4096-92AC-4808598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8D2D7-8848-40C6-BAC2-E68EF286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B28AF-09DD-4F45-A603-CE57E60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47AB1-3CAC-42B4-A1B1-30AB49D2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C43AA-4B04-40AC-B580-27CA95AB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90089-05BD-40B4-924D-AE01254A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64901-8409-4B80-8C95-D1728527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shop receives 48 boxes of 125 books and sells 3,760 books. How many remain?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C9DA6-EE01-4E6D-ABCD-9E50731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3E76D-7792-4F3A-8334-D58C079D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F54DA-1FC2-45FE-8D97-A92CECF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48 boxes × 125 books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6A30F-5C34-407A-9C80-96D04BB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60A6D-9730-4A24-A881-2EF30B23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1894E-C4EF-4516-BBE5-92A23637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48 × 125 = 6,000 books received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FEE98-FC16-4990-BE3F-8E7EC486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EA540-EAEC-4B52-87B1-8AB096A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EE2C1-F453-4DC9-8F28-D3CAA2CF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6,000 - 3,760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9445B-57CF-4317-91FD-C7EB6EB2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22BAE-E409-4AC6-B6CC-BE8FF9F3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957C7-30D7-49D8-B506-9FAAE0E4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Books remaining = 2,240</a:t>
            </a:r>
          </a:p>
        </p:txBody>
      </p:sp>
    </p:spTree>
    <p:extLst>
      <p:ext uri="{BB962C8B-B14F-4D97-AF65-F5344CB8AC3E}">
        <p14:creationId xmlns:p14="http://schemas.microsoft.com/office/powerpoint/2010/main" val="6475053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95160-9FF0-44C6-B269-C1BC14E5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7FC3E-9D62-4661-B1FE-53E37143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EE067-FCC3-42AC-AC44-D9202AB2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07DB4-09F7-4F90-A912-935B6E85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64FA7-445E-4FB7-91A0-47563219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5FA4F-36DB-4FCA-A21B-5AD01C6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B9E1A-4452-4E0F-86A8-9EBF1BC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A954C-FABC-452E-98D0-5B64CE9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98264-326A-44F6-B1E9-BCB23C5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004E9-0084-4BEE-B7CB-B4DC472D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7DC6C-061B-4654-85EB-E6AE33D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48 x 125, then subtract 3,760. The answer is 2,240.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56116-CD78-46CC-B81D-FD9D1F4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6C8E4-1B33-4A8F-9DA3-FA49CCFF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Complete each step, label sub-totals and check the final answer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F46A0-C8A3-4DE8-9C05-D0F7BCF5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11708320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AE31B-F381-420F-A277-C9D460AB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5B5D3-D0C8-4AD0-8FF9-592A1887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4FC0A-8659-4FDF-9A08-F95B574F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25EED-437E-4E8C-95D8-873FA188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6822E-9C70-47D4-937B-F6A7FCBE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B419F-287F-4598-B9F6-3D09368A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4461B-2EE4-4673-BA37-45AC6968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6E6C8-4795-4B73-B720-5393BEA1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03A77-E6CC-4F1B-B77D-34576FB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B7C43-832B-4F6A-BF87-03660C3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club collects £18 from each of 236 members, then spends £1,875. How much remains?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6CAB5-6623-4AE4-91B1-8A8C22CE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AF02A-3B1B-4C0C-8EA6-3D31FFA3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08F3B-7AD9-490F-B662-FE79A88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F80BA-9C5D-47EC-8F6B-7C0A398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69B0D-AB1B-4BC1-945E-141A9969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£2,373.</a:t>
            </a:r>
          </a:p>
        </p:txBody>
      </p:sp>
    </p:spTree>
    <p:extLst>
      <p:ext uri="{BB962C8B-B14F-4D97-AF65-F5344CB8AC3E}">
        <p14:creationId xmlns:p14="http://schemas.microsoft.com/office/powerpoint/2010/main" val="17394013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85FC1-4A9F-4F00-84B9-D041A710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DB441-6CFE-49DC-89B0-11318266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164A4-E820-4B85-95A0-A7A8E880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D93B1-1CCC-4239-9D72-88D14B9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F4A4B-05B9-414B-83B0-E585A1B4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8E043-26D9-45B5-8772-A7D8608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DD17D-F1C7-4F03-A5FB-55E4229B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7A94B-0EDD-4416-AB51-9FDF6138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EF6E7-B240-4E61-9619-72B7F663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7d5624d9e459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7A8AD-E385-4B22-83F9-BF9E3548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F55FA-78AC-4E9C-8B5E-74631E1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begins calculating every number in the order it appears.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7709D-2648-48A5-A65A-E35F2CA4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E9A19-7F06-4AE2-ACB3-99DDC583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6D82B-43D3-4E04-BCBF-93CAAB79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Plan the relationships first. The order of numbers in the text may not match the calculation order.</a:t>
            </a:r>
          </a:p>
        </p:txBody>
      </p:sp>
    </p:spTree>
    <p:extLst>
      <p:ext uri="{BB962C8B-B14F-4D97-AF65-F5344CB8AC3E}">
        <p14:creationId xmlns:p14="http://schemas.microsoft.com/office/powerpoint/2010/main" val="128407210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E70A7-CE05-481F-A9A7-1C5BC0EE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2A8CC-90F7-4EC6-A1C3-7BE4BDBB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F5603-D625-4CB5-AB71-F9F272D4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29840-9971-45A6-A4A9-59F83F0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D1A65-2FE6-4F19-A06B-E8E507C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AA017-B84E-4CC7-8025-1DCBDA24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19F50-2685-4719-B620-D9A1281A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440E9-483B-4E0B-9062-2FC00C9D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E181D-4B9B-47CE-BA54-0BEE85B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2A1DB-EE6C-41A8-AB42-292985E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5D599-BAD7-4051-9F83-47817929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4A1BA-7F3C-451F-9633-ECDDE29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68A45-7FDB-49B0-A545-AA3D8B01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club collects £18 from each of 236 members, then spends £1,875. How much remains?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C3F7D-0496-4DA3-8A62-F85D67FB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3079E-568D-4375-B015-D0342B2D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B243D-8AAB-48E8-A3C1-02EDCDA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788A8-3915-4EA4-86F0-FD42138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7AEBB-53F4-467F-B543-57AE8C56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7F417-12AE-4250-8B23-0694DA2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7E600-B375-4FC7-8CC9-70CF742F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DE0CA-3C05-478A-AFB3-3B3BC8E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£2,373.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E155B-A906-47BA-B4B6-770AF99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1251117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BC1CC-7D9E-47A2-B5CA-C5D72B84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19530-39EB-4550-8380-139677BE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8BC52-B42C-4DA0-93FE-E1FCCCE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758F5-2DE0-467C-A45C-FCA0FAA1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C5E89-FD00-4433-B943-70DA0367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277FC-13DF-4E12-94CE-E291D820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C983B-9D05-4D2F-907F-62630E7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4255A-FF4D-4ACF-B914-90CFE4B5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95D62-FAD6-4CD5-9E7E-0373D17F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39DAD-4F44-4D7A-84B0-BE9B71F8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ABE05-5938-4DEE-971F-D8F859B4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7C7CF-EBA4-4E33-B626-FD07C5A6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A1F43-B81C-45E5-8CF7-D93FC9AF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an operation plan for sharing 9,450 items into 35 equal groups and adding 12 spare items to each group.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F0630-A3E6-4A60-99A7-65D7FA5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F91FD-818E-4184-8C6F-0FEDCBA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DA56F-3650-467A-9715-20F7181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C4D14-18E2-4B00-9B4B-AA648B1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6DEC6-5DCD-4E2D-A396-669C604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E1FBC-0545-40B1-8C19-38A571A9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B1244-B671-4343-83DF-B2B1346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BBF63-7696-4F95-ABFC-A3C8FC6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4781725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CB7E0-D682-470C-A553-8D3CD8CB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5593-3BFA-4BBC-B855-C92D49C0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4AC41-884D-41A7-8318-DFB9F771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875A2-2A58-48EE-A045-2225D85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04738-A32D-4961-9803-F86A341A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4B334-C47C-4A0E-AC44-A001F55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EEC64-E4A0-4D43-9108-11DDF36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0F111-23D4-4B85-A5D7-AD04CA80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6EE2C-C38F-4D9E-841B-BD924F6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E2009-3AB4-4C1A-9514-883CA62B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two-step problem represented by (64 x 28) - 950.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471A1-8AA5-4FC8-9D4F-9709FCD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C3D06-D4C3-4400-8F54-10428209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65247-D18B-48D9-987E-6C67442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vary. The final answer to the expression is 842.</a:t>
            </a:r>
          </a:p>
        </p:txBody>
      </p:sp>
    </p:spTree>
    <p:extLst>
      <p:ext uri="{BB962C8B-B14F-4D97-AF65-F5344CB8AC3E}">
        <p14:creationId xmlns:p14="http://schemas.microsoft.com/office/powerpoint/2010/main" val="2842644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6CE44-CDD3-498F-B27E-2D1369E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581B6-5522-400C-B589-72D81C7A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F6527-AA19-47BA-A16A-0D4CE8E4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37096-8BAE-4645-9F6A-EB3301E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FF31A-D295-410B-918B-F02AB95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1AE73-ADBA-4D2D-9CDF-786A288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7DFA3-D093-4C0F-86C3-7DA4028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1EA2E-8582-40B9-8D19-69C529B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AA1AE-55DE-4E7C-8169-09C10308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6860-68B0-4E3A-89CC-16426FA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0045F-6CA4-4FAA-8EB7-4FA19307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6F7E2-12E9-47D8-A2F0-70A32E4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an operation plan for sharing 9,450 items into 35 equal groups and adding 12 spare items to each group.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66239-27ED-4F87-8D82-F31D5FA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FD225-C6F4-47EA-9C3E-20942F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DD278-FF19-4A43-A976-BFC4A646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26488-0328-4A0A-BC97-0608D589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42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Divide 9,450 by 35, then add 12. Each group has 282 items.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20020-01EF-4C2D-A3E2-18DD392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BBB59-50EA-4C2F-B3E9-CEE055C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4867871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EEDFE-C119-4B84-AFEC-F2D82B0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F38F0-A109-4E91-ACAD-2AEE718F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3187D-ECF5-40F3-B880-3BF4DBC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34031-E326-4DE4-BA55-8826CFD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80868-2787-4BB5-8339-6F06E099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BF93F-5A9D-4CE4-8C90-100FDD09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4D9D7-A943-4407-AA04-9AA6478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55B0-4E9A-4968-BFD7-5217CE9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876FC-B38E-4C17-AD4C-08A5FCE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Plan operations in multi-step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99E6C-529F-4E14-A3B8-8DE447B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5A939-9FFF-4CA7-8A75-A62C996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D9B10-0F41-419B-88E7-25BECAF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F8D95-9FD2-4420-B0B4-02C666D7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an operation plan for sharing 9,450 items into 35 equal groups and adding 12 spare items to each group.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B2139-B5AF-44C3-A412-08A1268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9A48D-9EED-40BA-A4B5-06111D1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02026-B0FB-4259-AD01-E0A4B28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C7FAE-E785-4A3A-8D4D-07E7B2A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begins calculating every number in the order it appears.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9DF01-0C03-4050-8E88-FD9909DB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997EA-5478-48F1-BA10-12E7E37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A648B-D10B-4AC0-B071-232C1E0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7665B-D4F1-4CB8-98EE-99FFD064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98D4A-6315-432B-B2DF-BAA7C766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7141270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2026-09-09T22:14:23.5940000Z</dcterms:created>
  <dcterms:modified xsi:type="dcterms:W3CDTF">2026-09-09T22:14:23.5940000Z</dcterms:modified>
</coreProperties>
</file>