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975a5fad7f41f6" /><Relationship Type="http://schemas.openxmlformats.org/officeDocument/2006/relationships/extended-properties" Target="/docProps/app.xml" Id="Rfeee4bb4f60c4046" /><Relationship Type="http://schemas.openxmlformats.org/officeDocument/2006/relationships/officeDocument" Target="/ppt/presentation.xml" Id="R70d18e51133a49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30e3a37ca64d39"/>
  </p:sldMasterIdLst>
  <p:notesMasterIdLst>
    <p:notesMasterId xmlns:r="http://schemas.openxmlformats.org/officeDocument/2006/relationships" r:id="R36a6422f268c40d4"/>
  </p:notesMasterIdLst>
  <p:sldIdLst>
    <p:sldId xmlns:r="http://schemas.openxmlformats.org/officeDocument/2006/relationships" id="256" r:id="Rc9ed701745cd4093"/>
    <p:sldId xmlns:r="http://schemas.openxmlformats.org/officeDocument/2006/relationships" id="257" r:id="Rf4ebd1205c3f42cc"/>
    <p:sldId xmlns:r="http://schemas.openxmlformats.org/officeDocument/2006/relationships" id="258" r:id="R830a5f8084174721"/>
    <p:sldId xmlns:r="http://schemas.openxmlformats.org/officeDocument/2006/relationships" id="259" r:id="R9cfc21bf53884cda"/>
    <p:sldId xmlns:r="http://schemas.openxmlformats.org/officeDocument/2006/relationships" id="260" r:id="R0d90abd8272b4c3a"/>
    <p:sldId xmlns:r="http://schemas.openxmlformats.org/officeDocument/2006/relationships" id="261" r:id="R2f0ac9c692424411"/>
    <p:sldId xmlns:r="http://schemas.openxmlformats.org/officeDocument/2006/relationships" id="262" r:id="R3cb271f7d6834023"/>
    <p:sldId xmlns:r="http://schemas.openxmlformats.org/officeDocument/2006/relationships" id="263" r:id="Ra7791bb2624948b7"/>
    <p:sldId xmlns:r="http://schemas.openxmlformats.org/officeDocument/2006/relationships" id="264" r:id="Rb0932e589e6046e6"/>
    <p:sldId xmlns:r="http://schemas.openxmlformats.org/officeDocument/2006/relationships" id="265" r:id="R050469954df54269"/>
    <p:sldId xmlns:r="http://schemas.openxmlformats.org/officeDocument/2006/relationships" id="266" r:id="R40090865855044d5"/>
    <p:sldId xmlns:r="http://schemas.openxmlformats.org/officeDocument/2006/relationships" id="267" r:id="R07eab2d9393a4dd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876baaf00a4433" /><Relationship Type="http://schemas.openxmlformats.org/officeDocument/2006/relationships/slideMaster" Target="/ppt/slideMasters/slideMaster1.xml" Id="Ra230e3a37ca64d39" /><Relationship Type="http://schemas.openxmlformats.org/officeDocument/2006/relationships/notesMaster" Target="/ppt/notesMasters/notesMaster1.xml" Id="R36a6422f268c40d4" /><Relationship Type="http://schemas.openxmlformats.org/officeDocument/2006/relationships/presProps" Target="/ppt/presProps.xml" Id="Ra570c2e77628409f" /><Relationship Type="http://schemas.openxmlformats.org/officeDocument/2006/relationships/tableStyles" Target="/ppt/tableStyles.xml" Id="Rac91756bf89349ce" /><Relationship Type="http://schemas.openxmlformats.org/officeDocument/2006/relationships/slide" Target="/ppt/slides/slide1.xml" Id="Rc9ed701745cd4093" /><Relationship Type="http://schemas.openxmlformats.org/officeDocument/2006/relationships/slide" Target="/ppt/slides/slide2.xml" Id="Rf4ebd1205c3f42cc" /><Relationship Type="http://schemas.openxmlformats.org/officeDocument/2006/relationships/slide" Target="/ppt/slides/slide3.xml" Id="R830a5f8084174721" /><Relationship Type="http://schemas.openxmlformats.org/officeDocument/2006/relationships/slide" Target="/ppt/slides/slide4.xml" Id="R9cfc21bf53884cda" /><Relationship Type="http://schemas.openxmlformats.org/officeDocument/2006/relationships/slide" Target="/ppt/slides/slide5.xml" Id="R0d90abd8272b4c3a" /><Relationship Type="http://schemas.openxmlformats.org/officeDocument/2006/relationships/slide" Target="/ppt/slides/slide6.xml" Id="R2f0ac9c692424411" /><Relationship Type="http://schemas.openxmlformats.org/officeDocument/2006/relationships/slide" Target="/ppt/slides/slide7.xml" Id="R3cb271f7d6834023" /><Relationship Type="http://schemas.openxmlformats.org/officeDocument/2006/relationships/slide" Target="/ppt/slides/slide8.xml" Id="Ra7791bb2624948b7" /><Relationship Type="http://schemas.openxmlformats.org/officeDocument/2006/relationships/slide" Target="/ppt/slides/slide9.xml" Id="Rb0932e589e6046e6" /><Relationship Type="http://schemas.openxmlformats.org/officeDocument/2006/relationships/slide" Target="/ppt/slides/slide10.xml" Id="R050469954df54269" /><Relationship Type="http://schemas.openxmlformats.org/officeDocument/2006/relationships/slide" Target="/ppt/slides/slide11.xml" Id="R40090865855044d5" /><Relationship Type="http://schemas.openxmlformats.org/officeDocument/2006/relationships/slide" Target="/ppt/slides/slide12.xml" Id="R07eab2d9393a4d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72bbb429bd43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a72f72c7374fab" /><Relationship Type="http://schemas.openxmlformats.org/officeDocument/2006/relationships/notesMaster" Target="/ppt/notesMasters/notesMaster1.xml" Id="Rd005fa80685f47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639c2c13ce4fc7" /><Relationship Type="http://schemas.openxmlformats.org/officeDocument/2006/relationships/notesMaster" Target="/ppt/notesMasters/notesMaster1.xml" Id="R2dd05b34041e4c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8b3e6e704f483c" /><Relationship Type="http://schemas.openxmlformats.org/officeDocument/2006/relationships/notesMaster" Target="/ppt/notesMasters/notesMaster1.xml" Id="R50931de17e9c4e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dc810dc9724a73" /><Relationship Type="http://schemas.openxmlformats.org/officeDocument/2006/relationships/notesMaster" Target="/ppt/notesMasters/notesMaster1.xml" Id="Rac9039e6b3154c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2d976265cb4f1c" /><Relationship Type="http://schemas.openxmlformats.org/officeDocument/2006/relationships/notesMaster" Target="/ppt/notesMasters/notesMaster1.xml" Id="R3bd041fc9b3840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f9667021144218" /><Relationship Type="http://schemas.openxmlformats.org/officeDocument/2006/relationships/notesMaster" Target="/ppt/notesMasters/notesMaster1.xml" Id="R4145c25ab6b04d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4f727e6aca4083" /><Relationship Type="http://schemas.openxmlformats.org/officeDocument/2006/relationships/notesMaster" Target="/ppt/notesMasters/notesMaster1.xml" Id="Rfbf905b0a71149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c93773cf004b5b" /><Relationship Type="http://schemas.openxmlformats.org/officeDocument/2006/relationships/notesMaster" Target="/ppt/notesMasters/notesMaster1.xml" Id="R2ce64ffe1f584f2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9ef217d86a4cd4" /><Relationship Type="http://schemas.openxmlformats.org/officeDocument/2006/relationships/notesMaster" Target="/ppt/notesMasters/notesMaster1.xml" Id="Rdbc14b64871d41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398759fb1d4151" /><Relationship Type="http://schemas.openxmlformats.org/officeDocument/2006/relationships/notesMaster" Target="/ppt/notesMasters/notesMaster1.xml" Id="R37c870e37fac47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b0ed9319934457" /><Relationship Type="http://schemas.openxmlformats.org/officeDocument/2006/relationships/notesMaster" Target="/ppt/notesMasters/notesMaster1.xml" Id="R36bc9822b89649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344610bf06f4830" /><Relationship Type="http://schemas.openxmlformats.org/officeDocument/2006/relationships/notesMaster" Target="/ppt/notesMasters/notesMaster1.xml" Id="Rbe93be36e3994d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£2,373. | Read the whole problem and mark the question and useful information. | Plan the relationships first. The order of numbers in the text may not match the calculation order.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48 x 125, then subtract 3,760. The answer is 2,240.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£2,373.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Plan the relationships first. The order of numbers in the text may not match the calculation order.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£2,373..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Divide 9,450 by 35, then add 12. Each group has 282 items..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vary. The final answer to the expression is 842.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Divide 9,450 by 35, then add 12. Each group has 282 items.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Divide 9,450 by 35, then add 12. Each group has 282 items. | Plan the relationships first. The order of numbers in the text may not match the calculation order.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64e19e38bd486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afb8f6680246df" /><Relationship Type="http://schemas.openxmlformats.org/officeDocument/2006/relationships/slideLayout" Target="/ppt/slideLayouts/slideLayout1.xml" Id="R975af85514f44b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5af85514f44b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6ecc317b614581" /><Relationship Type="http://schemas.openxmlformats.org/officeDocument/2006/relationships/notesSlide" Target="/ppt/notesSlides/notesSlide1.xml" Id="R90da65cb197c4a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ec90debc642bb" /><Relationship Type="http://schemas.openxmlformats.org/officeDocument/2006/relationships/notesSlide" Target="/ppt/notesSlides/notesSlide2.xml" Id="R318805b01a7143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d6a793c08a4a59" /><Relationship Type="http://schemas.openxmlformats.org/officeDocument/2006/relationships/notesSlide" Target="/ppt/notesSlides/notesSlide3.xml" Id="R676ee19a0a1a46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d6aab37054164" /><Relationship Type="http://schemas.openxmlformats.org/officeDocument/2006/relationships/notesSlide" Target="/ppt/notesSlides/notesSlide4.xml" Id="R4da376985e1e44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d108e180b48f1" /><Relationship Type="http://schemas.openxmlformats.org/officeDocument/2006/relationships/notesSlide" Target="/ppt/notesSlides/notesSlide5.xml" Id="R3c8dea630b2446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d89a54b35f4fe3" /><Relationship Type="http://schemas.openxmlformats.org/officeDocument/2006/relationships/notesSlide" Target="/ppt/notesSlides/notesSlide6.xml" Id="R92a545df744940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a8f8b3e0ef43b9" /><Relationship Type="http://schemas.openxmlformats.org/officeDocument/2006/relationships/image" Target="/ppt/media/image.png" Id="R2aa13ab417f3484c" /><Relationship Type="http://schemas.openxmlformats.org/officeDocument/2006/relationships/notesSlide" Target="/ppt/notesSlides/notesSlide7.xml" Id="R5aea20486bb44cc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431345f804173" /><Relationship Type="http://schemas.openxmlformats.org/officeDocument/2006/relationships/notesSlide" Target="/ppt/notesSlides/notesSlide8.xml" Id="Ra3371e7e534149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f45f742b64a68" /><Relationship Type="http://schemas.openxmlformats.org/officeDocument/2006/relationships/notesSlide" Target="/ppt/notesSlides/notesSlide9.xml" Id="R16da4a5598b447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b5e36588a54c13" /><Relationship Type="http://schemas.openxmlformats.org/officeDocument/2006/relationships/notesSlide" Target="/ppt/notesSlides/notesSlide10.xml" Id="R22d5cc35a21f4a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4d0ddda8347a5" /><Relationship Type="http://schemas.openxmlformats.org/officeDocument/2006/relationships/notesSlide" Target="/ppt/notesSlides/notesSlide11.xml" Id="Rd8f93fcf6d4b4cd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ec918f4c84fc5" /><Relationship Type="http://schemas.openxmlformats.org/officeDocument/2006/relationships/notesSlide" Target="/ppt/notesSlides/notesSlide12.xml" Id="Rd80021839c2546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BB24A6-7715-4DD7-9449-C1B89348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58A2F3-21FE-4005-B779-0B1AE876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0106F-B53B-4771-AFAA-E4EB0110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BC158-32EC-454B-B57A-97BB0D3F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6C37A-1ADC-4194-BBF1-4805AF31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F8460-FDB5-49C9-B62A-BCFF2EBA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3FA33-0AF2-4A35-8DD9-16BBB836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20A46-F0F0-4BD4-8616-CD7E2321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order needed to solve a problem.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DA487-0073-44F7-A805-31A2FA28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4AAE37-76C5-4F59-AD62-159037C2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3546C8-4055-4803-8FB9-11C1EE33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191774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016137-306D-4D8C-80F4-7C317E76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A1E21-6639-47E8-B915-24077761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4EC398-B11A-4036-86C3-FEE4610D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70930B-26F8-4639-B97C-2CA68FEE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F4FC7-8372-4C86-BE6A-3A6C8368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63E53-0C1F-4FDC-8B86-F4523778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1A2740-31AE-4E61-AC37-85508D49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08198-AA67-4EEE-9A36-55B5A46B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421127-8BB3-4FAF-98CE-0E6EAD1E9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F2D707-BC07-41B3-82F5-386024BA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D33423-4CE6-4883-A827-3EDB2E5B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FDCA04-88E4-456A-8B4B-A6F8ABDF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59E547-9904-4515-BA89-56D402E3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8661B4-BE67-4A4F-BB5A-7E17B21A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A3360-A0AB-49DC-8249-582B1F50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004217-3D67-47CD-B91A-0860A5BC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C38EEA-7CC7-4EF3-84E4-A986A3A6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club collects £18 from each of 236 members, then spends £1,875. How much remains?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F47C75-5F4C-427B-8E90-192AC40D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3D5292-E16B-4F45-A5F5-4C64CA10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AE1845-77C1-458D-98DD-2ED6EB4C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FB4E82-508F-4AAD-BEFE-584E1B1D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shop receives 48 boxes of 125 books and sells 3,760 books. How many remain?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7B4513-AA86-4061-969E-D4CFC2A6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690151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37D67C-231A-4E29-B863-6D91A171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6EEBF-5080-4445-B9CA-A26BCBE5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EA2B4-84FB-42C2-A479-B79E1708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A630B3-7152-49F8-AC6A-6CA7525B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5CBDD0-997C-42C6-A01D-2C6606FA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B16997-9146-414A-B309-2F3398F0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CB8C23-88F0-4277-9FB3-32046984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296A2C-7125-40F8-BF60-0CD3CE7B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4D383-A03F-49EC-AC00-E196EC3C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D8757-9FF8-462A-82C6-EA37C72A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order needed to solve a problem.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CF8AF8-0B86-453C-AF51-81DC9E83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A672B9-4E5D-447D-973C-BF2FF8C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80A31B-9A15-42A6-9476-13F502C8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D069F7-26CF-4759-8EBF-51DCE352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B0621A-27CF-46AD-BBF3-A9895740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17278713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64CEDD-74CE-4417-B6A8-D35CB11A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FDD8FC-96C0-4E90-85CC-C27126C3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A9AF8-C792-4A67-A1FD-03583488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EDD691-07D1-4EDC-A0A0-F4920127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17794C-4C29-44A1-B404-B2A58C65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C3BFDF-A627-4BE4-AA75-BB38FD82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086A7-A416-4326-8834-448B7145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AD87ED-E211-4DE9-AAEE-8F3D85B5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5D57FF-D845-4FF4-B47E-03AC8ABB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5FFE2D-897A-45DC-95AA-D932114C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shop receives 48 boxes of 125 books and sells 3,760 books. How many remain?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55947E-9D79-4A40-8EE2-33C0F00D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FAD665-94A9-4F4B-B5DD-3CC8E2A5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A1445-89E2-4458-BBA5-88E6EBFE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whole problem and mark the question and useful information.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291944-489D-45BE-8C31-14D52BCB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B0090F-F6B2-463A-B13A-AF31D9EB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5E3364-5597-42B2-B7FB-39ED4529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Plan the operations in order before calculating.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9D59E7-4CE7-429F-B744-266D75F2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3292F7-0CC3-49E1-BC1D-1480BD25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A42905-7154-4688-95E4-9CB443C5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48 x 125, then subtract 3,760. The answer is 2,240.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340B88-2B69-4044-B3E0-F2E4D65A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CC8CC6-382A-449A-8478-8CF948EB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566876-D05D-4FA6-9663-9CDDA49C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Complete each step, label sub-totals and check the final answer in context.</a:t>
            </a:r>
          </a:p>
        </p:txBody>
      </p:sp>
    </p:spTree>
    <p:extLst>
      <p:ext uri="{BB962C8B-B14F-4D97-AF65-F5344CB8AC3E}">
        <p14:creationId xmlns:p14="http://schemas.microsoft.com/office/powerpoint/2010/main" val="8920496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11BC2D-9D69-478A-9AB0-A97B3C8F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8945EB-2432-4470-8776-361ED27E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99835-6EF7-4265-988E-13C1335B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B7A985-12B1-482E-8AE7-B76EE437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C943DF-22FD-40B1-AF3F-BDB19A2E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70BBB3-1C73-40B5-B152-D0243FD2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27C3DA-B7EF-43DC-BD4B-47F56054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946E40-0BF2-4411-9913-56860415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98C954-0E87-4444-BE98-34389D09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5CE3C-F5A1-4402-93C8-EE283C6F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48D078-A0DE-4B0C-B2AF-CF1881A1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48 x 125, then subtract 3,760. The answer is 2,240.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E7F59-FBB3-45E9-9A44-FF63F1C0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A82094-474B-42B8-9472-92239514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0B7578-74A1-44A2-853F-831286A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5444746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50797A-7DE9-433A-ABC7-34366B09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55E5A-FFD0-416D-B833-B229091B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4961E9-0208-434C-8DB7-86E25F28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FC380-A585-4494-9FF7-1A60A149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6D5D5D-81F8-4F5F-9065-BA93E89E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A4FAA-F004-4CC2-8079-7E199F4B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E379C9-AC69-43E5-BF42-72349D96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FACFE-DA03-43E4-81C0-8502572F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CB0C76-FDE3-4233-A4E7-F08773FF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AB18C5-0EF6-439F-BE8C-2645C1C7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club collects £18 from each of 236 members, then spends £1,875. How much remains?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DA2AAB-7297-485B-854F-3368DB7E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3212D6-7C5A-4860-A28A-7EBADB5F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5EC6B8-2079-4F70-9928-1DBD14ED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4D6640-02A1-4FF4-8E42-9B68E460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A472F0-92F6-4666-BA87-6FCE381D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£2,373.</a:t>
            </a:r>
          </a:p>
        </p:txBody>
      </p:sp>
    </p:spTree>
    <p:extLst>
      <p:ext uri="{BB962C8B-B14F-4D97-AF65-F5344CB8AC3E}">
        <p14:creationId xmlns:p14="http://schemas.microsoft.com/office/powerpoint/2010/main" val="4484239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D24E51-6C5C-4372-900F-ECEFB264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41D69-D791-4511-9C16-4E70BF16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0AFC7-4176-487D-BF39-F3336CAE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ACD69-89CF-4A1E-8785-570C47C0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AD3406-1135-415A-859B-F2F3F7A6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40141-78D2-42C3-B124-66E9DD6F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C9FDF0-D1E3-451C-BCAA-65FD1F71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D7076-56C9-4AB4-9C51-3D12CCF8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F6D5DE-83C8-4D4A-A5A6-A81D8178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a13ab417f3484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2AC068-D29C-4095-98B6-C200967E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8C43D2-F822-42CD-B5D0-7FBEF163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begins calculating every number in the order it appears.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979443-D13C-4F6E-91DC-D1A5AFEC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6CD029-729A-491F-9387-2FEFCE09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B55A1D-0566-4A50-9B46-B502E1AC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Plan the relationships first. The order of numbers in the text may not match the calculation order.</a:t>
            </a:r>
          </a:p>
        </p:txBody>
      </p:sp>
    </p:spTree>
    <p:extLst>
      <p:ext uri="{BB962C8B-B14F-4D97-AF65-F5344CB8AC3E}">
        <p14:creationId xmlns:p14="http://schemas.microsoft.com/office/powerpoint/2010/main" val="1085978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75495D-B78E-4F28-9D19-794E3247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82BD64-77F3-4B8A-9FB1-770BAC62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55468-A44E-43A0-84A6-F741AE1C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66A68-59DF-44D9-9233-A8A25053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B8CA4-FD73-48EF-A796-35778C3B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74DBE-4F6C-4F3E-8BA6-75FDBE85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7218A-58B2-4D74-BDCD-EF5BB08F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03898-C988-4E8C-A039-621880FE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472DB-621B-4BB4-A484-837E6B0A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C45BAF-BEE2-4818-85BA-1DD4ADED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FE20B2-A55E-44A7-8AA8-2B0B0DB9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319D02-8D1F-40C9-BDA3-601F7038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F53AD2-2735-429A-8344-FF248F74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club collects £18 from each of 236 members, then spends £1,875. How much remains?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2DF0CF-5BE8-4C1B-8BBC-C2C9E0C7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DD5A23-1DF6-4AAE-80E8-546089FD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946DF8-DB66-414B-80A0-6F75D845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C7F888-61FA-4C29-AF67-4BBB4C87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11A137-C43B-4221-B487-7A1AB745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AC5BFD-0F77-46A7-8FE6-26030455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D49400-173F-4A3A-A168-FF28DAB3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38611A-7C2D-4F3A-AB42-8782191B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£2,373.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E71535-4F80-4AD0-8DA5-856B55D8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652886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256771-C0C6-4C84-BC1E-77677E54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81C6E-6F91-456A-8A94-F8D319CC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8A63C4-E348-4FEB-B920-BECA730A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F84364-6FE7-4E46-BD16-B4EEBB26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A3698F-EE13-4871-B620-10435065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DC58F3-70F2-4480-B792-C0256C0A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FD4FE1-E53A-4321-A406-BC26AE7F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F5D39-A9FB-43DC-BCDA-21D9986E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4625CC-23F3-45B2-A9B8-84150814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1CF85B-9ACA-4EDA-8717-480E735A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E4EB0E-40E4-4AE9-BBEB-84C8DEAC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9344A6-AD10-4FC0-BECE-D9ECE778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AF0BD3-01E6-4F24-B6B6-B6409A13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operation plan for sharing 9,450 items into 35 equal groups and adding 12 spare items to each group.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7149C8-C380-4EA2-88B8-8234FFDF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39D63F-4888-491D-BCF1-1A092F11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9761FD-507B-4ED2-80BF-25912EF5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56E121-042F-40D9-AC23-13820DEF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DEEB17-AA26-4333-B8C3-1DAADCC6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23DF0E-AE80-40B5-B556-7B7A3415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67F86A-207C-41B6-BDD1-593C16FF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EFF6CF-C08D-4263-BEDA-0E7BE4E7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865205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D06615-344C-4D89-A1B0-3BD7A83F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9A675-E097-4EB1-9D1B-DE441072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98204-A16D-4AA9-A63F-1D96BCB8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B0D12-EAC4-4C60-A183-4F90E28C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CA0A7-1C5E-48E9-8BCC-BE33B6B8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5E564-1E11-404C-BB7F-C4241897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28E4A-C531-43E1-8C6B-42C47557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1A7D84-2C1C-403A-806E-D923D522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4E1046-09CD-4BEE-ACFB-CF2132C0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46ED9-A1F0-45A4-A176-6EB44A07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two-step problem represented by (64 x 28) - 950.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D92D0-CEEE-449D-854D-369D5E00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40FF7F-62B1-4476-9EB3-1C5FA484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C9D81-A7FD-4615-B23A-33BA1050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final answer to the expression is 842.</a:t>
            </a:r>
          </a:p>
        </p:txBody>
      </p:sp>
    </p:spTree>
    <p:extLst>
      <p:ext uri="{BB962C8B-B14F-4D97-AF65-F5344CB8AC3E}">
        <p14:creationId xmlns:p14="http://schemas.microsoft.com/office/powerpoint/2010/main" val="8052624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34C2F8-258A-463F-8D7B-9D6C5AAB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8F1BF8-FB57-4C48-A4A8-233460EF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137A0-B2DE-41ED-874C-8C41B68A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AD617-D364-4351-9A0F-7923D8FC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11E7B1-D43C-4CB7-87A9-41434354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980BBE-38BD-4ABE-A175-BD45CF65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6781B-652E-479C-A067-D2BCBD1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4EBDF2-00BA-496E-B299-32335695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8E73B5-ABDB-4759-BF1A-50F9A606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535CD8-FDFA-4AF5-A577-ABB912F5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08119-077A-4FE7-A422-5A930F7E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A1127-6B64-4DD7-9AF5-EA930BD1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operation plan for sharing 9,450 items into 35 equal groups and adding 12 spare items to each group.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D0639C-3C8D-4CBD-9365-2E7D98E4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9BDEA6-DE36-4997-AA31-1FB30449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DC7B98-6456-42D8-9CA3-D25B0641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832F8-993D-488B-B179-0F1C3D3C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425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Divide 9,450 by 35, then add 12. Each group has 282 items.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4A88F-7662-4C66-9F07-8088AC5D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990489-CFB0-485A-B455-8B8032B7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329068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B37E11-7329-49B9-AEA3-86702E4F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8FA80B-99EB-402F-A872-C372DA5E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60C6F-845F-45A7-A826-D5663BCD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D4D4D-3921-4FD4-AEF0-E253E188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A187C7-D73C-4BA1-AEC0-AD02862E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B140ED-86B9-4532-AB3F-AADA89D4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3AFA5-B184-459D-9D43-4BD9D9B0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CBCFD-025A-497D-BEB9-44BF3662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0709FD-F776-4939-A4FD-F65EB739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1542C-3A89-47F9-BEAE-D32BFF11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A59150-25D2-47B5-B0F6-A1BCF613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04C8C6-7408-474A-B9D9-66B0D108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098316-0068-4F4E-BEF4-72856815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operation plan for sharing 9,450 items into 35 equal groups and adding 12 spare items to each group.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129C2-2741-4323-8D27-653974C5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4B3859-A63C-4A22-96ED-B5096E97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A66490-56D2-41AE-9CBF-551FFBDB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88B4FF-1E9B-4C91-AFB7-7DA57BAD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begins calculating every number in the order it appears.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519EE8-325D-46B6-AFEA-248CFCD0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B88754-F872-47D3-9C66-9B7AEB66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E35E8C-9DC7-4237-9C4D-04FE3655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5FD7BA-C1DB-49BA-B521-1700BB2B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FA6C15-F950-44E5-B259-95D19521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144412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2026-09-09T20:45:39.7110000Z</dcterms:created>
  <dcterms:modified xsi:type="dcterms:W3CDTF">2026-09-09T20:45:39.7110000Z</dcterms:modified>
</coreProperties>
</file>