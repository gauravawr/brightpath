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37d77aff54968" /><Relationship Type="http://schemas.openxmlformats.org/officeDocument/2006/relationships/extended-properties" Target="/docProps/app.xml" Id="Re31d210e683b4429" /><Relationship Type="http://schemas.openxmlformats.org/officeDocument/2006/relationships/officeDocument" Target="/ppt/presentation.xml" Id="Rb80df4f8bd73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19db68f69d49b5"/>
  </p:sldMasterIdLst>
  <p:notesMasterIdLst>
    <p:notesMasterId xmlns:r="http://schemas.openxmlformats.org/officeDocument/2006/relationships" r:id="R2d83510990674fe0"/>
  </p:notesMasterIdLst>
  <p:sldIdLst>
    <p:sldId xmlns:r="http://schemas.openxmlformats.org/officeDocument/2006/relationships" id="256" r:id="Ra9bbe644310d4fc1"/>
    <p:sldId xmlns:r="http://schemas.openxmlformats.org/officeDocument/2006/relationships" id="257" r:id="R4561698038f94492"/>
    <p:sldId xmlns:r="http://schemas.openxmlformats.org/officeDocument/2006/relationships" id="258" r:id="R8b9f4cb2594f457a"/>
    <p:sldId xmlns:r="http://schemas.openxmlformats.org/officeDocument/2006/relationships" id="259" r:id="R0b4c0ea8dc3444e8"/>
    <p:sldId xmlns:r="http://schemas.openxmlformats.org/officeDocument/2006/relationships" id="260" r:id="R441644ad26274a10"/>
    <p:sldId xmlns:r="http://schemas.openxmlformats.org/officeDocument/2006/relationships" id="261" r:id="Ree6bf12af05a4c5c"/>
    <p:sldId xmlns:r="http://schemas.openxmlformats.org/officeDocument/2006/relationships" id="262" r:id="R96ac352a0998433b"/>
    <p:sldId xmlns:r="http://schemas.openxmlformats.org/officeDocument/2006/relationships" id="263" r:id="Ra3563897f4e84915"/>
    <p:sldId xmlns:r="http://schemas.openxmlformats.org/officeDocument/2006/relationships" id="264" r:id="Rc4a9d05c685c4310"/>
    <p:sldId xmlns:r="http://schemas.openxmlformats.org/officeDocument/2006/relationships" id="265" r:id="R85b10607feeb4a19"/>
    <p:sldId xmlns:r="http://schemas.openxmlformats.org/officeDocument/2006/relationships" id="266" r:id="R88dd81988bbf4eb3"/>
    <p:sldId xmlns:r="http://schemas.openxmlformats.org/officeDocument/2006/relationships" id="267" r:id="Rc6a8c98c02db49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4cd4142394d78" /><Relationship Type="http://schemas.openxmlformats.org/officeDocument/2006/relationships/slideMaster" Target="/ppt/slideMasters/slideMaster1.xml" Id="Rc419db68f69d49b5" /><Relationship Type="http://schemas.openxmlformats.org/officeDocument/2006/relationships/notesMaster" Target="/ppt/notesMasters/notesMaster1.xml" Id="R2d83510990674fe0" /><Relationship Type="http://schemas.openxmlformats.org/officeDocument/2006/relationships/presProps" Target="/ppt/presProps.xml" Id="R981ea48b08d34591" /><Relationship Type="http://schemas.openxmlformats.org/officeDocument/2006/relationships/tableStyles" Target="/ppt/tableStyles.xml" Id="R30494f7df960411c" /><Relationship Type="http://schemas.openxmlformats.org/officeDocument/2006/relationships/slide" Target="/ppt/slides/slide1.xml" Id="Ra9bbe644310d4fc1" /><Relationship Type="http://schemas.openxmlformats.org/officeDocument/2006/relationships/slide" Target="/ppt/slides/slide2.xml" Id="R4561698038f94492" /><Relationship Type="http://schemas.openxmlformats.org/officeDocument/2006/relationships/slide" Target="/ppt/slides/slide3.xml" Id="R8b9f4cb2594f457a" /><Relationship Type="http://schemas.openxmlformats.org/officeDocument/2006/relationships/slide" Target="/ppt/slides/slide4.xml" Id="R0b4c0ea8dc3444e8" /><Relationship Type="http://schemas.openxmlformats.org/officeDocument/2006/relationships/slide" Target="/ppt/slides/slide5.xml" Id="R441644ad26274a10" /><Relationship Type="http://schemas.openxmlformats.org/officeDocument/2006/relationships/slide" Target="/ppt/slides/slide6.xml" Id="Ree6bf12af05a4c5c" /><Relationship Type="http://schemas.openxmlformats.org/officeDocument/2006/relationships/slide" Target="/ppt/slides/slide7.xml" Id="R96ac352a0998433b" /><Relationship Type="http://schemas.openxmlformats.org/officeDocument/2006/relationships/slide" Target="/ppt/slides/slide8.xml" Id="Ra3563897f4e84915" /><Relationship Type="http://schemas.openxmlformats.org/officeDocument/2006/relationships/slide" Target="/ppt/slides/slide9.xml" Id="Rc4a9d05c685c4310" /><Relationship Type="http://schemas.openxmlformats.org/officeDocument/2006/relationships/slide" Target="/ppt/slides/slide10.xml" Id="R85b10607feeb4a19" /><Relationship Type="http://schemas.openxmlformats.org/officeDocument/2006/relationships/slide" Target="/ppt/slides/slide11.xml" Id="R88dd81988bbf4eb3" /><Relationship Type="http://schemas.openxmlformats.org/officeDocument/2006/relationships/slide" Target="/ppt/slides/slide12.xml" Id="Rc6a8c98c02db49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89aa97a32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8b6df76774d57" /><Relationship Type="http://schemas.openxmlformats.org/officeDocument/2006/relationships/notesMaster" Target="/ppt/notesMasters/notesMaster1.xml" Id="R80ce6a92de6643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6ee5388334183" /><Relationship Type="http://schemas.openxmlformats.org/officeDocument/2006/relationships/notesMaster" Target="/ppt/notesMasters/notesMaster1.xml" Id="Ree3b5fda3c77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be212b9438408e" /><Relationship Type="http://schemas.openxmlformats.org/officeDocument/2006/relationships/notesMaster" Target="/ppt/notesMasters/notesMaster1.xml" Id="R65ed033b7e21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8c5a0ec5054540" /><Relationship Type="http://schemas.openxmlformats.org/officeDocument/2006/relationships/notesMaster" Target="/ppt/notesMasters/notesMaster1.xml" Id="Reccc6a427cfa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8ffb5c87a744e9" /><Relationship Type="http://schemas.openxmlformats.org/officeDocument/2006/relationships/notesMaster" Target="/ppt/notesMasters/notesMaster1.xml" Id="Rce5a057ca8b1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2ad2354684976" /><Relationship Type="http://schemas.openxmlformats.org/officeDocument/2006/relationships/notesMaster" Target="/ppt/notesMasters/notesMaster1.xml" Id="R7fcae5d8396448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5483bc8fa49a2" /><Relationship Type="http://schemas.openxmlformats.org/officeDocument/2006/relationships/notesMaster" Target="/ppt/notesMasters/notesMaster1.xml" Id="R694bd8c0c2ae42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dbe6e6b68e4b26" /><Relationship Type="http://schemas.openxmlformats.org/officeDocument/2006/relationships/notesMaster" Target="/ppt/notesMasters/notesMaster1.xml" Id="Rc1dedf8f6af7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819b1d8e324cb7" /><Relationship Type="http://schemas.openxmlformats.org/officeDocument/2006/relationships/notesMaster" Target="/ppt/notesMasters/notesMaster1.xml" Id="R6eb155f7b7af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bc5c4c96bb4a0f" /><Relationship Type="http://schemas.openxmlformats.org/officeDocument/2006/relationships/notesMaster" Target="/ppt/notesMasters/notesMaster1.xml" Id="R95d5b4cc04904d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017321e44c4774" /><Relationship Type="http://schemas.openxmlformats.org/officeDocument/2006/relationships/notesMaster" Target="/ppt/notesMasters/notesMaster1.xml" Id="R7cbe093a295d44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8a99bf4ecf469d" /><Relationship Type="http://schemas.openxmlformats.org/officeDocument/2006/relationships/notesMaster" Target="/ppt/notesMasters/notesMaster1.xml" Id="R81e65d8022d3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place-value counters, squared paper, remainder context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294. | Estimate the quotient using a nearby multiple. | After each subtraction, bring down exactly one next place-value digit.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dividend, divisor, quotient, remainder, multiple, estimate.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After each subtraction, bring down exactly one next place-value digit.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294..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207..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208 because 208 x 48 = 9,984.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207. | After each subtraction, bring down exactly one next place-value digit.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03b53d727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6c2fc7abc4233" /><Relationship Type="http://schemas.openxmlformats.org/officeDocument/2006/relationships/slideLayout" Target="/ppt/slideLayouts/slideLayout1.xml" Id="R6aba41a127dd4c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a41a127dd4c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905a29a4e4039" /><Relationship Type="http://schemas.openxmlformats.org/officeDocument/2006/relationships/notesSlide" Target="/ppt/notesSlides/notesSlide1.xml" Id="R9c715f0c7d1546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4465458434fa3" /><Relationship Type="http://schemas.openxmlformats.org/officeDocument/2006/relationships/notesSlide" Target="/ppt/notesSlides/notesSlide2.xml" Id="R04da5b63b3e942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841a2210440f" /><Relationship Type="http://schemas.openxmlformats.org/officeDocument/2006/relationships/notesSlide" Target="/ppt/notesSlides/notesSlide3.xml" Id="R912fd1cd47074b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67de635fe4d48" /><Relationship Type="http://schemas.openxmlformats.org/officeDocument/2006/relationships/notesSlide" Target="/ppt/notesSlides/notesSlide4.xml" Id="Rbd6cff32ff93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95977208e4926" /><Relationship Type="http://schemas.openxmlformats.org/officeDocument/2006/relationships/notesSlide" Target="/ppt/notesSlides/notesSlide5.xml" Id="R195694ae580c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a05b14d0c4852" /><Relationship Type="http://schemas.openxmlformats.org/officeDocument/2006/relationships/notesSlide" Target="/ppt/notesSlides/notesSlide6.xml" Id="R393023f05fec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63d4cc344213" /><Relationship Type="http://schemas.openxmlformats.org/officeDocument/2006/relationships/image" Target="/ppt/media/image.png" Id="Rde0d5ab23bbf47ad" /><Relationship Type="http://schemas.openxmlformats.org/officeDocument/2006/relationships/notesSlide" Target="/ppt/notesSlides/notesSlide7.xml" Id="Rd83456caa2c14b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7146e40ab4ad0" /><Relationship Type="http://schemas.openxmlformats.org/officeDocument/2006/relationships/notesSlide" Target="/ppt/notesSlides/notesSlide8.xml" Id="R1e56b27922cb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eb7078d4b4e9d" /><Relationship Type="http://schemas.openxmlformats.org/officeDocument/2006/relationships/notesSlide" Target="/ppt/notesSlides/notesSlide9.xml" Id="R204705d70fd547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bb6856a324f20" /><Relationship Type="http://schemas.openxmlformats.org/officeDocument/2006/relationships/notesSlide" Target="/ppt/notesSlides/notesSlide10.xml" Id="Ref3075e294e446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1ce7a9d54ed8" /><Relationship Type="http://schemas.openxmlformats.org/officeDocument/2006/relationships/notesSlide" Target="/ppt/notesSlides/notesSlide11.xml" Id="Rc383b3d9379840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fa269aa504089" /><Relationship Type="http://schemas.openxmlformats.org/officeDocument/2006/relationships/notesSlide" Target="/ppt/notesSlides/notesSlide12.xml" Id="Rabe619fd5564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71AAB-D05F-45CF-95E5-F7C42916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57E4-65BD-490A-BE8B-10E8644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7B70-6EEA-4DD3-821A-5E838F2C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F8DE5-314D-488E-B543-C002CA9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A3581-888A-4F33-9A1E-5DAF634C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9DE14-BE2F-4DA6-ADCD-3D1D81E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8BC04-94B9-40C7-9FA8-8FB3320F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CBB38-E806-468F-9763-551EB216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13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up to four digits by a two-digit number using long division.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2321B-0A9C-4C95-8093-EF26E187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57460-A5EB-42E1-ACB3-3851C131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43963-3ED2-49C1-9D7C-B727E1E7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786429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04E18-263C-46F4-BAAE-FF08B1E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D6CD7-9450-4340-B2A2-7DF81C7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AB9DF-29DD-4CCA-89C4-B44EAE52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B8445-5C83-442E-92BE-20F10C89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C0E8B-80E4-49DB-835A-0544D9DC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D4ADD-77FB-4E3A-93F2-07AC2F7E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8CF50-442B-4A7D-A63B-5F4DB7B7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167D-7CF0-4D4A-80E5-5C52E32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7FB35-6E97-463C-9DB5-3DF5DFBD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419B7-F3F3-434D-AF71-97FE9BC8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01CF0-6984-4BA7-BB7A-0D72BE8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E299B-AF17-4CAC-90FB-224CAAB8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1B847-FE61-4BC4-AE29-51BEDB5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short division by one digit, recall multiplication facts and identify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A931F-BF83-416E-A922-39E259C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6E336-D76D-47E8-A202-7B3C3DF0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7C214-5F84-4557-A0F0-4FBD13F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D2B87-A1CA-4468-AC6A-196038E9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9,408 / 32.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63770-5374-43BC-BDBC-F2C66B8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25AA3-0E8D-4106-BADA-F70563B3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9A3C8-1BF9-421F-99F0-007E8D1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02D02-9343-4CC8-8C61-713986B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8,736 / 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0201D-F6B0-4269-9A1D-BC92E21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326068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E392C-AA1B-43C9-8138-D1FCF34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EF67-D5D2-4A8A-8BDB-AD6E896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09D1-0617-4DB8-BF0E-CFA9CCDF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26281-B7E7-4063-B4F3-ED1CB405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7A876-8A8D-40B3-829B-202CFA3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194E5-40AF-4AFE-992F-116043FB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39EBF-5489-4591-8953-C029788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394C-2E54-476D-B9EF-7F665CB9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67DA0-23FD-48B7-A47E-B546917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A4E83-1AC7-40E9-8E5D-47E112DE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up to four digits by a two-digit number using long division.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C6C84-51F2-4B89-AAB7-D3E7AABE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8C26F-3083-4D6C-BD05-4316B0E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Estimate the quotient using a nearby multiple.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AD6CD-A74A-42DF-8655-39E08182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one place at a time and record any remainder or exchange.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506F3-7BA7-4B4D-A436-AE0C972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Multiply the quotient by the divisor to check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64821-512F-4485-9C6D-BB05D8E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dividend  |  divisor  |  quotient  |  remainder  |  multiple  |  estimate</a:t>
            </a:r>
          </a:p>
        </p:txBody>
      </p:sp>
    </p:spTree>
    <p:extLst>
      <p:ext uri="{BB962C8B-B14F-4D97-AF65-F5344CB8AC3E}">
        <p14:creationId xmlns:p14="http://schemas.microsoft.com/office/powerpoint/2010/main" val="16380508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C2C97-EFE2-4F6C-A789-14EAFC96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4AAAB-EAFC-4751-8A8F-F41D40C9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FAC26-8C14-43CC-8974-16DE0A0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3A260-15A8-4458-BE9C-FA05DA9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B61C8-634F-4D3B-A2B2-84EAED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03FD7-71B3-48A3-A61D-D6310F9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7415-8D4D-4D95-AA42-8CEF3EB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565C-4FE8-42F2-9559-DECB5D1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41A9C-0DE1-4895-8277-9E87C399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E67F7-E872-41BC-AAD7-8104ECCD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8,736 / 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BB3C0-7BA1-46D5-A942-7D5E347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17492-0C3E-4253-8F83-2FACC8A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30A2E-4E86-4240-A93C-2E43E69C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 times table: 24, 48, 72, 96, 120, 144, 168, 192, 216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21C8B-7E07-4E56-BE5F-DCB83D1C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A6BDF-6BEB-4FC1-B03B-6D661FB2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B4D4C-4344-42B3-934C-2089818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955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87 ÷ 24: choose 72 = 24 × 3; write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C442F-F6C3-4CB2-A490-E0B02F1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289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0BBA1-27E6-4A19-B510-815AA86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B0384-F046-4FBF-AFA3-60EE21F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87 - 72 = 15; bring down 3 → 153; choose 144; write 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C8FF8-F5D3-4C61-9185-4992F08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8A131-253D-4FDA-B700-9A1A1C4B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72A98-9002-4082-B272-66EAA12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153 - 144 = 9; bring down 6 → 96; choose 96; write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27EE0-B5E6-490E-9158-BBEBE28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910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5564-871C-4496-BAF6-EB085496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24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D760A-CEC1-4D21-8211-627533F9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Quotient = 364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3B6A1-89EB-4682-BD9C-F6CCF79C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A39F7-90E0-4982-8EFE-C2EBD2C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1FA54-C66C-4674-A7ED-A83815D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96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364 × 24 = 8,736</a:t>
            </a:r>
          </a:p>
        </p:txBody>
      </p:sp>
    </p:spTree>
    <p:extLst>
      <p:ext uri="{BB962C8B-B14F-4D97-AF65-F5344CB8AC3E}">
        <p14:creationId xmlns:p14="http://schemas.microsoft.com/office/powerpoint/2010/main" val="13194053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  <p:bldP spid="28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55D0E-25DA-4C60-A9C5-AAADFD39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5EB6-B72A-4F3F-9F9F-E1B27F2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E3C9E-E0AC-41C5-BEC1-9D6D244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35550-452C-4773-B1AE-966396F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84D6B-8D3F-4D5F-8B05-53F3136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CBCE1-1D54-4A04-A932-497AA4A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9F85B-1F89-4225-97C8-AD2507ED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B18A4-123D-42FE-A157-DC2EC02C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A75AB-6D9F-4C6D-A3C5-14502E51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468F4-8E31-4FDD-8C2A-F2F9840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2218B-0578-47DF-9EC3-00714C1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364.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160AF-217E-4459-A179-D7F8505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9A1E7-42B0-41EF-B300-A14B2E93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Multiply the quotient by the divisor to check the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066B8-7544-4D30-AA01-F669CFFB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7841112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1A8AE-C9DD-4C46-8310-376E23B2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0DBD8-DA75-417C-91F4-387A722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A7ED4-8CD8-4180-B9F7-A7656CFD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5A6C-E089-431E-A02F-ABC5054F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A52D0-637A-4238-9E72-44B434BD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37B01-401F-47A5-A3D0-A6A4FB14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62EB6-8D84-46E3-A003-CB75D5C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A2844-ADC4-4B05-B0D8-938C4257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38B4A-EC38-49BC-AD45-A9AC72F6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E2BD8-B4D7-43FF-9D31-2D24C53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9,408 / 32.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11B8E-1A9B-44A5-9CE7-8E6A358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7F42E-F88E-4E45-A520-68BD449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AC500-D5A3-4C69-8D56-AB5AA7E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A35C6-EC12-4F83-894B-543844FD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88889-15CF-4CD7-A3E4-126B36D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294.</a:t>
            </a:r>
          </a:p>
        </p:txBody>
      </p:sp>
    </p:spTree>
    <p:extLst>
      <p:ext uri="{BB962C8B-B14F-4D97-AF65-F5344CB8AC3E}">
        <p14:creationId xmlns:p14="http://schemas.microsoft.com/office/powerpoint/2010/main" val="17650572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215D3-77FC-490E-B5B5-3576351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41497-38F3-4757-9506-A4D2805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1A9E-C25B-45A7-AD98-7836BF52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6B3C-5A86-476D-83F0-A55C0FE3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2348-959F-48F7-9A80-2A086B29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D1A3-014A-4803-99E6-8AD7671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3797F-43EB-430C-9386-E5B6114B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3D1C7-9A24-4FBD-B05E-62F57804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BE9CA-CE39-4A9E-A18C-0DC9582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d5ab23bbf47ad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536DB-53FD-42E9-A07E-A1079604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BF7FA-5750-40A0-AA9A-9116DA5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subtracts the multiple correctly but forgets to bring down the next digit.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CA265-7E80-49CC-9DE5-DEED6A7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F947E-1CDF-4B1E-9DBE-709507AC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81E30-E1EB-43BB-B6A8-3B9E4F6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After each subtraction, bring down exactly one next place-value digit.</a:t>
            </a:r>
          </a:p>
        </p:txBody>
      </p:sp>
    </p:spTree>
    <p:extLst>
      <p:ext uri="{BB962C8B-B14F-4D97-AF65-F5344CB8AC3E}">
        <p14:creationId xmlns:p14="http://schemas.microsoft.com/office/powerpoint/2010/main" val="11995627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7B465-0C29-4365-861C-028754E1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2923-DBAF-473C-8532-542543A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91F81-A28F-4399-996F-150581A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6369A-C7EB-45C1-88EE-146DF1A9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C5D0D-C49E-4AFA-B052-EB4979A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1CA53-4B72-4521-824A-10A18FDD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BDE73-A7AC-4C7C-B20B-483FC25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8B10B-13B4-42A7-BAA5-EC750DD5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0275A-E7E9-4C12-B8A4-279ED57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D6D9E-CB84-4FC7-AFEC-A4BBD5DC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87FB9-1506-41B3-A531-0836066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F9130-D975-4448-9BF1-89BBF32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E332-42C0-4064-BCF6-31C8CF5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9,408 / 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A1420-18DD-4BF6-BF70-E15A6D0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9A42E-C755-4BA8-865A-7535A38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B8CEE-1D8A-4223-9B85-95111C1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F54E8-FFFD-423C-9C8D-0BEFAA07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9F37F-7A47-4FC9-81B9-C5FEA7AF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A58B9-27CF-4B01-9D34-4BCF86A3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53B85-AD9E-4CE7-87C7-AAB0EF1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EC6BD-7554-45E0-BA2E-185DD14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294.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72640-6D47-4F80-9C19-5635DBB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424138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BD8EB-4627-4A4C-979C-5BD2E10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114DE-307E-4B3D-A4DC-B2E08D6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3A559-B22E-4F59-89A7-CE82335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871C9-CFD5-42DA-A759-DEDAFC7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F41F0-F29D-4E92-975B-4FAEF70E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743DA-03CF-4E45-A803-12565217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9316A-5719-4117-B820-728FA4F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9155E-F014-48E0-BA40-14F9C2A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2C57-3F8E-4F3A-9F06-A77829FD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E1FF7-BCF2-4DD3-8319-4DF6C8B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7845-C618-41ED-BD11-36BF18C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C93F0-03A8-44FE-A0EB-6BC2F5A8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ABBDB-764F-4037-A5F7-C20D26A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7,245 / 35.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441DB-8832-4EEE-9AF7-6AEE6A1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1F274-7A28-41C4-BFAE-F40A65F6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B949B-3BD1-4672-97DB-1FADE51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9910B-6F5D-48F6-B6FB-16F3543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9CE96-A2D8-464E-A0E4-CA176851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34D01-106C-44D8-B42C-B8F30BC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D3171-9820-49FF-978A-2705837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41686-AF90-47BA-BA8B-1116759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3891028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B66E1-6685-497A-A891-0511DD06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32D0A-9154-463F-AF79-FF922F12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5CFF5-0B80-46E6-8C25-AAC1A06F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0F86B-A5C8-45EC-9E7A-48571E1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973EF-76C6-4188-AD96-7A91A96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FEEB4-4024-411D-ABF5-ECECC6B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3DECF-4ABD-41AE-8A26-6AD7826D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C9A1A-5AF6-4C0E-936E-70481F87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73FED-480B-43B2-8D83-6F4895A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CC46F-8164-4EA0-AB85-7B6E09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9,984 / 48 and prove the answer by multiplication.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58C3D-C03D-4CD8-A9F2-4207D2D4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A5DE9-73D2-414C-A915-ACF8D90A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14BEB-0F78-467D-9238-3B7CE3C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208 because 208 x 48 = 9,984.</a:t>
            </a:r>
          </a:p>
        </p:txBody>
      </p:sp>
    </p:spTree>
    <p:extLst>
      <p:ext uri="{BB962C8B-B14F-4D97-AF65-F5344CB8AC3E}">
        <p14:creationId xmlns:p14="http://schemas.microsoft.com/office/powerpoint/2010/main" val="20938423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AF125-D024-4D99-A8FF-BACF99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470F1-81B4-4D87-AC10-C4EE1E4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DEADF-13E5-442C-84F5-F8D3A5C2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741A5-EC67-4504-8519-C24118FD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E1390-6BB9-4763-BB92-2BD99EB5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B97D4-76EB-4E83-9133-81BED2E3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5A1F8-BD2B-4B85-8D05-F2ABBD4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51E56-79DB-4FF8-A437-DA25B52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33F50-A698-4D6E-AFFC-FA4CC2D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6C54E-E61F-4FD1-B69C-239036CC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15580-B957-4E06-8676-4F8FEEC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B0B0-7070-404E-B256-DC7B8DF0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7,245 / 35.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21EA3-5F00-47BC-AC62-35EB8705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A3C52-F809-4966-BF57-E4B449E2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9EB39-E1F3-44C7-B0AE-47B8882A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175A-C535-452A-A19F-94F8E93F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207.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F83BE-B9D5-4AEE-AADF-4B8D035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C289-4BDF-4F85-831B-6CBDEAF3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2751286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BE2DF-1827-49B1-8BEF-3980D659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9231D-6B71-43B4-9179-7269AED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3740F-1B83-4F6A-9477-58EC180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AAC59-4DB6-4500-9491-6E68A081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25A18-B468-4479-B7FB-7D1A5C1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A955C-2CDB-4E04-8C78-D4C4181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1A147-656A-4076-97AA-CC75B542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9C3AA-6A92-4131-94A4-BA6E051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B6654-9D92-4470-A832-043AD99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long division with exact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9DB5E-D237-4A7B-BED7-1910DFD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343CB-F317-4208-B23C-ED62ED2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767CE-B391-418A-B879-4A4D50C3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A6654-E9AA-4486-A1E7-D01CC21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7,245 / 35.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C15B1-2965-44CC-899E-AA1FC39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D757B-E64E-4633-AC33-DDBC8AA6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B0858-1918-492F-90CB-F765AC4A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7C7E-062A-42DE-82CF-8ADBB6DA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subtracts the multiple correctly but forgets to bring down the next digit.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CE1D9-B7D3-44E3-990C-9CD6C1C6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5A3F4-9D43-4FD3-AB0F-8EBA76D3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19964-3BAD-457A-B471-DB2A975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92699-87ED-4424-AFD3-6137CC02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109D8-99C0-40F5-8386-93411E5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1088037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2026-09-09T22:13:54.2580000Z</dcterms:created>
  <dcterms:modified xsi:type="dcterms:W3CDTF">2026-09-09T22:13:54.2580000Z</dcterms:modified>
</coreProperties>
</file>