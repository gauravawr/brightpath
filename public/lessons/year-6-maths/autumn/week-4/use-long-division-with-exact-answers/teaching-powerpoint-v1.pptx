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4:23.565" v="59"/>
      <pc:docMkLst>
        <pc:docMk/>
      </pc:docMkLst>
      <pc:sldChg chg="modSp mod modAnim">
        <pc:chgData name="Garima Sharma" userId="c5ca40beb9a8554c" providerId="LiveId" clId="{2265D429-760C-4FF0-9653-4AF4BA9B0970}" dt="2026-09-09T11:04:22.793" v="5"/>
        <pc:sldMkLst>
          <pc:docMk/>
          <pc:sldMk cId="1284635944" sldId="257"/>
        </pc:sldMkLst>
        <pc:spChg chg="mod">
          <ac:chgData name="Garima Sharma" userId="c5ca40beb9a8554c" providerId="LiveId" clId="{2265D429-760C-4FF0-9653-4AF4BA9B0970}" dt="2026-09-09T11:04:22.744" v="0" actId="20577"/>
          <ac:spMkLst>
            <pc:docMk/>
            <pc:sldMk cId="1284635944" sldId="257"/>
            <ac:spMk id="13" creationId="{79A82E1A-65B3-4160-BA7E-A3667379E4BC}"/>
          </ac:spMkLst>
        </pc:spChg>
        <pc:spChg chg="mod">
          <ac:chgData name="Garima Sharma" userId="c5ca40beb9a8554c" providerId="LiveId" clId="{2265D429-760C-4FF0-9653-4AF4BA9B0970}" dt="2026-09-09T11:04:22.769" v="2" actId="20577"/>
          <ac:spMkLst>
            <pc:docMk/>
            <pc:sldMk cId="1284635944" sldId="257"/>
            <ac:spMk id="17" creationId="{82BDCE5B-8D2A-41EF-A61E-456A95261C27}"/>
          </ac:spMkLst>
        </pc:spChg>
        <pc:spChg chg="mod">
          <ac:chgData name="Garima Sharma" userId="c5ca40beb9a8554c" providerId="LiveId" clId="{2265D429-760C-4FF0-9653-4AF4BA9B0970}" dt="2026-09-09T11:04:22.791" v="4" actId="20577"/>
          <ac:spMkLst>
            <pc:docMk/>
            <pc:sldMk cId="1284635944" sldId="257"/>
            <ac:spMk id="21" creationId="{F760F80B-E2DE-490D-83DA-5DBD7001F717}"/>
          </ac:spMkLst>
        </pc:spChg>
      </pc:sldChg>
      <pc:sldChg chg="modSp mod modAnim">
        <pc:chgData name="Garima Sharma" userId="c5ca40beb9a8554c" providerId="LiveId" clId="{2265D429-760C-4FF0-9653-4AF4BA9B0970}" dt="2026-09-09T11:04:22.879" v="11"/>
        <pc:sldMkLst>
          <pc:docMk/>
          <pc:sldMk cId="1244549671" sldId="258"/>
        </pc:sldMkLst>
        <pc:spChg chg="mod">
          <ac:chgData name="Garima Sharma" userId="c5ca40beb9a8554c" providerId="LiveId" clId="{2265D429-760C-4FF0-9653-4AF4BA9B0970}" dt="2026-09-09T11:04:22.857" v="6" actId="20577"/>
          <ac:spMkLst>
            <pc:docMk/>
            <pc:sldMk cId="1244549671" sldId="258"/>
            <ac:spMk id="12" creationId="{9DBFAC9F-8991-4648-ABAE-B131FDE524BF}"/>
          </ac:spMkLst>
        </pc:spChg>
        <pc:spChg chg="mod">
          <ac:chgData name="Garima Sharma" userId="c5ca40beb9a8554c" providerId="LiveId" clId="{2265D429-760C-4FF0-9653-4AF4BA9B0970}" dt="2026-09-09T11:04:22.869" v="8" actId="20577"/>
          <ac:spMkLst>
            <pc:docMk/>
            <pc:sldMk cId="1244549671" sldId="258"/>
            <ac:spMk id="13" creationId="{C01D4181-69B7-4463-817E-3A2BDF6CCDBB}"/>
          </ac:spMkLst>
        </pc:spChg>
        <pc:spChg chg="mod">
          <ac:chgData name="Garima Sharma" userId="c5ca40beb9a8554c" providerId="LiveId" clId="{2265D429-760C-4FF0-9653-4AF4BA9B0970}" dt="2026-09-09T11:04:22.878" v="10" actId="20577"/>
          <ac:spMkLst>
            <pc:docMk/>
            <pc:sldMk cId="1244549671" sldId="258"/>
            <ac:spMk id="14" creationId="{87903913-CE17-48FD-A3D6-6BBCEA817654}"/>
          </ac:spMkLst>
        </pc:spChg>
      </pc:sldChg>
      <pc:sldChg chg="modSp mod modAnim">
        <pc:chgData name="Garima Sharma" userId="c5ca40beb9a8554c" providerId="LiveId" clId="{2265D429-760C-4FF0-9653-4AF4BA9B0970}" dt="2026-09-09T11:04:22.985" v="17"/>
        <pc:sldMkLst>
          <pc:docMk/>
          <pc:sldMk cId="315224182" sldId="259"/>
        </pc:sldMkLst>
        <pc:spChg chg="mod">
          <ac:chgData name="Garima Sharma" userId="c5ca40beb9a8554c" providerId="LiveId" clId="{2265D429-760C-4FF0-9653-4AF4BA9B0970}" dt="2026-09-09T11:04:22.945" v="12" actId="20577"/>
          <ac:spMkLst>
            <pc:docMk/>
            <pc:sldMk cId="315224182" sldId="259"/>
            <ac:spMk id="14" creationId="{597AF8B1-347E-49DF-872A-E214EA2EDA0E}"/>
          </ac:spMkLst>
        </pc:spChg>
        <pc:spChg chg="mod">
          <ac:chgData name="Garima Sharma" userId="c5ca40beb9a8554c" providerId="LiveId" clId="{2265D429-760C-4FF0-9653-4AF4BA9B0970}" dt="2026-09-09T11:04:22.965" v="14" actId="20577"/>
          <ac:spMkLst>
            <pc:docMk/>
            <pc:sldMk cId="315224182" sldId="259"/>
            <ac:spMk id="18" creationId="{FF4DCBF2-4CB7-4955-A180-CA513967465E}"/>
          </ac:spMkLst>
        </pc:spChg>
        <pc:spChg chg="mod">
          <ac:chgData name="Garima Sharma" userId="c5ca40beb9a8554c" providerId="LiveId" clId="{2265D429-760C-4FF0-9653-4AF4BA9B0970}" dt="2026-09-09T11:04:22.984" v="16" actId="20577"/>
          <ac:spMkLst>
            <pc:docMk/>
            <pc:sldMk cId="315224182" sldId="259"/>
            <ac:spMk id="22" creationId="{828E30D9-0948-44AC-AA6D-D7B6DBB576C2}"/>
          </ac:spMkLst>
        </pc:spChg>
      </pc:sldChg>
      <pc:sldChg chg="modSp mod modAnim">
        <pc:chgData name="Garima Sharma" userId="c5ca40beb9a8554c" providerId="LiveId" clId="{2265D429-760C-4FF0-9653-4AF4BA9B0970}" dt="2026-09-09T11:04:23.048" v="23"/>
        <pc:sldMkLst>
          <pc:docMk/>
          <pc:sldMk cId="537969036" sldId="260"/>
        </pc:sldMkLst>
        <pc:spChg chg="mod">
          <ac:chgData name="Garima Sharma" userId="c5ca40beb9a8554c" providerId="LiveId" clId="{2265D429-760C-4FF0-9653-4AF4BA9B0970}" dt="2026-09-09T11:04:23.024" v="18" actId="20577"/>
          <ac:spMkLst>
            <pc:docMk/>
            <pc:sldMk cId="537969036" sldId="260"/>
            <ac:spMk id="11" creationId="{4BDDBF42-B4B7-425E-9C3F-B6F1BA5AAA62}"/>
          </ac:spMkLst>
        </pc:spChg>
        <pc:spChg chg="mod">
          <ac:chgData name="Garima Sharma" userId="c5ca40beb9a8554c" providerId="LiveId" clId="{2265D429-760C-4FF0-9653-4AF4BA9B0970}" dt="2026-09-09T11:04:23.038" v="20" actId="20577"/>
          <ac:spMkLst>
            <pc:docMk/>
            <pc:sldMk cId="537969036" sldId="260"/>
            <ac:spMk id="13" creationId="{B4149B33-299C-435E-9D4B-AF945007D6D0}"/>
          </ac:spMkLst>
        </pc:spChg>
        <pc:spChg chg="mod">
          <ac:chgData name="Garima Sharma" userId="c5ca40beb9a8554c" providerId="LiveId" clId="{2265D429-760C-4FF0-9653-4AF4BA9B0970}" dt="2026-09-09T11:04:23.046" v="22" actId="20577"/>
          <ac:spMkLst>
            <pc:docMk/>
            <pc:sldMk cId="537969036" sldId="260"/>
            <ac:spMk id="14" creationId="{60F5AF08-ED2A-40E4-91F5-213B94CD1A40}"/>
          </ac:spMkLst>
        </pc:spChg>
      </pc:sldChg>
      <pc:sldChg chg="modSp mod modAnim">
        <pc:chgData name="Garima Sharma" userId="c5ca40beb9a8554c" providerId="LiveId" clId="{2265D429-760C-4FF0-9653-4AF4BA9B0970}" dt="2026-09-09T11:04:23.116" v="27"/>
        <pc:sldMkLst>
          <pc:docMk/>
          <pc:sldMk cId="61062242" sldId="261"/>
        </pc:sldMkLst>
        <pc:spChg chg="mod">
          <ac:chgData name="Garima Sharma" userId="c5ca40beb9a8554c" providerId="LiveId" clId="{2265D429-760C-4FF0-9653-4AF4BA9B0970}" dt="2026-09-09T11:04:23.104" v="24" actId="20577"/>
          <ac:spMkLst>
            <pc:docMk/>
            <pc:sldMk cId="61062242" sldId="261"/>
            <ac:spMk id="14" creationId="{CAE1CEC4-1900-4258-B407-A050E7B4084E}"/>
          </ac:spMkLst>
        </pc:spChg>
        <pc:spChg chg="mod">
          <ac:chgData name="Garima Sharma" userId="c5ca40beb9a8554c" providerId="LiveId" clId="{2265D429-760C-4FF0-9653-4AF4BA9B0970}" dt="2026-09-09T11:04:23.114" v="26" actId="20577"/>
          <ac:spMkLst>
            <pc:docMk/>
            <pc:sldMk cId="61062242" sldId="261"/>
            <ac:spMk id="15" creationId="{1848B4FD-7E54-417E-8947-3F9AE549719D}"/>
          </ac:spMkLst>
        </pc:spChg>
      </pc:sldChg>
      <pc:sldChg chg="modSp mod modAnim">
        <pc:chgData name="Garima Sharma" userId="c5ca40beb9a8554c" providerId="LiveId" clId="{2265D429-760C-4FF0-9653-4AF4BA9B0970}" dt="2026-09-09T11:04:23.175" v="31"/>
        <pc:sldMkLst>
          <pc:docMk/>
          <pc:sldMk cId="15109702" sldId="262"/>
        </pc:sldMkLst>
        <pc:spChg chg="mod">
          <ac:chgData name="Garima Sharma" userId="c5ca40beb9a8554c" providerId="LiveId" clId="{2265D429-760C-4FF0-9653-4AF4BA9B0970}" dt="2026-09-09T11:04:23.158" v="28" actId="20577"/>
          <ac:spMkLst>
            <pc:docMk/>
            <pc:sldMk cId="15109702" sldId="262"/>
            <ac:spMk id="12" creationId="{78E4CE51-DAEA-4D14-BFEB-B4E5682E3331}"/>
          </ac:spMkLst>
        </pc:spChg>
        <pc:spChg chg="mod">
          <ac:chgData name="Garima Sharma" userId="c5ca40beb9a8554c" providerId="LiveId" clId="{2265D429-760C-4FF0-9653-4AF4BA9B0970}" dt="2026-09-09T11:04:23.174" v="30" actId="20577"/>
          <ac:spMkLst>
            <pc:docMk/>
            <pc:sldMk cId="15109702" sldId="262"/>
            <ac:spMk id="15" creationId="{12B39742-A398-430B-83F7-92AE40CE9248}"/>
          </ac:spMkLst>
        </pc:spChg>
      </pc:sldChg>
      <pc:sldChg chg="modSp mod modAnim">
        <pc:chgData name="Garima Sharma" userId="c5ca40beb9a8554c" providerId="LiveId" clId="{2265D429-760C-4FF0-9653-4AF4BA9B0970}" dt="2026-09-09T11:04:23.260" v="37"/>
        <pc:sldMkLst>
          <pc:docMk/>
          <pc:sldMk cId="1029608827" sldId="263"/>
        </pc:sldMkLst>
        <pc:spChg chg="mod">
          <ac:chgData name="Garima Sharma" userId="c5ca40beb9a8554c" providerId="LiveId" clId="{2265D429-760C-4FF0-9653-4AF4BA9B0970}" dt="2026-09-09T11:04:23.226" v="32" actId="20577"/>
          <ac:spMkLst>
            <pc:docMk/>
            <pc:sldMk cId="1029608827" sldId="263"/>
            <ac:spMk id="13" creationId="{C91BC7AC-434C-4147-91F1-16F878780C58}"/>
          </ac:spMkLst>
        </pc:spChg>
        <pc:spChg chg="mod">
          <ac:chgData name="Garima Sharma" userId="c5ca40beb9a8554c" providerId="LiveId" clId="{2265D429-760C-4FF0-9653-4AF4BA9B0970}" dt="2026-09-09T11:04:23.244" v="34" actId="20577"/>
          <ac:spMkLst>
            <pc:docMk/>
            <pc:sldMk cId="1029608827" sldId="263"/>
            <ac:spMk id="17" creationId="{E717447E-0924-400C-8E92-6BFFA4832DEF}"/>
          </ac:spMkLst>
        </pc:spChg>
        <pc:spChg chg="mod">
          <ac:chgData name="Garima Sharma" userId="c5ca40beb9a8554c" providerId="LiveId" clId="{2265D429-760C-4FF0-9653-4AF4BA9B0970}" dt="2026-09-09T11:04:23.259" v="36" actId="20577"/>
          <ac:spMkLst>
            <pc:docMk/>
            <pc:sldMk cId="1029608827" sldId="263"/>
            <ac:spMk id="21" creationId="{12E45B62-9DF8-46CE-851E-BE90DFACB235}"/>
          </ac:spMkLst>
        </pc:spChg>
      </pc:sldChg>
      <pc:sldChg chg="modSp mod modAnim">
        <pc:chgData name="Garima Sharma" userId="c5ca40beb9a8554c" providerId="LiveId" clId="{2265D429-760C-4FF0-9653-4AF4BA9B0970}" dt="2026-09-09T11:04:23.345" v="43"/>
        <pc:sldMkLst>
          <pc:docMk/>
          <pc:sldMk cId="1645636030" sldId="264"/>
        </pc:sldMkLst>
        <pc:spChg chg="mod">
          <ac:chgData name="Garima Sharma" userId="c5ca40beb9a8554c" providerId="LiveId" clId="{2265D429-760C-4FF0-9653-4AF4BA9B0970}" dt="2026-09-09T11:04:23.307" v="38" actId="20577"/>
          <ac:spMkLst>
            <pc:docMk/>
            <pc:sldMk cId="1645636030" sldId="264"/>
            <ac:spMk id="13" creationId="{9AC5071E-1C19-489A-AD2A-0A4E508BF403}"/>
          </ac:spMkLst>
        </pc:spChg>
        <pc:spChg chg="mod">
          <ac:chgData name="Garima Sharma" userId="c5ca40beb9a8554c" providerId="LiveId" clId="{2265D429-760C-4FF0-9653-4AF4BA9B0970}" dt="2026-09-09T11:04:23.326" v="40" actId="20577"/>
          <ac:spMkLst>
            <pc:docMk/>
            <pc:sldMk cId="1645636030" sldId="264"/>
            <ac:spMk id="17" creationId="{F6ED68F3-59A0-4A31-8CDF-B978B4E249DD}"/>
          </ac:spMkLst>
        </pc:spChg>
        <pc:spChg chg="mod">
          <ac:chgData name="Garima Sharma" userId="c5ca40beb9a8554c" providerId="LiveId" clId="{2265D429-760C-4FF0-9653-4AF4BA9B0970}" dt="2026-09-09T11:04:23.343" v="42" actId="20577"/>
          <ac:spMkLst>
            <pc:docMk/>
            <pc:sldMk cId="1645636030" sldId="264"/>
            <ac:spMk id="21" creationId="{C999869C-06F8-4221-ACA0-0D722DD29BA7}"/>
          </ac:spMkLst>
        </pc:spChg>
      </pc:sldChg>
      <pc:sldChg chg="modSp mod modAnim">
        <pc:chgData name="Garima Sharma" userId="c5ca40beb9a8554c" providerId="LiveId" clId="{2265D429-760C-4FF0-9653-4AF4BA9B0970}" dt="2026-09-09T11:04:23.402" v="49"/>
        <pc:sldMkLst>
          <pc:docMk/>
          <pc:sldMk cId="1571203845" sldId="265"/>
        </pc:sldMkLst>
        <pc:spChg chg="mod">
          <ac:chgData name="Garima Sharma" userId="c5ca40beb9a8554c" providerId="LiveId" clId="{2265D429-760C-4FF0-9653-4AF4BA9B0970}" dt="2026-09-09T11:04:23.384" v="44" actId="20577"/>
          <ac:spMkLst>
            <pc:docMk/>
            <pc:sldMk cId="1571203845" sldId="265"/>
            <ac:spMk id="11" creationId="{5276529E-D0BD-4F41-96A9-25CC3B152AAF}"/>
          </ac:spMkLst>
        </pc:spChg>
        <pc:spChg chg="mod">
          <ac:chgData name="Garima Sharma" userId="c5ca40beb9a8554c" providerId="LiveId" clId="{2265D429-760C-4FF0-9653-4AF4BA9B0970}" dt="2026-09-09T11:04:23.392" v="46" actId="20577"/>
          <ac:spMkLst>
            <pc:docMk/>
            <pc:sldMk cId="1571203845" sldId="265"/>
            <ac:spMk id="12" creationId="{9F13A28D-81B2-46D8-94BB-D2D2AEF42082}"/>
          </ac:spMkLst>
        </pc:spChg>
        <pc:spChg chg="mod">
          <ac:chgData name="Garima Sharma" userId="c5ca40beb9a8554c" providerId="LiveId" clId="{2265D429-760C-4FF0-9653-4AF4BA9B0970}" dt="2026-09-09T11:04:23.401" v="48" actId="20577"/>
          <ac:spMkLst>
            <pc:docMk/>
            <pc:sldMk cId="1571203845" sldId="265"/>
            <ac:spMk id="13" creationId="{1E6F26E2-AD74-4DE2-8DEC-4D0ADC92CEDF}"/>
          </ac:spMkLst>
        </pc:spChg>
      </pc:sldChg>
      <pc:sldChg chg="modSp mod modAnim">
        <pc:chgData name="Garima Sharma" userId="c5ca40beb9a8554c" providerId="LiveId" clId="{2265D429-760C-4FF0-9653-4AF4BA9B0970}" dt="2026-09-09T11:04:23.476" v="53"/>
        <pc:sldMkLst>
          <pc:docMk/>
          <pc:sldMk cId="330211672" sldId="266"/>
        </pc:sldMkLst>
        <pc:spChg chg="mod">
          <ac:chgData name="Garima Sharma" userId="c5ca40beb9a8554c" providerId="LiveId" clId="{2265D429-760C-4FF0-9653-4AF4BA9B0970}" dt="2026-09-09T11:04:23.465" v="50" actId="20577"/>
          <ac:spMkLst>
            <pc:docMk/>
            <pc:sldMk cId="330211672" sldId="266"/>
            <ac:spMk id="16" creationId="{49DF6857-A5BA-40C0-83FE-B91FD50332D7}"/>
          </ac:spMkLst>
        </pc:spChg>
        <pc:spChg chg="mod">
          <ac:chgData name="Garima Sharma" userId="c5ca40beb9a8554c" providerId="LiveId" clId="{2265D429-760C-4FF0-9653-4AF4BA9B0970}" dt="2026-09-09T11:04:23.475" v="52" actId="20577"/>
          <ac:spMkLst>
            <pc:docMk/>
            <pc:sldMk cId="330211672" sldId="266"/>
            <ac:spMk id="17" creationId="{F48C0AD2-3F33-406C-B3CF-139FF71023EA}"/>
          </ac:spMkLst>
        </pc:spChg>
      </pc:sldChg>
      <pc:sldChg chg="modSp mod modAnim">
        <pc:chgData name="Garima Sharma" userId="c5ca40beb9a8554c" providerId="LiveId" clId="{2265D429-760C-4FF0-9653-4AF4BA9B0970}" dt="2026-09-09T11:04:23.565" v="59"/>
        <pc:sldMkLst>
          <pc:docMk/>
          <pc:sldMk cId="2102717029" sldId="267"/>
        </pc:sldMkLst>
        <pc:spChg chg="mod">
          <ac:chgData name="Garima Sharma" userId="c5ca40beb9a8554c" providerId="LiveId" clId="{2265D429-760C-4FF0-9653-4AF4BA9B0970}" dt="2026-09-09T11:04:23.524" v="54" actId="20577"/>
          <ac:spMkLst>
            <pc:docMk/>
            <pc:sldMk cId="2102717029" sldId="267"/>
            <ac:spMk id="13" creationId="{C87CA343-426C-4059-9077-F6D2D62682E7}"/>
          </ac:spMkLst>
        </pc:spChg>
        <pc:spChg chg="mod">
          <ac:chgData name="Garima Sharma" userId="c5ca40beb9a8554c" providerId="LiveId" clId="{2265D429-760C-4FF0-9653-4AF4BA9B0970}" dt="2026-09-09T11:04:23.545" v="56" actId="20577"/>
          <ac:spMkLst>
            <pc:docMk/>
            <pc:sldMk cId="2102717029" sldId="267"/>
            <ac:spMk id="17" creationId="{EADA51F7-21C5-41AC-9752-8AC0C92AAA7C}"/>
          </ac:spMkLst>
        </pc:spChg>
        <pc:spChg chg="mod">
          <ac:chgData name="Garima Sharma" userId="c5ca40beb9a8554c" providerId="LiveId" clId="{2265D429-760C-4FF0-9653-4AF4BA9B0970}" dt="2026-09-09T11:04:23.563" v="58" actId="20577"/>
          <ac:spMkLst>
            <pc:docMk/>
            <pc:sldMk cId="2102717029" sldId="267"/>
            <ac:spMk id="21" creationId="{FD3F85D7-BAE3-46A9-9B5C-73867B330D2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294. | Estimate the quotient using a nearby multiple. | After each subtraction, bring down exactly one next place-value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8,736 / 24. Answer: 364.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After each subtraction, bring down exactly one next place-value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294..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207..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208 because 208 x 48 = 9,984.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207. | After each subtraction, bring down exactly one next place-value digit.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5ED88F6-B7AD-43A1-897C-91577D19C2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FF1594-3516-4E7F-A791-B946B52EBC9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0E301E-CBAD-404A-8A5E-4ACBC42D0542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655ED-9BE7-4852-8F2D-EB9EB24A5535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A9593E-BDFF-4653-BB81-DDC1D16A5FB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8DEBB5-8EE9-46ED-A801-560A0A80FB3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BE195A-CFC7-48DC-A716-2E0FD99B84BC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C9AACA-31E1-434D-AE78-BF440E1737FD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013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up to four digits by a two-digit number using long division.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3CEFB0-88C2-4F23-9825-608D7A11D5F1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BE1A73-4807-45BD-A568-185B2D5FF78E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08BF9-5289-46E9-9D75-CA5C25A8931E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1176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314632D-DD06-428A-8B1E-53A757DD3B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5DBAE1-1F41-489D-A799-915BB082E1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5ECB9C6-3D5C-4154-BAD6-0913A057D9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B45920-525F-439C-A56B-93049466EFB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F8AE14-47FD-48DC-BE75-0DE2640808F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C4ACBA-52D9-420A-9959-1088AF133E8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851D76-0D66-4AFE-8668-47B63AA26B4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99B6B4-1529-4BB7-AD25-4295D94D99A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351EE5-5D81-4BEE-811B-BDB0B6AEA57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E7BCB9C-9FEC-4CA5-8653-9FB8B42B4C9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4D97054-87F8-4870-8A70-B8970F28E46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7D354C-5241-489B-B26D-C638F0A3BBD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A82E1A-65B3-4160-BA7E-A3667379E4B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D94B0BE-28E4-45AF-BD35-6C63D82466D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65E3CE1-3829-4A9A-92C6-75A53503235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250D94-89A1-4D66-99C3-4488039E84B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BDCE5B-8D2A-41EF-A61E-456A95261C2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9,408 / 32.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2A6D563-477A-4961-B72E-BAF801C6E5C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DDC678B-A326-4E50-B5A1-F077827A7B4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337821-6A4F-40B5-95F7-674F13733F1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60F80B-E2DE-490D-83DA-5DBD7001F71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8,736 /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AB0A82D-F017-4931-BB28-2FAA529521B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8463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BB36EA7-EC63-4880-94DC-FD492F648E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7DDC09-B25F-4FFF-BDF8-2EB898AB1F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4AF2456-5152-4DA1-BA1E-B20118C970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CB8FA6-A5E6-4314-A3B7-F8F651C359E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B0DC6E-4F09-4871-A442-1E041571886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9ADBB9-E9D5-4E23-811F-40BE9502896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636656-B726-43D4-9D90-C99017D368C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200415-DE80-4E16-9C62-F8C06FD84F8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9DD0BB-8F2B-43F3-B661-900740641D4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3409EB-8CB4-4A63-9FA7-4662B996D479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up to four digits by a two-digit number using long division.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AA7DE6-DD02-4D82-9285-8FAF5331ECC1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BFAC9F-8991-4648-ABAE-B131FDE524BF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1D4181-69B7-4463-817E-3A2BDF6CCDBB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903913-CE17-48FD-A3D6-6BBCEA81765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9127EC-53CF-477E-A977-ABEED30F66D0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244549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0AE261E-3A17-4636-910F-18EB9D2C48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6A61EC-5DAC-4EC2-B38A-28660621B4C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2F347C2-ABDE-4E22-9D04-A06D02ED410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5F4223-4D85-40A1-B5E8-6B543FD6D2A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046307-63FA-4DA1-AA03-77BD410A73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229404-D713-47DB-AC4B-36C89FA2D9B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250883-AD8E-47B6-AF87-D6175C0DB9A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C9E48F-9820-4BDC-B60E-E28390D3A70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C460BD-C580-4EC0-97D9-D40959493C7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E178AF-68DA-4202-9F6D-6351BB31ECB9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C08186-3666-4723-8D33-32F7E9203E6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547FCDC-2996-464C-8E46-C9A6F942336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38A9D9-6386-4217-AE13-D56C33BBC671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97AF8B1-347E-49DF-872A-E214EA2EDA0E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quotient using a nearby multiple.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6DB861-1AB9-47C8-8F7B-004A42172E6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784CE17-8205-446F-8AB5-731FBA0CBDE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941B7C-A513-4E4E-B96F-BD99E8185E6A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F4DCBF2-4CB7-4955-A180-CA513967465E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one place at a time and record any remainder or exchange.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42CF37-56AD-4B19-B717-1D7EF9B6E78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04C026C-EF64-4838-A021-358A641CD2B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CFE0FD0-FBF8-49AA-A9C0-C9491C6A4C6B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8E30D9-0948-44AC-AA6D-D7B6DBB576C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the quotient by the divisor to check the result.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522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D77E45D-5E4B-49F6-B3AE-A406F2BDCD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34144D-9B8C-4F50-BAE3-C7E695E59A1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24B8C2-D65C-4A35-BDEB-C364A277526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157FEC-7F0A-4C07-B84D-AA7EF6AFBA7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EE0405-7CDB-4A2D-BD6D-6949FC1E752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19ADA4-E74D-4B43-AE14-D608D16B881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567E91-D58A-4A5C-940B-98D8914A380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EEC407-E4FC-40ED-88A9-0698C246308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83C5EF-FA71-4089-8F76-51484E821DF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23EF8F-2B92-4887-BBD9-C21C6FD93EE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DDBF42-B4B7-425E-9C3F-B6F1BA5AAA62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364.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D5ABB-B5A0-44F8-9BB9-78E0CBC80B89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149B33-299C-435E-9D4B-AF945007D6D0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F5AF08-ED2A-40E4-91F5-213B94CD1A40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3796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0940016-D945-46B5-8996-009F4F9B87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CD16E3-B3A8-46E6-B29B-260FD353227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52EADAF-5EAD-4DCF-B46D-2BFE7BACC66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512E17-05FD-4A64-A12E-3C4DB7903B3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749872-F6A9-489B-9852-B3FC3F64790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1136B-061F-48BF-8E08-923E043C985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E53356-608E-4BB4-8BD5-8773AF54955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2027FC-B392-4DEC-B3CF-FC274D11E64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0F520-BC3A-4510-BBD8-1629A3FA0F5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0770B7-FD0A-4595-858A-B9AEB646CDB4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9,408 / 32.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027720-7809-4E0E-ADC6-EBBF174068E7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CE3F00-436B-497B-BCB0-C0C824989531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71DAA6-FFC3-4AF6-ACDA-1A7E30190232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E1CEC4-1900-4258-B407-A050E7B4084E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48B4FD-7E54-417E-8947-3F9AE549719D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294.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062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2EAF524-0196-4110-BF30-3613378737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DA847-FD32-4E92-900B-B48499385D0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380B632-DF28-4A5D-B365-B086444196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391F5B-D70B-403F-AD03-CB3D3AD1226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50030-A3BB-4C55-80F6-1AC87AECAFC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B2854B-4173-4FD3-A782-8BE971F1AE9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9E2BA0-C3D1-42FC-9C09-6AC88278BF7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8ACF8F-3D3A-495E-B79E-0741B696B0E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7C17DC-B5FC-44B8-A68C-FF29B2BC5DE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CDC3F48-B0FA-4E41-8E36-F160D5BB1F85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E4CE51-DAEA-4D14-BFEB-B4E5682E3331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multiple correctly but forgets to bring down the next digit.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C0ECA2-0684-4550-A0D4-1E404BA2890C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CB030C-FF5F-4324-BA2F-CB75338814B0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B39742-A398-430B-83F7-92AE40CE9248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After each subtraction, bring down exactly one next place-value digit.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09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DD29C35-A92F-4C50-B8FA-276D0450F6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A0BCF1-E9B2-4F8B-AAF9-09F1C31BD9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62EB705-0E1F-4DF6-B80C-2F48A3F7DD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305D66-4C7D-46DC-8979-9FCA87EF21E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216354-CD85-48F6-96DA-5457489A4DC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FD6DA1-5F7B-4455-91A9-D9E5FEF2ED6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FCF3B4-D4FD-44E5-A48D-6C6D8A17ED5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8B42BE-4F47-41CB-8FB1-0D07B896B01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CACB68-8409-4612-A612-E13A6340780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184EE1-64CC-44FB-8DD6-D6DEE747757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F2CD59-8D08-4A9C-801C-12120337E16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A20253-6A37-4BB7-BCFA-EBBD70D95E2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1BC7AC-434C-4147-91F1-16F878780C5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9,408 / 32.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777070-D0C2-46CB-BD23-CA6B9FFF913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7E5E079-F051-4D51-9E48-3E61B61D757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6CAD5F-5C58-47CE-BE5A-2257FB81366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17447E-0924-400C-8E92-6BFFA4832DE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5F5B298-4A89-4E63-84D9-94727DCAD72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7AFD18D-E6AB-4DBD-9BF7-A10BCB78442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C1D33D9-6011-4877-94C1-B05F809D74C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2E45B62-9DF8-46CE-851E-BE90DFACB23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294.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5361A0A-6973-4416-AE1E-2E001CC2C9D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2960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E1DE524A-48E0-4FFD-9EE5-6A4821D846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F52851-3437-41E3-B0A1-CDCAF7F00BD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455CE6-28F5-4352-9356-944C5566FB3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D588E5-9D78-46AE-9338-A2DB8B15CC4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51BB3E-3932-437B-936E-7D3A81FA022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71B631-9E31-44A4-A290-772CE523235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B31B15-B44C-4C6B-815E-7ADFD0D8A06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BD6899-8B90-41D6-849C-6D5F2836AC8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A90538-FB64-45E1-AE96-9648CCE9D6A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FE19882-2D70-4DD7-9FDF-B39F7FA2F37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5DB20DE-A2FF-4F6F-9633-BC0E57FEEC6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9B4002-A021-4B74-8D2D-485C2C033A2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071E-1C19-489A-AD2A-0A4E508BF40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7,245 / 35.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A0E61B-D18F-4C7D-97F3-314CAB52FA2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635E893-96DA-4A14-8A8A-165B4BF6DC1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052C88-B529-4C7D-BC7D-7778DAD9E38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ED68F3-59A0-4A31-8CDF-B978B4E249D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F2D7BD0-F334-42AA-9C70-221E40395CD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A4E3208-B5D2-4AAB-A3D4-047C18EF7D5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361EF7-AB02-43E6-AB44-699B8CF7D07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99869C-06F8-4221-ACA0-0D722DD29BA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5636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A299785-2209-4590-9F92-0769EB78B0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909131-59DE-46E7-9199-93B55E7F53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35C209-F069-40E5-84D1-0AFC2054589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656094-DFE3-4305-865F-4DD0DDF2B3D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494F15-67DC-42AC-B2F6-C8BB6966658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B9F7C1-2E11-4AE7-8126-03E314DD8C4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C3575C-1BDC-4C9E-AE48-76BE2C898F2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C3EAC4-773F-4977-BDC1-8D5E4CE9ACA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B594FD-4D19-41F7-8836-BEB45B3E539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05A6F6-FDE3-4B3E-8FA9-621A2D7C1BA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9,984 / 48 and prove the answer by multiplication.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76529E-D0BD-4F41-96A9-25CC3B152AAF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13A28D-81B2-46D8-94BB-D2D2AEF4208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6F26E2-AD74-4DE2-8DEC-4D0ADC92CEDF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208 because 208 x 48 = 9,984.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120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AB38B1C-D4BC-48E8-BFB3-E031DEFEE7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F56304-29C0-4945-A685-994EFD46AC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102D0E-A5CA-49BD-BC4C-5445A9C0FFF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23A40B-5FB5-48A1-9FB6-A753A86DAD9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CAC815-5E0B-49AA-BB9F-CF2DFF36971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341EE9-F8A6-4A31-A06C-0B8E3E7D75D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46514-D5D0-43A5-91D3-CE73CABA72D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68C917-E373-43A8-8126-C86271025F5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739ED4-8ED1-46B9-BD5A-F2C2FCD1905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274F12-1562-485E-B1DC-51299DBC3509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0C42894-D83A-455F-A377-20939EB30812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47F547-5F09-4E88-8DC0-B4C12F598AC0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7,245 / 35.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FB2B42-99B4-4616-ACC0-813E8014C62A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3C00C7-E80E-46A8-9D93-799612792D16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B65BCA8-762A-4236-BFD3-AF9237ACD82E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DF6857-A5BA-40C0-83FE-B91FD50332D7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207.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8C0AD2-3F33-406C-B3CF-139FF71023EA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DA4005-DFEA-42D3-9F06-5F729B0E69D5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30211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05BCECC-36AA-41F5-9247-BC08AFB741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77590E-C4DA-43A9-B05B-F393E394E14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623A32D-BBFB-4CCF-9AE8-12775FA4953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A942F6-FBC6-4455-8C4C-B6536BED16D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6B8AF5-8D59-45FD-9D26-789E63EDC78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8776DC-5D25-44ED-9E00-DC14EE496BE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635591-FE49-4BEA-AA8A-CC44107F961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D55829-2910-4B0F-8B21-05483CF3064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BFFF35-076C-4649-8B3B-162F06E124F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2340CD3-FAB1-4D8F-B89F-709DB0525ED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007782-5A45-4500-BA11-7A773DDB57D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059615-60A3-4587-8FE6-200ED79BE65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7CA343-426C-4059-9077-F6D2D62682E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7,245 / 35.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4B8B864-3EEC-49D8-8E11-A4581233210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7B82189-E50B-4916-96A3-EA7D56FF660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7E6F73-C22A-45CC-9D13-FF8FE1AFD1C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DA51F7-21C5-41AC-9752-8AC0C92AAA7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multiple correctly but forgets to bring down the next digit.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B4F0D2D-1281-4AF6-A1FA-F95A5E123C8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52EB625-7C21-4918-B0C7-72D54E43887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C9F5FF-C387-4040-B13C-CFCBB6C8A50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3F85D7-BAE3-46A9-9B5C-73867B330D2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8A7105-19E2-4587-8C2C-A64ABB8B1F6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102717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1107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2026-09-09T10:56:11Z</dcterms:created>
  <dcterms:modified xsi:type="dcterms:W3CDTF">2026-09-09T11:04:23Z</dcterms:modified>
</cp:coreProperties>
</file>