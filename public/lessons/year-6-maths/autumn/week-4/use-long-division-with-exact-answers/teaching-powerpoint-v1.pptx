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294. | Estimate the quotient using a nearby multiple. | After each subtraction, bring down exactly one next place-value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8,736 / 24. Answer: 364.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After each subtraction, bring down exactly one next place-value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294..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207..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208 because 208 x 48 = 9,984.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9,408 / 32. Expected: Calculate 7,245 / 35. Higher: Calculate 9,984 / 48 and prove the answer by multiplication.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207. | After each subtraction, bring down exactly one next place-value digit.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2F5F523-C097-4AF1-AE13-38FB75FFC7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FB740-AD3D-4AA6-AB81-A2AFA8E1779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CAAFEA-AB41-46FC-AE3D-C5DF93D58EF0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0FBD5E-9E47-4A16-8D54-49BCCF615A0C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383298-3EE2-46A6-8828-4AE4ACF7C33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5DDE60-D7FF-4EA8-A7B7-224CAE5179B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2403AE-6976-4140-8C75-CCFABCD44E2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68516D-6466-40CD-B603-E312BB15446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CD319E-3BD6-43AC-A67A-CDCFF6AE3E12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013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up to four digits by a two-digit number using long division.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45A898-ED01-46B1-A94C-FB3E0E6219A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8E9182-373A-4CAC-AF61-0A6BA822E167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04D2E3-E5AE-4411-A926-8BA917C9EF3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42481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417AF0-0A6A-468C-B3F0-588DD1816D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90E453-F8BF-4364-AE1D-0033E8D15FC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E4B461-8431-4876-8353-6082234DFB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298D849-FBFC-4531-BDC9-8C8921B015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3A149F-D057-4B1F-8B84-06B69987A8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83CF04-30CB-4D0B-8300-39E6E56E26F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832C1-72FA-46D4-AC5F-7C33DE90906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DF1893-64D6-4131-BCA5-E753F6B8F32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EB166-32F4-48FA-AEC7-1B858978A99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9D1504-7492-4168-9B7D-566F5D27C96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42BF25-42C5-408B-AA9E-5B4A34DB42A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D0D1CA4-238E-41C0-8CB4-CC99EF90205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68261E-F267-4E54-BAB6-0F90E87683F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7047B2-726C-4182-8465-919216A21AF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5A0C0E8-2FA1-4C6E-AEB6-2E5BC54BC13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CA912F7-4AE2-46F1-B623-D9F2A33C756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F94F9B-CC2A-40F8-8E93-627D7238D33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89E4E5-9DF1-4D37-B3C2-B6E48600E10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FD7820C-D507-4207-BAD5-FB1527C5C26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EADC865-5C36-4133-8ED4-8809471F8AC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5C4FE4-6CD1-458F-97C6-18C41F6E281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6C4A26-5ED7-4BDE-8407-21A0BE6C10A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8,736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0D8BA9-91A1-4791-ABF4-8A6AABC737D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0406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7C19E47-FC32-47C1-B17E-91D959B67F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3DC681-991D-4703-944A-C847DB2AEA1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BBDFB2-9920-4813-97BD-30FF3A02A10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0E232D-7378-4D18-A929-A9061B8567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6499E-3F4F-4D11-A08C-D3B05FFB733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3C104B-42B2-46B9-B392-C2019DC713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4408E6-B791-41AC-995E-3D44D8D3536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447C58-4EFF-48F8-8C5B-1A32B9E699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FAFB91-F612-4B28-8939-D135EF660D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575ECE-C4FB-4D89-81D9-E8F223E1EC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EF7CC0-FEC9-4EB9-95AC-D2D4A6AC409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up to four digits by a two-digit number using long division.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CD4BC0-DA1B-47D5-BEB2-8984C35937B4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808810-5C39-4481-B454-FBE06D8C4CC7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FE7509-BB3D-4C0A-A7DE-BD0C0375190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3743B0-C504-4CDC-8760-78E2B697A216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3B6776-B8EE-40E7-9B86-39B647180566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69875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F8AE96A-AC56-437F-8A07-7B4A47C4C3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E1BF00-9002-42E2-A5CC-C49DE293D6C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CD8B93-8E13-4D6A-9A82-65F4EA5CCD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AF6C07-58F7-4F98-A466-6F0DAD4017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1600D1-958C-4115-9343-91869879897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1E79A-D724-4151-ADEC-389269479D2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3E67CB-9353-47A3-88F7-07A67342FB2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AE924D-CD84-4F2C-A145-6D6D18FE68D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160F43-E7C1-4797-B259-5E6FA2D10FD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27687C-AB4A-4571-B8AD-255D39AB22A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0FBC38-1725-4DBE-A582-6274099305E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C1BEEC-595F-41A4-9737-B124FF8945B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F585D23-2C1A-482F-8119-16AE5523CBB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E07D75-A418-4488-A9BB-871EDD10FBFB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C21F16-0CB2-4B51-9FAC-E51606A0EEDC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6C1354-172F-4DA8-845E-8851043C626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03E9D77-BD4D-4F31-928F-B16AF123375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4FB1FE-1F55-49E2-BCF8-A764ABA53B6D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E77445-CB9B-40EA-8E8A-A6EB8AD3336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B9080-3CFB-49B7-A3CF-A267F46B4B3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1E38F0B-F8A0-4D04-BF53-AE006488617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26E8AF-3162-4FA5-90D7-E7910EF7AA3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C14AE7-DF49-4527-B7EC-A41AB9FA82F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226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C7F985D-E193-4BF5-9887-BD1E727629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29F260-D630-47F6-A833-BC737A4DF60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9EAADE-9C61-45C6-B6A9-A00661C3F8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D79011-14E4-4A38-94AD-A358A975A8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1B71BD-E8DB-497F-B652-0F5B28B7755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CA7B7C-1AEE-4412-98DE-CCF3DD401A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4A1ED4-FE2E-44D9-957C-80B97FCF4E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360730-897C-41F0-872E-78AB0CFD3EC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F79E2F-87DE-41C1-9CA2-AB711F8EF5A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20EF52-B142-4BF0-9044-85F04FF2102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931D6C-BA20-41F9-B475-3C48EA14726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4E2A1A-41E1-4C3D-8BDF-441F54D191BD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364.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99FBF9-4790-470C-B1A0-EF92617A904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A7271B-EA66-4FC2-8055-2B5F2B45047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66A297-C78D-4D14-8411-835E3A8EDC7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6504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5A11787-7AB5-4FDC-B338-C757B6CD83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5F1D5D-DB79-4CC6-98D7-B9412B0F981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1DCFAA-E9FE-4F06-B7EE-B619B5750E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1958E5-9AC9-4756-BD2B-6D4C998994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866F8D-78F6-469A-9A1C-463874D97A8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C48AAA-2562-4D6C-8FD0-3B00CD6AC61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15324C-4F1F-4540-8CDC-8401B77862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5A81D5-B465-4F25-B7AC-3B40E109AF8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957442-F076-4AC3-AD63-033201EDF7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63D741-41A6-4CA7-90BE-A2893B7AE65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F04654-C994-4CA6-8A7C-892336C3CD6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8B4699-5316-45B2-8D02-83C0BD3BA3A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7DAF24-1083-4E71-B4F4-2AA26B48993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38B6EE-9A51-4A9F-8498-7AE53E630D81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C41B9E-A6AD-4C5F-815E-C1047BA6A6D8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714BDC-64A4-4182-83BD-294F95B7DE0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294.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9969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4672D55-2BBE-479F-A3C4-4A8AA4315A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2CE772-ACEE-450F-A892-888F6DD47D6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A73629-83ED-4317-B6B7-6476F8EB9C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08782E-F446-4B06-9A7B-9544590A96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B180A2-F729-4914-BAED-EC7717CE21A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9AAFF3-7A84-4F8D-ACFA-D8FC41D524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6A2260-E9B4-4BC8-898D-E37A7424330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C62E1F-FA3D-445B-AB50-5B02E39F136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691108-59C6-4B2C-9581-FEC5835761F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B986E2-E0C6-4F85-AAE9-68CB4D02CDB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268221D-02F9-467E-8C99-D8FDDA47B1E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6DC2F2-F69B-463F-B1FD-BA6C165D3ABE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multiple correctly but forgets to bring down the next digit.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08C244-C3E3-483A-A131-8DAB457CF71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B0B8764-A86F-4123-B858-54FB7E46DEBD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19275F-2232-40B0-86DD-8BCDD31A3DE3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each subtraction, bring down exactly one next place-value digit.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7040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B3D5CD5-6CE7-4DCF-B916-4922916DE2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698402-B68D-4983-A17F-95A1D8C098D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20FAD5-41F1-40E0-B818-84775216C5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CF7203-72C0-4922-9F27-ABA7827FB8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C28DD-04A4-4C9C-B402-9D309DB76D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F92B6-30E9-41C8-B6AE-86059497113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55C497-711A-4BD6-96FB-3D0FFF0403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CE4DC4-F838-4B1A-9A2D-AE848FE2F19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6AC34C-FFB6-43F9-ADB2-150AF4FDFA2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FC0DAB-E6C2-46ED-A5F0-B07E90B4A7F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BC9F6BC-FB9E-4F01-ABD6-598C8D34A9B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2D9689C-6B3B-4C3E-9F22-33FE282E1AB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A84A54-4A77-4F21-8380-111F7FA5E8F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6CCEB8-3E84-4AF8-9BAD-F58267436AA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9,408 / 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ADA006D-9AEB-4ACA-9413-046DA667C95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7803AA8-4EC9-4141-AD61-58F1173FB50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B4996F-6CF3-49E1-B13B-EDE1D87A10C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18AD5E8-A59E-4A00-9428-A8659C67E4D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DEF8BA6-86BD-48FC-ADC3-8C36BD3BB9C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0CF003-1C8F-4100-A7B0-7D8D1739BF9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480D0F-C4A8-449B-9776-11069B988DE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1EEFBC-9430-4B3C-A6AA-D56391B5396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294.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BE557D-1530-406E-9BB3-EE05AD955FD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59372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DC62105-D86A-43D6-98AB-467E42D76B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EEEA9E-7554-4A32-9EF3-25CE9E0BCA4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128962-106B-4316-B366-E10C969808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5EF3BE-C47C-455C-B6D7-2748D235FDD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4535E7-94A2-4137-A62F-06A41554138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4651C5-7631-4AA6-A839-DE38E20CCB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B5F7C0-3EF7-4AEF-97B6-DDE3E0990B9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55D0CC-D889-4B74-B7B6-5226E2E142B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4DE90A-AE3F-4925-B10F-9A5DC1BA0CB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856FD6-B329-4BAB-B20A-FF2F0AEEA68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559A1FE-120E-4266-83FF-F77FBA7780A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7D2F98D-F6AB-4298-9461-D9BEEEF5697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E5D3D2-71CD-4B4E-9439-1DBADE771E6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63D097-5894-4506-89BB-C751B6B137C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9F5848-F6F2-4A3E-A97D-DF2DFD59F6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3B98FBB-94D8-46F9-B9EE-E7DE47CF51A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D74B1E-E165-443E-B88C-F702B0ED01C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30B3AB-AE67-4759-AF74-858859EC268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D60EEF-EFEC-4C0E-8325-9DD68DCA17F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C65FF31-A1AF-47EB-B166-B7A1C3993B2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2A79C-4D4F-4919-BCA3-4DFC1E78508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FED9D7-2C9B-4E6F-AECC-562E927DFEC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1314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E055098-16F9-42F7-824E-E3398A2DBA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0E2211-A2EA-4B28-8FA3-10118A3D53E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F91755-773E-47F9-8EF3-62DEEC0F81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3CC0F1-34FA-45E4-94E5-BAEA72D1218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EEFB5E-4CCB-4649-A718-DA0FA2FBCE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67AEAE-3417-4A97-90F0-FAAA7B91B35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72F07A-89F1-457F-AEEB-407B3083D6F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94A391-3A6C-4F12-AC6A-89A2D287F36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C26491-BC41-4B69-8B2D-F0D37C4D75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C26DE8-9387-4B41-A237-C5092865320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535ABD-34DD-433A-A36B-3240AA07954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9,984 / 48 and prove the answer by multiplication.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04F3CA-1C82-4A78-90B9-DA7837CA1662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8C8A0-B4AB-4909-AFBC-A7FA8189C457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7006B0-F479-42BC-8393-5FCB7C2027EB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208 because 208 x 48 = 9,984.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8623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EC21264-033E-4BF1-91E9-0E0AECB013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847F0-6683-4577-AA5F-4856564D184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A5A0DE-D41E-4212-9197-457C940558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63FEC7-ACEA-40CE-9C88-68FF102AFB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A374FD-4145-474A-A7C6-6F7A3F8AAA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3D39C9-4166-4776-B133-16B6274A2C9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998799-A5D7-42BE-8761-FD596C96414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A7A76B-9A98-4FCB-8240-79EFA8E52DB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713E4B-9578-45B5-A59F-14244DCFD34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F1A4DB-1669-48A2-8E16-9A851F3AB53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7E6AE8-012D-40D2-BFE0-2E226878622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573AD3C-7DDC-4FD9-B9FF-BE611D8DA7D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D8F30-29A4-4E1E-9A8E-9371F75657D1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1EF0F1-A567-4D3B-A659-C4040E8DBD05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18E73D-4649-4E6E-86E5-90BBE299000B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7F5940-86F7-4317-9F07-6E59E9C699A6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4B40CA-088C-454C-9E0E-F1635E6DF35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B31A7B0-FB86-4BAA-9F71-7FD695F31121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C64694-FA57-4762-8A5B-24FA36B5E030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07AF5D-430B-4245-A136-E6F6F556FFE9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8AD435-6AC4-450A-BFEA-E838A61F5046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10949E-A8C1-4B5D-AFD3-0A49E289B35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28B8CF-A27C-4AE0-8466-E9449BC29648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4FF916-6AF0-4AA9-A935-28F8B14AA517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3FD776-64B9-41AD-8BA9-4AF938EA218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E2D5E0-4286-4525-B026-73510B22D0BE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909139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B1CD11B-A144-453C-BB5E-9B9DE6101E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BA900B-AEFD-4DC3-BA43-F78565421DE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90A5A1-776E-4B74-B11A-3F937DE813B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7BE5B7-CA1D-41D5-A357-8ED41DC30A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4B9F54-BCA6-4FFD-ABF9-E561084D07A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9BC266-C6CE-45D7-BD22-C77307C61B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AC029D-98BC-4105-B1B8-99E8CC43E2B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5CFF27-3F30-4DFE-8A99-A3A426A2AB9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49D9E2-25DA-4A12-A9FC-82142FED240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2B2D78-BE36-433E-87CF-D4793581EAF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long division with exact answers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8B1AB5D-9820-470B-B634-DA91832F4F0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3A16798-C0E9-459F-A4AE-8ED9E6806C4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1D43AF-8E38-4936-BB25-A2B8A932A06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31F6E6-D816-4CC9-9222-6010EBF293B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7,245 / 35.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DA965B-E5C6-4528-AC5F-4CE49DC2599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791C917-348B-47FB-9046-FB816F5B642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DAAA94-0213-4CFF-BC1B-378FFAF5278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DF172-E473-4683-BA01-04DA59BF8EF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multiple correctly but forgets to bring down the next digit.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B067CC5-3D40-4F05-B5C8-828177DE5B5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5B3D81-5F87-4C0D-A914-C1B2C2B7693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CE5AE6-FFB1-4A0C-8888-ED4B7CFE3A2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EB31A0-1C6A-40C1-B82F-6238458D15E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D438AA-C0CA-43E2-A880-E24B8E443C2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7874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1287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2026-09-08T22:35:54Z</dcterms:created>
  <dcterms:modified xsi:type="dcterms:W3CDTF">2026-09-08T22:43:24Z</dcterms:modified>
</cp:coreProperties>
</file>