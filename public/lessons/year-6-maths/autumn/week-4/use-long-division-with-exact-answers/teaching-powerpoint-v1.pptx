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124eccaec540ca" /><Relationship Type="http://schemas.openxmlformats.org/officeDocument/2006/relationships/extended-properties" Target="/docProps/app.xml" Id="R73281ca535b74f54" /><Relationship Type="http://schemas.openxmlformats.org/officeDocument/2006/relationships/officeDocument" Target="/ppt/presentation.xml" Id="R4dc9c09c809b42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18cd110e984b1e"/>
  </p:sldMasterIdLst>
  <p:notesMasterIdLst>
    <p:notesMasterId xmlns:r="http://schemas.openxmlformats.org/officeDocument/2006/relationships" r:id="R988726e0e0814d65"/>
  </p:notesMasterIdLst>
  <p:sldIdLst>
    <p:sldId xmlns:r="http://schemas.openxmlformats.org/officeDocument/2006/relationships" id="256" r:id="R4b258df1d69d4e8f"/>
    <p:sldId xmlns:r="http://schemas.openxmlformats.org/officeDocument/2006/relationships" id="257" r:id="R83507d3ddc334102"/>
    <p:sldId xmlns:r="http://schemas.openxmlformats.org/officeDocument/2006/relationships" id="258" r:id="R23db4d0379c64e69"/>
    <p:sldId xmlns:r="http://schemas.openxmlformats.org/officeDocument/2006/relationships" id="259" r:id="Rb9b6ab6bfffe4dab"/>
    <p:sldId xmlns:r="http://schemas.openxmlformats.org/officeDocument/2006/relationships" id="260" r:id="R8d82592285fe46a3"/>
    <p:sldId xmlns:r="http://schemas.openxmlformats.org/officeDocument/2006/relationships" id="261" r:id="R8159405901574171"/>
    <p:sldId xmlns:r="http://schemas.openxmlformats.org/officeDocument/2006/relationships" id="262" r:id="Rf147e69087664f38"/>
    <p:sldId xmlns:r="http://schemas.openxmlformats.org/officeDocument/2006/relationships" id="263" r:id="R7c12118e7c4148c5"/>
    <p:sldId xmlns:r="http://schemas.openxmlformats.org/officeDocument/2006/relationships" id="264" r:id="R8719a3036f8648d9"/>
    <p:sldId xmlns:r="http://schemas.openxmlformats.org/officeDocument/2006/relationships" id="265" r:id="Rac45dd689e5f49c1"/>
    <p:sldId xmlns:r="http://schemas.openxmlformats.org/officeDocument/2006/relationships" id="266" r:id="R8b346157fc2a4765"/>
    <p:sldId xmlns:r="http://schemas.openxmlformats.org/officeDocument/2006/relationships" id="267" r:id="R672f8ee918a641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76e101ec4e44e4" /><Relationship Type="http://schemas.openxmlformats.org/officeDocument/2006/relationships/slideMaster" Target="/ppt/slideMasters/slideMaster1.xml" Id="R0b18cd110e984b1e" /><Relationship Type="http://schemas.openxmlformats.org/officeDocument/2006/relationships/notesMaster" Target="/ppt/notesMasters/notesMaster1.xml" Id="R988726e0e0814d65" /><Relationship Type="http://schemas.openxmlformats.org/officeDocument/2006/relationships/presProps" Target="/ppt/presProps.xml" Id="R5083f02a8faa47b5" /><Relationship Type="http://schemas.openxmlformats.org/officeDocument/2006/relationships/tableStyles" Target="/ppt/tableStyles.xml" Id="Raecffdd58bb8421b" /><Relationship Type="http://schemas.openxmlformats.org/officeDocument/2006/relationships/slide" Target="/ppt/slides/slide1.xml" Id="R4b258df1d69d4e8f" /><Relationship Type="http://schemas.openxmlformats.org/officeDocument/2006/relationships/slide" Target="/ppt/slides/slide2.xml" Id="R83507d3ddc334102" /><Relationship Type="http://schemas.openxmlformats.org/officeDocument/2006/relationships/slide" Target="/ppt/slides/slide3.xml" Id="R23db4d0379c64e69" /><Relationship Type="http://schemas.openxmlformats.org/officeDocument/2006/relationships/slide" Target="/ppt/slides/slide4.xml" Id="Rb9b6ab6bfffe4dab" /><Relationship Type="http://schemas.openxmlformats.org/officeDocument/2006/relationships/slide" Target="/ppt/slides/slide5.xml" Id="R8d82592285fe46a3" /><Relationship Type="http://schemas.openxmlformats.org/officeDocument/2006/relationships/slide" Target="/ppt/slides/slide6.xml" Id="R8159405901574171" /><Relationship Type="http://schemas.openxmlformats.org/officeDocument/2006/relationships/slide" Target="/ppt/slides/slide7.xml" Id="Rf147e69087664f38" /><Relationship Type="http://schemas.openxmlformats.org/officeDocument/2006/relationships/slide" Target="/ppt/slides/slide8.xml" Id="R7c12118e7c4148c5" /><Relationship Type="http://schemas.openxmlformats.org/officeDocument/2006/relationships/slide" Target="/ppt/slides/slide9.xml" Id="R8719a3036f8648d9" /><Relationship Type="http://schemas.openxmlformats.org/officeDocument/2006/relationships/slide" Target="/ppt/slides/slide10.xml" Id="Rac45dd689e5f49c1" /><Relationship Type="http://schemas.openxmlformats.org/officeDocument/2006/relationships/slide" Target="/ppt/slides/slide11.xml" Id="R8b346157fc2a4765" /><Relationship Type="http://schemas.openxmlformats.org/officeDocument/2006/relationships/slide" Target="/ppt/slides/slide12.xml" Id="R672f8ee918a641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bd5b0aa97744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5c6f5136eb4601" /><Relationship Type="http://schemas.openxmlformats.org/officeDocument/2006/relationships/notesMaster" Target="/ppt/notesMasters/notesMaster1.xml" Id="Rdc597cc93f5e46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fc3f7637bb41c4" /><Relationship Type="http://schemas.openxmlformats.org/officeDocument/2006/relationships/notesMaster" Target="/ppt/notesMasters/notesMaster1.xml" Id="R6f4879757fb446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00aa44ec114ced" /><Relationship Type="http://schemas.openxmlformats.org/officeDocument/2006/relationships/notesMaster" Target="/ppt/notesMasters/notesMaster1.xml" Id="R98fba5033e4b4a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5074726fe64961" /><Relationship Type="http://schemas.openxmlformats.org/officeDocument/2006/relationships/notesMaster" Target="/ppt/notesMasters/notesMaster1.xml" Id="R93cdf31203a049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01811b2d6040d0" /><Relationship Type="http://schemas.openxmlformats.org/officeDocument/2006/relationships/notesMaster" Target="/ppt/notesMasters/notesMaster1.xml" Id="R38a3d3fcdd3343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8a0c0528ae4161" /><Relationship Type="http://schemas.openxmlformats.org/officeDocument/2006/relationships/notesMaster" Target="/ppt/notesMasters/notesMaster1.xml" Id="R28c09805203340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99b48d683a4183" /><Relationship Type="http://schemas.openxmlformats.org/officeDocument/2006/relationships/notesMaster" Target="/ppt/notesMasters/notesMaster1.xml" Id="R537a76a3fe864d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1ce48463574329" /><Relationship Type="http://schemas.openxmlformats.org/officeDocument/2006/relationships/notesMaster" Target="/ppt/notesMasters/notesMaster1.xml" Id="R40ad28a7c0c447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2c87738a9241d6" /><Relationship Type="http://schemas.openxmlformats.org/officeDocument/2006/relationships/notesMaster" Target="/ppt/notesMasters/notesMaster1.xml" Id="R22166ed150a440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2b5b27746c4ab0" /><Relationship Type="http://schemas.openxmlformats.org/officeDocument/2006/relationships/notesMaster" Target="/ppt/notesMasters/notesMaster1.xml" Id="R929369e8ed2744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b8b30067b64d63" /><Relationship Type="http://schemas.openxmlformats.org/officeDocument/2006/relationships/notesMaster" Target="/ppt/notesMasters/notesMaster1.xml" Id="Rd73c98d7667742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d9406c9312446d" /><Relationship Type="http://schemas.openxmlformats.org/officeDocument/2006/relationships/notesMaster" Target="/ppt/notesMasters/notesMaster1.xml" Id="Rbff0ac6ea8b847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294. | Estimate the quotient using a nearby multiple. | After each subtraction, bring down exactly one next place-value digit.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364.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294.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After each subtraction, bring down exactly one next place-value digit.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294..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207..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208 because 208 x 48 = 9,984.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207.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207. | After each subtraction, bring down exactly one next place-value digit.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60d17a989341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7e8b83b82f4336" /><Relationship Type="http://schemas.openxmlformats.org/officeDocument/2006/relationships/slideLayout" Target="/ppt/slideLayouts/slideLayout1.xml" Id="R875c34e37bf645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5c34e37bf645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fb7a4f7c84d2c" /><Relationship Type="http://schemas.openxmlformats.org/officeDocument/2006/relationships/notesSlide" Target="/ppt/notesSlides/notesSlide1.xml" Id="R5d3aeb04048343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0e2c236544373" /><Relationship Type="http://schemas.openxmlformats.org/officeDocument/2006/relationships/notesSlide" Target="/ppt/notesSlides/notesSlide2.xml" Id="R5f28fb1bb1ff45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e4289502a48d6" /><Relationship Type="http://schemas.openxmlformats.org/officeDocument/2006/relationships/notesSlide" Target="/ppt/notesSlides/notesSlide3.xml" Id="R16daaa5f1be34e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d992626694cc5" /><Relationship Type="http://schemas.openxmlformats.org/officeDocument/2006/relationships/notesSlide" Target="/ppt/notesSlides/notesSlide4.xml" Id="Raed7a3d52d304c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5bd885eec41ec" /><Relationship Type="http://schemas.openxmlformats.org/officeDocument/2006/relationships/notesSlide" Target="/ppt/notesSlides/notesSlide5.xml" Id="R5464701e3d2043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bc1608d944586" /><Relationship Type="http://schemas.openxmlformats.org/officeDocument/2006/relationships/notesSlide" Target="/ppt/notesSlides/notesSlide6.xml" Id="R78c8b29918f147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a80f3c8094d05" /><Relationship Type="http://schemas.openxmlformats.org/officeDocument/2006/relationships/image" Target="/ppt/media/image.png" Id="Raff2acad2b234014" /><Relationship Type="http://schemas.openxmlformats.org/officeDocument/2006/relationships/notesSlide" Target="/ppt/notesSlides/notesSlide7.xml" Id="Rdf86bca6231d47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16e5deecf54dff" /><Relationship Type="http://schemas.openxmlformats.org/officeDocument/2006/relationships/notesSlide" Target="/ppt/notesSlides/notesSlide8.xml" Id="Rf4e4ca6504504d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8e4e844634d84" /><Relationship Type="http://schemas.openxmlformats.org/officeDocument/2006/relationships/notesSlide" Target="/ppt/notesSlides/notesSlide9.xml" Id="R38f0d59afa5c4a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4b949d6634f47" /><Relationship Type="http://schemas.openxmlformats.org/officeDocument/2006/relationships/notesSlide" Target="/ppt/notesSlides/notesSlide10.xml" Id="R3ee0b1a029c142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b179539074b91" /><Relationship Type="http://schemas.openxmlformats.org/officeDocument/2006/relationships/notesSlide" Target="/ppt/notesSlides/notesSlide11.xml" Id="Re6b92e40dcfb46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13c820e474089" /><Relationship Type="http://schemas.openxmlformats.org/officeDocument/2006/relationships/notesSlide" Target="/ppt/notesSlides/notesSlide12.xml" Id="R112dbbd7bad248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CB693-042B-476B-BF0C-454E2854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38380-D1EC-480E-B8AE-9CC28B1D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145FA-34EC-48D8-A176-FAC4F2D1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D7CB5-FBF8-4E03-A8B5-856E2EDD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251B5-BC1B-40C5-8EC0-6A4AF0A5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8B9A7-2342-4A05-839D-83FD7CFE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4B774F-5692-4B6C-9480-79A9AF6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80E53-51BD-4E98-AE37-7A617ADB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013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up to four digits by a two-digit number using long division.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A1B1D-4DA6-4DED-96BA-193C29D3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6A0F7-4BC9-42FD-8E6E-4DB25250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7EBAD0-CF65-45C7-9E31-A6CFF3B8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427037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2B4A3-6129-4D1E-86C7-DFF48302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5FA73-8FC2-4115-B992-DD99D5A0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8F2E9-2ADE-4938-A8B4-D15144A9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E62376-77AD-4EFE-88BD-A083F0AE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62EB1-DF68-482B-A296-2B73AA2A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8475F-74A8-4B0D-AE2C-8CCC4668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DDA2E9-A00E-451C-9359-D7B03FBF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009AC-59F2-423C-B2CD-973E1F19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B1AD27-28BC-4AEC-8797-37331E24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8DD98A-7F3E-45D2-80BD-C25C97DE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BF3EF0-CB90-4904-A687-07BDBC8F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D7C48F-4843-40B0-8AFE-DB163643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EA703D-D4B4-400C-A7F6-AC377CC0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6B3BAE-798E-4FD1-8F9B-E8CC5117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F877E2-CE94-44B7-A978-0F5B4539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7EECA2-7273-4438-89D6-B25017DE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62F65-6D1D-43C5-886D-C29E3514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48A0DE-A84E-43FC-9851-C25BB22B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36C14B-88A6-4AF6-965F-8285B4FF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130CF8-5EB1-41DD-97DF-572D838A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964A56-0CF2-45A3-B9A8-527EA9F2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8,736 / 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6F7957-F583-42F3-BB56-2CC1AB46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28685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1DA89-9215-466D-8D43-5CFA9606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F65049-E77D-46FE-AA73-BFEC7ED0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BBF01-EB74-4073-BCD6-9A12DA50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66F4CC-E87F-4923-ADB2-E274EEE6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124D0-27B5-4D4C-A7DA-FC8BB77D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79333-3C1F-4693-922C-97EACF43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D8F2F-DB7F-4050-BEBA-A47C7F84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11CD55-0224-4D3A-83A8-2212E904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DD9B11-6D7F-4F60-ACA8-F9F52421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E7A556-5C3B-404C-A19F-844A672E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up to four digits by a two-digit number using long division.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50C1A6-5CE6-4740-933C-AF696F59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EFF7D3-3E2F-4864-8A32-FD5C7ECD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D9794D-7C1C-4C80-A241-284D7E2C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F8D7B9-61D1-4DC9-991A-B689D997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B78454-1DAF-4B70-B1DC-9DFC81D7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2739152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D3B41F-6B97-4485-9A84-D7CFE4DD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A74C5-8ADA-4EBC-AEA0-7F61A6B9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7398C-ED71-463C-91FD-44759497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059EE-EA27-499F-8B59-016F764C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1D021-7757-4AAE-813D-B9A6980B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460D9-1EE1-4BB4-B641-8FA67012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64968-1DCF-44F2-BC64-B5AE858B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862EF-BDE0-4DD0-B88C-70BE3188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78534-1F80-460B-B5F1-B43E3615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4D30F-8C97-47F4-B182-B1377EA8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B684C-EDEF-4C92-B62F-D216332A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905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B746DD-F8E5-4885-B2C0-FB465A59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Useful multiples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47BA8F-4527-4C99-B811-4309F0E9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× 24 = 24     2 × 24 = 48     3 × 24 = 72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D2DAA5-32A7-4B1C-AFA7-897956C1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 × 24 = 96     5 × 24 = 120     6 × 24 = 144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37C24E-7CB9-46D1-B250-DF4E39E7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 × 24 = 168     8 × 24 = 192     9 × 24 = 216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160CC-C7F0-45B6-B9A2-E2E70FA8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47900"/>
            <a:ext cx="66484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2383">
            <a:solidFill>
              <a:srgbClr val="D9E0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823BDE-67DC-4D4B-970A-73F483BF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0030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1. 87 ÷ 24 = 3. Write 3; subtract 72; remainder 15. Bring down 3.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D6E683-7305-4E3F-9F61-8279232B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337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2. 153 ÷ 24 = 6. Write 6; subtract 144; remainder 9. Bring down 6.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1167F6-231E-4463-9258-DFB92029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671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3. 96 ÷ 24 = 4. Write 4; subtract 96; remainder 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4BA695-4BD9-4D59-8B46-3CEFE5B9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0057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4. Quotient 364. Check: 364 × 24 = 8736.</a:t>
            </a:r>
          </a:p>
        </p:txBody>
      </p:sp>
    </p:spTree>
    <p:extLst>
      <p:ext uri="{BB962C8B-B14F-4D97-AF65-F5344CB8AC3E}">
        <p14:creationId xmlns:p14="http://schemas.microsoft.com/office/powerpoint/2010/main" val="15624250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9A4B85-727E-410A-A2E5-64554A20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9F52A-4CFE-42A9-8599-B3AD3B19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AE69-16E0-4894-B2B6-9D0C59B3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6363C2-5C9C-4C37-84C9-B29E7E67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4375E-797E-4C17-9D8E-1748957A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50D406-75C3-4029-805E-DE439A37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A396C-7F8F-4042-B972-708AEA48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17B6CE-3E3D-4348-A9FE-297A5626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4F642-B4D6-431F-B84E-CCD2D846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8F2E36-A689-4397-AC33-72B619BA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3A7825-99E0-49DA-89D6-87484284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364.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A11C74-B0B5-4497-AC29-81C4DEF8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CF91C2-E716-4BDF-91C7-783EEE6A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EF8B7-3D9C-4BC2-92E9-A9987423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627624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B72306-15B7-4DE1-90A9-4DC8CF39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A0596-7502-4B98-B185-0CDB3789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DEFCB-954B-4406-95A0-E82835E0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BB638-C5C7-4B37-99A0-C723DE9C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15BFE-4637-4321-9E04-BA207E93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063A84-583D-41D8-846B-F3406B95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7B7531-EF55-45DE-9587-9753A37C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ABAB3-1D80-4BE4-8C92-41942261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8602EC-4A59-4629-A6C5-60C98DEF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67821F-0717-497D-9FB5-A6EA560A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10D3D6-C552-4A18-B0D3-A62C1EF9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B29A81-921E-4E49-B123-33563D6A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23CB70-002F-4DC9-ABED-80B97D61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5AB2D5-0C18-4CE5-81C2-C5167237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FE5E5E-7C26-44B6-BF17-F6239F9C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294.</a:t>
            </a:r>
          </a:p>
        </p:txBody>
      </p:sp>
    </p:spTree>
    <p:extLst>
      <p:ext uri="{BB962C8B-B14F-4D97-AF65-F5344CB8AC3E}">
        <p14:creationId xmlns:p14="http://schemas.microsoft.com/office/powerpoint/2010/main" val="5570019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59E6D-49AC-4478-9C67-7BC17A65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22BD9-48F5-4A88-BD27-14BF01E5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7752B3-FE6B-465C-A18D-2972F502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B27FD-6CAA-4549-8F92-68D48548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C3B08-A454-4D7B-A7BA-2411FA6B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6120FC-DCBB-4EE8-9F19-62C282F2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D22A0-F489-4731-B4A6-DD911864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72F1D6-763F-4318-9806-578D0F43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62B24-4680-44A8-984D-DB7ABAE7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f2acad2b23401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5CA26-C21B-4231-940B-1FBB4B4C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1C8D5-B801-4C28-AF81-9F808F2E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multiple correctly but forgets to bring down the next digit.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99CB8-24B6-460A-BBD4-1078E248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6D317-3F40-414C-ABD4-169DA632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1F0BAB-D89F-440B-9E70-E9D65682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After each subtraction, bring down exactly one next place-value digit.</a:t>
            </a:r>
          </a:p>
        </p:txBody>
      </p:sp>
    </p:spTree>
    <p:extLst>
      <p:ext uri="{BB962C8B-B14F-4D97-AF65-F5344CB8AC3E}">
        <p14:creationId xmlns:p14="http://schemas.microsoft.com/office/powerpoint/2010/main" val="1296186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C6E57B-BCBB-4A47-B899-64EF3D32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CED03-A87E-4A74-B7D8-5AD8C8E0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0B47C-D70E-4225-B6CC-FDD80743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16E85-67EC-4711-A919-4883BB46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9323F-96B8-4DE5-AF98-26F63823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9C58A-50FE-40C2-B542-D1A7DCF4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B9D58-0358-4CF5-9BE7-FEC2A975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729BE-A016-48D1-B6AE-F1DB8098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14347-347A-4FDD-AB9B-EEDB96AE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5273D-AEB8-42B1-8BFB-D61E21BB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AD734F-E813-44CA-A0C2-2415AAAB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C5CD50-FDD8-43F8-839A-41B9E385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42D2EE-B43C-47ED-A354-48506E5F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4FE402-81D0-4C7D-8BE6-8B5D22E8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632908-7B80-4452-B45F-C58EBA29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97D553-B4A0-4BC7-89B1-869A9F15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8AEEA9-D48A-450E-8ABE-EC55A5E4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A89E2A-118D-470C-85E4-307DAE4D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5D8C39-8AAC-4C56-8BA1-7719E913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609D60-CE8E-4CE3-9EFD-B8BFEC17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696491-B2BB-42C2-AF22-DB66B697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294.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9A9730-71D4-44ED-9F25-D71569C0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315486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86696D-955B-42EB-947C-7C551166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FDDBC-FEEE-42C4-830C-397F9054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C5951-8D20-4C18-91F6-E400A593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7112B-231A-4FFF-9C59-EA451C44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339E7C-648C-4DDD-B084-82852D20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B660C1-586C-4365-ABAF-F44F65E6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65458-8FEA-448C-A1DA-97F63779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F5F7A-9F2E-4411-BCC0-B4CD24C4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0F104F-57A5-4B8D-A93E-EDBA8498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591F0-BEBE-4717-9F28-107B0812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C1593-9555-4923-BE29-21C1FC0A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5A626-5CE1-45EF-B039-CC68A74B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93C243-C382-4942-B2FA-823BCDA9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7,245 / 35.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936DCF-E391-4F11-9710-12F99F1D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FF18BE-648D-4F16-A193-4E431908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BABDAA-BD4A-4E55-80D2-BE93D188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D81ECC-2457-4617-AF30-D8A73E39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5DD384-F42F-465C-A5F2-8F3FA752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854765-1F8C-4B7A-AFDE-7062CDB9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57CFFC-BBAD-40F2-AADA-D9C4D686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5C3AE9-67F2-4804-A44A-CA99E585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953159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7B229-381E-465E-871B-3708BF90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0FBEB4-E37F-4450-91AE-178AA39A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FCD35F-D1F3-4055-97DD-41E1013A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8FF249-2549-4B32-B546-F78DFFFE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DA5D2-FBD1-45C3-882D-B1720220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AB048-5524-41A1-A33C-12DC9C8E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2B0B9C-F671-4277-AD62-2D3874E0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BD685-9F65-4E3D-8DFC-F034FA61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3E11E-949D-442E-97A9-1209F9F8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F8A6B-8C7A-4B32-9871-9E782EBB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9,984 / 48 and prove the answer by multiplication.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B494D-E756-4408-A623-E97BF65E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C614C3-4D3C-4FE0-919A-05EFBA81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56DBC-AD90-436F-8BBB-16EF8A0A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208 because 208 x 48 = 9,984.</a:t>
            </a:r>
          </a:p>
        </p:txBody>
      </p:sp>
    </p:spTree>
    <p:extLst>
      <p:ext uri="{BB962C8B-B14F-4D97-AF65-F5344CB8AC3E}">
        <p14:creationId xmlns:p14="http://schemas.microsoft.com/office/powerpoint/2010/main" val="6548342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46B933-32BE-49E7-A2E3-F003214B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3ACB7-80AF-4899-9945-C20D7E5B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5767D-FE09-4084-9156-A429F5A1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849B1-09EF-4587-8621-215E094D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7A833-BB29-4F9B-A350-AF7E361A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8353BE-B687-419B-8CD5-FF0ADD45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29F573-1727-4280-A93F-D29CD1F4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CBABB2-ED86-44FE-85EE-D8A88483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4F0363-0E7B-4E23-A8E0-D2A31EF4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11EB0B-3E51-4B71-B58B-9EEC2904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11431C-9894-49E2-871D-D82859A2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DCC39-3CEF-46B8-A17B-4D6E96AD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7,245 / 35.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C6EBBA-1994-4F4E-ABD3-0C5BDA65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52003D-D52D-411B-86DD-556F1E76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AF1A1-E522-4BBA-B486-893BBDDF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34D190-0AB0-4F9D-942C-02308EF6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207.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2990DE-34E3-49BB-A17A-49C065F0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4CA2D-2839-4310-A6AB-42F3F08C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097672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F56FA3-3A1A-4315-A0DA-44CFAEB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96E47-4333-4B61-8EE8-3BFA4E74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5F2FFE-F819-48AE-A9A4-C861ED39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5D28C3-C65B-4A4D-B5B3-21C82A3A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44585-2004-4C59-9007-97B5A0D1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A24890-8BFD-4CD6-8809-CF8BAB4F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9F816-B62A-4826-A559-59426B7A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A2AFA-0387-4853-9395-B9E727F1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022259-84BC-41B8-BD86-782B35F4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15C72-6E56-4C10-BC92-9A426B34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CA41C2-257A-4D6A-A216-4FA0264B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9D2CBE-46DB-4A1D-AFBC-FDF1C545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B043F-B310-4364-9380-229009E5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7,245 / 35.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F95617-1232-438D-A6B4-8B2B2666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286DF9-4C71-4ECA-BEA3-262A954D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FB26C0-36EE-428D-AD74-9BCB7D3C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961E08-8F4B-4138-A6D0-FD183F06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multiple correctly but forgets to bring down the next digit.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825816-978D-4353-9F40-A1E9735A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74C410-AA65-4894-AA36-CE910356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AD81DC-9991-4FA1-8C2A-E73CA85C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F8F4C1-65FA-47C8-B76C-2FB6DFED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9BBEB8-140B-4347-86E1-1B74397D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934418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2026-09-09T20:45:15.3760000Z</dcterms:created>
  <dcterms:modified xsi:type="dcterms:W3CDTF">2026-09-09T20:45:15.3760000Z</dcterms:modified>
</coreProperties>
</file>