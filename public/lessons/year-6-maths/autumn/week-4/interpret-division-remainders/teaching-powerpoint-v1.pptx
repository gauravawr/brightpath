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f110e7243c4cb0" /><Relationship Type="http://schemas.openxmlformats.org/officeDocument/2006/relationships/extended-properties" Target="/docProps/app.xml" Id="Rea487beab4464715" /><Relationship Type="http://schemas.openxmlformats.org/officeDocument/2006/relationships/officeDocument" Target="/ppt/presentation.xml" Id="R05a143c323024d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8f6d75802741b7"/>
  </p:sldMasterIdLst>
  <p:notesMasterIdLst>
    <p:notesMasterId xmlns:r="http://schemas.openxmlformats.org/officeDocument/2006/relationships" r:id="R98d7db233f3241a8"/>
  </p:notesMasterIdLst>
  <p:sldIdLst>
    <p:sldId xmlns:r="http://schemas.openxmlformats.org/officeDocument/2006/relationships" id="256" r:id="Re5db0481f0f54ed9"/>
    <p:sldId xmlns:r="http://schemas.openxmlformats.org/officeDocument/2006/relationships" id="257" r:id="Rb1b89dd4d4b542fb"/>
    <p:sldId xmlns:r="http://schemas.openxmlformats.org/officeDocument/2006/relationships" id="258" r:id="R4d408a761ded4633"/>
    <p:sldId xmlns:r="http://schemas.openxmlformats.org/officeDocument/2006/relationships" id="259" r:id="R09e16449dc3d49df"/>
    <p:sldId xmlns:r="http://schemas.openxmlformats.org/officeDocument/2006/relationships" id="260" r:id="R8e8df43783bd436e"/>
    <p:sldId xmlns:r="http://schemas.openxmlformats.org/officeDocument/2006/relationships" id="261" r:id="Rff3f6942b3964112"/>
    <p:sldId xmlns:r="http://schemas.openxmlformats.org/officeDocument/2006/relationships" id="262" r:id="R5edc297df51a4241"/>
    <p:sldId xmlns:r="http://schemas.openxmlformats.org/officeDocument/2006/relationships" id="263" r:id="Rb05e310d990649c9"/>
    <p:sldId xmlns:r="http://schemas.openxmlformats.org/officeDocument/2006/relationships" id="264" r:id="Rb0e8df0fcd984b9f"/>
    <p:sldId xmlns:r="http://schemas.openxmlformats.org/officeDocument/2006/relationships" id="265" r:id="Rec89fc6c2d6146db"/>
    <p:sldId xmlns:r="http://schemas.openxmlformats.org/officeDocument/2006/relationships" id="266" r:id="R87163ed238454be9"/>
    <p:sldId xmlns:r="http://schemas.openxmlformats.org/officeDocument/2006/relationships" id="267" r:id="Reced65a94a6144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ad09157f61436d" /><Relationship Type="http://schemas.openxmlformats.org/officeDocument/2006/relationships/slideMaster" Target="/ppt/slideMasters/slideMaster1.xml" Id="Ra28f6d75802741b7" /><Relationship Type="http://schemas.openxmlformats.org/officeDocument/2006/relationships/notesMaster" Target="/ppt/notesMasters/notesMaster1.xml" Id="R98d7db233f3241a8" /><Relationship Type="http://schemas.openxmlformats.org/officeDocument/2006/relationships/presProps" Target="/ppt/presProps.xml" Id="R91c2b0f20011419a" /><Relationship Type="http://schemas.openxmlformats.org/officeDocument/2006/relationships/tableStyles" Target="/ppt/tableStyles.xml" Id="Rc6444d7c17a84ba9" /><Relationship Type="http://schemas.openxmlformats.org/officeDocument/2006/relationships/slide" Target="/ppt/slides/slide1.xml" Id="Re5db0481f0f54ed9" /><Relationship Type="http://schemas.openxmlformats.org/officeDocument/2006/relationships/slide" Target="/ppt/slides/slide2.xml" Id="Rb1b89dd4d4b542fb" /><Relationship Type="http://schemas.openxmlformats.org/officeDocument/2006/relationships/slide" Target="/ppt/slides/slide3.xml" Id="R4d408a761ded4633" /><Relationship Type="http://schemas.openxmlformats.org/officeDocument/2006/relationships/slide" Target="/ppt/slides/slide4.xml" Id="R09e16449dc3d49df" /><Relationship Type="http://schemas.openxmlformats.org/officeDocument/2006/relationships/slide" Target="/ppt/slides/slide5.xml" Id="R8e8df43783bd436e" /><Relationship Type="http://schemas.openxmlformats.org/officeDocument/2006/relationships/slide" Target="/ppt/slides/slide6.xml" Id="Rff3f6942b3964112" /><Relationship Type="http://schemas.openxmlformats.org/officeDocument/2006/relationships/slide" Target="/ppt/slides/slide7.xml" Id="R5edc297df51a4241" /><Relationship Type="http://schemas.openxmlformats.org/officeDocument/2006/relationships/slide" Target="/ppt/slides/slide8.xml" Id="Rb05e310d990649c9" /><Relationship Type="http://schemas.openxmlformats.org/officeDocument/2006/relationships/slide" Target="/ppt/slides/slide9.xml" Id="Rb0e8df0fcd984b9f" /><Relationship Type="http://schemas.openxmlformats.org/officeDocument/2006/relationships/slide" Target="/ppt/slides/slide10.xml" Id="Rec89fc6c2d6146db" /><Relationship Type="http://schemas.openxmlformats.org/officeDocument/2006/relationships/slide" Target="/ppt/slides/slide11.xml" Id="R87163ed238454be9" /><Relationship Type="http://schemas.openxmlformats.org/officeDocument/2006/relationships/slide" Target="/ppt/slides/slide12.xml" Id="Reced65a94a6144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22d90f4a1747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b445327e434438" /><Relationship Type="http://schemas.openxmlformats.org/officeDocument/2006/relationships/notesMaster" Target="/ppt/notesMasters/notesMaster1.xml" Id="R4abd985c86f646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d37c8691124557" /><Relationship Type="http://schemas.openxmlformats.org/officeDocument/2006/relationships/notesMaster" Target="/ppt/notesMasters/notesMaster1.xml" Id="R09fec4d8793e43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d595376d4b4f18" /><Relationship Type="http://schemas.openxmlformats.org/officeDocument/2006/relationships/notesMaster" Target="/ppt/notesMasters/notesMaster1.xml" Id="R2d518ce8882c4d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bbc13294bf475a" /><Relationship Type="http://schemas.openxmlformats.org/officeDocument/2006/relationships/notesMaster" Target="/ppt/notesMasters/notesMaster1.xml" Id="R4963dd0e29c940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f13a11cb05487f" /><Relationship Type="http://schemas.openxmlformats.org/officeDocument/2006/relationships/notesMaster" Target="/ppt/notesMasters/notesMaster1.xml" Id="Re70c560dabf44c7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14f1589cb843e5" /><Relationship Type="http://schemas.openxmlformats.org/officeDocument/2006/relationships/notesMaster" Target="/ppt/notesMasters/notesMaster1.xml" Id="Rfff58eec513049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153ae0e34d4c0e" /><Relationship Type="http://schemas.openxmlformats.org/officeDocument/2006/relationships/notesMaster" Target="/ppt/notesMasters/notesMaster1.xml" Id="Rb41bcfb1bf7d4f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4866a6dddd947e6" /><Relationship Type="http://schemas.openxmlformats.org/officeDocument/2006/relationships/notesMaster" Target="/ppt/notesMasters/notesMaster1.xml" Id="R00428eac564341c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2096fee7cf4210" /><Relationship Type="http://schemas.openxmlformats.org/officeDocument/2006/relationships/notesMaster" Target="/ppt/notesMasters/notesMaster1.xml" Id="Rcf8d240d67fb4e4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c2e3756b784c06" /><Relationship Type="http://schemas.openxmlformats.org/officeDocument/2006/relationships/notesMaster" Target="/ppt/notesMasters/notesMaster1.xml" Id="Rddf19dacb8214c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c95c8c8b4e54f14" /><Relationship Type="http://schemas.openxmlformats.org/officeDocument/2006/relationships/notesMaster" Target="/ppt/notesMasters/notesMaster1.xml" Id="R235d774379c541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8d4e11e4ce4424" /><Relationship Type="http://schemas.openxmlformats.org/officeDocument/2006/relationships/notesMaster" Target="/ppt/notesMasters/notesMaster1.xml" Id="R528ef8d20eef4e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213 remainder 14, or 213 7/12. | Estimate the quotient using a nearby multiple. | The context decides whether to round up, round down, keep the remainder or express it as a fraction.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210 remainder 25, so 211 coaches are needed.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213 remainder 14, or 213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The context decides whether to round up, round down, keep the remainder or express it as a fraction.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213 remainder 14, or 213 7/12..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240 each with 10 left..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13 full cups with 160 ml left.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240 each with 10 left.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240 each with 10 left. | The context decides whether to round up, round down, keep the remainder or express it as a fraction.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a76b58294348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8b9a4f1eef4ab6" /><Relationship Type="http://schemas.openxmlformats.org/officeDocument/2006/relationships/slideLayout" Target="/ppt/slideLayouts/slideLayout1.xml" Id="R9bccf48c878b4c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ccf48c878b4c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109ab2297479a" /><Relationship Type="http://schemas.openxmlformats.org/officeDocument/2006/relationships/notesSlide" Target="/ppt/notesSlides/notesSlide1.xml" Id="R07995dde15d944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5a38658a9a4e42" /><Relationship Type="http://schemas.openxmlformats.org/officeDocument/2006/relationships/notesSlide" Target="/ppt/notesSlides/notesSlide2.xml" Id="R24de7eb53a3349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e24c3c7814445" /><Relationship Type="http://schemas.openxmlformats.org/officeDocument/2006/relationships/notesSlide" Target="/ppt/notesSlides/notesSlide3.xml" Id="R0267a3157d144d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d315f1f3e4f49" /><Relationship Type="http://schemas.openxmlformats.org/officeDocument/2006/relationships/notesSlide" Target="/ppt/notesSlides/notesSlide4.xml" Id="Rcb755a542afb4e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4a902bd4f4eae" /><Relationship Type="http://schemas.openxmlformats.org/officeDocument/2006/relationships/notesSlide" Target="/ppt/notesSlides/notesSlide5.xml" Id="Rb38cedc684bd4a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6da5ebfc74b89" /><Relationship Type="http://schemas.openxmlformats.org/officeDocument/2006/relationships/notesSlide" Target="/ppt/notesSlides/notesSlide6.xml" Id="Rfd261a09f2e542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1f005e17c4c50" /><Relationship Type="http://schemas.openxmlformats.org/officeDocument/2006/relationships/image" Target="/ppt/media/image.png" Id="R5d1bb30a53294802" /><Relationship Type="http://schemas.openxmlformats.org/officeDocument/2006/relationships/notesSlide" Target="/ppt/notesSlides/notesSlide7.xml" Id="R7e2e735dd3dd403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f4ebbf71da4c38" /><Relationship Type="http://schemas.openxmlformats.org/officeDocument/2006/relationships/notesSlide" Target="/ppt/notesSlides/notesSlide8.xml" Id="R7cc65581f9ff48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7d56ebb60144e8" /><Relationship Type="http://schemas.openxmlformats.org/officeDocument/2006/relationships/notesSlide" Target="/ppt/notesSlides/notesSlide9.xml" Id="R3a668948c65b4f9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3750b2924492c" /><Relationship Type="http://schemas.openxmlformats.org/officeDocument/2006/relationships/notesSlide" Target="/ppt/notesSlides/notesSlide10.xml" Id="R6a3cb0a04a2e4fa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0f3934bd4a4f8e" /><Relationship Type="http://schemas.openxmlformats.org/officeDocument/2006/relationships/notesSlide" Target="/ppt/notesSlides/notesSlide11.xml" Id="R65ecdcd0e9054c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dd8882b5246d2" /><Relationship Type="http://schemas.openxmlformats.org/officeDocument/2006/relationships/notesSlide" Target="/ppt/notesSlides/notesSlide12.xml" Id="Rdd8a9d15808e47e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F3F3FB-ACBD-4E91-A7A6-E2980D98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26130-8812-4E91-BF3C-22DD2837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081B6-4F9D-46B0-8A6F-B86BE2CB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D64943-6CA2-451B-89D5-1E39F05A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BD6BF-7995-4823-AADC-0724F52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9B7CB-6A48-4ADB-BEDD-2F568A4A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571EE-DA7E-4166-9E8E-DBF4E040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63BDD-F335-4816-981D-57483A28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176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interpret remainders as whole numbers, fractions or rounded answers.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952A6-0406-400E-985D-A72435F8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174E2A-A873-4187-9828-977903F9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2D311-C572-4B6E-93BE-9C96F89B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213776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8B8301-D573-4F00-AA9F-6391901F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2D5BA-C855-4970-8DA8-CFA4D1C1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0406B-0DC2-42B7-B852-985BD754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182D45-F3EA-4B36-B504-F177BF16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0001A-3FB6-4A11-A345-A6FA43BD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CE6D21-CCE8-47C4-8E29-D61738CF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33943-E444-45C6-8B89-6D9B6A71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4A158-CD1B-4342-A21D-3AF1C314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FB081-B169-41CE-A1CF-AE146679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29BAA-FC86-47AB-9D7E-02E21F10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791F8-53D0-4B3B-BB07-A5B190F6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5B8E29-0BB0-4E0E-85F1-68121784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DEC2BC-A673-4743-9CF0-7B8C79FE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D2B48-CC60-4508-AE56-E98D8235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6343A-6D52-4DBF-9761-99021BE6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4E53F3-F056-47D2-8A11-E2B81ADA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677658-FB8C-415A-88C8-A3383A50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97C8C-C637-40FE-BBFB-46056A9F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09B2E4-4083-47CC-A0E6-807D5CFA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4EFE3C-C9B5-4EE2-BF14-88C2539F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9A3DC-2AC6-4166-A6E0-5734691DC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6,745 / 32 and interpret the answer for 32-seat coaches.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99E921-587C-446F-9998-C1FD2C66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466899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67125A-B732-4FC8-A707-69286229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D1B04-B318-4ECF-A388-4A8BBE41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7ED51-1C08-428F-A170-E96196BC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AC231-9BAF-4931-8A28-194EE97F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00FA5-BB6E-4F20-9619-460CBA17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C8B67-9DBC-4D46-8108-5D413098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0856F-8E96-4158-AF10-E48C5445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B68F9-2990-4461-B2D4-965C66A4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7176F4-C182-4639-B5D1-B3E299B5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F31CF-24F4-485A-AB09-3144F44B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679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interpret remainders as whole numbers, fractions or rounded answers.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6A78B-286A-49C4-A4F5-3A28370A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89D245-1C08-456A-AC6E-0D19D5CE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658E1-5BEF-4B80-A343-C6C1B2218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77639F-69C3-4034-AEFB-3ADD65A5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DAA1C7-8752-418B-B82A-FA3673F8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20945200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BCF707-25B0-4432-A195-DCF24F91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7DC939-39AF-43B9-B107-0BEBD78E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95B34-4BCE-4020-8B95-42E577F6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023E5-AC87-470A-B861-6E47F9B6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18707-8C4B-4EE2-9D49-FF379850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58E2B-0607-4BBA-A22A-C0023EA6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EF202-4F37-4E26-AE8B-033AAD9F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0E3FE-7732-4896-8B49-DC4FB719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AF2112-98DA-4A68-BC48-A8272AAB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574715-E11C-4A18-8A46-E4798EFC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6,745 / 32 and interpret the answer for 32-seat coaches.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15B99-629B-4664-AB19-311AFF7E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905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38746F-53CC-4D0A-80E9-033DF7A71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Useful multiples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030F6-0CB3-4008-9339-2F26862B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 × 32 = 32     2 × 32 = 64     3 × 32 = 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5395E-3113-4EB7-BA5E-1447D1F6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 × 32 = 128     5 × 32 = 160     6 × 32 = 192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288803-42D1-47B7-9170-613179C2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 × 32 = 224     8 × 32 = 256     9 × 32 = 288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7C426-A1EC-4502-87E0-32A547CB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47900"/>
            <a:ext cx="66484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2383">
            <a:solidFill>
              <a:srgbClr val="D9E0E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0D38E5-4143-45F3-BD5B-03672ED4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0030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1. 67 ÷ 32 = 2. Write 2; subtract 64; remainder 3. Bring down 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9FF67F-902B-4B02-9586-BA66A95B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3372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2. 34 ÷ 32 = 1. Write 1; subtract 32; remainder 2. Bring down 5.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02B3D-55A4-4A3D-B2E5-99DD1CCA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67150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3. 25 ÷ 32 = 0. Write 0; subtract 0; remainder 25.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B16AC0-6B49-43C7-A834-06AD7FF37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600575"/>
            <a:ext cx="609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4. Quotient 210 remainder 25. Check: 210 × 32 + 25 = 6745.</a:t>
            </a:r>
          </a:p>
        </p:txBody>
      </p:sp>
    </p:spTree>
    <p:extLst>
      <p:ext uri="{BB962C8B-B14F-4D97-AF65-F5344CB8AC3E}">
        <p14:creationId xmlns:p14="http://schemas.microsoft.com/office/powerpoint/2010/main" val="19514267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19D472-19F5-4DE0-8EFF-813B3B15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A34C1C-5BF6-4102-800F-D3A53849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9C8E2-E56F-48C9-BF74-EF13EFE3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796BA-46DE-4217-9AFC-3598FD31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AD62E-CB47-42B8-877D-35D5348B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FCC66-9596-494A-9D49-78BBD224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3A81F-1D23-47FA-9313-CFB8EB6D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D98720-DC7B-4B50-8099-3F520422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41CCA-1418-464D-8875-44C51308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8CC72B-292A-4D63-A3BF-A7C11CE3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612997-813E-4CD4-BB8E-E0EEDC60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210 remainder 25, so 211 coaches are needed.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95FB2A-9D63-4EA9-B56D-B44E55A3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32DA5F-E736-4F2C-92EA-B8349F54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B05EE-C8CB-4A9E-AE7A-E9C7C632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8138597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7ADB3B-FCB9-400F-9579-071CD939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ABBEF0-C99A-4BF3-8F86-AF2FCFC7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D8E7C-108D-4AC9-BAD2-16AC8A836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E53C8-9E9C-497D-92CB-7B690378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82CA8-686D-480D-BCAA-C3E5BDDB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3C682-377F-44AE-9AAB-2A664620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8F0694-76D8-4493-82B9-85B3F7A4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4A0E68-913C-4A02-9656-46ADA1D1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4C93A0-FE3D-4368-B43B-1CE87C0C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38B46-E200-4F22-8D71-8A29F813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E4158D-B56B-479A-9E63-E505024E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710D13-C3A2-43D6-B92A-E99971E7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6B51A4-7495-4118-B92F-5F52B1F7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3660A-60E4-40A3-B5B2-8214B60A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54B368-2E70-45C6-98FC-0B0EB0AA8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213 remainder 14, or 213 7/12.</a:t>
            </a:r>
          </a:p>
        </p:txBody>
      </p:sp>
    </p:spTree>
    <p:extLst>
      <p:ext uri="{BB962C8B-B14F-4D97-AF65-F5344CB8AC3E}">
        <p14:creationId xmlns:p14="http://schemas.microsoft.com/office/powerpoint/2010/main" val="20651678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E273DB-C4F4-4BFF-9A76-079E156A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B21C1B-4DB6-468D-828E-C1EA813B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F70EA-624D-46C9-8403-D9F5414A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D7E74-B7E0-41E8-8502-D9B141EC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0A4BD-D732-4FA5-A906-A60BC92B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AF6F8-1A68-4F4C-B62C-AAD6F15F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8D14B-10BA-46B8-952A-47CA39D1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EB3AD6-8909-4B74-972E-1D4153D3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0BA3FD-4ECB-46A4-92B3-BA02E0DF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1bb30a5329480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62771-F3EF-48BF-AE41-FA01E20A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89DC14-6EA1-4982-82CD-A07C9B48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always rounds a quotient with a remainder 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CFB7E-941B-4370-A9F0-49DD30D7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241F86-02C3-4430-AEDF-4712A065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48A757-E4BC-4095-B7AD-3552290A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The context decides whether to round up, round down, keep the remainder or express it as a fraction.</a:t>
            </a:r>
          </a:p>
        </p:txBody>
      </p:sp>
    </p:spTree>
    <p:extLst>
      <p:ext uri="{BB962C8B-B14F-4D97-AF65-F5344CB8AC3E}">
        <p14:creationId xmlns:p14="http://schemas.microsoft.com/office/powerpoint/2010/main" val="64023024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3DCA96-C892-44E1-ADDA-219EF3C0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D06554-DAF9-4FCD-AC76-D24BDC07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B76BF-E8B4-40F8-8765-C185C486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5CF1C-97EE-4C4B-B223-7BECB47D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FC48A-10FE-45B8-82D5-D296E53F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614A0-0B72-42AB-9249-9126BBDC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A44A95-DF2F-4C61-A70B-9784C0DA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A24FC5-B112-4001-9E32-706B0518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89C88-60D4-436E-9B01-228313E8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326B8-955C-4521-ACEE-87D93884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89F82-B6ED-430E-8CE7-CEED4C18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3E9376-68E6-4A02-8910-3160A11C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D7A82-2230-432D-A094-2EAF286D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5,126 / 24 and write the remainder as a fraction.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66D945-7AF6-4EA9-9B4F-BE338E1B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D6C32F-AC45-41EB-AAFC-CD8FCAFA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D31501-5704-4271-94DC-32FB0DDD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FFEC1D-BADE-4BCF-AAE1-5E3F6B0E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F07090-B3C5-4100-8EEA-B52F7D5C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803638-ADEF-46C7-8143-5D6C24FE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3CDFC1-1DAD-44D2-952A-8F795ABF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B0DF47-C8C7-443C-AB4F-8BB70DCB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213 remainder 14, or 213 7/12.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3DFC8D-4585-466F-B7A9-BAD42CF1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09588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BB6880-EBC5-413D-A0B1-95843738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9B55D8-D190-41AB-93C6-C490A532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E2AFC3-A6BF-4524-9F8B-22BECDB2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9FD40-91F5-4DB7-93FE-A3B2A17F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6541D6-5EDF-41DE-988B-6ECCCA2F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A4FB87-C999-4676-BF1D-77CD1B4F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9C14B-4A5F-4DD3-8889-8CC4DCAC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D39203-EE93-4E66-85D9-2CAAD4E44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2A65C0-9D89-444B-A7D6-2B4C90A4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C44BB-CE40-4BD1-A104-8CBA3CDC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45966C-8FAC-496F-A9A7-FACDF9ED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73C546-189A-4292-BDFF-16C6B3B2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29B13-F62B-4E94-9836-AAC7CD07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3,850 stickers equally among 16 classes. How many each and how many left?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468DF-F1EE-458F-A764-774253E3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E004E3-7CA8-4279-9170-5BE26BD4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07358D-B046-4170-8BCA-29CBE896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D64131-2B63-4B87-8EDC-2DFB3933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36C141-4A08-479B-9AD8-DA397A5C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42F4CF-7C0C-4A4A-AB6D-2B88F730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36E3A3-99E3-4E39-812A-131787D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2244E3-ACD1-4942-A3A8-AEC0FEA4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056103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80E5F9-099A-4FEB-9AD0-7794CB72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1DFDF4-D3E5-4CD8-8CC9-12830641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9B01A-07EC-4D37-A5F5-E6BCD364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598A8-145F-4217-B453-345404B4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21500-6E9E-4095-93A5-AC60EFAD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E3FAF9-440D-4C67-8535-E90C51B5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A6B93B-0228-421B-B680-0C0EEB19F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E3A84-5FD7-49D6-BB5C-0C3EFB34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2AA2B-88BA-430B-9E15-EE99AF61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6BDBDA-B1C6-470D-897A-581EF366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2,500 ml drink fills 180 ml cups. How many full cups?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A6FDB-28D4-4F7B-9C08-4FF885E3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B2B5A7-592A-4206-B37F-EB78724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EB411F-6E6A-44B0-A244-759BC6BC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13 full cups with 160 ml left.</a:t>
            </a:r>
          </a:p>
        </p:txBody>
      </p:sp>
    </p:spTree>
    <p:extLst>
      <p:ext uri="{BB962C8B-B14F-4D97-AF65-F5344CB8AC3E}">
        <p14:creationId xmlns:p14="http://schemas.microsoft.com/office/powerpoint/2010/main" val="2691981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E3370A-61A1-4DEB-B067-8B3B504D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65EE4-6CDE-4BC9-94CA-20519560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BB15BE-AA26-4F06-8A5B-5E69EA87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65A66-2A15-49A6-BC73-CAA062DB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F719C-DAB7-4B1F-BA90-E870AAD1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3469B-14A8-4999-B573-EDEA2B40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2E1AFE-BE83-4B2B-8B5D-4BD4669D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B403D0-DE45-47B6-B430-DEA3B9BD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C3D04-6AEE-4750-838A-F1903E2E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F323B-FB0D-475E-85FF-BF1DA3A9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DA5694-C312-4BC3-A0B1-D0AE3EE6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71C376-9DE6-4F25-8466-CA5B9A8C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3,850 stickers equally among 16 classes. How many each and how many left?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585B18-E498-4327-ABC4-E8FFC7D2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3FBD1-4BFF-4F28-AFAE-11EC007C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1DBDB-3CF6-4871-982A-01A27128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8AD4ED-6361-4E1D-91C7-04D98A40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240 each with 10 left.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F3F397-B883-4EA8-9DD3-332458982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71A026-88AC-49D2-AB5C-3855C854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470206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0494B9-AF40-4FAC-ABFD-4D3DE560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3C1CAC-FF1E-4395-98DC-E61CC6B6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DC22D5-906D-4747-B530-B7B30E5D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B4EE9-6927-44DF-A90B-716E2815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82D2C9-AD88-44B3-9D3A-9A3314F1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FB435E-9C81-4ACD-971B-5D6228CA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9C394-73B6-49A6-83A0-C45A2FD0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0A2F51-9B4C-4E53-BBE2-5291EACB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EB4774-7961-4004-BF74-E3C7EDC5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Interpret division remainders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2914B1-118F-4BE0-8B70-EDE5C4EC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8E22A-6427-4FEA-84DC-30E4E63B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0D6A9-EB34-4ADA-9411-7C25E2BE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85DAE-6F69-4C52-9313-48490A6B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3,850 stickers equally among 16 classes. How many each and how many left?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7D9B1D-4521-4DD2-9E90-07EA756C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83CD7-6255-4AA8-8725-C02B0CD0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5DDB95-62D6-424C-828F-8B262A45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790FD4-A32C-4D17-AFAB-2E87D97B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always rounds a quotient with a remainder up.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350ACB-2691-4DAA-9626-8A15C410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F5D8F2-7A01-425E-B587-B9C35995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D6100C-AA11-459B-8A20-9C2654E2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DB9F0A-2E87-4E37-BC37-455BB860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909C1-9FE5-4111-813D-A6B75B7F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7034229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2026-09-09T20:45:17.0180000Z</dcterms:created>
  <dcterms:modified xsi:type="dcterms:W3CDTF">2026-09-09T20:45:17.0180000Z</dcterms:modified>
</coreProperties>
</file>