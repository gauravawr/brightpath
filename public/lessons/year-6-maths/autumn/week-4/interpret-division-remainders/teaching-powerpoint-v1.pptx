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c3de3e2458456c" /><Relationship Type="http://schemas.openxmlformats.org/officeDocument/2006/relationships/extended-properties" Target="/docProps/app.xml" Id="Rb76b4c487b754e66" /><Relationship Type="http://schemas.openxmlformats.org/officeDocument/2006/relationships/officeDocument" Target="/ppt/presentation.xml" Id="Rb4cc5ed8e69542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25c2e229f04215"/>
  </p:sldMasterIdLst>
  <p:notesMasterIdLst>
    <p:notesMasterId xmlns:r="http://schemas.openxmlformats.org/officeDocument/2006/relationships" r:id="R96075d2336414931"/>
  </p:notesMasterIdLst>
  <p:sldIdLst>
    <p:sldId xmlns:r="http://schemas.openxmlformats.org/officeDocument/2006/relationships" id="256" r:id="R60849cbfed204270"/>
    <p:sldId xmlns:r="http://schemas.openxmlformats.org/officeDocument/2006/relationships" id="257" r:id="Re304dfecffc745a1"/>
    <p:sldId xmlns:r="http://schemas.openxmlformats.org/officeDocument/2006/relationships" id="258" r:id="R6ffd3345a84643f0"/>
    <p:sldId xmlns:r="http://schemas.openxmlformats.org/officeDocument/2006/relationships" id="259" r:id="R8ae1febc485446fb"/>
    <p:sldId xmlns:r="http://schemas.openxmlformats.org/officeDocument/2006/relationships" id="260" r:id="R6abc86ace420493f"/>
    <p:sldId xmlns:r="http://schemas.openxmlformats.org/officeDocument/2006/relationships" id="261" r:id="R2ea837742c5c45a6"/>
    <p:sldId xmlns:r="http://schemas.openxmlformats.org/officeDocument/2006/relationships" id="262" r:id="R23600574b0634b48"/>
    <p:sldId xmlns:r="http://schemas.openxmlformats.org/officeDocument/2006/relationships" id="263" r:id="R38dd8ab63d714998"/>
    <p:sldId xmlns:r="http://schemas.openxmlformats.org/officeDocument/2006/relationships" id="264" r:id="R72d7da218e8642f0"/>
    <p:sldId xmlns:r="http://schemas.openxmlformats.org/officeDocument/2006/relationships" id="265" r:id="Rc3cfb802a0b04320"/>
    <p:sldId xmlns:r="http://schemas.openxmlformats.org/officeDocument/2006/relationships" id="266" r:id="R5ad6e4e733a44e52"/>
    <p:sldId xmlns:r="http://schemas.openxmlformats.org/officeDocument/2006/relationships" id="267" r:id="R5505b648d16f40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066edfd27449b6" /><Relationship Type="http://schemas.openxmlformats.org/officeDocument/2006/relationships/slideMaster" Target="/ppt/slideMasters/slideMaster1.xml" Id="Rb825c2e229f04215" /><Relationship Type="http://schemas.openxmlformats.org/officeDocument/2006/relationships/notesMaster" Target="/ppt/notesMasters/notesMaster1.xml" Id="R96075d2336414931" /><Relationship Type="http://schemas.openxmlformats.org/officeDocument/2006/relationships/presProps" Target="/ppt/presProps.xml" Id="R9def7aaa13e54b60" /><Relationship Type="http://schemas.openxmlformats.org/officeDocument/2006/relationships/tableStyles" Target="/ppt/tableStyles.xml" Id="R9b59b66436ae4b5f" /><Relationship Type="http://schemas.openxmlformats.org/officeDocument/2006/relationships/slide" Target="/ppt/slides/slide1.xml" Id="R60849cbfed204270" /><Relationship Type="http://schemas.openxmlformats.org/officeDocument/2006/relationships/slide" Target="/ppt/slides/slide2.xml" Id="Re304dfecffc745a1" /><Relationship Type="http://schemas.openxmlformats.org/officeDocument/2006/relationships/slide" Target="/ppt/slides/slide3.xml" Id="R6ffd3345a84643f0" /><Relationship Type="http://schemas.openxmlformats.org/officeDocument/2006/relationships/slide" Target="/ppt/slides/slide4.xml" Id="R8ae1febc485446fb" /><Relationship Type="http://schemas.openxmlformats.org/officeDocument/2006/relationships/slide" Target="/ppt/slides/slide5.xml" Id="R6abc86ace420493f" /><Relationship Type="http://schemas.openxmlformats.org/officeDocument/2006/relationships/slide" Target="/ppt/slides/slide6.xml" Id="R2ea837742c5c45a6" /><Relationship Type="http://schemas.openxmlformats.org/officeDocument/2006/relationships/slide" Target="/ppt/slides/slide7.xml" Id="R23600574b0634b48" /><Relationship Type="http://schemas.openxmlformats.org/officeDocument/2006/relationships/slide" Target="/ppt/slides/slide8.xml" Id="R38dd8ab63d714998" /><Relationship Type="http://schemas.openxmlformats.org/officeDocument/2006/relationships/slide" Target="/ppt/slides/slide9.xml" Id="R72d7da218e8642f0" /><Relationship Type="http://schemas.openxmlformats.org/officeDocument/2006/relationships/slide" Target="/ppt/slides/slide10.xml" Id="Rc3cfb802a0b04320" /><Relationship Type="http://schemas.openxmlformats.org/officeDocument/2006/relationships/slide" Target="/ppt/slides/slide11.xml" Id="R5ad6e4e733a44e52" /><Relationship Type="http://schemas.openxmlformats.org/officeDocument/2006/relationships/slide" Target="/ppt/slides/slide12.xml" Id="R5505b648d16f40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bf8ebaac824d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5b176a97084aef" /><Relationship Type="http://schemas.openxmlformats.org/officeDocument/2006/relationships/notesMaster" Target="/ppt/notesMasters/notesMaster1.xml" Id="R4029b0abb13247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25c686570e47df" /><Relationship Type="http://schemas.openxmlformats.org/officeDocument/2006/relationships/notesMaster" Target="/ppt/notesMasters/notesMaster1.xml" Id="Rb7989e3489e446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2327641c0c4f5b" /><Relationship Type="http://schemas.openxmlformats.org/officeDocument/2006/relationships/notesMaster" Target="/ppt/notesMasters/notesMaster1.xml" Id="Rb1abc9a7ec014f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67ad05357649d4" /><Relationship Type="http://schemas.openxmlformats.org/officeDocument/2006/relationships/notesMaster" Target="/ppt/notesMasters/notesMaster1.xml" Id="R2485a7982f954d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06d4c110a64831" /><Relationship Type="http://schemas.openxmlformats.org/officeDocument/2006/relationships/notesMaster" Target="/ppt/notesMasters/notesMaster1.xml" Id="R2a9ebda0cbad4a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1f514a478f4dbb" /><Relationship Type="http://schemas.openxmlformats.org/officeDocument/2006/relationships/notesMaster" Target="/ppt/notesMasters/notesMaster1.xml" Id="R950300c0a70548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51b155d05f4cf0" /><Relationship Type="http://schemas.openxmlformats.org/officeDocument/2006/relationships/notesMaster" Target="/ppt/notesMasters/notesMaster1.xml" Id="R10a9dc2132554a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456ee847344601" /><Relationship Type="http://schemas.openxmlformats.org/officeDocument/2006/relationships/notesMaster" Target="/ppt/notesMasters/notesMaster1.xml" Id="Re30bcf1b0d2841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13c8455c674155" /><Relationship Type="http://schemas.openxmlformats.org/officeDocument/2006/relationships/notesMaster" Target="/ppt/notesMasters/notesMaster1.xml" Id="R620684e24fb44c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a31d8b73da43b5" /><Relationship Type="http://schemas.openxmlformats.org/officeDocument/2006/relationships/notesMaster" Target="/ppt/notesMasters/notesMaster1.xml" Id="R1abe5d5c04f94b2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4a1e2f8c4914290" /><Relationship Type="http://schemas.openxmlformats.org/officeDocument/2006/relationships/notesMaster" Target="/ppt/notesMasters/notesMaster1.xml" Id="R88bdadb618ad406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cc7441d9c3b4cca" /><Relationship Type="http://schemas.openxmlformats.org/officeDocument/2006/relationships/notesMaster" Target="/ppt/notesMasters/notesMaster1.xml" Id="Rdd2e72584dff4c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Multiplication grids, place-value counters, squared paper, remainder context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213 remainder 14, or 213 7/12. | Estimate the quotient using a nearby multiple. | The context decides whether to round up, round down, keep the remainder or express it as a fraction.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dividend, divisor, quotient, remainder, multiple, estimate.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210 remainder 25, so 211 coaches are needed.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213 remainder 14, or 213 7/12.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The context decides whether to round up, round down, keep the remainder or express it as a fraction.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213 remainder 14, or 213 7/12..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240 each with 10 left..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13 full cups with 160 ml left.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240 each with 10 left.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240 each with 10 left. | The context decides whether to round up, round down, keep the remainder or express it as a fraction.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35314d97124c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bd50767d5e44f7" /><Relationship Type="http://schemas.openxmlformats.org/officeDocument/2006/relationships/slideLayout" Target="/ppt/slideLayouts/slideLayout1.xml" Id="Rda82917597f847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82917597f847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1735b49dc42ea" /><Relationship Type="http://schemas.openxmlformats.org/officeDocument/2006/relationships/notesSlide" Target="/ppt/notesSlides/notesSlide1.xml" Id="R48491a0f2ca442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e9e8c62a448b4" /><Relationship Type="http://schemas.openxmlformats.org/officeDocument/2006/relationships/notesSlide" Target="/ppt/notesSlides/notesSlide2.xml" Id="Re06e13bb70434c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c99bee1024a1d" /><Relationship Type="http://schemas.openxmlformats.org/officeDocument/2006/relationships/notesSlide" Target="/ppt/notesSlides/notesSlide3.xml" Id="Radf023e952764e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1fddea76c4dd0" /><Relationship Type="http://schemas.openxmlformats.org/officeDocument/2006/relationships/notesSlide" Target="/ppt/notesSlides/notesSlide4.xml" Id="R3b2de3f9079f49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09152af724bcc" /><Relationship Type="http://schemas.openxmlformats.org/officeDocument/2006/relationships/notesSlide" Target="/ppt/notesSlides/notesSlide5.xml" Id="R85d2279aa66446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cef6404cc4f6b" /><Relationship Type="http://schemas.openxmlformats.org/officeDocument/2006/relationships/notesSlide" Target="/ppt/notesSlides/notesSlide6.xml" Id="Rdd31635082274e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0aaa5d2534f2d" /><Relationship Type="http://schemas.openxmlformats.org/officeDocument/2006/relationships/image" Target="/ppt/media/image.png" Id="Rf4f6c4d7b59d4c6a" /><Relationship Type="http://schemas.openxmlformats.org/officeDocument/2006/relationships/notesSlide" Target="/ppt/notesSlides/notesSlide7.xml" Id="R0b9c5faeee6740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b10e530a347a7" /><Relationship Type="http://schemas.openxmlformats.org/officeDocument/2006/relationships/notesSlide" Target="/ppt/notesSlides/notesSlide8.xml" Id="Rfd02dc6c757f49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cce1c59b04c15" /><Relationship Type="http://schemas.openxmlformats.org/officeDocument/2006/relationships/notesSlide" Target="/ppt/notesSlides/notesSlide9.xml" Id="R0e59ce238aad41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8da19a95724b0c" /><Relationship Type="http://schemas.openxmlformats.org/officeDocument/2006/relationships/notesSlide" Target="/ppt/notesSlides/notesSlide10.xml" Id="R0d883709a50f43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b9264031c4baf" /><Relationship Type="http://schemas.openxmlformats.org/officeDocument/2006/relationships/notesSlide" Target="/ppt/notesSlides/notesSlide11.xml" Id="R7e582fc501b64b2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d7fdcdeb3439d" /><Relationship Type="http://schemas.openxmlformats.org/officeDocument/2006/relationships/notesSlide" Target="/ppt/notesSlides/notesSlide12.xml" Id="Rc5ec61a3080c40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699E07-E95A-4A0F-8203-FE48DDA8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E76CC-CC80-45D5-84E8-3DEB2BF5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76CF2-09E2-4253-A6E2-CADCF4F9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7087DF-3519-4C26-8643-C253CA9A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DCB39-9AB7-48B1-8EB9-361EB1BE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Interpret division remainders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3ADE7-6972-4493-90FF-19AF1FEB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9FB6F7-E33F-4E9D-97F6-9EE450C2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D0F0D6-C017-426E-957E-4497AA26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176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interpret remainders as whole numbers, fractions or rounded answers.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D1863-4057-44F4-A767-4B794B49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E00597-220C-4033-AEC8-D5E35FB7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Multiplication grids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A60493-4A03-4C81-88FD-596C4583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10454628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956424-2791-4CBA-93C7-222AC8DF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93258-083E-4326-963C-8EDE752C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66B824-BF58-4CF2-9253-FFFF7D34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CB11F1-6506-4696-AC24-9AD73CB9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B7E15-618F-4E80-8A9A-1EC4AE41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649C0-217A-4FEA-B801-34C69ADF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7B088C-0DFD-444E-90A5-3153B89A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060B4F-5A0D-45D1-8D74-CF757B91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C08A4-6F66-4CFB-82A1-112ED774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Interpret division remainders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9D8062-2D95-45F9-B207-5AF8CF47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16D9DE-8E1A-44F1-B67F-3BD9E1B1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22D82C-9D1D-4DCC-9398-1270269D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49584C-0BA3-453A-A30F-CFDA76C8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Use short division by one digit, recall multiplication facts and identify multiples.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BC9792-486F-427F-A36B-C2131D1B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5AF173-265F-4A36-8956-59F2EB6C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A81CA4-DF63-427E-8ECB-CF4656BE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E9E844-B492-439C-A9D8-F9B21091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5,126 / 24 and write the remainder as a fraction.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BB92DF-1285-4A56-B9C7-AF4261C9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27C0D7-D2C5-46ED-BAA5-EDA9B4A0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AFD1A2-1752-4C51-9753-59F603A5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DD4E65-4753-4DB8-B99E-3E8DC8EB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Calculate 6,745 / 32 and interpret the answer for 32-seat coaches.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CF3BC7-EE30-41B6-BCAB-4A63E5EB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49158430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2EFDAF-4EA0-4B98-9942-5D75FE81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643F3C-3CC5-45FC-9485-F0ABC2E1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7A0419-08CE-436B-8C32-207A858E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DF477-57C1-40E1-A0C8-8B15D48B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20905F-2664-4B83-9003-7DDB6E94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63319-C9A2-423E-9F2A-707A3348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9CE61-2D3F-4C6B-814D-E224F288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E198B-012C-4C2F-B2B3-C2DC4B80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F8D315-EBBE-4A79-915D-C29AFCA8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Interpret division remainders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26F69-9D4A-41A2-9A07-DCE8E9DB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679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interpret remainders as whole numbers, fractions or rounded answers.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280F38-5186-43C8-864A-7C6E7E87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7A8A30-512D-4C0C-9DD1-02DC6E30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Estimate the quotient using a nearby multiple.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785BAD-9F62-4334-8888-3025CCE2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Divide one place at a time and record any remainder or exchange.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44A0B1-B8E0-4D37-8AD5-BB9C26D7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Multiply the quotient by the divisor to check the result.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C1F0F2-D270-4D04-BA04-8129E185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dividend  |  divisor  |  quotient  |  remainder  |  multiple  |  estimate</a:t>
            </a:r>
          </a:p>
        </p:txBody>
      </p:sp>
    </p:spTree>
    <p:extLst>
      <p:ext uri="{BB962C8B-B14F-4D97-AF65-F5344CB8AC3E}">
        <p14:creationId xmlns:p14="http://schemas.microsoft.com/office/powerpoint/2010/main" val="55463105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7BAAD8-765C-4E14-A8AB-DDC0D80E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73F7BB-A6BE-4117-970E-CFB13AB1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042B6-AC36-45B8-9003-D78BAA6D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E5FBF-D533-4438-8A29-B029C06D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CA5D1-33E3-4D87-B897-D2E5582A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08434-EEBD-4189-9997-AB2328D1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3CA7C-2BCA-4964-BA75-2F629C5F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2AE033-C28C-4937-A7F2-36EEC376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27A362-5248-4C35-9FF1-B70358BE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Interpret division remainders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60A749-12BB-456F-B155-EB6B06C4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6,745 / 32 and interpret the answer for 32-seat coaches.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0B58F7-32CF-4CBF-934A-909BC630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95F199-2FB3-4CA5-A663-371FDF36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DA7F81-FBC1-49B0-9FA2-6251E7B5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32 times table: 32, 64, 96, 128, 160, 192, 224, 256, 288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BED814-F629-4D13-BC74-9D2F7E39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479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7C7701-5795-4C01-98F0-67222944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813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EAA65-4FEA-4023-8122-E068F52A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9557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67 ÷ 32: choose 64 = 32 × 2; write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F137C0-5D7C-4399-9A8F-6CF6A2D3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289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AF6061-4FD4-428E-B8A4-E1AF4A3C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623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71739F-935F-48CE-8385-1B5E7013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766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67 - 64 = 3; bring down 4 → 34; choose 32; write 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387DBC-5147-43F8-AD0A-7AF8653E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00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A9AB62-424B-41B3-8473-9F070B87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433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FFDA09-3A60-4FBC-81CF-D654783B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34 - 32 = 2; bring down 5 → 25; write 0 remainder 25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AC2983-27DF-46AC-8A01-72978227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910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D368CF-14AF-4461-9C1D-2B532D28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243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2AF2CF-83D9-4C5E-875D-FA3DC6D5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Quotient = 210 remainder 25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8E8B92-0AE9-47F1-9D01-7A35A5AC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720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17247D-C393-4639-B7E0-93B1E0CD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054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68A801-96A8-41E7-80B2-D54378C4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1967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25 pupils still need seats, so 211 coaches</a:t>
            </a:r>
          </a:p>
        </p:txBody>
      </p:sp>
    </p:spTree>
    <p:extLst>
      <p:ext uri="{BB962C8B-B14F-4D97-AF65-F5344CB8AC3E}">
        <p14:creationId xmlns:p14="http://schemas.microsoft.com/office/powerpoint/2010/main" val="120059071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  <p:bldP spid="25" grpId="0"/>
      <p:bldP spid="28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52141B-DA8A-4D74-BACE-A28F5A06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E16944-5693-4B51-9F46-C4D826A5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09928-3EDC-4C73-9D74-AFF817F8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B6FD6-C3F8-49A9-8B7C-DA38BA38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5D2E58-0DCB-41F7-B634-1C2B88EF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8B21EB-AA0A-4CD6-86D6-9C5E3F3E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5DD16B-FDD3-48B3-BA06-6E266279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46DC39-FFBC-45EE-80AB-1C8B85D1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4586F0-A23B-42FE-A0AA-9964EA1E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Interpret division remainders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5FB94A-B90D-47E9-A04F-8DAF8CCB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685679-6079-40E3-AB58-464E6DEA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210 remainder 25, so 211 coaches are needed.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3647DE-6EC6-471C-B4B7-CC409D00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25DB1B-2607-4B14-8AAF-B8B54904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Multiply the quotient by the divisor to check the result.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4ED773-5DF6-4412-AFA2-7CB26FE8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98940393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1C0A0C-5617-4047-B39B-8D40D3C0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24F63-1846-409D-803C-47D3A949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0D4D1-4C30-4EB6-B902-BD98752B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E33EB-E933-4C21-802F-A5E34012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10EF3-0CF8-41F1-B4D4-AEC22723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7854D-F759-41E5-AC45-37D1134C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9A369D-BC4F-419E-A169-6FE6F691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0360D-294D-4ED7-BF76-0046F82D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A9F6E5-7BDA-4DFD-BC11-68101150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Interpret division remainders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A14731-00E0-475C-BB3B-AD4919C7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5,126 / 24 and write the remainder as a fraction.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786147-4876-4CAE-A869-7F890F06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6D0A86-D4C7-4523-A3B6-4897BA19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6AE7BB-32FA-4F5B-A5DB-F5D00126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365E08-EA13-4AD0-A2B8-0D2311F9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EFBDC3-7D79-4BEF-BA5B-5EA86EDE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213 remainder 14, or 213 7/12.</a:t>
            </a:r>
          </a:p>
        </p:txBody>
      </p:sp>
    </p:spTree>
    <p:extLst>
      <p:ext uri="{BB962C8B-B14F-4D97-AF65-F5344CB8AC3E}">
        <p14:creationId xmlns:p14="http://schemas.microsoft.com/office/powerpoint/2010/main" val="93594062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A9B352-1E15-46BD-8C4E-F9384DA2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3478E0-AF26-4281-8114-79AC66EF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357C7-EC9E-474B-8D8B-069541BD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A44B2-CF7C-47EB-AE18-189AE0FC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3D602-9AC1-4121-AE1A-B2A4B781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5DCD74-B621-4D7C-A797-23C711A7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F2E3CF-B175-434C-9C95-09F13E19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E9F201-CCB3-48E4-BAF0-E9C535DB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86747C-B8F6-4F8A-8578-0D47EEE5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Interpret division remainders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f6c4d7b59d4c6a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025CF-5D33-4EE7-A527-6DD04662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114B49-0D53-4C2B-82F8-31E65786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always rounds a quotient with a remainder up.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BDEE6B-05F6-456C-B1FD-CBC6DF76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020642-9076-41F8-904E-6F11CD41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DC23E3-2196-4701-AE83-C4B30F09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The context decides whether to round up, round down, keep the remainder or express it as a fraction.</a:t>
            </a:r>
          </a:p>
        </p:txBody>
      </p:sp>
    </p:spTree>
    <p:extLst>
      <p:ext uri="{BB962C8B-B14F-4D97-AF65-F5344CB8AC3E}">
        <p14:creationId xmlns:p14="http://schemas.microsoft.com/office/powerpoint/2010/main" val="56696646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891D09-D625-447E-BC22-E576F4B4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C13C7C-CFCD-4DFE-B8E5-20B826C6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42988-03A9-462A-9889-DA00019C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03507-5F3C-43B1-BE53-7012A30D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EB9C90-0A09-4F05-ACAC-44CA2617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9FC5FB-958F-4799-9475-2DEEACED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1A504-401E-4E5A-9B6C-B7C0BC58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32AD25-EFE8-438E-BF76-A74FDFFE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E7F348-31AC-4B8D-B7C2-45AD0491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Interpret division remainders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C548FE-5214-4CCF-BB1F-0AD71879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4BDF36-CB5B-409C-8B6B-3FF549FE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4CF9C1-F1A1-4ABD-AF3E-3B064765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48C51F-2488-425B-BA9B-900814E7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5,126 / 24 and write the remainder as a fraction.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A62BEB-122B-4DBC-9209-642B7030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674397-C4F2-4B7C-B057-8D20AA0B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515C2D-9B10-484F-9F0B-70AB34E7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C3A61C-69D7-47B5-8B92-DFA3172D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0ADFAD-A187-4ED2-AE88-B3F4EB1A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70E196-14FB-47D0-BD31-3C9FF9BB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E83956-DACB-449C-AE0F-907A31A8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3155B2-2081-4F96-B099-B5A4E957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213 remainder 14, or 213 7/12.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56BB0B-1B71-4E46-9C1F-00919B77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1682409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D13859-8B9E-44EC-B545-F315E8C4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CE5C2-9EE9-4C3C-B796-8585593E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9E3404-1EBB-47F1-BB76-6ECE9444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CB460E-1529-4954-9531-ED638631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B55E36-C4F7-4EF1-B3B4-60F9086F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65165-1A70-4CF6-A523-322810A9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69F3C-DE16-4ED4-BB14-33C25485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64BC4-C265-489F-B352-E6A2DEDB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41EFA4-3848-4599-ABC5-22E69112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Interpret division remainders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4FD08F-0E02-4E51-A236-4E3F3FD2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EDD4BF-F5D7-4678-890C-EB9BC9AC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23AE3D-0C43-47D9-A7CA-51FCE4CF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CF5A4E-45F3-4386-A832-3CEEEAF0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Share 3,850 stickers equally among 16 classes. How many each and how many left?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41F219-9E42-4ECA-BB3E-214A85E6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7474DC-4678-4B63-B307-73082D75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9DF538-7B53-43DF-8D56-911FBBA0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307976-1EBF-4258-A5A7-808E49A7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89D4B8-B9F7-4AA2-B4C6-92FB69BC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1A8DC3-19EB-4EB6-B8E6-755ADA63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D164E7-F53E-422B-B64D-7D971DBF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144B89-A65B-4EBD-83D9-E5227D19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99361823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4D8343-E3E9-4774-9991-C10BD8EB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C44B23-1FB0-44CC-80CE-BF2E2095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9D0F9-2C6B-4570-8974-180EE37A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7BCBB2-5048-49D1-99EB-49A6502F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BE6B4-3983-49C9-867B-D2B34AE8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AC7836-DE2A-48E1-868F-DF1B4BFB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065E0A-7CDC-4C1A-96B9-18938DC3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A81757-A48D-4957-929E-0C1BFF4C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0E1C9-4C41-4FEC-801F-BB6B01F9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Interpret division remainders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43C38D-53CB-48AA-AA5B-DF6A3FD6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2,500 ml drink fills 180 ml cups. How many full cups?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DCA8EC-1276-42F1-973F-3457C5D9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D6361C-F0F0-4CFE-B367-3424B167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7CE133-B9DE-44E8-9D99-37BEF947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13 full cups with 160 ml left.</a:t>
            </a:r>
          </a:p>
        </p:txBody>
      </p:sp>
    </p:spTree>
    <p:extLst>
      <p:ext uri="{BB962C8B-B14F-4D97-AF65-F5344CB8AC3E}">
        <p14:creationId xmlns:p14="http://schemas.microsoft.com/office/powerpoint/2010/main" val="48430214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DF409F-A594-4F43-A1FE-7562CAC3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8A85D-236A-486D-9A79-D60AC715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2FA8ED-4A26-44F7-B850-B2AB480D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DA117-CFBE-4E2F-B1EA-36BA7403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33583-5E34-47C6-8C3B-6600BC24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4C013-C3F5-449E-8188-F9F5C91C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61DC02-3024-44A9-9C63-B5062866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D46E1A-255B-4340-8F31-9E76AF05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09809-F0B9-4E06-8BAC-69D05425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Interpret division remainders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79CF1D-AF54-4CD9-8722-3236D67A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FE9510-CA26-450D-B24E-EFBCE967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991A81-B06B-4FF7-9093-A7527E29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Share 3,850 stickers equally among 16 classes. How many each and how many left?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BA966A-A16F-4A18-AF43-3EF2B02B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56B9D2-F478-482A-9E14-480535D1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84743F-9261-4FFE-8B75-BB17C774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D47E0E-7118-48F9-A06A-9C6C7542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66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240 each with 10 left.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965CD4-B9D3-4002-A0CB-1F0CA849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937D42-AB04-4496-A54B-449D9569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66920217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58ADC4-EA47-446A-B4AC-F1528722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90C58A-01DF-4D47-98DE-73F56C9D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D72448-2E20-4DE4-89A4-A3813127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12DBC-6807-48F1-A64A-2E09CA26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81786A-FF19-4CDF-ADB2-69E206E8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FBDB8A-A61C-4A9B-A435-FF068451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38DE4E-540F-43B4-8AA2-AD6020BE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241D66-93D5-4FD3-8922-BF8FC084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384FA4-626D-4F90-92A8-A7021266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Interpret division remainders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FED277-BFE6-4EF5-B52E-D2418575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8C4C48-D43B-45AC-A915-4899DBF2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DE1FAF-B123-4F73-8CD9-E60C793E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2BC83A-5080-471B-906E-C415921A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Share 3,850 stickers equally among 16 classes. How many each and how many left?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044F38-8BD7-46C8-8725-33C168E4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6BB09D-F9DD-4F78-9AE4-A98B44B0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09A19A-1BBC-4EA9-9FB1-D82409EA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07DF76-D2B7-4CDF-95BF-686867B5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always rounds a quotient with a remainder up.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9D967E-C046-4197-B5A7-E0456BD0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74D157-BBC7-4550-A7CF-95B03DFA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B2A65F-D739-43F8-B5E2-4291DE2F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8F0839-045A-4EF8-94A0-F9E9DD3B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4F9E28-AE8C-41AD-813E-4F349677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71694083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2026-09-09T22:13:56.2000000Z</dcterms:created>
  <dcterms:modified xsi:type="dcterms:W3CDTF">2026-09-09T22:13:56.2000000Z</dcterms:modified>
</coreProperties>
</file>