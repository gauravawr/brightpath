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Multiplication grids, place-value counters, squared paper, remainder context cards.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213 remainder 14, or 213 7/12. | Estimate the quotient using a nearby multiple. | The context decides whether to round up, round down, keep the remainder or express it as a fraction.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dividend, divisor, quotient, remainder, multiple, estimate.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Calculate 6,745 / 32 and interpret the answer for 32-seat coaches. Answer: 210 remainder 25, so 211 coaches are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213 remainder 14, or 213 7/12.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The context decides whether to round up, round down, keep the remainder or express it as a fraction.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213 remainder 14, or 213 7/12..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240 each with 10 left..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13 full cups with 160 ml left.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Calculate 5,126 / 24 and write the remainder as a fraction. Expected: Share 3,850 stickers equally among 16 classes. How many each and how many left? Higher: A 2,500 ml drink fills 180 ml cups. How many full cups?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240 each with 10 left. | The context decides whether to round up, round down, keep the remainder or express it as a fraction.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7238FBCD-DBAE-48C5-AB50-48887F781CC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8304CB0-4767-484F-98C4-932C46AAE759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DBC2A63-75A9-4A7C-83FC-7A00F0DEADA8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215EE7-E9CC-4D65-885F-12D6CB1210F5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3111F1-A35C-4DEA-B35B-4ED838CB1C95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4  |  Day 4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A074B5-8ABC-4450-BF2B-5D8EDD7580C9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4181CA8-34F0-4881-82BE-29D8F4ACAD9C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E9A4E15-9F8A-4896-ABD3-9D6EA4B69362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38CC874-1F54-4E8B-8D80-2907200D11AB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8176"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interpret remainders as whole numbers, fractions or rounded answers.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81897A5-925A-4EC5-9744-54F0D71189CF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5AB53A-AB4D-4267-86D9-B06C331667A6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26F4E46-758D-440C-8FEF-68E7E2FCDA8F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993783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D9DAC37D-9804-40F3-92B3-C52448FF47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5A5559-2728-4DD1-A111-CF4A45E3DA28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4F14BE-86AE-45A5-8605-5DD0D44CB2E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9CA9821-D1E0-4289-8C45-877DDAAF147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D8D317-FB0F-423C-8464-EEF157F61D1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707987-018A-4A7F-BCA9-C7F01BEE7C4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515C78-034A-4FB5-9AFD-09C78266954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B7A2AD-7266-4C0A-883B-F531C3A694E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B90096E-EA00-4691-9066-070FA85CECC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DA7E11-D89F-4118-A842-4D7B9BD8CF1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FDB3A5B-1FCB-4956-B5BF-69D45223534E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4F69071-2A60-4AF0-93D7-91AB4487BEFD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8152C99-2583-4D7B-B8D2-C4E65E51FD62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84FA929-5601-40B0-A130-A99594A51DD6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short division by one digit, recall multiplication facts and identify multiples.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E7860BE-283E-4D7E-BBB3-45F4D6003D0A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7DD9F10-8A7F-417D-86A6-1AD4B2730F1C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A333F2B-AE6A-4E70-8659-4699B229B179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6A241E5-4A41-4C57-BDB6-F49F2F83CE05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5,126 / 24 and write the remainder as a fraction.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DB77F4A-6CB0-4EF8-8333-FB6D0FCDE0DA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77728B1-CF29-4214-A0DD-709B53153A8B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F8EB377-3BE7-4D6B-9156-5FC6246B51CD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79D75C8-988D-414E-90EC-639AFB564AA7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6,745 / 32 and interpret the answer for 32-seat coaches.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28DF2A3-ABC1-4559-AF75-E3D475F7D414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891095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22EF3CB-C317-4D27-A231-2AE8CA4CF27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280DC68-11ED-4614-8CE7-267B07AE914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3A0650-6026-4375-9EE1-892CE20BDA1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90B5E91-4DF6-4FF3-9BE1-7331BE0B380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615EE8-CCC7-4C28-A1A5-D43D90AC812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596E7D-CA56-49B2-B712-3EF459C15B5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D3196A-CA27-4D41-A625-EBB6B21F7AD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045AD0-1D00-4600-9C2B-DB6D52D7C61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DC2E98-473C-448B-A011-01075E91743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8378F3-9B84-42B6-8BBB-EECB1FFD140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370FB9-5677-447E-B0DC-588DC28E5A00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679"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interpret remainders as whole numbers, fractions or rounded answers.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0F3BCD-EEB5-40A0-B22C-429255CC8521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C908A5-2652-45E6-9E48-FBE203710474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quotient using a nearby multiple.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BA1C72-796E-43CA-B832-EA71BA4B243B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Divide one place at a time and record any remainder or exchange.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51817B2-CC87-415B-BF12-25116EA6E014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Multiply the quotient by the divisor to check the result.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9C1ABF-56D5-43FC-BB0D-74D0F0AC0125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dividend  |  divisor  |  quotient  |  remainder  |  multiple  |  estimate</a:t>
            </a:r>
          </a:p>
        </p:txBody>
      </p:sp>
    </p:spTree>
    <p:extLst>
      <p:ext uri="{BB962C8B-B14F-4D97-AF65-F5344CB8AC3E}">
        <p14:creationId xmlns:p14="http://schemas.microsoft.com/office/powerpoint/2010/main" val="285141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0DA4BDEC-5158-4AC4-A821-877243F1152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7576639-DF21-4A3C-9D1B-D6AAE027B40B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11FC2E-3E60-4EF2-998D-CA9A08A039E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79C1963-F5AF-47DF-AC27-9510766FB49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384B9C1-EA19-42F3-8421-90881A5F234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2F5499-12DC-4EF2-8B54-35453A0FD3D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6C902C-6919-452C-9729-4FAEC92AAC8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26338FF-6091-46D9-98FC-B11263FF238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7FA9C69-68B8-497B-A9B4-C2512DCD901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B80AC5-C3CE-41E4-8930-3B82D80D592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CE1332D-0B57-46ED-BF26-ECB4517317D9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6,745 / 32 and interpret the answer for 32-seat coaches.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B67399D-7A2F-4E10-8539-FAA76A455C0B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C62C4C9-7CB1-4E74-9810-891472A718CE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BAB5CB1-27ED-4DEB-9044-DB90DFF1E8A8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4E4E243-2EAD-4518-B090-BA5FFAF90056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the quotient using a nearby multiple.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BFE6FC-1B68-4C36-AC67-D7E28FA43E35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9E983C0-ECC7-4BFC-B55F-9C67E231FED4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0F8596B-CDC6-40FF-ABBE-2DB256FD3080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B89A2-95D5-4EFE-A0F5-26A9BA5A4BB2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Divide one place at a time and record any remainder or exchange.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BCBEDD-0CC9-4F32-9885-4622B9B4C8F7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5F0D4D2-86BB-4FC1-BC18-4B5D6363C85D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1D41F01-95F6-420F-A2FC-66226C59D11D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C43F785-13C6-4B6F-8A64-55F9D6F06F8D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the quotient by the divisor to check the result.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84055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BABAAC1-413D-46CD-835E-469FC8CA55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1176EC9-B847-4C4D-9254-4DF6B1FEB693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FA8D7FC-7B18-452D-968E-2EF5439936E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CC21B30-3530-4562-8B98-6084DCE391E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B29258-AB8A-4C1A-961B-FAE19331794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2EDB1E-E04A-47FA-A763-3D5AFF9FD6B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77C34CE-81FF-41A7-B85C-9D2349F8691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B58917-5E42-433B-AD63-85A28670BF4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50A19E6-3345-49CD-BC45-E8768B4D43A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FBC048-3C50-4770-B5C5-5BEACE4EFCA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3C2CD6-D275-4939-8C07-179C03501CC2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783425A-D053-4EBF-A56A-7563B9ED8053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210 remainder 25, so 211 coaches are needed.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D73C8A-73E2-4081-B6A6-3D130E17BA9A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9D097F7-1E69-40F0-9562-1AD6D5F0BF0C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Multiply the quotient by the divisor to check the result.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5BE6B8B-AA10-4044-9F4F-987AEDA62BFA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3535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B65ABF5-51E7-44B5-8016-0FE8F4FC680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A2FB3D8-78AB-4F8A-B179-B66660D044E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D9E8C8-05D9-4DBD-A0DB-B90376CD9E4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53AFB09-16F1-435A-AC10-D2C30AD526C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3A15B73-076C-47A5-BAE8-C05B4346A48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962AA0-55C6-4F2A-941D-6298DCE6C82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3050685-9BA4-41DC-97A4-687A26FF130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56A234-37CA-4DD1-9DE8-6E7CD2F0529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F7754C3-AB0F-4271-A2E4-28725E1433B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B997D5-769B-4C22-9058-979B555F37A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466E24-1F99-4EA1-B953-6D02BCF35063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5,126 / 24 and write the remainder as a fraction.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28DB9D-8120-4BE0-A5DF-E65B88D9E85E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EB0A786-E8FE-45E5-8738-164D32277EB4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6AE782D-EFAB-4822-B6F3-1C45C8B19930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A51B8B-E3F0-4873-852F-C434FB6B08E0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FD6CE61-D793-42C8-A797-A4EAAC590B7F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213 remainder 14, or 213 7/12.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2742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706D11C-28FF-4B57-92E0-CA9EB0DC8FF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F234C52-7627-4348-B0A2-803236FFEB7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1AE6E5-EDD8-4348-8799-138497A80DA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8062E8B-B8CB-4B65-809D-FF715DF1DF9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F599FA-649C-4DEB-9172-809A949D19C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03418C-46C9-43B0-BB15-452D2A630CC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9590FC-59B2-494A-A1AE-F2995F7EA86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1E6CA29-4C5C-4E7B-BA33-1BD291882E5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D62F95-8A4A-4129-B01F-34A472BE67C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4BE9A3-039D-41A8-B40F-F10AEE75A8C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7FB0902C-12A4-4A37-9377-2385B272AC97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74D97A4-80D8-436B-9C42-E4B4D5D740F2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always rounds a quotient with a remainder up.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785AD5-F3EF-451D-BD53-AB2B01DDEAA9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FF561DB-6946-4F78-B6B3-6F46744E241A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3DE9D46-BDE8-48B0-A819-C33545983A8F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The context decides whether to round up, round down, keep the remainder or express it as a fraction.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27233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F6C3B296-B9F1-40B2-BCA7-933C0A9325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44D81B-F9CF-4004-A65A-274019A56C0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ED57CD4-96EF-4DC2-9716-09BDF1539E9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941FD72-3037-4DED-9FDF-08E28B0E118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AFB874-E2B8-45E9-800D-80108FAF5D1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B12BD6-B543-4BAA-963A-4AD5E587BE7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E0C5594-0F73-49AD-B1A1-938981216F1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85B0F3-4FF8-43C2-9DFE-3A234050138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781FFC0-9A8D-4D85-817A-F77D3BD92A2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0694CE-6A78-4E5C-8E19-8FF56BC979F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22040AE-17CC-4DEF-B2CB-D743E883C17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B883401-F1FD-4623-82B4-F773320B3C0F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64BEFBB-82B5-412C-B4F0-3609FF9C2FD2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3FC31E7-62AD-4C5F-9159-96870B8E1FF7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5,126 / 24 and write the remainder as a fraction.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CE5EB80-69F0-4488-BF12-5D4532682E80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4F2D85F-BDC2-4897-934C-62A63A32729B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C35EAF4-F765-419E-8057-E101136B9844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DC2D154-BF77-43E1-BF4A-109693532681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F8E1760-23F5-46E4-8678-1F9F254E0D7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2C14D2F-5652-472A-BD94-7982EA6D11A0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5CCA7B0-EAC5-4423-962F-4A18B953A0A2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20BDB75-823F-42D9-838B-43890D066043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213 remainder 14, or 213 7/12.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2CED5AA-0C0B-4A53-8AA7-F6058C8A21AD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02300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CAD15C3-111F-475A-BFB3-F76608D14D7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46C090-88DD-4118-A53F-19FD31A1018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7F41156-FA08-411B-A484-2DD9C85CADA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EE6BDBB-E06A-4539-AB01-B6726CA3083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A83C07-0833-4A92-AE51-B5E5411863C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ED6F84F-C6EF-418A-A2EA-7B3E7D9DE12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3340A9-7FDE-46FA-ABB7-A75D44E14DA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48BFBF-6B33-47BF-8FCC-1F8A12A7056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E3C2B0-B8A9-49B5-BD17-1B21C971BF1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4B01D3-C130-417E-9ED3-29FA7E02595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5550BB9-379D-41E3-BA08-0D392759F377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63FB09A-60EE-4A52-A5E6-8221EC7B5A8F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DE6D099-0F05-4606-966F-CFEA007D0DBA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D8D272-3F56-46A5-8C44-50CCBD5ADF50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Share 3,850 stickers equally among 16 classes. How many each and how many left?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9743295-44B4-4037-85AD-76BD26E4139E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6F0BD04-AD76-4102-8DC8-BACB013D1B0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92CBE7C-FC95-4DC3-9C4B-05A9037D9D87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32F54E7-CCBD-4B71-B55B-C655D9C7685E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68B010D-244B-4ABA-91C5-689870084543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7FFBF1E-20A6-4E7D-995E-53D6C7E0E0C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7A0BEF2-894D-4E9A-A884-98DD0E529D81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74E3E34-8874-48BD-A987-6AD2C152B282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55647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4BBD835-191C-40E4-8C12-16019DF47B1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5AA099-3AF4-4D00-90D1-E31EAA72D4C8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06FC98-CE71-49C5-B2FB-65FFFEE65FA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B5513C9-E56F-4478-83A0-9C9DB342431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CF4F78-1E45-4509-A96B-E68A30A619B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52C96A-F47A-424D-8C74-3B2BD10A442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724F1B-ED83-42DF-A725-BDA29E5E4D5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71FB4DB-8D57-4D93-83C0-23666345B05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9E505F2-25E8-403F-B4AC-DDA52F7F62B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AA29B8-9CEC-495F-A663-F36A6278AEC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262A6F-7C54-4FF5-B10E-8A540176B110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2,500 ml drink fills 180 ml cups. How many full cups?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7A3BAE-DAE7-463A-89AE-39BEB63AAEE3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2F2818-D0E0-41BC-BEA8-6E0FBE93C1CF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A329CEB-4A1B-4DA0-9279-40E075A5F650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13 full cups with 160 ml left.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83852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3452B0EA-9E02-433C-ADA8-71A8E3AEC22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C5E5BB-4B60-45BB-9ECD-2E2D8D59188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F2740C-8A34-496D-BE2C-063B7F1A160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E96243C-8FA4-456F-BB87-593E086F88C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B61538E-11E2-4A33-B2CA-F5850537549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2AE044-D36B-46A2-83F2-AE190E7DC10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B91D7E-F06A-48A3-93CA-C495022035E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E4C19F-C9B4-46E1-B826-E57044AF65C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DF87379-823D-45A6-B962-6AC224EE2CE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01D434-93CC-4FC8-BA95-DEB224B570D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765FF7-70C4-4E95-82C5-E21E4F851AB1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64A36EA-527F-4C75-8D11-83F0A1F0926E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56D13-4E50-4209-88E8-9208367F8403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F5D2810-D686-4EF2-84D9-8F5C0CB9CF12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F230581-C03D-49A4-8F49-05B1F6C08D7A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486A75-04E2-4E8B-A47A-FC06BD775314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12D1FF7-EB2D-4451-A748-A14C19A9FBE5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8762F78-4B4B-43EE-87F8-E56CAC46E6C2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3ED6C61-4B81-4020-B704-61B8E0AD8AD1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799A332-A2CA-444F-BB06-F63BCBEB08AC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2301CFC-2D8E-4A32-B860-00AA18D3BBE2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22ECC343-6995-47A8-897E-67273CD389D3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D81388F-8F5F-41FF-A7DF-37E9FC97B3AD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C473182-CA81-49E6-9204-0FA9A95F8DA9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C9FABFB-ED02-4882-A4A1-21ACD1B907DA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F742847-BD79-4398-9496-F569EAD31CE8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14289367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82191E0B-14CD-4610-8C22-2FC0ED16041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675448-78C4-4333-A2ED-AB5D8CB2521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9347E7B-AD20-4A2A-B1E4-5095F539676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861A3A8-683C-43E7-BDC8-BEA47B497E1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CD08B5-A3D6-43CE-A482-05A915D5F78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CAC2ED8-606C-493A-AD8B-8A496FF1F81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CE0895E-3932-45F0-97EF-44DEDE9FB2D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EB5E840-82AC-406D-8A27-BFBF1242AB2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739136B-838C-40AC-87F3-F52C15074E6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9B9B3C-64A1-450E-BF0D-11811C1D4AC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AE0E23D-9512-4312-BAD9-7B7EB37FAF12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05A468B-3B63-4E39-82B1-B3D0FF441606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3DBE5B-F91F-4520-A3F5-5E3F116E3DD1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B457F4-E226-4D41-8EA3-2A3BBC9C464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Share 3,850 stickers equally among 16 classes. How many each and how many left?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DD5F2FF-623C-4B11-9483-80CA4F9BE78E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87D3EE6-6C28-40FD-A2DF-1A61EA52C882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BFB2045-C74D-4BD2-95FC-38EC4DE511DC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73E6871-4E42-4EB4-BC49-3E8BE7059612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always rounds a quotient with a remainder up.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1EA999C-657E-4B0E-9F94-D5EF016A98BE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107D68D-455C-4262-A5AC-F8E036CCEAEE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5013C2A-4A26-4B54-8AEA-D69F8ED99C32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8C8F6F-F37E-4EBB-AA44-97FE8C79C951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11A70-11E4-4E2E-B228-7DF51B253967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2081596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1417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2026-09-08T22:36:02Z</dcterms:created>
  <dcterms:modified xsi:type="dcterms:W3CDTF">2026-09-08T22:43:33Z</dcterms:modified>
</cp:coreProperties>
</file>