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4:33.751" v="59"/>
      <pc:docMkLst>
        <pc:docMk/>
      </pc:docMkLst>
      <pc:sldChg chg="modSp mod modAnim">
        <pc:chgData name="Garima Sharma" userId="c5ca40beb9a8554c" providerId="LiveId" clId="{2265D429-760C-4FF0-9653-4AF4BA9B0970}" dt="2026-09-09T11:04:32.913" v="5"/>
        <pc:sldMkLst>
          <pc:docMk/>
          <pc:sldMk cId="1911836152" sldId="257"/>
        </pc:sldMkLst>
        <pc:spChg chg="mod">
          <ac:chgData name="Garima Sharma" userId="c5ca40beb9a8554c" providerId="LiveId" clId="{2265D429-760C-4FF0-9653-4AF4BA9B0970}" dt="2026-09-09T11:04:32.870" v="0" actId="20577"/>
          <ac:spMkLst>
            <pc:docMk/>
            <pc:sldMk cId="1911836152" sldId="257"/>
            <ac:spMk id="13" creationId="{50E9C161-106C-4EC4-BF0A-9050E31F3EFB}"/>
          </ac:spMkLst>
        </pc:spChg>
        <pc:spChg chg="mod">
          <ac:chgData name="Garima Sharma" userId="c5ca40beb9a8554c" providerId="LiveId" clId="{2265D429-760C-4FF0-9653-4AF4BA9B0970}" dt="2026-09-09T11:04:32.891" v="2" actId="20577"/>
          <ac:spMkLst>
            <pc:docMk/>
            <pc:sldMk cId="1911836152" sldId="257"/>
            <ac:spMk id="17" creationId="{3BA292AF-B990-460C-8823-5A9A521A3285}"/>
          </ac:spMkLst>
        </pc:spChg>
        <pc:spChg chg="mod">
          <ac:chgData name="Garima Sharma" userId="c5ca40beb9a8554c" providerId="LiveId" clId="{2265D429-760C-4FF0-9653-4AF4BA9B0970}" dt="2026-09-09T11:04:32.913" v="4" actId="20577"/>
          <ac:spMkLst>
            <pc:docMk/>
            <pc:sldMk cId="1911836152" sldId="257"/>
            <ac:spMk id="21" creationId="{6EBBE2CD-36D4-40D1-AC68-1C32235AF1A0}"/>
          </ac:spMkLst>
        </pc:spChg>
      </pc:sldChg>
      <pc:sldChg chg="modSp mod modAnim">
        <pc:chgData name="Garima Sharma" userId="c5ca40beb9a8554c" providerId="LiveId" clId="{2265D429-760C-4FF0-9653-4AF4BA9B0970}" dt="2026-09-09T11:04:32.996" v="11"/>
        <pc:sldMkLst>
          <pc:docMk/>
          <pc:sldMk cId="2058426613" sldId="258"/>
        </pc:sldMkLst>
        <pc:spChg chg="mod">
          <ac:chgData name="Garima Sharma" userId="c5ca40beb9a8554c" providerId="LiveId" clId="{2265D429-760C-4FF0-9653-4AF4BA9B0970}" dt="2026-09-09T11:04:32.974" v="6" actId="20577"/>
          <ac:spMkLst>
            <pc:docMk/>
            <pc:sldMk cId="2058426613" sldId="258"/>
            <ac:spMk id="12" creationId="{4B84B9EC-41E6-4864-A38D-70491B6374B8}"/>
          </ac:spMkLst>
        </pc:spChg>
        <pc:spChg chg="mod">
          <ac:chgData name="Garima Sharma" userId="c5ca40beb9a8554c" providerId="LiveId" clId="{2265D429-760C-4FF0-9653-4AF4BA9B0970}" dt="2026-09-09T11:04:32.986" v="8" actId="20577"/>
          <ac:spMkLst>
            <pc:docMk/>
            <pc:sldMk cId="2058426613" sldId="258"/>
            <ac:spMk id="13" creationId="{A5014919-F2D5-4267-92D0-561231084B79}"/>
          </ac:spMkLst>
        </pc:spChg>
        <pc:spChg chg="mod">
          <ac:chgData name="Garima Sharma" userId="c5ca40beb9a8554c" providerId="LiveId" clId="{2265D429-760C-4FF0-9653-4AF4BA9B0970}" dt="2026-09-09T11:04:32.995" v="10" actId="20577"/>
          <ac:spMkLst>
            <pc:docMk/>
            <pc:sldMk cId="2058426613" sldId="258"/>
            <ac:spMk id="14" creationId="{4B74F31B-FA7A-43A0-A445-6B9A3E622C87}"/>
          </ac:spMkLst>
        </pc:spChg>
      </pc:sldChg>
      <pc:sldChg chg="modSp mod modAnim">
        <pc:chgData name="Garima Sharma" userId="c5ca40beb9a8554c" providerId="LiveId" clId="{2265D429-760C-4FF0-9653-4AF4BA9B0970}" dt="2026-09-09T11:04:33.097" v="17"/>
        <pc:sldMkLst>
          <pc:docMk/>
          <pc:sldMk cId="1142852510" sldId="259"/>
        </pc:sldMkLst>
        <pc:spChg chg="mod">
          <ac:chgData name="Garima Sharma" userId="c5ca40beb9a8554c" providerId="LiveId" clId="{2265D429-760C-4FF0-9653-4AF4BA9B0970}" dt="2026-09-09T11:04:33.051" v="12" actId="20577"/>
          <ac:spMkLst>
            <pc:docMk/>
            <pc:sldMk cId="1142852510" sldId="259"/>
            <ac:spMk id="14" creationId="{E7E3F85D-25D8-4AB5-ABE5-C00B05B3DB01}"/>
          </ac:spMkLst>
        </pc:spChg>
        <pc:spChg chg="mod">
          <ac:chgData name="Garima Sharma" userId="c5ca40beb9a8554c" providerId="LiveId" clId="{2265D429-760C-4FF0-9653-4AF4BA9B0970}" dt="2026-09-09T11:04:33.074" v="14" actId="20577"/>
          <ac:spMkLst>
            <pc:docMk/>
            <pc:sldMk cId="1142852510" sldId="259"/>
            <ac:spMk id="18" creationId="{9902273F-B6D0-44C5-982E-40A7EDDC8AAF}"/>
          </ac:spMkLst>
        </pc:spChg>
        <pc:spChg chg="mod">
          <ac:chgData name="Garima Sharma" userId="c5ca40beb9a8554c" providerId="LiveId" clId="{2265D429-760C-4FF0-9653-4AF4BA9B0970}" dt="2026-09-09T11:04:33.096" v="16" actId="20577"/>
          <ac:spMkLst>
            <pc:docMk/>
            <pc:sldMk cId="1142852510" sldId="259"/>
            <ac:spMk id="22" creationId="{594FB1AE-4E39-4BD9-BD83-CDD781E67DA9}"/>
          </ac:spMkLst>
        </pc:spChg>
      </pc:sldChg>
      <pc:sldChg chg="modSp mod modAnim">
        <pc:chgData name="Garima Sharma" userId="c5ca40beb9a8554c" providerId="LiveId" clId="{2265D429-760C-4FF0-9653-4AF4BA9B0970}" dt="2026-09-09T11:04:33.169" v="23"/>
        <pc:sldMkLst>
          <pc:docMk/>
          <pc:sldMk cId="857855258" sldId="260"/>
        </pc:sldMkLst>
        <pc:spChg chg="mod">
          <ac:chgData name="Garima Sharma" userId="c5ca40beb9a8554c" providerId="LiveId" clId="{2265D429-760C-4FF0-9653-4AF4BA9B0970}" dt="2026-09-09T11:04:33.141" v="18" actId="20577"/>
          <ac:spMkLst>
            <pc:docMk/>
            <pc:sldMk cId="857855258" sldId="260"/>
            <ac:spMk id="11" creationId="{E9FF33D5-E539-4BE3-A0C1-F462FD559020}"/>
          </ac:spMkLst>
        </pc:spChg>
        <pc:spChg chg="mod">
          <ac:chgData name="Garima Sharma" userId="c5ca40beb9a8554c" providerId="LiveId" clId="{2265D429-760C-4FF0-9653-4AF4BA9B0970}" dt="2026-09-09T11:04:33.155" v="20" actId="20577"/>
          <ac:spMkLst>
            <pc:docMk/>
            <pc:sldMk cId="857855258" sldId="260"/>
            <ac:spMk id="13" creationId="{4FE92CE0-1C8D-430C-B68F-B48D3D4A8BEE}"/>
          </ac:spMkLst>
        </pc:spChg>
        <pc:spChg chg="mod">
          <ac:chgData name="Garima Sharma" userId="c5ca40beb9a8554c" providerId="LiveId" clId="{2265D429-760C-4FF0-9653-4AF4BA9B0970}" dt="2026-09-09T11:04:33.167" v="22" actId="20577"/>
          <ac:spMkLst>
            <pc:docMk/>
            <pc:sldMk cId="857855258" sldId="260"/>
            <ac:spMk id="14" creationId="{222DEF16-2137-438B-BCF5-C960FFD2AB39}"/>
          </ac:spMkLst>
        </pc:spChg>
      </pc:sldChg>
      <pc:sldChg chg="modSp mod modAnim">
        <pc:chgData name="Garima Sharma" userId="c5ca40beb9a8554c" providerId="LiveId" clId="{2265D429-760C-4FF0-9653-4AF4BA9B0970}" dt="2026-09-09T11:04:33.251" v="27"/>
        <pc:sldMkLst>
          <pc:docMk/>
          <pc:sldMk cId="2075138072" sldId="261"/>
        </pc:sldMkLst>
        <pc:spChg chg="mod">
          <ac:chgData name="Garima Sharma" userId="c5ca40beb9a8554c" providerId="LiveId" clId="{2265D429-760C-4FF0-9653-4AF4BA9B0970}" dt="2026-09-09T11:04:33.238" v="24" actId="20577"/>
          <ac:spMkLst>
            <pc:docMk/>
            <pc:sldMk cId="2075138072" sldId="261"/>
            <ac:spMk id="14" creationId="{9ABB7E97-7E4B-4376-9627-54E42101E73A}"/>
          </ac:spMkLst>
        </pc:spChg>
        <pc:spChg chg="mod">
          <ac:chgData name="Garima Sharma" userId="c5ca40beb9a8554c" providerId="LiveId" clId="{2265D429-760C-4FF0-9653-4AF4BA9B0970}" dt="2026-09-09T11:04:33.249" v="26" actId="20577"/>
          <ac:spMkLst>
            <pc:docMk/>
            <pc:sldMk cId="2075138072" sldId="261"/>
            <ac:spMk id="15" creationId="{D852BFE7-9796-41E7-8EEA-B752ABCFFB44}"/>
          </ac:spMkLst>
        </pc:spChg>
      </pc:sldChg>
      <pc:sldChg chg="modSp mod modAnim">
        <pc:chgData name="Garima Sharma" userId="c5ca40beb9a8554c" providerId="LiveId" clId="{2265D429-760C-4FF0-9653-4AF4BA9B0970}" dt="2026-09-09T11:04:33.320" v="31"/>
        <pc:sldMkLst>
          <pc:docMk/>
          <pc:sldMk cId="2103663466" sldId="262"/>
        </pc:sldMkLst>
        <pc:spChg chg="mod">
          <ac:chgData name="Garima Sharma" userId="c5ca40beb9a8554c" providerId="LiveId" clId="{2265D429-760C-4FF0-9653-4AF4BA9B0970}" dt="2026-09-09T11:04:33.299" v="28" actId="20577"/>
          <ac:spMkLst>
            <pc:docMk/>
            <pc:sldMk cId="2103663466" sldId="262"/>
            <ac:spMk id="12" creationId="{2197BF54-0341-41EB-B101-66916E9E9837}"/>
          </ac:spMkLst>
        </pc:spChg>
        <pc:spChg chg="mod">
          <ac:chgData name="Garima Sharma" userId="c5ca40beb9a8554c" providerId="LiveId" clId="{2265D429-760C-4FF0-9653-4AF4BA9B0970}" dt="2026-09-09T11:04:33.318" v="30" actId="20577"/>
          <ac:spMkLst>
            <pc:docMk/>
            <pc:sldMk cId="2103663466" sldId="262"/>
            <ac:spMk id="15" creationId="{C3D2AF5C-59E1-4599-8073-915FA5FC63DF}"/>
          </ac:spMkLst>
        </pc:spChg>
      </pc:sldChg>
      <pc:sldChg chg="modSp mod modAnim">
        <pc:chgData name="Garima Sharma" userId="c5ca40beb9a8554c" providerId="LiveId" clId="{2265D429-760C-4FF0-9653-4AF4BA9B0970}" dt="2026-09-09T11:04:33.411" v="37"/>
        <pc:sldMkLst>
          <pc:docMk/>
          <pc:sldMk cId="706585945" sldId="263"/>
        </pc:sldMkLst>
        <pc:spChg chg="mod">
          <ac:chgData name="Garima Sharma" userId="c5ca40beb9a8554c" providerId="LiveId" clId="{2265D429-760C-4FF0-9653-4AF4BA9B0970}" dt="2026-09-09T11:04:33.366" v="32" actId="20577"/>
          <ac:spMkLst>
            <pc:docMk/>
            <pc:sldMk cId="706585945" sldId="263"/>
            <ac:spMk id="13" creationId="{7E6D3EA4-F0D9-4F8D-A7B9-732F44B6D378}"/>
          </ac:spMkLst>
        </pc:spChg>
        <pc:spChg chg="mod">
          <ac:chgData name="Garima Sharma" userId="c5ca40beb9a8554c" providerId="LiveId" clId="{2265D429-760C-4FF0-9653-4AF4BA9B0970}" dt="2026-09-09T11:04:33.389" v="34" actId="20577"/>
          <ac:spMkLst>
            <pc:docMk/>
            <pc:sldMk cId="706585945" sldId="263"/>
            <ac:spMk id="17" creationId="{4FBB9198-4F91-494C-8CAC-F4CB74B2087F}"/>
          </ac:spMkLst>
        </pc:spChg>
        <pc:spChg chg="mod">
          <ac:chgData name="Garima Sharma" userId="c5ca40beb9a8554c" providerId="LiveId" clId="{2265D429-760C-4FF0-9653-4AF4BA9B0970}" dt="2026-09-09T11:04:33.410" v="36" actId="20577"/>
          <ac:spMkLst>
            <pc:docMk/>
            <pc:sldMk cId="706585945" sldId="263"/>
            <ac:spMk id="21" creationId="{32DE1297-00F8-4A9B-9FDA-1C786446ACAF}"/>
          </ac:spMkLst>
        </pc:spChg>
      </pc:sldChg>
      <pc:sldChg chg="modSp mod modAnim">
        <pc:chgData name="Garima Sharma" userId="c5ca40beb9a8554c" providerId="LiveId" clId="{2265D429-760C-4FF0-9653-4AF4BA9B0970}" dt="2026-09-09T11:04:33.515" v="43"/>
        <pc:sldMkLst>
          <pc:docMk/>
          <pc:sldMk cId="45979563" sldId="264"/>
        </pc:sldMkLst>
        <pc:spChg chg="mod">
          <ac:chgData name="Garima Sharma" userId="c5ca40beb9a8554c" providerId="LiveId" clId="{2265D429-760C-4FF0-9653-4AF4BA9B0970}" dt="2026-09-09T11:04:33.472" v="38" actId="20577"/>
          <ac:spMkLst>
            <pc:docMk/>
            <pc:sldMk cId="45979563" sldId="264"/>
            <ac:spMk id="13" creationId="{140A48DF-C882-4D5E-9C8A-1B42F5B9027B}"/>
          </ac:spMkLst>
        </pc:spChg>
        <pc:spChg chg="mod">
          <ac:chgData name="Garima Sharma" userId="c5ca40beb9a8554c" providerId="LiveId" clId="{2265D429-760C-4FF0-9653-4AF4BA9B0970}" dt="2026-09-09T11:04:33.495" v="40" actId="20577"/>
          <ac:spMkLst>
            <pc:docMk/>
            <pc:sldMk cId="45979563" sldId="264"/>
            <ac:spMk id="17" creationId="{808EE795-0858-4F91-ADBC-376F960F1565}"/>
          </ac:spMkLst>
        </pc:spChg>
        <pc:spChg chg="mod">
          <ac:chgData name="Garima Sharma" userId="c5ca40beb9a8554c" providerId="LiveId" clId="{2265D429-760C-4FF0-9653-4AF4BA9B0970}" dt="2026-09-09T11:04:33.514" v="42" actId="20577"/>
          <ac:spMkLst>
            <pc:docMk/>
            <pc:sldMk cId="45979563" sldId="264"/>
            <ac:spMk id="21" creationId="{9E7BBFD7-86A3-44CF-AC3B-F7EF77D564EC}"/>
          </ac:spMkLst>
        </pc:spChg>
      </pc:sldChg>
      <pc:sldChg chg="modSp mod modAnim">
        <pc:chgData name="Garima Sharma" userId="c5ca40beb9a8554c" providerId="LiveId" clId="{2265D429-760C-4FF0-9653-4AF4BA9B0970}" dt="2026-09-09T11:04:33.588" v="49"/>
        <pc:sldMkLst>
          <pc:docMk/>
          <pc:sldMk cId="1868708750" sldId="265"/>
        </pc:sldMkLst>
        <pc:spChg chg="mod">
          <ac:chgData name="Garima Sharma" userId="c5ca40beb9a8554c" providerId="LiveId" clId="{2265D429-760C-4FF0-9653-4AF4BA9B0970}" dt="2026-09-09T11:04:33.566" v="44" actId="20577"/>
          <ac:spMkLst>
            <pc:docMk/>
            <pc:sldMk cId="1868708750" sldId="265"/>
            <ac:spMk id="11" creationId="{E615CF67-6715-4FF1-B61B-85CA8E9AB0B4}"/>
          </ac:spMkLst>
        </pc:spChg>
        <pc:spChg chg="mod">
          <ac:chgData name="Garima Sharma" userId="c5ca40beb9a8554c" providerId="LiveId" clId="{2265D429-760C-4FF0-9653-4AF4BA9B0970}" dt="2026-09-09T11:04:33.577" v="46" actId="20577"/>
          <ac:spMkLst>
            <pc:docMk/>
            <pc:sldMk cId="1868708750" sldId="265"/>
            <ac:spMk id="12" creationId="{4A09884E-F44D-41EB-A383-52AFF9706954}"/>
          </ac:spMkLst>
        </pc:spChg>
        <pc:spChg chg="mod">
          <ac:chgData name="Garima Sharma" userId="c5ca40beb9a8554c" providerId="LiveId" clId="{2265D429-760C-4FF0-9653-4AF4BA9B0970}" dt="2026-09-09T11:04:33.586" v="48" actId="20577"/>
          <ac:spMkLst>
            <pc:docMk/>
            <pc:sldMk cId="1868708750" sldId="265"/>
            <ac:spMk id="13" creationId="{A3A1B634-C6D3-4574-BBD4-5B4A9B5D432C}"/>
          </ac:spMkLst>
        </pc:spChg>
      </pc:sldChg>
      <pc:sldChg chg="modSp mod modAnim">
        <pc:chgData name="Garima Sharma" userId="c5ca40beb9a8554c" providerId="LiveId" clId="{2265D429-760C-4FF0-9653-4AF4BA9B0970}" dt="2026-09-09T11:04:33.671" v="53"/>
        <pc:sldMkLst>
          <pc:docMk/>
          <pc:sldMk cId="1063196324" sldId="266"/>
        </pc:sldMkLst>
        <pc:spChg chg="mod">
          <ac:chgData name="Garima Sharma" userId="c5ca40beb9a8554c" providerId="LiveId" clId="{2265D429-760C-4FF0-9653-4AF4BA9B0970}" dt="2026-09-09T11:04:33.654" v="50" actId="20577"/>
          <ac:spMkLst>
            <pc:docMk/>
            <pc:sldMk cId="1063196324" sldId="266"/>
            <ac:spMk id="16" creationId="{E5738C70-381C-4558-AF43-656223A373DE}"/>
          </ac:spMkLst>
        </pc:spChg>
        <pc:spChg chg="mod">
          <ac:chgData name="Garima Sharma" userId="c5ca40beb9a8554c" providerId="LiveId" clId="{2265D429-760C-4FF0-9653-4AF4BA9B0970}" dt="2026-09-09T11:04:33.670" v="52" actId="20577"/>
          <ac:spMkLst>
            <pc:docMk/>
            <pc:sldMk cId="1063196324" sldId="266"/>
            <ac:spMk id="17" creationId="{C03FD512-AB35-4DE4-AD59-542077F952C0}"/>
          </ac:spMkLst>
        </pc:spChg>
      </pc:sldChg>
      <pc:sldChg chg="modSp mod modAnim">
        <pc:chgData name="Garima Sharma" userId="c5ca40beb9a8554c" providerId="LiveId" clId="{2265D429-760C-4FF0-9653-4AF4BA9B0970}" dt="2026-09-09T11:04:33.751" v="59"/>
        <pc:sldMkLst>
          <pc:docMk/>
          <pc:sldMk cId="1905326146" sldId="267"/>
        </pc:sldMkLst>
        <pc:spChg chg="mod">
          <ac:chgData name="Garima Sharma" userId="c5ca40beb9a8554c" providerId="LiveId" clId="{2265D429-760C-4FF0-9653-4AF4BA9B0970}" dt="2026-09-09T11:04:33.717" v="54" actId="20577"/>
          <ac:spMkLst>
            <pc:docMk/>
            <pc:sldMk cId="1905326146" sldId="267"/>
            <ac:spMk id="13" creationId="{31B37EFB-2859-43C0-8802-310F6E6F43CB}"/>
          </ac:spMkLst>
        </pc:spChg>
        <pc:spChg chg="mod">
          <ac:chgData name="Garima Sharma" userId="c5ca40beb9a8554c" providerId="LiveId" clId="{2265D429-760C-4FF0-9653-4AF4BA9B0970}" dt="2026-09-09T11:04:33.735" v="56" actId="20577"/>
          <ac:spMkLst>
            <pc:docMk/>
            <pc:sldMk cId="1905326146" sldId="267"/>
            <ac:spMk id="17" creationId="{E3791E41-E9F7-49A8-AE4C-666E4487A0AB}"/>
          </ac:spMkLst>
        </pc:spChg>
        <pc:spChg chg="mod">
          <ac:chgData name="Garima Sharma" userId="c5ca40beb9a8554c" providerId="LiveId" clId="{2265D429-760C-4FF0-9653-4AF4BA9B0970}" dt="2026-09-09T11:04:33.749" v="58" actId="20577"/>
          <ac:spMkLst>
            <pc:docMk/>
            <pc:sldMk cId="1905326146" sldId="267"/>
            <ac:spMk id="21" creationId="{BD9E0D21-7B6D-4363-AA0B-3A4334A0D44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213 remainder 14, or 213 7/12. | Estimate the quotient using a nearby multiple. | The context decides whether to round up, round down, keep the remainder or express it as a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6,745 / 32 and interpret the answer for 32-seat coaches. Answer: 210 remainder 25, so 211 coaches are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213 remainder 14, or 213 7/12.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The context decides whether to round up, round down, keep the remainder or express it as a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213 remainder 14, or 213 7/12..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240 each with 10 left..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13 full cups with 160 ml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240 each with 10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240 each with 10 left. | The context decides whether to round up, round down, keep the remainder or express it as a fraction.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24E141E-5A5B-4A68-8A5C-B78E040A80D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2D1116-994D-43F3-BF9D-4C93991011D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4DC73A8-3BFA-48B4-82EA-6D7395485D4E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2788FE-C706-4477-B9AD-3B12EC101A69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8A779F-265F-4027-920C-E079F5DD698C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4D5A893-BF80-49D6-9B06-3DF752C6D718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7E60B2-9416-485F-B13F-338EA4E85A78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C92FF8-E56B-4EA0-AEB4-1221CCD5CFB8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8176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interpret remainders as whole numbers, fractions or rounded answers.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CC111EB-F064-4113-B22D-40FA47EF8502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E49A99-159A-4161-905F-CF61994C1BEE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23A523-4090-4A11-96A6-EEC80D0029E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881484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41B3CF0-59AA-4D2D-9159-B52D645E93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9F389B-2511-4E46-B3FE-F210A882B9B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3D3B9E2-6AC0-4FA1-A143-8785F03635D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771ACD-1DBA-4B34-B1B5-AFA2E1337DF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5CF18-E12B-49FF-9966-0D3F81D156F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F73F2-9051-4112-9730-B10CA870F48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F10A5C-E085-49EB-BF32-1D7FD85733D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F96B02-750F-4093-A0BA-2C813103426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03DEED-043B-46FA-856D-BF1A26489C1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B3815FA-3ED0-46E4-85A8-06434700443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1677C99-C501-42BC-B942-F55A051CD16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6FB1F3-A8EA-41ED-B86C-9E909F65B6F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E9C161-106C-4EC4-BF0A-9050E31F3EF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3C6FA52-ECE7-478D-81E1-CA1858B1B76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F05DA81-9703-4E73-86C0-A7B4591C740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B139D8-D20D-4E77-9D8D-A6D15AEFEA1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A292AF-B990-460C-8823-5A9A521A328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5,126 / 24 and write the remainder as a fraction.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DDC1FF5-9694-45EF-9BCB-01FF3E873BA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AF728B3-D0A4-47E9-A205-688FAD4DCE2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82EDFDA-E095-42C1-9CDF-E8D0D63BEB5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EBBE2CD-36D4-40D1-AC68-1C32235AF1A0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6,745 / 32 and interpret the answer for 32-seat coaches.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6D22706-C3CD-409A-9081-988A1335177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911836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E0E49-1CDC-4864-9FC5-D796FEA4A4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8B53A0-3202-4D14-B556-C5BA9244695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4D8DEDC-BA36-46B0-AF9B-BD37E36C452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438755-7D2D-4FD1-8D4F-0432FDA39EC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A37E1D-CEA3-467E-BE1A-9E2F6989F00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A8B0A-7DDE-4CA6-B85F-7EB4F7D38D8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ADA818-2D89-46E5-9316-094911D084C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B56480-66F2-40E8-B31D-44993D8FC1E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D659F8-F259-4B56-9883-3B7E43B4E62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5EEC03-8CF8-4A90-8472-AAD17F133462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679"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interpret remainders as whole numbers, fractions or rounded answers.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4973BF-4127-4C5F-ABBE-CF2176FBAA68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B84B9EC-41E6-4864-A38D-70491B6374B8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014919-F2D5-4267-92D0-561231084B79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74F31B-FA7A-43A0-A445-6B9A3E622C87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19C805-694B-4FA6-965D-672FDEC12CC7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2058426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22F4244-1285-440D-8DFC-FEF1272176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396D7A-A0DF-4257-A761-A344DD8F8D1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4352F7B-D6C8-4962-ABD2-5ED17E4DF60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B4B94A-F1AD-43DE-966A-2CFE784CA0D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975755-6CEE-4739-A57E-8205A429358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674CDD-F75F-4958-B74C-DD61107AEF9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A8AC-968C-444F-8CBB-01706630227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E0C825-D8BB-4543-8A8D-52AFB739419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3D234-746E-49CE-8707-075625C50FA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F2EDF8-9CAF-49CA-87DD-0106E92A8D63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6,745 / 32 and interpret the answer for 32-seat coaches.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CDC372-F02A-44E3-ACBA-7AA96ABDD6CD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07D8FA6-B641-4F97-9AA3-44EE71F67204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122548-DE6D-4C7D-B804-98D7B530D566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E3F85D-25D8-4AB5-ABE5-C00B05B3DB01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quotient using a nearby multiple.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BD2C18-0155-4E62-9ACE-C5EF9225CF98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BCC1898-0736-4BEE-A5A7-A615581D0247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2E63A1-EE3F-4709-862A-0356DBAE4B68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02273F-B6D0-44C5-982E-40A7EDDC8AAF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one place at a time and record any remainder or exchange.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2E52601-9B52-4F9E-9F62-CDDEF105725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41057E5-D2A0-4118-B47D-9CACECEF8AAA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1A17A73-8122-4993-85E6-F47CAC0887DC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4FB1AE-4E39-4BD9-BD83-CDD781E67DA9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the quotient by the divisor to check the result.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42852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3A75328-5B0B-42FA-AD01-0ACEA451B0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A1FAEF-AB37-4A81-AEB1-3D1C89BFADF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F00E6DA-2376-4B91-9EA2-7E60761F20A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9EF895F-9FC6-431B-9065-55A836E9FEA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0D7EF0-4338-4401-95B9-E825658DC84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54231F-62BB-49BA-BFC9-7EF471926D4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96D913-2E97-4EA1-909E-4037ADC3FBE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B0F11D-4FD6-402E-9754-51487B94383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461A60-1EFA-481A-AC02-E74B36CAA84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554B54-D13A-4F70-9131-9606FCADFD0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FF33D5-E539-4BE3-A0C1-F462FD559020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210 remainder 25, so 211 coaches are needed.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22E303-38F9-46D2-81BD-96336A0B0E8C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E92CE0-1C8D-430C-B68F-B48D3D4A8BEE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2DEF16-2137-438B-BCF5-C960FFD2AB39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7855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7B4BB18-08E2-4B6E-B75E-1B356C3AA05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A6A0FF-CB11-4CF7-A26D-579B7849F14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152839A-61A6-4A30-8B1E-B18C2D54BDB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C948EC-0661-43A6-9DA7-DE80C3E9719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B33080-5A27-4D19-A9F5-A09A7C3A184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311EB2-A29F-40ED-B2C5-04BD75FEE81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98D9D2-28AA-487C-9946-FCE758C3617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4A549C-DC49-463D-A21C-7AAA2E52816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106C16-B9B9-494B-8FF9-0399FB8AF57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C0C817-DB67-4B51-8C0E-2BB9A107452C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5,126 / 24 and write the remainder as a fraction.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EF0183-C4CD-43C8-953E-80BA4C70E69E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D8841-3DEF-4CEA-89DF-AD2591EE2AB0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0330F3-04DA-4805-8E39-7D78748585F1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BB7E97-7E4B-4376-9627-54E42101E73A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52BFE7-9796-41E7-8EEA-B752ABCFFB44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213 remainder 14, or 213 7/12.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5138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00E85F2-75C8-499A-8127-7B51D5412B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A3B2C89-1D66-4B02-8502-2EFE5312AC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A73E172-3F4F-4602-A73F-672857F38F9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7EFB1B-5E24-4992-BB96-259D0C917D5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3A7A0A-DA3F-4DF4-8CE9-83112AE1F2A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CB41B3-9FC6-4A47-A99A-ECE02FB8A61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7A8DD9-B5EE-4C0B-9132-64597D26ACB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7C5463-BC7D-4797-B43B-7FDA22B2056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67DC48-7F2B-440A-A93A-3B7A7B9F05B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CDB2920-F770-4068-A81C-301BBC30FA28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97BF54-0341-41EB-B101-66916E9E9837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always rounds a quotient with a remainder up.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682B04-C2EA-4E59-AA84-8E78631C3453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887BCC-E2DF-4F6C-AADA-7E28AF46C323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2AF5C-59E1-4599-8073-915FA5FC63DF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context decides whether to round up, round down, keep the remainder or express it as a fraction.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03663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7B39817-3D35-4F8F-A436-C117261443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E0C704-F41F-4C42-BC23-192BBA2E673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60342E8-5A5E-4071-8DA2-CC28B9F35B3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0BFA6F-2E87-4A2C-AA7F-A4BB3F7BA04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0D312A-4105-4FB3-B289-973E52DC364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9810A-ED11-42E3-BA6F-A47A6A38661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E56ED8-F5A3-4BB2-AD18-3BF1A6AC575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2C070A-F398-4600-A072-4C13D6CAAC5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ECB6DE-980F-403A-84A3-EDA71FB0DE7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CF69F7A-FFEB-4D44-9494-09842A6730A3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7BDB0EB-6584-4A50-8E24-35320C6EA7D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23D74A-38C0-4103-AF74-A3ABD17481A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6D3EA4-F0D9-4F8D-A7B9-732F44B6D37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5,126 / 24 and write the remainder as a fraction.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DA27CED-3ECC-4066-8B60-45A495C5782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4EE5E89-2A52-445F-8894-1DF0111E81A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E0E933-DF02-4CDD-8D7C-BC7CD828BA9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FBB9198-4F91-494C-8CAC-F4CB74B2087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4933A2F-494F-4FF8-87A6-D35C8EBA829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E4D0778-8A50-4935-ACB3-5DA25B5AC8B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431E62C-0C17-4366-B1AE-473561EC021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DE1297-00F8-4A9B-9FDA-1C786446ACA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213 remainder 14, or 213 7/12.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C90EFF-6BE2-47B4-98EA-59C135D2F76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706585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C476A940-BB65-43DF-A5F4-99700E7B28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5EBE32-6A83-4342-91B7-558A6C1F18F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A85A26A-3910-449A-A7CC-4F4275D5386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95DDB0-65C0-4FD1-BF57-802DADDC07B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3B9D01-E315-4365-9670-37AC928076E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363DA1-4C08-406E-BCB6-B40E13BE21B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B9F3BE-5858-48ED-93E1-D6B87BD2D0E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4DFC39-7C50-4EE8-B20F-BBF0BBABE26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8DDDF5-5982-47DD-9CD7-D787333048A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B39A87C-C505-466E-BCEB-D3E658E86EB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9366EB8-F885-419A-881A-2315773E2BD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C3BCFD-58DF-40EF-933B-2F4B5557500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0A48DF-C882-4D5E-9C8A-1B42F5B9027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3,850 stickers equally among 16 classes. How many each and how many left?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1D9E271-9DD6-4C15-A3C0-3BEDED1749C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2EACCD4-E5FF-4860-AF9E-DAFB52BECB2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55A5B38-0A4E-42F6-BF65-B0A528BE01A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08EE795-0858-4F91-ADBC-376F960F156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8346914-240D-4C48-A685-D7401693CE4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AC40A63-E264-4CCF-BF8D-F2BDE6AB7AA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68F08C-75FD-4DB0-B018-FF8332E0DEF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7BBFD7-86A3-44CF-AC3B-F7EF77D564E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5979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3253634-0084-4F4A-8469-AA3AECA8BE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33F90E-52D9-4A8A-98A2-F8D41E1D654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D33B9E2-1BF5-4643-992F-F73466AA032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8AED71-AA83-4520-88E0-C9E9D1EF2B7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5DCB6B-2ECD-4460-8029-85CC356B3FB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4F4DAF-B0F1-42BA-845F-C350EFE5E7B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F5D783-F438-4BA3-A175-E57BB3E7EF4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FAEA80-042C-42E6-8E35-59AA318E848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BFFC88-EF2B-4042-87F9-4F38A5771BA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B58F09-0CC8-4002-81A6-0D13148C2B17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2,500 ml drink fills 180 ml cups. How many full cups?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15CF67-6715-4FF1-B61B-85CA8E9AB0B4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09884E-F44D-41EB-A383-52AFF9706954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A1B634-C6D3-4574-BBD4-5B4A9B5D432C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13 full cups with 160 ml left.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68708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C244891-7A3A-4831-9D7D-3BDAEAE915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BD2E10-CAC4-4295-A1B7-56815F0DCE6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3E947D1-41CE-4A61-9E70-5544DD16513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1C7354-F983-47D3-9DCD-F6C07970810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CCE492-EA58-41E4-B4E6-8D82502BEB1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783D81-6EE5-437E-9AA2-477C0D3C9A0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3D8B8A-A250-46B3-B068-B073ECEA133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717A2F-5E71-4794-A372-9ED219E0D49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5E65CF-D053-4AF2-ACDF-778EDEC92FE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D7E6E5C-796C-410D-86DC-C08F10929177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A9A5F08-8BF9-46AC-90E3-8F783B4DA37A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490051-F071-44DB-A713-CAD8004F7F94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3,850 stickers equally among 16 classes. How many each and how many left?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2E0C5F-1974-4E33-A505-5D991B9AD12C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518B33-6DEB-4AF9-9CA8-73B641D5E5E8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3265027-DAD6-4204-926C-F272481FA318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5738C70-381C-4558-AF43-656223A373DE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366"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240 each with 10 left.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3FD512-AB35-4DE4-AD59-542077F952C0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8136BD3-A769-45FA-AC0E-C8F3D0864360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063196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6A60DBF-1A4E-4C8E-B739-56D1A729C9A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3D0740-99AE-43B1-A9BD-EA720A98CE0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BA1AD3D-C06B-4888-A10B-76F8DFE2C0B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5CE1A7-090D-4DB5-8DCF-F5BBE7CD0F4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A373B1-30BE-40CE-A36F-2183313F4B7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10CEA8-C7CC-45E6-BFD1-B8DA1607DBC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7A7D0E-5232-4FBF-99E2-61E8A12CDDC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3ABBB5-3627-4D71-8C48-28DF1DF2560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3B9DE0-E466-4558-9E2E-2B61A739F6C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AD29691-05F1-4B43-9A7C-1BA49F41014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1CFCDD1-2193-48EF-BEDE-51449AE823C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D8749B-1AEB-4820-93E2-20DC0F3DA16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B37EFB-2859-43C0-8802-310F6E6F43C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3,850 stickers equally among 16 classes. How many each and how many left?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D2D950C-FCBB-4882-9748-6AB709D524E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7D23D49-84F7-45CC-BE23-D77528B70B4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3F76599-6692-4DBF-A5F5-F811B5824AD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791E41-E9F7-49A8-AE4C-666E4487A0AB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always rounds a quotient with a remainder up.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1E6E54E-51E2-4D90-BC66-88ECC20692D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C264368-73B7-44D0-B839-92A24CB7046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EC144FF-37F9-4EED-90DD-C5E171A4C9F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D9E0D21-7B6D-4363-AA0B-3A4334A0D44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9E13FF8-9AD8-4BB2-9675-AD0D06F5B65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05326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1235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2026-09-09T10:56:13Z</dcterms:created>
  <dcterms:modified xsi:type="dcterms:W3CDTF">2026-09-09T11:04:33Z</dcterms:modified>
</cp:coreProperties>
</file>