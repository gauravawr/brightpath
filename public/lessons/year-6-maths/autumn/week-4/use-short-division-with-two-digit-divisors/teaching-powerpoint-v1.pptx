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Multiplication grids, place-value counters, squared paper, remainder context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312. | Estimate the quotient using a nearby multiple. | Each quotient digit must represent a multiple of the complete divisor.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dividend, divisor, quotient, remainder, multiple,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3,744 / 12. Answer: 312.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312.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Each quotient digit must represent a multiple of the complete divisor.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312..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384..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Known multiples of 24 make each stage manageable; the quotient is 400.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Calculate 5,616 / 18. Expected: Calculate 8,064 / 21. Higher: Explain why short division is efficient for 9,600 / 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384. | Each quotient digit must represent a multiple of the complete divisor.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9BBA43E8-7F60-44D9-9067-B4C58C01EA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708C3CA-E176-41D1-8B2A-2BD79C17E32C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B1244A-85F9-4432-8700-6119463C8EBB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4F04DE-486F-41A1-A078-735634EFCDFA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3CDB1C-8F22-43B2-BE67-E3582CC17DB9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4  |  Day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AF1989-F92F-46E7-BD4B-649CCC8D4360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175"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6512C9A-DE71-494A-AC29-139BEEEB8E29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F22F7E-6DE4-4A0B-9853-F69AD8DF3793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1EC372A-FA3A-456E-B008-F7693E5F637E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531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by a two-digit number using short division where appropriate.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F341D3-8CFB-481E-9269-10E092E2F93C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3E52235-602E-4ABD-9D8C-3A4D9EF2C08A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F4E3A6-84C5-41E5-BE14-6ABCFFDDD4AF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4141633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A26E9C0-233C-4941-AD92-3FE6D43084D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8D4F6C-C3E5-43DE-8752-8B1A55647E4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40B5CA-7A31-4820-979C-A126E3BFEF1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7203682-18E1-4586-94F5-CD0808299ED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0445D2-5E3B-4760-BF5F-63DB6728560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2012B7-3736-4E1B-8F57-A23E1D00CE4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715536-0848-4093-BAE1-9F2E99B0957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204372-486E-402C-8669-5DC0A6FC405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26BEF-2BD1-402B-A991-1DABE716956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8322013-2D04-4C9B-849A-7F3546D5440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8B2C94A-04FB-40D1-9E05-103F4096D60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E87B1FD-5D00-469D-97B8-A970579D8C31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35A39A-C231-46E2-9E7C-01197C83DFD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2AE0D6-0C45-412C-BA44-198E9992C29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short division by one digit, recall multiplication facts and identify multiples.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B824D25-4298-4640-930D-90BA6F170360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E702722-EAF3-409B-A1A4-17B236C2EDB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8E4A8FD-CE31-4825-9F0A-D5670F5C94D7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681C702-43CE-4B86-A5CC-131AEF918B6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5,616 / 18.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ECBC27B-FC90-47D1-9506-4CC76E3DB3C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A8D3E5C-E247-42D3-9B51-BC3B8A81B10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16350A-6456-488C-BCD9-75ECB97BF394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2A8B836-AAAA-4304-A880-B973A158333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3,744 / 12.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710D3DC-A476-4464-89C3-B33BB3BD236A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712139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11DCB99-3678-4DF9-BBF6-F3429DDF4B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F25524-A09F-464A-842A-FA49D2BDCCC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FC696D-9B2A-4B42-A5A6-BCE50960381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A5BFE8F-E523-45B9-93BC-D9636C9BB3C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FC3EB1-0A97-435B-A2AE-9116092C0F9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4CCCFC-F761-48DC-9493-6DE193A2908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5EF84D-976E-4B38-ACD4-07C86185791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C486FE-0F26-4D8E-A64C-4700A1BD433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F783735-85E4-4B66-B647-0F1DA64BB24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24B6436-FE51-48BE-9200-F9FCE203799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1B7154-83FE-4E71-9A3E-3F498A97A4CA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by a two-digit number using short division where appropriate.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686D73-275F-4EB6-98C1-61940B5295F0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F6F0FE-8025-426A-A79A-927807CCFAFA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quotient using a nearby multiple.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2FCF5A-18A2-48B1-8315-EB93C9D644CC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Divide one place at a time and record any remainder or exchange.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E73C00-B4AF-48A4-8B29-CA8A0A50590D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Multiply the quotient by the divisor to check the result.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9605C67-5217-4FC6-8BCE-176F856E8B92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dividend  |  divisor  |  quotient  |  remainder  |  multiple  |  estimate</a:t>
            </a:r>
          </a:p>
        </p:txBody>
      </p:sp>
    </p:spTree>
    <p:extLst>
      <p:ext uri="{BB962C8B-B14F-4D97-AF65-F5344CB8AC3E}">
        <p14:creationId xmlns:p14="http://schemas.microsoft.com/office/powerpoint/2010/main" val="1702180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4D41E41A-F635-4576-B01A-339705F2F3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40D9895-75EA-4B84-B787-B6C5920FE4A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256AED-9B4E-42B9-96CA-5DA3176ECA5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A92CAB5-E25F-49BC-A806-F5B49A35A1D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05AC56-5E70-44A2-B494-5EEECE70CDB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449393-D368-4640-9719-099DAAF4487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4AAB32D-7D9C-46FB-A4BB-BC2D1E30A53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979EDE-FADD-47F3-A5A8-04E66DE788D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97EAD7-5057-47B0-B335-795E3AAE679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DFCE33-750F-4475-BEE1-B9302B28933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C4D49A7-80E9-468B-98FB-D4693FD29E5A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3,744 / 12.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FD6B276-C2BF-4D7A-B608-2C4DFEDA361A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A39E0CB-2691-4139-89E4-995CD24A77D7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B329C92-C1BD-40B6-AD6E-7F55DF070F0D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B2BD2F-41B7-4EB9-A8D4-D20BB4CA70DC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the quotient using a nearby multiple.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BEFD32-A8E8-459B-933D-ED0F75823A1D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2D35E1D-1907-4B19-848C-96234B80AB03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E999A8-C72A-4FBB-B52B-EF5F8EBDDA6A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7589DEB-6611-4EF8-B998-1D6420EEA28B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Divide one place at a time and record any remainder or exchange.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F279ACC-C970-4C70-B4A3-6CB2DA4D7416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9472BB3-CA44-46DB-932D-4A6F9968C988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E79F28-0A80-47BF-A9CC-710ED7D308A8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AA31957-FA65-4566-944E-AF5354B1FCBB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the quotient by the divisor to check the result.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995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D4B6072-8DD7-4A49-8386-E96B5F64F6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8E1A3D2-289E-4550-8259-CC51549865E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C87C5CA-372F-4E50-880E-6FE7A138E28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6CAD745-84C2-4229-B2A4-AFDCAA4D45F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63F34A-9573-43EF-A59A-84F0E521C72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ED68CD6-10A5-49E6-9E46-2047E7D8437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6C1971-1FF2-4D53-9DA2-284C850B193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4A1399-74C2-4E0D-B8D9-94954EA5861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A7BD01-2619-4223-84FC-524A7025ADA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5255137-5531-420C-836F-BAC3B1E6FDC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43A2D8-B1AB-4A18-B1C0-25D79ED1524D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0427B9-7773-4DFD-B23F-7C2C34EDE531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312.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DB11F28-C55C-44B2-86D0-3CDCAAC7CC2E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1BCE314-7684-48C0-83A5-94F3779E842C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Multiply the quotient by the divisor to check the result.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FA8E9A-1661-4DDE-AE79-12D4CD9D9DC1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31114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9BCDF89-0DEB-4C3B-8653-1A2C253389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D0A3F4-43C4-4C9B-9BEB-F6A11365EED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471F13-F06B-4670-8491-C48D9B75F88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F909163-06C3-4336-A64C-5AB283B0223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999979F-2B3E-45B6-991C-7ACBF99A673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AD9861-0494-49F1-87BE-988DC752633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855D49-B42E-4F7C-B89A-222FF9F3736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1907DA-1CAE-4D21-B193-FE2F096C4A8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AA58DE-DC42-4E4D-A90C-FAB95B7D301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1EDAA7-79B7-46AC-B3D8-CEE5C4938F2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B60340-A4F9-4CE2-9402-A4ED7A4C653B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5,616 / 18.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15B14C-72E5-49B7-93DF-EFC5449552B9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A09646-5D19-4C6B-BC00-7863F647263A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210067-8660-41E5-BBBE-BBDEB731FF34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D1026DE-0769-4E2E-9AFE-B6710A1D0159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56977A9-58EE-4C66-A4E9-6A8D4802E551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312.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23375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3E21E1B-42B9-4755-A8CB-8430C8CB674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231B7B-E37A-4316-BFE6-6905D4E2C60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82C9E6-21EA-47D7-BEDD-A7F826253B0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A3D18A8-46D3-4C7F-A8BC-AE7F21ED037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7E6370-2269-4E66-A586-7939F9044DF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0C0F8F-1B69-40D4-ACFC-8D50E4810E6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0A26E6-245C-4FA4-A9C0-F946314AF54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6DE2C0-C396-48E7-B168-E8519A38252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7F222C-2E9A-4343-8408-C923F14CE5E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13244A-8240-4668-8FE1-A1033C968CD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94ECFBE-1DDC-4C1B-AA2E-3CAD1F324F2A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3701AF-A317-406F-B87F-93D1DCC0EE75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uses a one-digit division fact and forgets the full two-digit divisor.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DFC1DA-561D-4AEB-BF3D-168B03F4650E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43EA016-CDD4-4D0B-BB2D-6E9B572D3B94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7DFC337-EC7D-4F85-9785-5D449D36F6A7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Each quotient digit must represent a multiple of the complete divisor.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5375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019638B-F7F3-4EA5-AD9A-A2E2F193190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5C910C-50F9-4AB2-B9B5-146C6B15355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74B986D-DDED-42D2-9E82-00F0E831D1A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9F96A7D-56EF-4F9C-A038-60B33A21DA7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B3D7B3-75FB-4254-AA2D-ABD874A6AB2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EDAFCF-B517-4546-BD97-0AEB4A185CC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3B4C1D-CA63-40EB-930F-B48C740CAAC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211384E-6AF0-4311-B815-6421144A97D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5CE3E9-D2E6-4505-A264-36FB9B5E74A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C934715-E51E-417E-BEE3-65C83D2ACAD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98B4E46-120F-4AC8-861F-16DED0CEBC8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F0361BD-5DA8-4D4D-9C9E-C2DFAAC02EB6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BFEA459-7AC0-4044-8E12-D3B42CB0023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6E1A27-25DC-4439-AFCF-D8E21F0170E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5,616 / 18.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E373C9B-2BBA-4E83-A484-BEE9BC3AAD2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E309C3D-B921-4A95-B933-45D0B5F613C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813B9B-4F2F-4E59-8F01-E5E91BD20CCC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AFF2D35-A2CC-47B3-8C4C-87797B072D48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E7739BD-BE77-4CDF-893F-DEE70A4EF22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08FAEBC-4C6A-4412-9F36-841573709125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43D4B0-A16B-4FFB-A3A0-6368C0327C11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EFEDDC4-8642-4F7A-84FE-5522FF4790D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312.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BE28664-6D59-4958-93E3-B87F2322E878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301880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0E0F7705-F098-4B01-9789-ADB99DEB2D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150B10-6F6E-4384-97BF-13004B90CAC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3591D6-8C74-4ECF-871A-8AFE8673820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ABE287-733D-4DF2-B28F-B45B2F7F6B9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68EE21-1305-4F41-BC1E-A2BE08ECFBE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8F9E71-7C9D-4687-B495-258D54101AF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199A5C-857F-4598-8FDD-C5E7910D142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10F87E-BD19-470F-8567-1419AACB880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641612C-EDEA-4642-A2AC-7753D94A0B1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2A5C8B4-25D2-4E5A-8B87-CCB0DE6307C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714A8A3-B4C8-4FFD-85EA-AD1691871042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46D9E0E-04FD-45C9-BDE6-82DD0190CFD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8C6DDD6-C8DB-4424-A51D-F01C6554F27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C20558E-B04F-435B-BEC8-067463ACF70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8,064 / 21.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F51DCB1-EDF1-4BB0-AC76-FC2BA813059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C672514-640D-45B4-B9B1-09DF2CD9F273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3B13DD-EC17-4CEE-978E-04527D68A4A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1B3898E-3626-481D-961C-7A1D4A39E2B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B365474-3C4F-494D-A3FA-17871E7AA8B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4A6910F-CF11-4A76-85A1-C08102A47D2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BDDDE5-0AB1-4027-8B41-B568C6549A6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7E2BDDA-DCEB-48BE-95DF-4DE86A954DC9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5875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560DB412-7144-42A9-9951-8248BF5871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EC8656-A623-4E2C-AB2F-241F5B15083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BA72F24-F741-41F6-BCA3-3F59AC54215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7055E36-69DA-4C3B-A1D4-7C12D9764FA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04AED2-BCBE-4FEA-9994-DE8C1E96E2A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D7BEE3-5E83-4B6B-AE33-036D1742079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14A4DF-0489-4139-A207-160E6A49358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B82692-98D2-44C2-8CF2-5740D7FE684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2951459-BCE4-4639-B422-A89544FD1AF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6360B1-4F58-4160-AA19-27BA6406B10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FA46AB-5205-4B77-9548-AEE1E759BCB5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why short division is efficient for 9,600 / 24.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A2DD45-76B2-4B92-9E68-127A47D388FD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8DC895-4208-4421-9531-B944BE0F1F02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978833-0475-4F0E-B2C0-D4809602434D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242"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Known multiples of 24 make each stage manageable; the quotient is 400.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3646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349D3106-ADE5-4A3D-9E22-AB4095775C2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1E5111-DBE8-46F0-A281-494530F8DD53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7A03B8-BF48-4B4C-A25C-330D046F63C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DB78AE4-791D-44E2-BA92-3255BE2F1EB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EAD6DA9-A62B-4953-A555-04A96CB67ED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AF76F0-92D5-4BB9-AAFF-F76E3DFAE9A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F8A5CC-7AAE-480D-B6B2-3465DD71F6E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5B546F-A534-445E-8B3B-E895F9F43CA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A03BD6-377F-438F-AACC-8B2362907D3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5A45C55-2840-4E14-A424-530737BCC14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047362-AC19-41A3-A4BF-B8F3A5426577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DC3D11B-D697-4BD6-809F-564E50341919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1EE1E6-9FE5-4324-AAE6-9A4B8B176434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F80C7B2-28EA-4F8A-B5E4-E2048CB2A886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A15D277-43F7-44A3-92AB-2692496F9E5C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B3F0E7-6C82-425A-93D0-1EA1526C2602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69BD4BA-276C-43EA-97C9-3720B957A883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022FE14-68EF-43F1-950A-613B87F8E05F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761AD1-6CB5-4108-BF65-D0583AEF72A8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EA1F20-A48F-4208-AF46-17FC553B2F9E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B9FEA5A-6238-4C3D-971F-235B6D5A82DF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4E3CE31D-BF25-4851-999B-EACBFDDD3DF7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7E8BF10-3584-4258-A264-260CAF8E6FEC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29D6F7E-FB2A-4D9D-98E0-738CEB717B85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0B30531-B270-4605-842B-87A84313EAA5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6E1185C-7D16-4255-9306-022776ED4B70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19232572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47AFEF87-9758-4339-B078-5BEE9CBB3AF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12CF8A0-946E-4A14-9751-B322CDD113B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0B710B-0A95-4362-84EB-F0AB49A4EF0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195C42B-7883-48AF-A03F-5E6B7E7939A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4EDF7D-BB6E-4691-B39E-7324D7BF8F9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9763A7-FCF1-45BF-BBF0-43FE13307DF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41553-2939-4E5C-8019-F4C81DA4087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5872C8-EE81-4F0F-BBF1-86A12168436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52A6A1-7DC3-4037-87C8-97DA9EB3FAD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6ACE8AB-8929-47FF-8A9A-297CC02EBD7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short division with two-digit divisors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FA0562-A69A-4744-B7F4-43492EB8F3B7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B92A27A-A232-490C-98D1-F725A4255A5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F457C50-CE49-491B-A57E-8F6C8657ADB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1AD942-4BC8-40FB-B528-5B47EDC8847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8,064 / 21.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11968F2-26A3-4D5B-8FE6-7F234DD681D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D65302C-AE4C-4D67-8DCB-E54B16BFB5D2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57E6DC5-1A25-45E5-BE72-BD6A9DF7C2D7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983BFB-54B0-47AC-A736-A7A715C4439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uses a one-digit division fact and forgets the full two-digit divisor.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89F5085-E58D-47E5-B052-1D825655C3F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632BB51-6980-4EE1-9CA3-0906875D8C1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4DEB98E-55F4-4C28-A9DF-ADF1CE06631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F3BDC0D-BB50-40D3-8CE7-60856082F74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0A3B4B7-A291-4F42-961B-A5063C43515E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86215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1293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2026-09-08T22:35:48Z</dcterms:created>
  <dcterms:modified xsi:type="dcterms:W3CDTF">2026-09-08T22:43:14Z</dcterms:modified>
</cp:coreProperties>
</file>