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4:14.003" v="59"/>
      <pc:docMkLst>
        <pc:docMk/>
      </pc:docMkLst>
      <pc:sldChg chg="modSp mod modAnim">
        <pc:chgData name="Garima Sharma" userId="c5ca40beb9a8554c" providerId="LiveId" clId="{2265D429-760C-4FF0-9653-4AF4BA9B0970}" dt="2026-09-09T11:04:12.937" v="5"/>
        <pc:sldMkLst>
          <pc:docMk/>
          <pc:sldMk cId="330068292" sldId="257"/>
        </pc:sldMkLst>
        <pc:spChg chg="mod">
          <ac:chgData name="Garima Sharma" userId="c5ca40beb9a8554c" providerId="LiveId" clId="{2265D429-760C-4FF0-9653-4AF4BA9B0970}" dt="2026-09-09T11:04:12.856" v="0" actId="20577"/>
          <ac:spMkLst>
            <pc:docMk/>
            <pc:sldMk cId="330068292" sldId="257"/>
            <ac:spMk id="13" creationId="{0F667DB4-122F-44BA-8B5F-F6E544C0FC31}"/>
          </ac:spMkLst>
        </pc:spChg>
        <pc:spChg chg="mod">
          <ac:chgData name="Garima Sharma" userId="c5ca40beb9a8554c" providerId="LiveId" clId="{2265D429-760C-4FF0-9653-4AF4BA9B0970}" dt="2026-09-09T11:04:12.897" v="2" actId="20577"/>
          <ac:spMkLst>
            <pc:docMk/>
            <pc:sldMk cId="330068292" sldId="257"/>
            <ac:spMk id="17" creationId="{EA481897-4992-45F3-B550-32C6A9E2613B}"/>
          </ac:spMkLst>
        </pc:spChg>
        <pc:spChg chg="mod">
          <ac:chgData name="Garima Sharma" userId="c5ca40beb9a8554c" providerId="LiveId" clId="{2265D429-760C-4FF0-9653-4AF4BA9B0970}" dt="2026-09-09T11:04:12.935" v="4" actId="20577"/>
          <ac:spMkLst>
            <pc:docMk/>
            <pc:sldMk cId="330068292" sldId="257"/>
            <ac:spMk id="21" creationId="{15CB4DCC-C785-4600-9B01-738A8A13E1C0}"/>
          </ac:spMkLst>
        </pc:spChg>
      </pc:sldChg>
      <pc:sldChg chg="modSp mod modAnim">
        <pc:chgData name="Garima Sharma" userId="c5ca40beb9a8554c" providerId="LiveId" clId="{2265D429-760C-4FF0-9653-4AF4BA9B0970}" dt="2026-09-09T11:04:13.098" v="11"/>
        <pc:sldMkLst>
          <pc:docMk/>
          <pc:sldMk cId="1600229716" sldId="258"/>
        </pc:sldMkLst>
        <pc:spChg chg="mod">
          <ac:chgData name="Garima Sharma" userId="c5ca40beb9a8554c" providerId="LiveId" clId="{2265D429-760C-4FF0-9653-4AF4BA9B0970}" dt="2026-09-09T11:04:13.049" v="6" actId="20577"/>
          <ac:spMkLst>
            <pc:docMk/>
            <pc:sldMk cId="1600229716" sldId="258"/>
            <ac:spMk id="12" creationId="{51B23384-B5DD-4714-A4CB-462DEF568ABE}"/>
          </ac:spMkLst>
        </pc:spChg>
        <pc:spChg chg="mod">
          <ac:chgData name="Garima Sharma" userId="c5ca40beb9a8554c" providerId="LiveId" clId="{2265D429-760C-4FF0-9653-4AF4BA9B0970}" dt="2026-09-09T11:04:13.076" v="8" actId="20577"/>
          <ac:spMkLst>
            <pc:docMk/>
            <pc:sldMk cId="1600229716" sldId="258"/>
            <ac:spMk id="13" creationId="{9FA40B5E-8AB5-43FD-A592-6A04CD1C7478}"/>
          </ac:spMkLst>
        </pc:spChg>
        <pc:spChg chg="mod">
          <ac:chgData name="Garima Sharma" userId="c5ca40beb9a8554c" providerId="LiveId" clId="{2265D429-760C-4FF0-9653-4AF4BA9B0970}" dt="2026-09-09T11:04:13.095" v="10" actId="20577"/>
          <ac:spMkLst>
            <pc:docMk/>
            <pc:sldMk cId="1600229716" sldId="258"/>
            <ac:spMk id="14" creationId="{48338C1D-7272-4713-8011-1C6840A5B74E}"/>
          </ac:spMkLst>
        </pc:spChg>
      </pc:sldChg>
      <pc:sldChg chg="modSp mod modAnim">
        <pc:chgData name="Garima Sharma" userId="c5ca40beb9a8554c" providerId="LiveId" clId="{2265D429-760C-4FF0-9653-4AF4BA9B0970}" dt="2026-09-09T11:04:13.258" v="17"/>
        <pc:sldMkLst>
          <pc:docMk/>
          <pc:sldMk cId="248696964" sldId="259"/>
        </pc:sldMkLst>
        <pc:spChg chg="mod">
          <ac:chgData name="Garima Sharma" userId="c5ca40beb9a8554c" providerId="LiveId" clId="{2265D429-760C-4FF0-9653-4AF4BA9B0970}" dt="2026-09-09T11:04:13.193" v="12" actId="20577"/>
          <ac:spMkLst>
            <pc:docMk/>
            <pc:sldMk cId="248696964" sldId="259"/>
            <ac:spMk id="14" creationId="{8FED8A40-3026-4520-B636-93A08C67D2C0}"/>
          </ac:spMkLst>
        </pc:spChg>
        <pc:spChg chg="mod">
          <ac:chgData name="Garima Sharma" userId="c5ca40beb9a8554c" providerId="LiveId" clId="{2265D429-760C-4FF0-9653-4AF4BA9B0970}" dt="2026-09-09T11:04:13.226" v="14" actId="20577"/>
          <ac:spMkLst>
            <pc:docMk/>
            <pc:sldMk cId="248696964" sldId="259"/>
            <ac:spMk id="18" creationId="{F16C1298-5966-49FC-82DD-E645F818B99B}"/>
          </ac:spMkLst>
        </pc:spChg>
        <pc:spChg chg="mod">
          <ac:chgData name="Garima Sharma" userId="c5ca40beb9a8554c" providerId="LiveId" clId="{2265D429-760C-4FF0-9653-4AF4BA9B0970}" dt="2026-09-09T11:04:13.257" v="16" actId="20577"/>
          <ac:spMkLst>
            <pc:docMk/>
            <pc:sldMk cId="248696964" sldId="259"/>
            <ac:spMk id="22" creationId="{B3EBCB6B-4366-45C8-99FF-079DE6750CFD}"/>
          </ac:spMkLst>
        </pc:spChg>
      </pc:sldChg>
      <pc:sldChg chg="modSp mod modAnim">
        <pc:chgData name="Garima Sharma" userId="c5ca40beb9a8554c" providerId="LiveId" clId="{2265D429-760C-4FF0-9653-4AF4BA9B0970}" dt="2026-09-09T11:04:13.359" v="23"/>
        <pc:sldMkLst>
          <pc:docMk/>
          <pc:sldMk cId="1929710660" sldId="260"/>
        </pc:sldMkLst>
        <pc:spChg chg="mod">
          <ac:chgData name="Garima Sharma" userId="c5ca40beb9a8554c" providerId="LiveId" clId="{2265D429-760C-4FF0-9653-4AF4BA9B0970}" dt="2026-09-09T11:04:13.325" v="18" actId="20577"/>
          <ac:spMkLst>
            <pc:docMk/>
            <pc:sldMk cId="1929710660" sldId="260"/>
            <ac:spMk id="11" creationId="{E8C9909B-D556-45B0-8234-23EBFBE34086}"/>
          </ac:spMkLst>
        </pc:spChg>
        <pc:spChg chg="mod">
          <ac:chgData name="Garima Sharma" userId="c5ca40beb9a8554c" providerId="LiveId" clId="{2265D429-760C-4FF0-9653-4AF4BA9B0970}" dt="2026-09-09T11:04:13.343" v="20" actId="20577"/>
          <ac:spMkLst>
            <pc:docMk/>
            <pc:sldMk cId="1929710660" sldId="260"/>
            <ac:spMk id="13" creationId="{0DAF0BBC-686F-47A3-9CFE-E6AF98083E69}"/>
          </ac:spMkLst>
        </pc:spChg>
        <pc:spChg chg="mod">
          <ac:chgData name="Garima Sharma" userId="c5ca40beb9a8554c" providerId="LiveId" clId="{2265D429-760C-4FF0-9653-4AF4BA9B0970}" dt="2026-09-09T11:04:13.358" v="22" actId="20577"/>
          <ac:spMkLst>
            <pc:docMk/>
            <pc:sldMk cId="1929710660" sldId="260"/>
            <ac:spMk id="14" creationId="{6CFC45BF-35FE-4EBA-A765-92A0B66092E5}"/>
          </ac:spMkLst>
        </pc:spChg>
      </pc:sldChg>
      <pc:sldChg chg="modSp mod modAnim">
        <pc:chgData name="Garima Sharma" userId="c5ca40beb9a8554c" providerId="LiveId" clId="{2265D429-760C-4FF0-9653-4AF4BA9B0970}" dt="2026-09-09T11:04:13.443" v="27"/>
        <pc:sldMkLst>
          <pc:docMk/>
          <pc:sldMk cId="1006624139" sldId="261"/>
        </pc:sldMkLst>
        <pc:spChg chg="mod">
          <ac:chgData name="Garima Sharma" userId="c5ca40beb9a8554c" providerId="LiveId" clId="{2265D429-760C-4FF0-9653-4AF4BA9B0970}" dt="2026-09-09T11:04:13.428" v="24" actId="20577"/>
          <ac:spMkLst>
            <pc:docMk/>
            <pc:sldMk cId="1006624139" sldId="261"/>
            <ac:spMk id="14" creationId="{AFDAFF0E-A6BC-4E58-875F-7E5F3D798E8D}"/>
          </ac:spMkLst>
        </pc:spChg>
        <pc:spChg chg="mod">
          <ac:chgData name="Garima Sharma" userId="c5ca40beb9a8554c" providerId="LiveId" clId="{2265D429-760C-4FF0-9653-4AF4BA9B0970}" dt="2026-09-09T11:04:13.441" v="26" actId="20577"/>
          <ac:spMkLst>
            <pc:docMk/>
            <pc:sldMk cId="1006624139" sldId="261"/>
            <ac:spMk id="15" creationId="{C0FE3E83-7C4E-436F-8624-3FEE06F33CE3}"/>
          </ac:spMkLst>
        </pc:spChg>
      </pc:sldChg>
      <pc:sldChg chg="modSp mod modAnim">
        <pc:chgData name="Garima Sharma" userId="c5ca40beb9a8554c" providerId="LiveId" clId="{2265D429-760C-4FF0-9653-4AF4BA9B0970}" dt="2026-09-09T11:04:13.525" v="31"/>
        <pc:sldMkLst>
          <pc:docMk/>
          <pc:sldMk cId="1619655248" sldId="262"/>
        </pc:sldMkLst>
        <pc:spChg chg="mod">
          <ac:chgData name="Garima Sharma" userId="c5ca40beb9a8554c" providerId="LiveId" clId="{2265D429-760C-4FF0-9653-4AF4BA9B0970}" dt="2026-09-09T11:04:13.502" v="28" actId="20577"/>
          <ac:spMkLst>
            <pc:docMk/>
            <pc:sldMk cId="1619655248" sldId="262"/>
            <ac:spMk id="12" creationId="{1A1FD354-B14B-4F7E-8706-65FB41622D4B}"/>
          </ac:spMkLst>
        </pc:spChg>
        <pc:spChg chg="mod">
          <ac:chgData name="Garima Sharma" userId="c5ca40beb9a8554c" providerId="LiveId" clId="{2265D429-760C-4FF0-9653-4AF4BA9B0970}" dt="2026-09-09T11:04:13.524" v="30" actId="20577"/>
          <ac:spMkLst>
            <pc:docMk/>
            <pc:sldMk cId="1619655248" sldId="262"/>
            <ac:spMk id="15" creationId="{95120B44-B322-4FCB-834A-6F5CC5A789A1}"/>
          </ac:spMkLst>
        </pc:spChg>
      </pc:sldChg>
      <pc:sldChg chg="modSp mod modAnim">
        <pc:chgData name="Garima Sharma" userId="c5ca40beb9a8554c" providerId="LiveId" clId="{2265D429-760C-4FF0-9653-4AF4BA9B0970}" dt="2026-09-09T11:04:13.629" v="37"/>
        <pc:sldMkLst>
          <pc:docMk/>
          <pc:sldMk cId="463633025" sldId="263"/>
        </pc:sldMkLst>
        <pc:spChg chg="mod">
          <ac:chgData name="Garima Sharma" userId="c5ca40beb9a8554c" providerId="LiveId" clId="{2265D429-760C-4FF0-9653-4AF4BA9B0970}" dt="2026-09-09T11:04:13.580" v="32" actId="20577"/>
          <ac:spMkLst>
            <pc:docMk/>
            <pc:sldMk cId="463633025" sldId="263"/>
            <ac:spMk id="13" creationId="{7FCEAC27-8869-49BA-A4E6-A416DA0276C9}"/>
          </ac:spMkLst>
        </pc:spChg>
        <pc:spChg chg="mod">
          <ac:chgData name="Garima Sharma" userId="c5ca40beb9a8554c" providerId="LiveId" clId="{2265D429-760C-4FF0-9653-4AF4BA9B0970}" dt="2026-09-09T11:04:13.607" v="34" actId="20577"/>
          <ac:spMkLst>
            <pc:docMk/>
            <pc:sldMk cId="463633025" sldId="263"/>
            <ac:spMk id="17" creationId="{71B9413C-0730-4AB6-8A5D-54575E85AC5E}"/>
          </ac:spMkLst>
        </pc:spChg>
        <pc:spChg chg="mod">
          <ac:chgData name="Garima Sharma" userId="c5ca40beb9a8554c" providerId="LiveId" clId="{2265D429-760C-4FF0-9653-4AF4BA9B0970}" dt="2026-09-09T11:04:13.628" v="36" actId="20577"/>
          <ac:spMkLst>
            <pc:docMk/>
            <pc:sldMk cId="463633025" sldId="263"/>
            <ac:spMk id="21" creationId="{B6F75501-65F2-434B-AE57-2393E761D542}"/>
          </ac:spMkLst>
        </pc:spChg>
      </pc:sldChg>
      <pc:sldChg chg="modSp mod modAnim">
        <pc:chgData name="Garima Sharma" userId="c5ca40beb9a8554c" providerId="LiveId" clId="{2265D429-760C-4FF0-9653-4AF4BA9B0970}" dt="2026-09-09T11:04:13.737" v="43"/>
        <pc:sldMkLst>
          <pc:docMk/>
          <pc:sldMk cId="925261207" sldId="264"/>
        </pc:sldMkLst>
        <pc:spChg chg="mod">
          <ac:chgData name="Garima Sharma" userId="c5ca40beb9a8554c" providerId="LiveId" clId="{2265D429-760C-4FF0-9653-4AF4BA9B0970}" dt="2026-09-09T11:04:13.691" v="38" actId="20577"/>
          <ac:spMkLst>
            <pc:docMk/>
            <pc:sldMk cId="925261207" sldId="264"/>
            <ac:spMk id="13" creationId="{1AFE0C43-EDC1-4FC5-9CFE-999529F3238C}"/>
          </ac:spMkLst>
        </pc:spChg>
        <pc:spChg chg="mod">
          <ac:chgData name="Garima Sharma" userId="c5ca40beb9a8554c" providerId="LiveId" clId="{2265D429-760C-4FF0-9653-4AF4BA9B0970}" dt="2026-09-09T11:04:13.714" v="40" actId="20577"/>
          <ac:spMkLst>
            <pc:docMk/>
            <pc:sldMk cId="925261207" sldId="264"/>
            <ac:spMk id="17" creationId="{7EB81553-977A-4DA4-8005-8523F095025F}"/>
          </ac:spMkLst>
        </pc:spChg>
        <pc:spChg chg="mod">
          <ac:chgData name="Garima Sharma" userId="c5ca40beb9a8554c" providerId="LiveId" clId="{2265D429-760C-4FF0-9653-4AF4BA9B0970}" dt="2026-09-09T11:04:13.735" v="42" actId="20577"/>
          <ac:spMkLst>
            <pc:docMk/>
            <pc:sldMk cId="925261207" sldId="264"/>
            <ac:spMk id="21" creationId="{A59884A8-6BC7-444F-85B1-F8D962FDD4E1}"/>
          </ac:spMkLst>
        </pc:spChg>
      </pc:sldChg>
      <pc:sldChg chg="modSp mod modAnim">
        <pc:chgData name="Garima Sharma" userId="c5ca40beb9a8554c" providerId="LiveId" clId="{2265D429-760C-4FF0-9653-4AF4BA9B0970}" dt="2026-09-09T11:04:13.814" v="49"/>
        <pc:sldMkLst>
          <pc:docMk/>
          <pc:sldMk cId="5930841" sldId="265"/>
        </pc:sldMkLst>
        <pc:spChg chg="mod">
          <ac:chgData name="Garima Sharma" userId="c5ca40beb9a8554c" providerId="LiveId" clId="{2265D429-760C-4FF0-9653-4AF4BA9B0970}" dt="2026-09-09T11:04:13.789" v="44" actId="20577"/>
          <ac:spMkLst>
            <pc:docMk/>
            <pc:sldMk cId="5930841" sldId="265"/>
            <ac:spMk id="11" creationId="{257BE5CA-9896-4E26-A989-D9759E7B7D96}"/>
          </ac:spMkLst>
        </pc:spChg>
        <pc:spChg chg="mod">
          <ac:chgData name="Garima Sharma" userId="c5ca40beb9a8554c" providerId="LiveId" clId="{2265D429-760C-4FF0-9653-4AF4BA9B0970}" dt="2026-09-09T11:04:13.801" v="46" actId="20577"/>
          <ac:spMkLst>
            <pc:docMk/>
            <pc:sldMk cId="5930841" sldId="265"/>
            <ac:spMk id="12" creationId="{AEAA4B80-4503-4198-8E6F-EB09F3C45A03}"/>
          </ac:spMkLst>
        </pc:spChg>
        <pc:spChg chg="mod">
          <ac:chgData name="Garima Sharma" userId="c5ca40beb9a8554c" providerId="LiveId" clId="{2265D429-760C-4FF0-9653-4AF4BA9B0970}" dt="2026-09-09T11:04:13.813" v="48" actId="20577"/>
          <ac:spMkLst>
            <pc:docMk/>
            <pc:sldMk cId="5930841" sldId="265"/>
            <ac:spMk id="13" creationId="{2789D390-B5BD-426D-BA8B-B5CF8BAFD4EC}"/>
          </ac:spMkLst>
        </pc:spChg>
      </pc:sldChg>
      <pc:sldChg chg="modSp mod modAnim">
        <pc:chgData name="Garima Sharma" userId="c5ca40beb9a8554c" providerId="LiveId" clId="{2265D429-760C-4FF0-9653-4AF4BA9B0970}" dt="2026-09-09T11:04:13.904" v="53"/>
        <pc:sldMkLst>
          <pc:docMk/>
          <pc:sldMk cId="1648371625" sldId="266"/>
        </pc:sldMkLst>
        <pc:spChg chg="mod">
          <ac:chgData name="Garima Sharma" userId="c5ca40beb9a8554c" providerId="LiveId" clId="{2265D429-760C-4FF0-9653-4AF4BA9B0970}" dt="2026-09-09T11:04:13.891" v="50" actId="20577"/>
          <ac:spMkLst>
            <pc:docMk/>
            <pc:sldMk cId="1648371625" sldId="266"/>
            <ac:spMk id="16" creationId="{8674B3FE-D8BB-4BA8-BA9C-1E2111EEE5D3}"/>
          </ac:spMkLst>
        </pc:spChg>
        <pc:spChg chg="mod">
          <ac:chgData name="Garima Sharma" userId="c5ca40beb9a8554c" providerId="LiveId" clId="{2265D429-760C-4FF0-9653-4AF4BA9B0970}" dt="2026-09-09T11:04:13.903" v="52" actId="20577"/>
          <ac:spMkLst>
            <pc:docMk/>
            <pc:sldMk cId="1648371625" sldId="266"/>
            <ac:spMk id="17" creationId="{EEE913EB-3B6A-46BD-81D1-2A691D86A0B0}"/>
          </ac:spMkLst>
        </pc:spChg>
      </pc:sldChg>
      <pc:sldChg chg="modSp mod modAnim">
        <pc:chgData name="Garima Sharma" userId="c5ca40beb9a8554c" providerId="LiveId" clId="{2265D429-760C-4FF0-9653-4AF4BA9B0970}" dt="2026-09-09T11:04:14.003" v="59"/>
        <pc:sldMkLst>
          <pc:docMk/>
          <pc:sldMk cId="1250116688" sldId="267"/>
        </pc:sldMkLst>
        <pc:spChg chg="mod">
          <ac:chgData name="Garima Sharma" userId="c5ca40beb9a8554c" providerId="LiveId" clId="{2265D429-760C-4FF0-9653-4AF4BA9B0970}" dt="2026-09-09T11:04:13.961" v="54" actId="20577"/>
          <ac:spMkLst>
            <pc:docMk/>
            <pc:sldMk cId="1250116688" sldId="267"/>
            <ac:spMk id="13" creationId="{A79E4D6A-6CF4-443F-8CBC-11D55A14AA45}"/>
          </ac:spMkLst>
        </pc:spChg>
        <pc:spChg chg="mod">
          <ac:chgData name="Garima Sharma" userId="c5ca40beb9a8554c" providerId="LiveId" clId="{2265D429-760C-4FF0-9653-4AF4BA9B0970}" dt="2026-09-09T11:04:13.983" v="56" actId="20577"/>
          <ac:spMkLst>
            <pc:docMk/>
            <pc:sldMk cId="1250116688" sldId="267"/>
            <ac:spMk id="17" creationId="{4984EF6C-DF74-4917-9821-2F1B0EA67DF8}"/>
          </ac:spMkLst>
        </pc:spChg>
        <pc:spChg chg="mod">
          <ac:chgData name="Garima Sharma" userId="c5ca40beb9a8554c" providerId="LiveId" clId="{2265D429-760C-4FF0-9653-4AF4BA9B0970}" dt="2026-09-09T11:04:14.002" v="58" actId="20577"/>
          <ac:spMkLst>
            <pc:docMk/>
            <pc:sldMk cId="1250116688" sldId="267"/>
            <ac:spMk id="21" creationId="{8C2B06FE-6057-43CE-8BA5-C8F6B525211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312. | Estimate the quotient using a nearby multiple. | Each quotient digit must represent a multiple of the complete divisor.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3,744 / 12. Answer: 312.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Each quotient digit must represent a multiple of the complete divisor.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312..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384..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Known multiples of 24 make each stage manageable; the quotient is 400.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384.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384. | Each quotient digit must represent a multiple of the complete divisor.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901FDFE-FD0D-44F8-860D-5553691BCF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76CAC6-E67E-4483-A846-5DC419DD2EF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87BAFD3-5878-4D69-B050-A732C68010DA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D42287-DD27-46AE-BE20-0EC139E57042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434282-DCD8-47A2-A9F4-240636F0D602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175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7D8A30-D7E0-48E0-B789-412C07B6539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D4448F-1938-4674-9CCC-A983A829F03C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BA9832-7C6D-497E-B007-C60DFB25F802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531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by a two-digit number using short division where appropriate.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205C38-01F2-40B7-9776-00F697187E0C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9DB9C8-73B9-4D8C-8E57-3B053AEF6AB8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42183C-B460-46F1-8495-97345128DC1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22085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7E3D112-CB03-4550-B49D-9DD834E19E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96DD34-49F0-4706-8975-314C87CDB9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F0EA52-BED7-45C4-8AA8-D45B51F1ED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D65CD4-8AB8-4E03-B2DD-9B8704C8B7D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190D5E-B5DB-4965-9725-9E6FA420B22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906E62-40A7-4F14-AC59-7D0E2BAA177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84BE54-B398-433E-A734-01868177FEF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DEF790-E1F7-4F19-AA76-B8AC6C28AA1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C70ECA-C295-4A14-BBDF-744E7C32868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6F75354-46BC-4204-8A0E-8BA597020EF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64558CA-D5B1-4A37-8F37-8E9E6C9373C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39400E-E9BB-49E2-B370-B502CEC445C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67DB4-122F-44BA-8B5F-F6E544C0FC3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CAE658F-5521-4E13-BCE1-7923D4D3B85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BDD24BF-748E-4518-9DB5-61E5A5E440F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D04598-C909-4E54-A414-C0F85F0E2C0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481897-4992-45F3-B550-32C6A9E2613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B5BC518-444A-4BFE-99DE-204F981DC69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078C58E-CF92-4C6E-B807-944CE81739E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48BE003-E673-47B8-BB8B-EBEAD4E9867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5CB4DCC-C785-4600-9B01-738A8A13E1C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3,744 / 12.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5078308-4B37-4E51-8EB7-99969C2EDD8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30068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6F5CD63-6B39-4ECA-A426-15E2B8D8D1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B8B430B-7D7F-4290-ABB9-F15B3A3B9DF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E0C09EA-9788-4F42-8664-6D9DC7977B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4737A2-FDA5-4475-808C-A0099559A15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79C9A3-7410-4AD5-B9F6-6C48A75CCF2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2295DE-800F-4E9D-ABD0-15E971754CD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C09BCF-661E-4464-83CF-92F9C441FE8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9FFE46-7883-495E-A8F1-8DC2886B415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EDE0DC-5412-4A68-946C-B67375E90D0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64CE81-8688-4070-AD26-61D0CB7336D3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by a two-digit number using short division where appropriate.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3B37BC-13A1-4C68-9133-7E4522E4A246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B23384-B5DD-4714-A4CB-462DEF568ABE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A40B5E-8AB5-43FD-A592-6A04CD1C7478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338C1D-7272-4713-8011-1C6840A5B74E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FBC97C-0C30-4E37-939D-4885BA54180A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600229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63AA6E6-3672-4CE9-999E-C5501EC408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A76A78-C46E-478F-AA34-CCC43BA4A64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CFA36D7-59CF-48CE-BF8F-3E3CFDA936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FF2CDC-7F5E-4CD9-957D-F428155851A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B62482-DCD5-4655-8FF3-84327E0A905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2CB2DD-D900-4532-B5D8-147867F4A51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1A1825-6984-48A4-BA4A-995410ACA1F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9D3412-2371-4869-8A02-9274F3C432B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FC971E-FBF4-4BB9-9962-B14FC3B9696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AC73BF-6840-4AE4-A4E7-42BCE67F86C4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3,744 / 12.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316F3A-740D-47D3-9B27-FF1F31B12FD2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C0C7DAB-A30F-4A7A-8150-BBB94AE60ED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19A4BF-BEF4-46BC-8C3C-60A689A87FFD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ED8A40-3026-4520-B636-93A08C67D2C0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quotient using a nearby multiple.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7DBE03-2914-4C9F-ACE0-BFDC9C11089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A141B9D-9809-405F-9EB0-D1A97F71D80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FBA52D9-9A3D-468A-B0AD-AB59D5FB46A6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6C1298-5966-49FC-82DD-E645F818B99B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one place at a time and record any remainder or exchange.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C258DD-2B7E-4CAB-86C0-72B900AB166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ECC0E49-0417-49A5-B7CF-0664BC4178E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933FAD-1E58-4F46-A581-773D19853632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EBCB6B-4366-45C8-99FF-079DE6750CFD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the quotient by the divisor to check the result.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8696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E76D7C5-111C-4886-96DC-A2187BF5B4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1E8393-55FF-40D8-9481-382D12B134F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6B3E226-B6A2-4D59-8E72-C0C027C7D2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BB8F85-1FBC-4D64-B0BB-EE9A022937C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E403B2-8823-4797-A453-D81F2C2264F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671CF7-B073-4ABC-862D-6842B54E754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181F33-632F-42DA-B5F5-44A9F5C574B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40F44C-9AB7-4A00-A24B-F622462863E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205101-C273-4C49-A2E6-B524723F4CF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5F2ABE-6270-4A34-BCD5-D4E5AC72E62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C9909B-D556-45B0-8234-23EBFBE34086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312.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E5553A-66AB-44D3-96E3-154CDAF6786B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AF0BBC-686F-47A3-9CFE-E6AF98083E69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FC45BF-35FE-4EBA-A765-92A0B66092E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9710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834D3AF-0DFC-481A-9F4A-BD7D8BCEAF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586544-9CA0-4364-8BD4-A8A01E22C79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FAA59EF-BF0F-477E-BB33-36B3C12E862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C36628-10BC-4B6B-B659-CFF2DC3EBED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6EC392-6ECD-4CF4-8809-FDF0B288087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05CE92-F495-4596-BE65-3C9F00E845E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C9ADD3-F586-4E79-B1AA-5472FD9D514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F6BD0A-B33D-44A6-82E4-8BE72A3590D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B2E918-393A-4DA3-AF78-B93DE562EE7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BCB987-0A02-4DEC-A984-8F6FD5E212A8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0BA5B3-E2A2-4996-9595-B407229A7302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D85436-BD9C-4371-B144-088947E5F934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A5F148-ED69-44DB-9F9C-FFF33AA7CAFC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DAFF0E-A6BC-4E58-875F-7E5F3D798E8D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FE3E83-7C4E-436F-8624-3FEE06F33CE3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312.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6624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45234A9-3B64-4FAC-B67D-11F315CE44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CF2356-BB48-4C14-B1BC-1116A9F96CD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A191F46-EB8A-4A90-A69A-15FCDFF8914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23A38D-89CB-4199-ABB5-577DABEBBFA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16D1C4-FB8D-4C09-A5E7-4ADEAC64F58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389441-37D4-49A6-9195-F3920012F81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69B897-E064-4739-8F2A-F584FF1F7D9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340DD4-0304-4A76-9FBC-AC672265E42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BA84AC-4301-489B-8786-A65C88322CA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BB4F048-2CD9-4651-86DF-0152829DF80D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1FD354-B14B-4F7E-8706-65FB41622D4B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a one-digit division fact and forgets the full two-digit divisor.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B708F2-0759-40A4-A302-5826D9F91731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D49F0D-5ECB-43F5-A903-25932217243A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120B44-B322-4FCB-834A-6F5CC5A789A1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Each quotient digit must represent a multiple of the complete divisor.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19655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FE59151-D08F-4822-9B9E-AF62BC0D13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88182F-CEFC-468A-AD83-38185B36DE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DACB23C-5CC8-4804-BB0D-37942C11DA4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2EBF8A-EEDB-45D1-9BDC-51FBBBA4A71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ABC14F-AE8C-43AF-A933-2B1ADF27D0F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165D2E-84CF-4C15-9FED-31FAFDD05A6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32510A-F955-4C89-8549-B0728684C95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481B49-2495-4BC2-9870-B1D665DA7C4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478180-E55E-4539-A56D-E1C5303CB4F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1481088-3154-4CB6-9C73-EDFE0324570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8255965-8330-4D4C-9686-F00CE0D95DE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415B11-09DA-4C94-802D-C538EEB6FCA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CEAC27-8869-49BA-A4E6-A416DA0276C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C192AD8-84E0-49DE-91D4-6587074E011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DDD9386-6B71-4D5D-B571-744D2B91D1B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C9DF73-189C-4557-8893-6BC1BD64B66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1B9413C-0730-4AB6-8A5D-54575E85AC5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B234FE-E4EA-40D7-B821-9A69EE8C38A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C71C64D-BCF2-425E-B28C-7994237D961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2FB2A89-68FF-4142-9490-69AC29B2450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F75501-65F2-434B-AE57-2393E761D54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312.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6FF622-D72D-488D-9199-53F7F0B069A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63633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1B9CD074-6235-4335-9282-29CC481F2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645564-724B-4326-9803-7B22C547502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39E65D-992B-4950-9B38-654E3C7254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B38DD4-D7DF-4BC4-93F2-B0BDAFA3443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89CB84-0927-46AC-B77F-3277EB93001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276B9A-8660-4734-8C94-9C2D3FF5BC6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44C6C5-5B97-4B26-BDD1-793FFB99310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0BA90D-ED20-4C5E-83AA-D923EE3E33C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047D1C-82B6-44A1-A188-431DEEDBE7F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93C16DC-BB26-43B4-887B-95FB51984DC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FABCC16-BC95-4188-B934-11D5EA198E2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0A27A2-70F4-4C46-8856-B67704AB23E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FE0C43-EDC1-4FC5-9CFE-999529F3238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A043433-0C4B-46B9-93C5-BEF947C6450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4765821-15A7-4F98-87B7-6BD8A976175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0880CA-00FD-48AB-BBBB-3FFF08E78F4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B81553-977A-4DA4-8005-8523F095025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AD2D7F1-9D71-4771-9A23-258094576F6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33206B-A1E0-44CE-8E17-2F660D7154D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1B1A67E-1D83-4401-AAD8-B795053D99F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59884A8-6BC7-444F-85B1-F8D962FDD4E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25261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CD808E6-AD76-4CA2-9CEE-AE2F0CB67A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9E1272-2CFB-4308-9C38-7C1C3094AC0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92578E-DFDA-4474-9C54-953F146F2AD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D4699-5407-4B7D-82B3-156E1BDD847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D2AF31-0AEC-4CD0-ACF6-30A64686469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A93214-A2DA-4BF2-AC9D-C9F7C39C878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1AC332-E953-4168-A0A3-E2898402157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64C16C-0A02-412E-B02E-F171A893105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B0943B-5E53-40F8-9C7A-4A1377B4CB6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DF8D8-0350-4994-A6B4-D79587C58C8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why short division is efficient for 9,600 / 24.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7BE5CA-9896-4E26-A989-D9759E7B7D96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AA4B80-4503-4198-8E6F-EB09F3C45A03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789D390-B5BD-426D-BA8B-B5CF8BAFD4E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Known multiples of 24 make each stage manageable; the quotient is 400.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930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C500DAD-39EE-4126-911F-8C70CFB9FB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0D73BB-8CA1-425E-9C40-44E39EB75A1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23BEA2E-848E-436D-9013-A0E7E58AEF0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9D4970-5A58-4D8E-B4A8-190EE51A63E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F4560-C0D3-411A-B245-435EAAAAB2F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10CA77-555D-4358-BEB6-9E9BD98CE0A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8F94A8-7258-4BCE-BE58-599C40FFC9B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CC763-2C4E-4090-823D-24E6466C6F2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DA424C-2FA8-449A-8963-C941598EA29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FC23AB-2747-4D28-9E64-CB3D3863986D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24401EA-2CF8-4ECE-9A5A-2AEFA693F2CB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A74D02-6AB8-481B-A016-AD5B1363F723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E6D93A-E92A-429D-A44F-090096A0A94D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125CF2F-CC8C-4201-BA76-C7B27ED73D7C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E690ECE-159C-4972-A8C0-13FADCF3F609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74B3FE-D8BB-4BA8-BA9C-1E2111EEE5D3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384.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E913EB-3B6A-46BD-81D1-2A691D86A0B0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C7939E-6528-4F15-89F0-41CC42AA1EE9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48371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9EE8379-DDD0-49DD-BBCC-22E0A9D8E8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D42105-C4B6-4405-A920-82CD4084FA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9979CE7-0EFB-4270-940A-47A327663E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BFFEA-67B3-4EAA-9344-FB90B429A4E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3974A3-FA94-43C3-B0D4-30EE31EDE31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8F03DB-63B5-44ED-89FA-BDBBD54B2C9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B3E3AF-EDEF-48ED-8153-12459DD63B7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F8C198-D202-45DF-981C-80C6B15943C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0FA01F-B50E-4F22-BD50-51CF4252BEF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3EDC597-2447-4B4F-B240-EB8A0F04A90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DB90AE3-6504-4C68-BE36-7C4F9A4ECD7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E94F91-311E-466D-B7AA-C0274EB8308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9E4D6A-6CF4-443F-8CBC-11D55A14AA4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13D1AFD-EDF4-4B84-85DD-F790A376286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BFF9B0-B0BB-421B-9B11-E75E6D4E1B0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FE333A-6F2B-40CE-9F1F-4CBB99CA161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84EF6C-DF74-4917-9821-2F1B0EA67DF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a one-digit division fact and forgets the full two-digit divisor.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24B2B85-F56E-45AC-A825-A75D96DA8E1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65C2D71-1ED2-47EF-B62B-4C82B125F19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43EF5D-9278-4C5F-809F-3A672FF442C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2B06FE-6057-43CE-8BA5-C8F6B525211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81D927-E542-4A22-83A7-4A34B55E91B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50116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1113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2026-09-09T10:56:09Z</dcterms:created>
  <dcterms:modified xsi:type="dcterms:W3CDTF">2026-09-09T11:04:14Z</dcterms:modified>
</cp:coreProperties>
</file>