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d3e6877ad14165" /><Relationship Type="http://schemas.openxmlformats.org/officeDocument/2006/relationships/extended-properties" Target="/docProps/app.xml" Id="R5ba0921ca1364546" /><Relationship Type="http://schemas.openxmlformats.org/officeDocument/2006/relationships/officeDocument" Target="/ppt/presentation.xml" Id="R2ee6d2d2907541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d7d34ecdb040da"/>
  </p:sldMasterIdLst>
  <p:notesMasterIdLst>
    <p:notesMasterId xmlns:r="http://schemas.openxmlformats.org/officeDocument/2006/relationships" r:id="R90c67ce1b0aa45da"/>
  </p:notesMasterIdLst>
  <p:sldIdLst>
    <p:sldId xmlns:r="http://schemas.openxmlformats.org/officeDocument/2006/relationships" id="256" r:id="Rebc4791aeed346ed"/>
    <p:sldId xmlns:r="http://schemas.openxmlformats.org/officeDocument/2006/relationships" id="257" r:id="Re9e201bdb6b54e38"/>
    <p:sldId xmlns:r="http://schemas.openxmlformats.org/officeDocument/2006/relationships" id="258" r:id="R52e40f1dc819416b"/>
    <p:sldId xmlns:r="http://schemas.openxmlformats.org/officeDocument/2006/relationships" id="259" r:id="Rf359a67a996d4fc1"/>
    <p:sldId xmlns:r="http://schemas.openxmlformats.org/officeDocument/2006/relationships" id="260" r:id="Rd791cb86a1e5487f"/>
    <p:sldId xmlns:r="http://schemas.openxmlformats.org/officeDocument/2006/relationships" id="261" r:id="R8cb39e34476a4eab"/>
    <p:sldId xmlns:r="http://schemas.openxmlformats.org/officeDocument/2006/relationships" id="262" r:id="R404f8b420347443c"/>
    <p:sldId xmlns:r="http://schemas.openxmlformats.org/officeDocument/2006/relationships" id="263" r:id="R19c01d4a1ea24696"/>
    <p:sldId xmlns:r="http://schemas.openxmlformats.org/officeDocument/2006/relationships" id="264" r:id="Rdb5f040862d74c5f"/>
    <p:sldId xmlns:r="http://schemas.openxmlformats.org/officeDocument/2006/relationships" id="265" r:id="R7e194fca41124965"/>
    <p:sldId xmlns:r="http://schemas.openxmlformats.org/officeDocument/2006/relationships" id="266" r:id="R07f335d039fc43b2"/>
    <p:sldId xmlns:r="http://schemas.openxmlformats.org/officeDocument/2006/relationships" id="267" r:id="R257adf94dbd146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6d81ad26ee4a91" /><Relationship Type="http://schemas.openxmlformats.org/officeDocument/2006/relationships/slideMaster" Target="/ppt/slideMasters/slideMaster1.xml" Id="R9fd7d34ecdb040da" /><Relationship Type="http://schemas.openxmlformats.org/officeDocument/2006/relationships/notesMaster" Target="/ppt/notesMasters/notesMaster1.xml" Id="R90c67ce1b0aa45da" /><Relationship Type="http://schemas.openxmlformats.org/officeDocument/2006/relationships/presProps" Target="/ppt/presProps.xml" Id="Rc8f37074eb8e4187" /><Relationship Type="http://schemas.openxmlformats.org/officeDocument/2006/relationships/tableStyles" Target="/ppt/tableStyles.xml" Id="Rbc3aa1e62a994793" /><Relationship Type="http://schemas.openxmlformats.org/officeDocument/2006/relationships/slide" Target="/ppt/slides/slide1.xml" Id="Rebc4791aeed346ed" /><Relationship Type="http://schemas.openxmlformats.org/officeDocument/2006/relationships/slide" Target="/ppt/slides/slide2.xml" Id="Re9e201bdb6b54e38" /><Relationship Type="http://schemas.openxmlformats.org/officeDocument/2006/relationships/slide" Target="/ppt/slides/slide3.xml" Id="R52e40f1dc819416b" /><Relationship Type="http://schemas.openxmlformats.org/officeDocument/2006/relationships/slide" Target="/ppt/slides/slide4.xml" Id="Rf359a67a996d4fc1" /><Relationship Type="http://schemas.openxmlformats.org/officeDocument/2006/relationships/slide" Target="/ppt/slides/slide5.xml" Id="Rd791cb86a1e5487f" /><Relationship Type="http://schemas.openxmlformats.org/officeDocument/2006/relationships/slide" Target="/ppt/slides/slide6.xml" Id="R8cb39e34476a4eab" /><Relationship Type="http://schemas.openxmlformats.org/officeDocument/2006/relationships/slide" Target="/ppt/slides/slide7.xml" Id="R404f8b420347443c" /><Relationship Type="http://schemas.openxmlformats.org/officeDocument/2006/relationships/slide" Target="/ppt/slides/slide8.xml" Id="R19c01d4a1ea24696" /><Relationship Type="http://schemas.openxmlformats.org/officeDocument/2006/relationships/slide" Target="/ppt/slides/slide9.xml" Id="Rdb5f040862d74c5f" /><Relationship Type="http://schemas.openxmlformats.org/officeDocument/2006/relationships/slide" Target="/ppt/slides/slide10.xml" Id="R7e194fca41124965" /><Relationship Type="http://schemas.openxmlformats.org/officeDocument/2006/relationships/slide" Target="/ppt/slides/slide11.xml" Id="R07f335d039fc43b2" /><Relationship Type="http://schemas.openxmlformats.org/officeDocument/2006/relationships/slide" Target="/ppt/slides/slide12.xml" Id="R257adf94dbd146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43f15c8a3e49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f09cfa028b4aa1" /><Relationship Type="http://schemas.openxmlformats.org/officeDocument/2006/relationships/notesMaster" Target="/ppt/notesMasters/notesMaster1.xml" Id="Rc1808bf8b3ec48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9a08b6a6f9446f" /><Relationship Type="http://schemas.openxmlformats.org/officeDocument/2006/relationships/notesMaster" Target="/ppt/notesMasters/notesMaster1.xml" Id="R21968ae32fe945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dc9f8ca7964019" /><Relationship Type="http://schemas.openxmlformats.org/officeDocument/2006/relationships/notesMaster" Target="/ppt/notesMasters/notesMaster1.xml" Id="Ra4142d2f87054e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bea6cd30f34bab" /><Relationship Type="http://schemas.openxmlformats.org/officeDocument/2006/relationships/notesMaster" Target="/ppt/notesMasters/notesMaster1.xml" Id="R14281d433d3248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7d1e69e0b64642" /><Relationship Type="http://schemas.openxmlformats.org/officeDocument/2006/relationships/notesMaster" Target="/ppt/notesMasters/notesMaster1.xml" Id="R87615e63b7da45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07b2e7ec2946ac" /><Relationship Type="http://schemas.openxmlformats.org/officeDocument/2006/relationships/notesMaster" Target="/ppt/notesMasters/notesMaster1.xml" Id="R9990723c688644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f87f83ae4842ed" /><Relationship Type="http://schemas.openxmlformats.org/officeDocument/2006/relationships/notesMaster" Target="/ppt/notesMasters/notesMaster1.xml" Id="Rbccf2d2b0bbd49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34c85a8e3c4a77" /><Relationship Type="http://schemas.openxmlformats.org/officeDocument/2006/relationships/notesMaster" Target="/ppt/notesMasters/notesMaster1.xml" Id="R090d7504a40d44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fc67dee59a42d0" /><Relationship Type="http://schemas.openxmlformats.org/officeDocument/2006/relationships/notesMaster" Target="/ppt/notesMasters/notesMaster1.xml" Id="R5be0547d585343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33d06376a142ee" /><Relationship Type="http://schemas.openxmlformats.org/officeDocument/2006/relationships/notesMaster" Target="/ppt/notesMasters/notesMaster1.xml" Id="R8c0c2b7fa0ff4b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6af1fd6194e4758" /><Relationship Type="http://schemas.openxmlformats.org/officeDocument/2006/relationships/notesMaster" Target="/ppt/notesMasters/notesMaster1.xml" Id="R216afce6a9ef4d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525a7706dd48e6" /><Relationship Type="http://schemas.openxmlformats.org/officeDocument/2006/relationships/notesMaster" Target="/ppt/notesMasters/notesMaster1.xml" Id="Rc4c902f9ceff43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312. | Estimate the quotient using a nearby multiple. |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384..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Known multiples of 24 make each stage manageable; the quotient is 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384. | Each quotient digit must represent a multiple of the complete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3ec4e1d56945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9110aa38746a5" /><Relationship Type="http://schemas.openxmlformats.org/officeDocument/2006/relationships/slideLayout" Target="/ppt/slideLayouts/slideLayout1.xml" Id="R1b29d66d95ed4c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29d66d95ed4c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85868d29c4f02" /><Relationship Type="http://schemas.openxmlformats.org/officeDocument/2006/relationships/notesSlide" Target="/ppt/notesSlides/notesSlide1.xml" Id="R8c8772635fd64d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1a68cb59c42cb" /><Relationship Type="http://schemas.openxmlformats.org/officeDocument/2006/relationships/notesSlide" Target="/ppt/notesSlides/notesSlide2.xml" Id="R1b0f687308c54b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427194af94471" /><Relationship Type="http://schemas.openxmlformats.org/officeDocument/2006/relationships/notesSlide" Target="/ppt/notesSlides/notesSlide3.xml" Id="R3fcb4dcb873f40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3f1ddf0d147c5" /><Relationship Type="http://schemas.openxmlformats.org/officeDocument/2006/relationships/notesSlide" Target="/ppt/notesSlides/notesSlide4.xml" Id="Rd4b0c8abfccb48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b7aa71d7d423f" /><Relationship Type="http://schemas.openxmlformats.org/officeDocument/2006/relationships/notesSlide" Target="/ppt/notesSlides/notesSlide5.xml" Id="Rb4e8001c09b941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f73b52fd74e33" /><Relationship Type="http://schemas.openxmlformats.org/officeDocument/2006/relationships/notesSlide" Target="/ppt/notesSlides/notesSlide6.xml" Id="R916690ad518141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2e6d439f04723" /><Relationship Type="http://schemas.openxmlformats.org/officeDocument/2006/relationships/image" Target="/ppt/media/image.png" Id="R0dd78348b79e41ba" /><Relationship Type="http://schemas.openxmlformats.org/officeDocument/2006/relationships/notesSlide" Target="/ppt/notesSlides/notesSlide7.xml" Id="Rb8ce5b665f0147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e65c4bb064122" /><Relationship Type="http://schemas.openxmlformats.org/officeDocument/2006/relationships/notesSlide" Target="/ppt/notesSlides/notesSlide8.xml" Id="R98957961930d49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787ab2ae6451d" /><Relationship Type="http://schemas.openxmlformats.org/officeDocument/2006/relationships/notesSlide" Target="/ppt/notesSlides/notesSlide9.xml" Id="R80f253a85c0040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0b441fc20411f" /><Relationship Type="http://schemas.openxmlformats.org/officeDocument/2006/relationships/notesSlide" Target="/ppt/notesSlides/notesSlide10.xml" Id="Rb8b7b60b64be45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a46f832ea4143" /><Relationship Type="http://schemas.openxmlformats.org/officeDocument/2006/relationships/notesSlide" Target="/ppt/notesSlides/notesSlide11.xml" Id="R433c81bd74ea47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56993abdc41b9" /><Relationship Type="http://schemas.openxmlformats.org/officeDocument/2006/relationships/notesSlide" Target="/ppt/notesSlides/notesSlide12.xml" Id="Rf2e89ae8cab74b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C1AB4-DB4C-4C80-B20A-F11C2AAD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B7999-D0DD-452B-BBA4-EA0B39B6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294D7-BD8A-43CC-86EE-6FACA259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A6A27-6374-4771-A753-D41C26A6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AE981-2862-4A99-9D19-EF9B7B2B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75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0E540-3226-47B5-87FF-35BD4B65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4CE2C8-4F6D-4767-B06E-1D640DDA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C87F7-1B38-4368-98DF-AD17774E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3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5D1C53-A9D0-497C-ADEF-7A0709CD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6830F-E20F-4B19-9372-FA78322D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9EE42-0DEC-4A32-A5A9-529F242C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202122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82355-D219-4263-B18D-E1044C68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A1485-14D1-4FDE-9F11-8EE30824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4F81D-A207-4B43-8B03-8CA759B3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A218F-8A07-457E-893E-D4355D06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09FCB-D98D-458E-9C6D-243AA089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99F24-DE90-42D1-B6DA-CD52F2B7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C6809-843C-45D8-AAAB-29DB5C50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1B8FD-F883-4509-AC7B-70DCC6DE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A640D-9C41-4C03-BAAD-B2B7B762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BBB1F-C96D-4BA3-834A-EA375D22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00EB09-963D-4E40-B4CF-DAC9A4B5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B5ADA-E9DA-4487-A244-3DC117D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3497C-9600-4E06-97FE-ADBAC8C7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223DE1-279F-4A8A-964D-0D4297DF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E9BAF9-7981-4AEF-9E2C-CDC2B61A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33F83-3CEA-4941-92B6-1941E25D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198232-EF15-4C1D-BB6C-8DC877AA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2208A-36B7-4383-A4FA-56BE7CBD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A8F768-FE38-415A-933F-F35FDDE5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050DC-27A7-4945-B3DE-F18662DD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6FB562-DC5C-4F1F-AB78-5C65FFE1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3,744 /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091E63-30E8-4D21-B3D2-217A411E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557309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7CA1F-F52C-4CF3-971C-7A37C28B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4DDA0-D1E5-49EE-A5C3-3260D201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53C9E-080D-43BF-BF45-3998A15C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A22B0-8666-40E9-BC85-8720D2E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F502A-A86A-4262-807E-1BE4265A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9D4C7-566B-413C-B297-78018A6A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7D869-34DD-4830-9C0D-7CA41E7C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84D11-EE47-46EB-9844-1DBF967D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83357A-6045-4018-A817-C07380DA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3B038-9DFB-4CDB-8915-CBA8F1B0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9D5C7-C82F-4E2E-89B1-200C6B5A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B98F34-CC51-4168-A46E-5D4653F3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4C212-95C0-4644-9620-0FD736C2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B076D-CF00-4B17-A177-17AA28C2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6F134-76B5-4245-83E4-F39D4219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08854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7AC3F0-B722-46A4-9EF3-F7ECE0A8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9C9752-178A-4912-9B66-8297470C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DAFCD-47D6-4E00-90AD-DAF6E9AC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0D181-231A-4E75-95F5-26F3365D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B9E7F-C807-4537-A299-0ACC4491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CAC39-5333-4636-8008-246D8E00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D59CB-9CC4-49EF-9569-FDC94831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616AB-0BAA-474A-AE54-CAA05325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DB14A-50EE-4E71-ABB9-FE26B42A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8C4ED-BA5D-4ACB-8E36-EA729D3B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3,744 /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3D05F-378F-401F-9F8F-83936247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905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E7045-7674-49B5-A038-5A72123D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Useful multiples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5597D0-7838-48EB-BD84-1004D207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× 12 = 12     2 × 12 = 24     3 × 12 = 36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95953-AD70-46E8-8E50-A4A60556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 × 12 = 48     5 × 12 = 60     6 × 12 = 72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F1A73-1CE2-4A68-AECB-CE4C17BF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 × 12 = 84     8 × 12 = 96     9 × 12 = 108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DBF76F-9861-4C3C-919D-48BC5030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47900"/>
            <a:ext cx="66484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94AEE-5F1D-4B12-BF78-EB660B34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003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1. 37 ÷ 12 = 3. Write 3; subtract 36; remainder 1. Bring down 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B7FDD-8F3C-4DEC-BE0E-295F20D3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337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2. 14 ÷ 12 = 1. Write 1; subtract 12; remainder 2. Bring down 4.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8BB4B7-E5EF-4DB0-9C26-9219D2FF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67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 24 ÷ 12 = 2. Write 2; subtract 24; remainder 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AD3A4-03A9-4FCB-895F-7AFEAD2B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005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4. Quotient 312. Check: 312 × 12 = 3744.</a:t>
            </a:r>
          </a:p>
        </p:txBody>
      </p:sp>
    </p:spTree>
    <p:extLst>
      <p:ext uri="{BB962C8B-B14F-4D97-AF65-F5344CB8AC3E}">
        <p14:creationId xmlns:p14="http://schemas.microsoft.com/office/powerpoint/2010/main" val="13401016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EAA049-D54E-4D9D-B7B4-DB7642CF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F6387-D6BB-4CEA-990C-0E825CF9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49AFF-96AD-4509-9FA0-371E0C71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2B511-DE7F-433C-89B5-F8355E31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4D322-80EB-44AA-BCC7-647CF3FA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3423C-A4EF-497B-9304-7AAE8545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BF72D-23B7-415A-871B-DD91E446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0C9A0-89E6-4510-81F9-7D58E4C6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F62862-4DD9-47A8-8C4A-98DE1B91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BCFF2-8A39-4646-B3F9-5A03B4AC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8996D-D721-4341-B291-A4F4450F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780D0-FC2E-49F9-A7E5-2FDFE670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73D02-4452-43BB-8C32-6DCD439F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C54002-4914-4BEA-B1DB-1FB28210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838900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06F50-A601-41D5-BA97-029FE150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D6451-04C3-423C-AFAF-A6439F5C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9A25E-D1D6-4289-8005-CAE8A1EE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E2A76-63E7-40FD-B852-44B4F010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BC1C0-2E23-4606-BEBC-003C79FE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01D30-45B1-43C9-9BCD-702622A1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D2579-F110-4D9A-94F1-FB94EFAC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15BE3-10DA-4E9F-AA84-6B305FA9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E79EFC-7775-44B8-A266-23BAD434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D59A4-9EEE-46A2-98E1-FFBB9EB6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BA501-EFD9-4616-9675-BDD51949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2C887C-6AEA-4CCA-B0B7-75DDCC56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888BE-2009-4DEB-973E-C3D1FEB7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2E7E4E-2777-44F6-A255-5BBF6C5F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7B757B-AC31-4408-B661-56609050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312.</a:t>
            </a:r>
          </a:p>
        </p:txBody>
      </p:sp>
    </p:spTree>
    <p:extLst>
      <p:ext uri="{BB962C8B-B14F-4D97-AF65-F5344CB8AC3E}">
        <p14:creationId xmlns:p14="http://schemas.microsoft.com/office/powerpoint/2010/main" val="13571625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6C3435-B2E1-4958-91E8-3BFD887E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74E35-8CA4-421B-8608-708BF85B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271A2-7638-4D04-99B8-623001DD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40DC8-866D-46FF-9031-B7CE6F64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0F09F-EDA3-4401-810B-270C980A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8C0B5-78F7-427E-9CA5-27378827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20204-33C6-4FCC-83AA-A5BC434D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B8D4D-D223-4284-9C32-96B00500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5290C-6A33-477A-A7D7-FEA2FFBB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78348b79e41b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6CC08-3E9D-4FA1-B044-F8C357FB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E873C-9CEB-443A-BB8B-1E25F119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a one-digit division fact and forgets the full two-digit divisor.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C5ECB-58C2-4A24-9767-5E745268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B9459-5B46-4AE8-86B0-44B3E3E5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20A62E-F4AF-4DDC-A9B0-A8E58F05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Each quotient digit must represent a multiple of the complete divisor.</a:t>
            </a:r>
          </a:p>
        </p:txBody>
      </p:sp>
    </p:spTree>
    <p:extLst>
      <p:ext uri="{BB962C8B-B14F-4D97-AF65-F5344CB8AC3E}">
        <p14:creationId xmlns:p14="http://schemas.microsoft.com/office/powerpoint/2010/main" val="20255470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3649F4-B8FE-4D7A-A109-2787D77A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54F95-F980-482C-9A55-BD7D396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48920D-EA32-46E3-B097-E06C1F95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84EB6-9CED-4ADB-B92F-21C9A82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B711D-24BE-4ABC-944F-E1B1C042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8373BD-F251-484D-8FF2-4FC1B852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8FC92-0489-43B7-83BB-F4144080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93B72-F4F8-485C-BA2E-CCC95C7C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671A5-2FEE-4200-B16C-0BF88206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89348-104D-4E97-BF5E-576A902D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BE64D-B63B-422B-AECB-97774B85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07F8D9-346E-4A79-8900-9B619958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CBE2F-93BE-4E0E-BB3E-5A7760AF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2F5C6-5FB8-404C-8649-C0421122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D8E403-ED34-4FCA-91DF-D757625B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A3764-BB2B-4491-98CC-01B35052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B529E-D411-4F1A-8EAE-213F809F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A205E-D9CE-45D1-AC5D-402EAB82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183E0-15F9-4101-9C75-90318785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04C16-9CAC-43EB-B9BA-75CB21A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4E8F2-A42D-4A42-A36C-3EAB0599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7D306-E090-4C6F-9AAF-1F63A211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201416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097BEC-4FD9-4772-A4E3-A4F5BDCD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E4518-E411-41F2-81A1-BE0CBCCC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10C55-1BA8-4320-BB33-E0BCA23A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0154F-440E-4440-922F-CD2D21DF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FE12BD-D268-46A1-8977-DEBE1881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C0633-FC5B-4BE0-A3AF-67771B29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0623F-C068-4A9D-B0EC-917ABB3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132C7-236A-40F9-8B84-DBE6A0A0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F8B89-DEB1-4126-8E55-ED9485B5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97AB0-D9E5-4178-97D9-767EA0D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8F68E-2B90-4C30-9231-2D307CC6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BCDC9-C3C5-41C6-876A-302A3BE3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3D0A3-5565-4C09-9642-59CB575D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BDA2D6-9006-4763-BEAC-C0828236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A96A5-5132-45B9-BD50-0388E487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A9DC6-56E0-4AC9-BCA4-A6CDDEE4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BA9EC-7B1D-4418-8599-0393DB6B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8A6250-D610-4077-BC5A-47333B5A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F507BF-79DB-4833-A823-F117939F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2E4CC-1791-46A8-950C-19514DBE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442A81-9B9F-4360-810A-23B8EE1F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36947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4461B-A2EC-4CFC-BC0B-02DD27A6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F3047-B2C5-4FE8-B3BF-3540D78D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21C3D-E909-446E-B669-81EDF5A0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6DBD1-3AD5-4E5C-9671-A1B59C95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C9C61-E6E4-49F0-B833-B35C1095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1EB64-74D6-4619-B66C-4C51BE7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43A9F-0F24-4C64-B4D9-B8549C9F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7159D-E22A-4656-A98E-D547E8AA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DD2F3-1E46-487A-85B9-126AB65D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C5778-7449-4A96-BCDB-96FA2854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why short division is efficient for 9,600 /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A5AF2-59AC-4A02-B49A-7FEC0E1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FA7AF-509B-49D4-AD8D-51970566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C7EB0-8020-46D5-A416-FF12F326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Known multiples of 24 make each stage manageable; the quotient is 400.</a:t>
            </a:r>
          </a:p>
        </p:txBody>
      </p:sp>
    </p:spTree>
    <p:extLst>
      <p:ext uri="{BB962C8B-B14F-4D97-AF65-F5344CB8AC3E}">
        <p14:creationId xmlns:p14="http://schemas.microsoft.com/office/powerpoint/2010/main" val="20283593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D6B1B-5C06-48E5-A4AF-97C953F8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A5E6F-7284-48B7-B7D5-A0F0FA52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62AE3-29D7-4754-9FA7-B1554058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71304-6A64-4BE4-972D-65CD1A1C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745DA-40DC-4F02-8E67-8A2FF926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11211-F4C7-4C62-970F-EA916715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3715F-58EB-4F3C-B797-E8A0B2E0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57B6B-2D25-4FAD-89C2-F61D7EFB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42152-8304-4C87-94AD-7C839FA4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9FFDC-BAA8-413E-84AF-F6216B7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CC077-45B1-4279-A4D1-6ECC917E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667FC-8681-4E9C-8C77-C8C00507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AD015-9562-43A7-B7F0-66F4F30B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00B7F-E14B-40A7-83F8-BF0A9435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CAD3DF-8DBB-4DA3-BB7D-33EDB617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DF149-70FE-40E3-B3CF-0FA58415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384.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75090-2ADE-4FA8-93AE-81ED081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875EC-CBCC-44D9-84E5-9487B8F9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62865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146BE2-8FFD-4EFD-850E-12DA4E77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8B0FF-6419-49C4-B7DD-CA9A7EAB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24BAA-73AF-4A9F-AAB3-0B09EEAB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4135C-9985-479A-85E8-C29160E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13529-75A6-4F25-A30E-F6B72758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D76D2-A819-45CA-904A-F0E4306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CEA8A-40BE-4F9B-B092-D98D3DC0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1B2AF-46AA-4D95-A129-D7B54135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3F9D7-AB68-49A2-AC5E-A214C322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A75AE-C954-41DA-9528-8C842B8A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6753C-EC94-4D41-A38C-A3FDA446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94415-384C-4B5C-9746-6C85F844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16044-F09C-426F-8AE5-9BB5ADFE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C9A14-C16B-4ED7-B266-EFD79E10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A48C1-7935-4793-9760-776A1F7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83724C-DF03-4362-8180-EE876B71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DAE445-4258-41B0-AA60-A71E9239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a one-digit division fact and forgets the full two-digit divisor.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399B6-40C6-485E-A8DA-1A17B0EF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795FD-16EB-46B8-A82A-2A1492B2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9CAD6-2688-4EA1-9FD9-020C3C07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22AF18-39F4-466F-9AED-82E57AB1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16D099-FE1F-49AD-9741-F65A8FE3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525403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2026-09-09T20:45:14.1640000Z</dcterms:created>
  <dcterms:modified xsi:type="dcterms:W3CDTF">2026-09-09T20:45:14.1640000Z</dcterms:modified>
</coreProperties>
</file>