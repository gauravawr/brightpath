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e04d41373a430c" /><Relationship Type="http://schemas.openxmlformats.org/officeDocument/2006/relationships/extended-properties" Target="/docProps/app.xml" Id="R2dd0ece5e16f4ab0" /><Relationship Type="http://schemas.openxmlformats.org/officeDocument/2006/relationships/officeDocument" Target="/ppt/presentation.xml" Id="Rf0ac1cbba5e940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312a2c867e465c"/>
  </p:sldMasterIdLst>
  <p:notesMasterIdLst>
    <p:notesMasterId xmlns:r="http://schemas.openxmlformats.org/officeDocument/2006/relationships" r:id="Rf50dedfe07274c96"/>
  </p:notesMasterIdLst>
  <p:sldIdLst>
    <p:sldId xmlns:r="http://schemas.openxmlformats.org/officeDocument/2006/relationships" id="256" r:id="Rff5b1d9fe9734f1f"/>
    <p:sldId xmlns:r="http://schemas.openxmlformats.org/officeDocument/2006/relationships" id="257" r:id="R8e5350e613f84da7"/>
    <p:sldId xmlns:r="http://schemas.openxmlformats.org/officeDocument/2006/relationships" id="258" r:id="Rafc31990e67f4874"/>
    <p:sldId xmlns:r="http://schemas.openxmlformats.org/officeDocument/2006/relationships" id="259" r:id="R98627637c7b74e92"/>
    <p:sldId xmlns:r="http://schemas.openxmlformats.org/officeDocument/2006/relationships" id="260" r:id="R5d84927003204dc1"/>
    <p:sldId xmlns:r="http://schemas.openxmlformats.org/officeDocument/2006/relationships" id="261" r:id="R488107feb9fc4e00"/>
    <p:sldId xmlns:r="http://schemas.openxmlformats.org/officeDocument/2006/relationships" id="262" r:id="R031536acd4314221"/>
    <p:sldId xmlns:r="http://schemas.openxmlformats.org/officeDocument/2006/relationships" id="263" r:id="R33567110c5954d96"/>
    <p:sldId xmlns:r="http://schemas.openxmlformats.org/officeDocument/2006/relationships" id="264" r:id="Rf48d2d40023b40ad"/>
    <p:sldId xmlns:r="http://schemas.openxmlformats.org/officeDocument/2006/relationships" id="265" r:id="R6a87336c75e848fd"/>
    <p:sldId xmlns:r="http://schemas.openxmlformats.org/officeDocument/2006/relationships" id="266" r:id="Ree7055846de94532"/>
    <p:sldId xmlns:r="http://schemas.openxmlformats.org/officeDocument/2006/relationships" id="267" r:id="R6dafce6e848d404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3818b53da74566" /><Relationship Type="http://schemas.openxmlformats.org/officeDocument/2006/relationships/slideMaster" Target="/ppt/slideMasters/slideMaster1.xml" Id="R96312a2c867e465c" /><Relationship Type="http://schemas.openxmlformats.org/officeDocument/2006/relationships/notesMaster" Target="/ppt/notesMasters/notesMaster1.xml" Id="Rf50dedfe07274c96" /><Relationship Type="http://schemas.openxmlformats.org/officeDocument/2006/relationships/presProps" Target="/ppt/presProps.xml" Id="R0b926916b648451b" /><Relationship Type="http://schemas.openxmlformats.org/officeDocument/2006/relationships/tableStyles" Target="/ppt/tableStyles.xml" Id="R71b6efa83f154e89" /><Relationship Type="http://schemas.openxmlformats.org/officeDocument/2006/relationships/slide" Target="/ppt/slides/slide1.xml" Id="Rff5b1d9fe9734f1f" /><Relationship Type="http://schemas.openxmlformats.org/officeDocument/2006/relationships/slide" Target="/ppt/slides/slide2.xml" Id="R8e5350e613f84da7" /><Relationship Type="http://schemas.openxmlformats.org/officeDocument/2006/relationships/slide" Target="/ppt/slides/slide3.xml" Id="Rafc31990e67f4874" /><Relationship Type="http://schemas.openxmlformats.org/officeDocument/2006/relationships/slide" Target="/ppt/slides/slide4.xml" Id="R98627637c7b74e92" /><Relationship Type="http://schemas.openxmlformats.org/officeDocument/2006/relationships/slide" Target="/ppt/slides/slide5.xml" Id="R5d84927003204dc1" /><Relationship Type="http://schemas.openxmlformats.org/officeDocument/2006/relationships/slide" Target="/ppt/slides/slide6.xml" Id="R488107feb9fc4e00" /><Relationship Type="http://schemas.openxmlformats.org/officeDocument/2006/relationships/slide" Target="/ppt/slides/slide7.xml" Id="R031536acd4314221" /><Relationship Type="http://schemas.openxmlformats.org/officeDocument/2006/relationships/slide" Target="/ppt/slides/slide8.xml" Id="R33567110c5954d96" /><Relationship Type="http://schemas.openxmlformats.org/officeDocument/2006/relationships/slide" Target="/ppt/slides/slide9.xml" Id="Rf48d2d40023b40ad" /><Relationship Type="http://schemas.openxmlformats.org/officeDocument/2006/relationships/slide" Target="/ppt/slides/slide10.xml" Id="R6a87336c75e848fd" /><Relationship Type="http://schemas.openxmlformats.org/officeDocument/2006/relationships/slide" Target="/ppt/slides/slide11.xml" Id="Ree7055846de94532" /><Relationship Type="http://schemas.openxmlformats.org/officeDocument/2006/relationships/slide" Target="/ppt/slides/slide12.xml" Id="R6dafce6e848d40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ede6d73d884d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b108cf89734963" /><Relationship Type="http://schemas.openxmlformats.org/officeDocument/2006/relationships/notesMaster" Target="/ppt/notesMasters/notesMaster1.xml" Id="Rb7cc9811563243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c5fcc8b3d54c38" /><Relationship Type="http://schemas.openxmlformats.org/officeDocument/2006/relationships/notesMaster" Target="/ppt/notesMasters/notesMaster1.xml" Id="R50b5fa077fb846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4def1dec0d47a2" /><Relationship Type="http://schemas.openxmlformats.org/officeDocument/2006/relationships/notesMaster" Target="/ppt/notesMasters/notesMaster1.xml" Id="R78b543a121174e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37e29758d5487a" /><Relationship Type="http://schemas.openxmlformats.org/officeDocument/2006/relationships/notesMaster" Target="/ppt/notesMasters/notesMaster1.xml" Id="R24641c6015c54d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875182eddc4de6" /><Relationship Type="http://schemas.openxmlformats.org/officeDocument/2006/relationships/notesMaster" Target="/ppt/notesMasters/notesMaster1.xml" Id="R9464dee1d29247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5e39d93819412e" /><Relationship Type="http://schemas.openxmlformats.org/officeDocument/2006/relationships/notesMaster" Target="/ppt/notesMasters/notesMaster1.xml" Id="R32a23d31838243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33ac4913f942c0" /><Relationship Type="http://schemas.openxmlformats.org/officeDocument/2006/relationships/notesMaster" Target="/ppt/notesMasters/notesMaster1.xml" Id="R3e80f9c9cfe545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250e7e41624c3d" /><Relationship Type="http://schemas.openxmlformats.org/officeDocument/2006/relationships/notesMaster" Target="/ppt/notesMasters/notesMaster1.xml" Id="R6372633b39f643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e0c6ba4de347eb" /><Relationship Type="http://schemas.openxmlformats.org/officeDocument/2006/relationships/notesMaster" Target="/ppt/notesMasters/notesMaster1.xml" Id="Rc95cd2a587494e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339b5d95d041c9" /><Relationship Type="http://schemas.openxmlformats.org/officeDocument/2006/relationships/notesMaster" Target="/ppt/notesMasters/notesMaster1.xml" Id="Rd2a27dcd40124d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8c6511136b4f8e" /><Relationship Type="http://schemas.openxmlformats.org/officeDocument/2006/relationships/notesMaster" Target="/ppt/notesMasters/notesMaster1.xml" Id="R5d0497780b614b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455544b42147bd" /><Relationship Type="http://schemas.openxmlformats.org/officeDocument/2006/relationships/notesMaster" Target="/ppt/notesMasters/notesMaster1.xml" Id="R9949f64af6e84d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312. | Estimate the quotient using a nearby multiple. | Each quotient digit must represent a multiple of the complete divisor.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312.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Each quotient digit must represent a multiple of the complete divisor.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384..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Known multiples of 24 make each stage manageable; the quotient is 400.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384.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384. | Each quotient digit must represent a multiple of the complete divisor.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581daf4bd446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c2bc37bbba476c" /><Relationship Type="http://schemas.openxmlformats.org/officeDocument/2006/relationships/slideLayout" Target="/ppt/slideLayouts/slideLayout1.xml" Id="R745f55e6618c4b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5f55e6618c4b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9770c8fe94212" /><Relationship Type="http://schemas.openxmlformats.org/officeDocument/2006/relationships/notesSlide" Target="/ppt/notesSlides/notesSlide1.xml" Id="R18e8fa08af8d4f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be456898c34509" /><Relationship Type="http://schemas.openxmlformats.org/officeDocument/2006/relationships/notesSlide" Target="/ppt/notesSlides/notesSlide2.xml" Id="Rad9803aee54d4e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9664d8fe64fa7" /><Relationship Type="http://schemas.openxmlformats.org/officeDocument/2006/relationships/notesSlide" Target="/ppt/notesSlides/notesSlide3.xml" Id="R187ed57a10324b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205987a0c4e94" /><Relationship Type="http://schemas.openxmlformats.org/officeDocument/2006/relationships/notesSlide" Target="/ppt/notesSlides/notesSlide4.xml" Id="R317fb02c01074b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dce80ee7634e37" /><Relationship Type="http://schemas.openxmlformats.org/officeDocument/2006/relationships/notesSlide" Target="/ppt/notesSlides/notesSlide5.xml" Id="Rf5e929a88cee47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0c82cae0f4e02" /><Relationship Type="http://schemas.openxmlformats.org/officeDocument/2006/relationships/notesSlide" Target="/ppt/notesSlides/notesSlide6.xml" Id="Ra9305fd9724c4e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816b524ed4565" /><Relationship Type="http://schemas.openxmlformats.org/officeDocument/2006/relationships/image" Target="/ppt/media/image.png" Id="R64101331ccc84039" /><Relationship Type="http://schemas.openxmlformats.org/officeDocument/2006/relationships/notesSlide" Target="/ppt/notesSlides/notesSlide7.xml" Id="R94df9d2d6a8a44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ca1d449d8450b" /><Relationship Type="http://schemas.openxmlformats.org/officeDocument/2006/relationships/notesSlide" Target="/ppt/notesSlides/notesSlide8.xml" Id="R1113f14b60844d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def7255c424f17" /><Relationship Type="http://schemas.openxmlformats.org/officeDocument/2006/relationships/notesSlide" Target="/ppt/notesSlides/notesSlide9.xml" Id="R1f69fe18285e4f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a06a17491481d" /><Relationship Type="http://schemas.openxmlformats.org/officeDocument/2006/relationships/notesSlide" Target="/ppt/notesSlides/notesSlide10.xml" Id="Rfa6c1445690240c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1bc5df8f345b8" /><Relationship Type="http://schemas.openxmlformats.org/officeDocument/2006/relationships/notesSlide" Target="/ppt/notesSlides/notesSlide11.xml" Id="R61b1d34965fe4f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b437ab87c548c3" /><Relationship Type="http://schemas.openxmlformats.org/officeDocument/2006/relationships/notesSlide" Target="/ppt/notesSlides/notesSlide12.xml" Id="R8bf7afaabd3e4a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509C3-0624-4759-A3F4-328A77D5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097DB-562E-4010-8E09-8C7B75F1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D62C54-FA47-4490-84FC-0B078D76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022FE0-B574-4860-846D-E19B703C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8E153-024F-4578-BFB6-6E8C0880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75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B18FF-728A-44EA-AF0C-43443F44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12997-7D19-401C-9BFD-503277D1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0E6588-57C2-478D-8C23-7D1DB741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531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by a two-digit number using short division where appropriate.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61C60-D644-4B7A-AE26-B6EE690A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1D16A1-4198-4237-8D0C-8DB8D582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0AE76D-7A49-49FD-A83E-B9F0466A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721274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244BF3-4280-4CBD-980E-BDE62403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16C7B4-4DE0-4BDB-A655-85637D76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86403-C938-4FCE-A0E3-2434DA1F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48035-2938-40B4-86BE-4F8F5259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7B15A-2FA1-426D-9D58-5B7F34A1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CCA20-8030-4B6C-A995-7D7BB74C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3A834-C4CF-468B-B08C-D20EE02C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9EE2B-5E28-4DD9-81F1-03549B4B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70732C-42C7-4839-8DFF-4911F8D5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67FE1-914D-401A-9354-1F1B4C03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AE329E-E711-4F1D-A658-7F2F48FD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B8FECD-1A00-4054-91C7-A9223C4A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5BFFBD-B2A1-4457-A626-B3A53121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83366D-EB34-46E8-A67C-48F207B3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638116-D21C-4E65-8A67-8B7DAAFD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217F7D-023A-466C-908E-F4F35518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4AF4E7-4625-464C-8CB3-4576A216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E690ED-DF1D-4D77-910B-2C5E7B05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CC7E28-2B3A-4878-B9DC-2BEC54A4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74A83D-83C1-4E54-B43C-27388FB7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A3A170-9FD2-46E9-817A-87B02D5C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3,744 / 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D6B6F4-5D31-4B9F-BDF5-A71449B4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734137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506F1B-375E-45DC-A28C-1A76ADBE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8AF57-88E7-4E61-BD0F-B6511FA6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64F8C-13FC-4906-9643-8CD6B461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8385C-9F54-4DFA-BACE-872FA81B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29B51-56C1-46FB-9754-EC675E3A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24BD7-EA5A-4F79-93DD-85FA0532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7FF2EB-18CB-458F-BFCB-A5726EC4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5B158-3103-4A26-897F-BBB9CCB9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197EB-C13C-42CF-AD46-C639ACBF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4BBD7-EA88-4620-AC9C-0921A67C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by a two-digit number using short division where appropriate.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4D60B-B653-4264-BDE6-F94D49C9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F46B1-EB81-4BB3-9535-A459C32D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EFB013-418A-4C5B-83E3-90057859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BF797E-E6A0-4CAA-BA7D-1CFFA934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4FE111-CC86-4C7D-8B48-9B5BBD63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9559835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80FBFF-65EF-4E6D-B0A6-DB1557A7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86DA4-9D72-4C7B-976B-CCCFC3C6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4F811-11D5-4CBC-B1D1-69B659EC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172C2-5D9E-4A06-B5F9-FF15E392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7A682-0B14-4DD8-8F40-948228F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A9DB8-4385-4708-A9CA-399B8ECB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68EE11-6183-4220-96F2-9B6248C5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EB4652-BC61-49FE-B97E-151C2C69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5F544-EDED-414D-BBF9-79A95A00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372184-4893-4300-8309-DF52FC0D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3,744 / 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32E0BB-46B0-438A-901A-E79E2511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38B3E-DDB1-4111-BA51-A28C2C79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BCB1FA-8B93-4485-970E-A7AB9D17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12 times table: 12, 24, 36, 48, 60, 72, 84, 96, 108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07C6E9-A89B-40E4-8275-3A950140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47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230425-0C1C-4DA4-ADCD-167F39BE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349CF5-AF9D-4BA7-B676-540D6597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9557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37 ÷ 12: choose 36 = 12 × 3; write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414FEB-2F53-41F4-A285-7A6C1BE8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289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0AE0F1-BFCF-455D-B818-1B25FAC1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623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627C9A-6369-477E-AAB0-CA036A67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7660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37 - 36 = 1; bring down 4 → 14; choose 12; write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6F5C7F-D566-430C-BD9A-B8AE8B17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00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562D7E-7C78-43E1-807E-0C3A82DD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39A95C-BDD1-44BD-95A0-AC210C60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14 - 12 = 2; bring down 4 → 24; choose 24; write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36B7AD-C622-47C2-8D57-77948428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910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6E6797-D235-436B-A728-88DE6CAB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243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B846FF-8CEF-477E-A08C-55C8536D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Quotient = 312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8587E4-D2A2-4849-A85C-A43D36D8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720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8A7461-99FC-45C4-8DA1-B4D2E021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105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D143AC-3CD8-4C2E-8260-2A7209E8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1967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312 × 12 = 3,744</a:t>
            </a:r>
          </a:p>
        </p:txBody>
      </p:sp>
    </p:spTree>
    <p:extLst>
      <p:ext uri="{BB962C8B-B14F-4D97-AF65-F5344CB8AC3E}">
        <p14:creationId xmlns:p14="http://schemas.microsoft.com/office/powerpoint/2010/main" val="11586266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  <p:bldP spid="28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72B4DF-BA4B-4C14-AF95-1EEDDB24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B5EED-4A8A-4101-81B5-A83ADD41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C4AFA6-EC29-4BE0-BAE3-E4EEA20D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B7050-BEAB-45FF-8816-C1ACA119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816EE-C832-4983-8F93-FB51D068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5B8C0C-FF90-41E4-846D-CE51A16F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BBC21-D9DC-4ED5-B029-B388FB13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0254FF-C60E-494E-90E5-5A8A9E9F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44CEC5-8DA1-4774-8F06-F6471F52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BCE1B-234A-4585-BA68-4A46F9DD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2207C-640A-4A0C-B2A8-51268826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312.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9A66CE-832A-43B1-AA24-D7F72E4D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6AABA-148E-46A9-B978-A0F72B79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97EC3D-4D51-496A-939E-4CD7F9C6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989966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92D29F-E251-477F-85EA-3494545E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936AF-53F6-40D6-B1E8-93046011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AF62A-68B0-4BEC-A28A-E323AF51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318035-428F-4E56-8D78-8E1B8EB7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980E4-E9FC-4C65-A9F4-68ED02C7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21562-9118-4F7E-89CF-0F14A0C3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4702C-745A-4A8C-B4D5-3278B74D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B8F845-6452-4E77-97B6-820B9B2C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4AA692-C5D4-4B9D-9FC4-C0F79007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6B506-0EF6-4EB0-8E5D-0ECD19D9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2048A6-2E3A-4852-B408-D4AA16B1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6BAB02-6E6F-4649-83B4-54CA4218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EDE9EA-A787-4FC6-B348-7122C5B0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A9797D-821A-48A2-9A14-6C4F8328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E20BAC-2A2A-4B30-B2EC-EA00493B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312.</a:t>
            </a:r>
          </a:p>
        </p:txBody>
      </p:sp>
    </p:spTree>
    <p:extLst>
      <p:ext uri="{BB962C8B-B14F-4D97-AF65-F5344CB8AC3E}">
        <p14:creationId xmlns:p14="http://schemas.microsoft.com/office/powerpoint/2010/main" val="13713069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37F605-C5E1-49A2-81E1-B875117B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76A15D-F5A1-45B8-9306-3CE28BC1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7B30B-F1BE-48BF-9053-0E2CEB21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9B9D4-4037-48FE-A6AF-D7934222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22EE4B-6DB6-4854-B5D7-E136B970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6FDB1-6C12-4712-B62D-34C83571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9B186-C82F-4E94-A9FE-FF8E9349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DD0F4-96FC-496F-9E10-65F0AAA0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E7CD8-E3FC-44CD-BA66-8822358F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01331ccc8403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6C3A2B-9743-4B4B-ABD0-D1C42DA5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63DD1-A20E-4E08-B0D4-435C14C2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a one-digit division fact and forgets the full two-digit divisor.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5ADD0A-0CC5-4402-A7C9-73BA824A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FAF16F-D5F3-482F-93C4-1985DA75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0B526C-08B5-4F76-BC48-5D8436F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Each quotient digit must represent a multiple of the complete divisor.</a:t>
            </a:r>
          </a:p>
        </p:txBody>
      </p:sp>
    </p:spTree>
    <p:extLst>
      <p:ext uri="{BB962C8B-B14F-4D97-AF65-F5344CB8AC3E}">
        <p14:creationId xmlns:p14="http://schemas.microsoft.com/office/powerpoint/2010/main" val="9371922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D04843-5AD5-4A9D-82C3-8B1589FB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49C8D1-12ED-46B1-BA91-D18570C2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9E56D-5972-4CC6-9501-F7981AFE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BB94F-526A-4A77-BD69-5EFBCFAD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4D8A12-BF90-42D4-9305-9A5DC585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341F3-CA85-4DF6-9DA9-97ACBB3F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D1957-69EC-4A6D-8E0E-5C06B460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AB5ED-0455-481C-84E1-AC4937CA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B9DB67-67A1-4B9E-92E7-580701E3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7289B-C401-45A9-B0A2-8D079F35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39506-43DF-4066-B8E8-0F95C48B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6B9E8C-F34C-4959-A3AE-F54F8949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5D170C-1584-4BD5-9A6D-B4081312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AFFD9E-83B7-4CB1-8B28-2BAB4756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E3A16B-517A-4E71-B44F-CA9FD6B5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F3AB23-E6AF-4369-8BEB-1F8519EC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549451-2701-4FE8-82C8-99D2AEFA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025406-ECCF-4044-A54B-6CEE1C99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66D1A8-3240-445F-BA42-65328BB4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DB9311-0105-4283-80B6-CD42EFC2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43BE48-43C3-4847-95C8-01CFC53A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8FB32B-3D3E-4A8C-8A7A-240A4415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927808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B8EFDD-420C-4BA0-BC12-F1DC16BE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6CD47-ECF7-4766-9DE6-0537C0A5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E705E-CEF0-42AF-9CCE-47B9F6CA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BD623F-8425-490C-BEB4-ED142071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4E1D5-FD2C-4C9F-8C3D-ADA06B35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DA849-7266-4BEF-A5E4-5DC1F23E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B1DFE3-C556-4384-94CF-D08005A4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10A42-75D1-460A-A952-82352499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1939D4-14B2-4310-BFEA-86A915E5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0BAB1-851B-432B-81AF-FAA99F20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17B15B-95ED-4166-939D-738DDFEF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FF6139-4E07-4738-AC72-EFFA0C30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E10420-6AF9-48BC-92C1-41424991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22F220-5DA9-461E-9D01-956674A6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D84459-89D1-4CB3-8A67-BBFB7860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8555AE-880D-4D6C-9DED-A9A5BE2F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BFBD67-BEB5-4ED8-99F0-ED86AD59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5A87B6-0D16-4648-ABD6-1CF3295A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8C18C1-B479-40B4-ABD9-02391390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FD1C57-63B4-4F8E-B88E-62DA703E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2EA471-FB72-47B0-9CDA-6523117A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783961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7AAD79-C649-49B3-9E3C-F0E2F0B8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794A9-D9BB-4E3F-AD6A-66A0C5C9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81A46E-C34E-432B-8309-94EE5698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E85164-AEA2-4AE2-9E45-E0B4B485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6A105-3B8F-4E2C-A3D6-FB1DDD8C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527755-9693-4F5E-AD3E-C529BDD8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0BB5C4-2960-4E7E-9914-C80B9725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70C28-A674-4459-9196-905F517F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F1FB7A-3729-4A16-9A72-A9CF0C81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3B7E67-8F57-4FFF-B9E3-DC0C8E2A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why short division is efficient for 9,600 /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4E348-9A36-49A6-B147-E116E6D5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89A7C-6D68-4430-B150-90A319DA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CAA9F9-96F8-42F2-966C-469AEB45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Known multiples of 24 make each stage manageable; the quotient is 400.</a:t>
            </a:r>
          </a:p>
        </p:txBody>
      </p:sp>
    </p:spTree>
    <p:extLst>
      <p:ext uri="{BB962C8B-B14F-4D97-AF65-F5344CB8AC3E}">
        <p14:creationId xmlns:p14="http://schemas.microsoft.com/office/powerpoint/2010/main" val="6741921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D8503-49BE-4B8B-B98C-17A5BB7E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0300A-F9A4-4409-A788-C2192A73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9456E3-5BDF-47F7-835B-64BFC09A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7971A-D6C0-46C7-819B-84619A1C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E2F81A-8542-440D-AAAE-F219562D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2E989-98E0-468D-8621-DC082364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C20CBE-EDA6-41A3-AE5E-D4B13839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31C92-267B-4321-934F-33248ED7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EB4C3-1C23-4B3F-BFA4-BFB85D82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F7F35D-5402-4D36-B801-FA4CEF19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2BD71C-F194-489C-9AFE-FC4FD7FA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AD870C-C72B-4102-8AA7-9F0C36C1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EFFE7-DB84-4839-B871-6192A81A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FE0AFF-D0EE-4946-A5FC-9BEBD3E0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61852-D46A-4FC3-9353-4FE209FE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96D4E4-289F-47B3-AD0E-51B516A8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384.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24F8D1-33D0-4865-949C-31F65C67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CCD8DC-5CAB-4C3C-B7BC-27B21898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295791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ADB1C1-9299-434B-B7B6-6F362078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B00F2-8F35-442A-8A6C-3315D545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D8C232-1FDB-45B4-BAF6-DE57D6F4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80FED7-206C-4F71-828B-28892108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FE162-BB77-4A90-8E2E-A2067525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542C9-1F0F-41F2-B08A-099F3712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17C3D-CF39-48FA-8E24-0988D475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0B03B-D1C3-40FF-A90D-B94AF862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9F98E3-162D-4537-908B-34460EE1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5FDCED-EBA0-41F1-8A65-7ECE71AF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7C8AF7-6D54-4735-B7EE-59E03010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063D6E-C6CF-44D2-B1A9-C2D565AB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D0A743-B69C-43DE-9C22-C76A62BD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7A133-A876-44BA-BF9A-ED1F76A0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3B556B-1BF9-4BA5-BBF8-2FE3F513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D40FB7-3C38-4FD1-9123-85278BED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622182-81AB-4FC0-BBE2-F7EE7DBA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a one-digit division fact and forgets the full two-digit divisor.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A06CA6-B1F8-45A8-8C12-07298385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6298A5-9F10-48AF-9709-D70257EB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E6D95F-64F9-4E55-8381-004CBBE9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44C0F2-12D6-47AF-AF73-C574F5A1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D7236F-27F2-4D44-8194-4D715718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511296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2026-09-09T22:13:52.6390000Z</dcterms:created>
  <dcterms:modified xsi:type="dcterms:W3CDTF">2026-09-09T22:13:52.6390000Z</dcterms:modified>
</coreProperties>
</file>