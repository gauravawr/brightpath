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place-value counters, squared paper, remainder context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99 coaches. | Estimate the quotient using a nearby multiple. | A valid remainder must be smaller than the divisor.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dividend, divisor, quotient, remainder, multiple,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A charity packs 9,360 tins equally into 36 crates. How many tins per crate? Answer: 260.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99 coaches.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 valid remainder must be smaller than the divisor.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99 coaches..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288 because 288 x 26 = 7,488..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3,787 / 28 = 135 remainder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4,725 pupils travel in coaches holding 48. How many coaches are needed? Expected: Calculate 7,488 / 26 and check by multiplication. Higher: Create a division with divisor 28, quotient 135 and remainder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288 because 288 x 26 = 7,488. | A valid remainder must be smaller than the divisor.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91715D3-BCE2-4DD4-802B-FCB0C77CB9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2C3FE7F-F62A-4021-9565-1F4BA56666A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CF89149-2ADD-4CAF-90F3-724B69588214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71A448-DE6B-400E-A941-330C2CC1E95A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FD6559-7648-44C9-B313-8816483790C9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4  |  Day 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8BF3A7-EA3C-4B48-87C6-2EAD7E8487B5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3C2C8C5-501D-4E8C-806D-166D45871F13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2477E4-5D22-4773-860D-73B430E51415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F80D4A-8B41-4DC5-A3F9-DFFD25F54F25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select, solve and check division calculations.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E3B92C-927F-4DEE-8588-3468D2637D4E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C8EE8B-B5B9-40DF-881D-5E94F935D60C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119537-1E2F-4D5B-B433-1F9402178B9D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20192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9933715-0A4A-4661-9390-61F8331C10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F8AD25-1125-478C-BF64-594372140FC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1E83AA-EF90-4ED9-B2A3-5DFD51989EB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F287537-530B-4DDE-AAA0-F2DBF9BDB76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2A54CA-55CA-4229-809D-E5B44841153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0E192C-902C-4893-A2D4-8612DFE3A48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2B91D2-51D6-4AAA-9504-D6F6F66DD2F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4EBBA6-7DBA-46D1-B797-016059ED267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D8DD93-4BC1-434C-A808-EB348EEB51A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E08E47-A997-423C-8FAA-6F994300170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43332E1-7160-4C70-AC7E-1372B840586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DF5F2BE-6CD7-48CE-B64C-A2FF007600F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9B423E4-0C2F-444C-95DD-E7F6C50D9E8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818DB6-CF1B-40D4-8224-F339B1930BE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short division by one digit, recall multiplication facts and identify multiples.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41D21E8-1A9B-4D5F-98AD-AC55E7D55BA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107A78D-332C-45E6-8F83-A97536E8C06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0274E0D-37EA-4B64-AA70-0554162AAE8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162A98A-69A1-4725-84A8-F16277BA9A8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4,725 pupils travel in coaches holding 48. How many coaches are needed?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961A4C-B9AE-4F5C-BD88-F1F421FBD73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987226D-C405-4E4D-80C5-F33A416E153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D7F402C-EB70-47BE-A73C-C9561DEF717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C6864CE-2812-4FFF-BF23-C2D673D8306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charity packs 9,360 tins equally into 36 crates. How many tins per crate?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411FC29-9A3C-4712-9D3F-CB94DBA78AB1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04286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A893491-272D-4DAB-977A-CA4B8F05071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F241F0E-27AC-462C-83DF-89115ED4E51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61B31F-2C05-4F13-A9B3-27FD97AA73B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F2AE6D-B0DD-4028-AA32-A34BCB78D44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219178-C8D5-4135-AE33-F34DB05C492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38E29D-2DC1-4427-AE56-8F3786BE904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1A7C83-8FB9-4787-A630-CDBF48AD44D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303BF9-D143-4264-A7F2-E9C02BD75D5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90FDB7-B5EB-4219-9F7F-B7AC15AE033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AEC105-996F-4DE3-BA73-6C95D6B8EBF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22DCCA-8512-42C9-B04D-82227331FF37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select, solve and check division calculations.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07C042-A2B7-4D90-A0BD-A18AD87FE4B8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12C853E-9828-4AEB-BB43-B5E0D2FDE012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quotient using a nearby multiple.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940A79A-C422-41C7-8044-1DCFB16FC83A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one place at a time and record any remainder or exchange.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CEEC5A8-3425-44AD-BD62-BD0F14E98218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7AEE4A-6DF2-42BF-8648-01C782D05DD7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dividend  |  divisor  |  quotient  |  remainder  |  multiple  |  estimate</a:t>
            </a:r>
          </a:p>
        </p:txBody>
      </p:sp>
    </p:spTree>
    <p:extLst>
      <p:ext uri="{BB962C8B-B14F-4D97-AF65-F5344CB8AC3E}">
        <p14:creationId xmlns:p14="http://schemas.microsoft.com/office/powerpoint/2010/main" val="171134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3E83E8E-5AF8-4D91-A945-C57C7D8AF06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D4454F-F4F4-4C91-8724-D0706760E1A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F62EDE-D4C1-4093-85DC-017D814BEAD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493B99A-6ECC-4A5A-8C2E-6004462B76C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9A293E-AAEA-4DBE-B3C3-A9B11FB74AE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AF9DFA-CE0E-44FF-84BC-4F244735B59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4637F2-9FCE-41C6-BCB3-F70BAE00519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B7F430-3A72-470F-BDB3-A1844BCAE33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B837BC-E425-4C3B-821B-6C5FDBFDB80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A8E803-9029-4B9C-A073-0D56A53FC55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DD8513-3DB8-40ED-892A-A9EE2979C6FB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charity packs 9,360 tins equally into 36 crates. How many tins per crate?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DCC9360-4CF3-4C64-9680-6DCC32AC5F10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C1475AD-1645-47F6-8E5A-4D3C9423CF37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A5640D-901D-46F3-B8EE-1A01EF86BABA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BC0976-59E2-4FCA-92A9-B819702AC586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quotient using a nearby multiple.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DCFF99-DE66-4A39-90A4-D4CF73FB308D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BC85588-164A-4131-8375-19A26750DECC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DB80C25-881A-4601-8B0C-22E7DDBEA9A6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2D194BA-3A00-4946-BE9E-018B734577AB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one place at a time and record any remainder or exchange.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A610FB6-ED44-4D05-95F6-156650A078DC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6BAF4E0-50DC-4B97-83AF-124CC07AE616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7D58EF-F96F-4B01-BDA6-04716BDA8089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3D90798-E658-41CB-8E45-9BA1910A402E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the quotient by the divisor to check the result.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82148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056399B-1951-414C-B616-2F60708B61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E27015-2474-4943-BDBC-0030546AD55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A7DEC7-A54D-41D1-9881-19962CC3BBE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84CC33-3404-4ECB-9E2E-EF5EDF05A66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D13EC8-02B6-4BA0-ABCA-EEC94B557C1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EA5080-8EDE-44CD-94E2-28C4B9AC0CE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1B17D2-BCBE-450D-8CD4-9F91B7BA2D2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CEF034-04BA-442A-A14A-C73AB5E0F03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8DEC0A-83F6-41CD-A2C0-3F768E1E1BE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E86A66-B3E7-4004-AC9F-07AF5F8C164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B3D8B1-7263-494A-BF22-9F75342319F8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DDFE1C-5B49-4B41-BF16-92094E2463D9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260.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B31F93-49F8-4ADD-AAA6-5AF942BD7886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1927E8-2B78-4822-A65C-BAB7D6807A6A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D2C927F-6794-4C74-AF20-C37254ABE117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35223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EE79625-20CA-4D85-84B2-14BF7ABFA3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262ED8-BF48-406A-86C0-4B08755C995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DF4143-F751-4FA7-806E-BBA39FE8681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4A304A5-13DE-48D6-A07F-05F95C2E6DB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4862E4-D811-4E9B-BD49-9AEB4CEC427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6F1EBB-5EBD-413B-9391-F1ED676190B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0FFB28-F401-4F72-A0E2-4B91D09DEE1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947832-197C-43A2-87A7-5AD09367E15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8EC4A7-29E8-43A4-9386-7C291239995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B2ABB0-46A9-42C5-8779-0C1BA09A9E8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3ECFE0-47EA-4A86-BE12-773365F8EA6E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4,725 pupils travel in coaches holding 48. How many coaches are needed?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FBC3B-9F9C-4373-B7C6-E7F2B3B8345E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D24D9B-52BF-4FDC-B2B6-CEDC1364E9BA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D0EF83-D46C-49A9-85E9-21AECD432624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AA0022B-648B-4E99-A912-42673D30EE1F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2A32DE-C71B-429C-8025-206FE36D087F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99 coaches.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22625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DB3D57D-3706-40DA-8128-B490926C3A7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B304AA-C066-4D54-8A13-F05B7D384BC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7D839C-19AF-4413-99B0-959651A461C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4A9EFEB-D114-4769-A89F-FCCAA189385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878DEB-6C24-491E-889F-F85B68A8356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627D09-6D67-4CB0-833C-0BA224B1710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8EF626-C155-4200-8205-48F489C1205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657D74-5966-4B9E-8F65-00DCCA97A2F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CF63B5-C1DF-4C3A-9CB8-B8FC1618263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37DC60-372B-4A69-978B-A4DFC304FAB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BBECDCE-C44F-499B-8E1F-AA51BE49D564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1F4F1B-BADB-44CC-909A-914274949C10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accepts a remainder that is larger than the divisor.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86C0FF-C613-46AF-92D8-11ACD729C1E2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51C4D5-FB65-4A9C-91AC-5D62D7D4C1E8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99AC85B-9AB0-4C42-B089-96522C23BA0E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 valid remainder must be smaller than the divisor.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15121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27486202-A5A2-4D4B-BC1D-8210AD8E38C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4FA7F4-B71E-45ED-8B54-252CFAF2CE5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2319CB-FB39-4A3E-AB44-C721DF13BB7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2C99BF5-A726-4CEA-9E17-99F6A051DE2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6B82A7-5B23-4287-B5A2-9D7160F24A0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15D2FD-FE70-4228-98BD-2CDFEC205B3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3D13EF-60C2-4C9C-A0C1-426C01A1DC4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ABC23B-C272-4EF9-AC73-6B20D7E658D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628561-ACA5-4233-8596-075E7C2AB85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9C4D3C-CA79-46CD-85A0-D63C27C9D5C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8CCCA9-411B-4099-B501-0BD3779982B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B377AD9-6781-432B-A048-D1A16B931DD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3E8D01-D327-4496-ABED-8DB6F58E043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4A77E80-A946-4D67-BA67-23C2FC9CFF4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4,725 pupils travel in coaches holding 48. How many coaches are needed?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B24EF46-E710-42F6-A039-F75F4E81222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226A28C-EEFC-42F2-9F85-FF929BC487A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F1845D7-3750-4C79-8643-8928C0EF737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7B572D9-9CB1-44DF-AFAD-43FB50397AB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CE4BE7C-BE7C-4EC2-8601-DD5DAB210B8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C61DB92-F84F-410F-91ED-12DD5E44B73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978B71-C150-40D6-99D9-1DE1BFB68B9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EEF5989-17C3-49A0-8B87-9F961BF21B7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99 coaches.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6D0FCBC-061B-4AA8-B888-44158FF9315B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878387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EB15010-E466-47B0-AC6A-EDB37842539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E006FE0-482A-4A39-977F-A97CC7BB1EE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CFBAAD3-E531-45AD-ABBA-C6D83451E47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750BAF2-6517-4D8C-9D90-6E4EEE06206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37F982-1DD0-4619-8BE9-BDD3CBC962B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694223-894D-459F-8F27-82CD4187FA5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7A39E7-A4C8-497C-ADCE-10CF386DC67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E0A445-87FE-4C5D-AAA3-2C6651882BC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167C29-AB42-4A4B-947E-B401A2765E6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A293EB-08A1-4FB2-B1EC-E7CBEC33F44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41DBBA2-B677-4CD4-BE9E-D86BE36B10B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072855A-4ABA-429A-ACD9-24396B34C22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0C357D-1FF6-45D1-8B8E-C957823F87E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AAD7B0-7743-4A39-BC2A-B96C75A8680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7,488 / 26 and check by multiplication.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FFC8C09-89BC-4837-916F-7E0FEC01C4F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D691FC9-EC04-4C18-9123-E85F54F69D4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B7C63-AA9E-4C00-A4BD-B3A43D5365D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2379E0-B50F-46DA-9789-5B0E2D1A0F9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2380327-01AC-4278-9132-105BAB7E09C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3BA77D9-EEF6-4C58-ADE9-D246C2A77E1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8EBBC2-C3A7-47D1-86C8-E792A8AB620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F79A688-2E02-4590-B792-31D225CA035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73063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494F1E8-0C0B-4BFF-93B8-B8685B00BE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E522718-A862-4355-830F-2E0DC600F8E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C06619-9AF1-45B6-95E8-8711B4CFDEA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121B274-EC30-48EA-8B44-B1E520F43DC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2CF3D1-BCFC-4F50-B24C-3598A0255A5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6EC3EF-AA49-4CD7-84CF-9037DC589B0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BD4F35-CBAB-4432-97FE-A4DCE1D7790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FEE4FC-67FC-4ED5-8065-FBC470D613D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36AEAC-E6D4-4066-9093-091BD6674DB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14D78A-C36B-4003-A939-23E8C6FD23C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3AD2EC-ECD1-4E93-B441-411B18C98660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 division with divisor 28, quotient 135 and remainder 7.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E343026-42CA-408F-AE08-E7A8079147DC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88DC10-8D55-4C0A-B80F-179B570295C9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83D283-507F-42A5-B594-235D415E61D0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3,787 / 28 = 135 remainder 7.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1738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31F6E498-DD37-4EE4-91DD-0FD241098C6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783FF5F-4A42-49AF-BBD7-2A5545D4715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D48586B-73BA-40E0-BB0E-387728A0F6B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CEF0465-CED3-4B65-892A-BAFC71A8ACB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4B7DCC-2879-4D21-A3A3-1F782F7915C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AEEE2-E8B7-476F-B065-1669710D3E0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3F7972-BFBF-4587-B7A1-0D5B681063F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36C716-BC1C-4323-9975-BB6624C8F62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D31837-7F04-4148-BFCF-7277CDF7377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600AEB-CFBA-494C-83C9-02D4741F245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8F996E-B0AD-4DF8-A302-DDBFFBA99EC8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42203C1-88AF-4B7F-AC39-BAB0623962D4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2F3E25-4EED-43CD-A34C-08528E9EA0EB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8AD1AB-374E-4DA7-A63E-7FFC60F8E2E6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DBE64E-F5FE-4A99-933D-FA7AE2692C1A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0451CA-6F88-4BE8-A178-E47E87712FCC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2CEEF99-D257-48D0-9627-61ABCFC15EE9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0B37DD7-AA64-4DFE-A13B-99EE10722648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C3CD8C-B708-4359-B10B-9FE1BF914C07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0A90C6D-C531-443D-AC03-3F510E230E53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65B109C-CCF5-4330-9620-6DC07DCAC9E2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F868B35-6627-4B54-98E4-AC1F4A543A97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2360EB3-11BF-4582-A7C7-F5BF3E05D5FE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38BB7B-9C19-443E-A8B3-D9DDDFC192F2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FD32A05-0FBF-42A9-B6F0-C5C4D39B2F18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B1E8336-E6D9-48B4-B072-20D0B45FAD90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6415436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B630DBEA-EBDB-4283-B860-24F36C6B1F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F74239-AED8-4416-A220-F6B450D51AF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4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B12D0B-22D8-4AF1-B467-7FDE087CAEC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372E70E-4574-4203-B26B-B7C2F2E3071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154C60-0389-46E3-9DF5-A8292F6D134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3E5174-3356-444B-A960-33450183C2F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108BCC-6405-4537-B7B8-DC76DB0042B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D769A6-82D5-42F0-BEEC-BFCC498E5C5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6D6E1A-0064-4640-B2D8-8C833A738DE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ED398E-A5EB-4753-949F-5092198003C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2DD043C-1A6B-486B-932F-7FB732EFC83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E8E5FC8-2403-4BCA-917B-9E302F5951E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825385D-4F2A-4128-827A-B049F2EC593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C8A8C0-8593-43F5-871B-8330F81500B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7,488 / 26 and check by multiplication.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BC4D01E-D700-433F-9AA7-E4F5D4A36B2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D659195-BEF2-432E-B475-8632605499B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4932770-D313-4359-AD61-B338CC22DA1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B3A8CFC-9F9C-44D3-9BE4-F66E25B7EDA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accepts a remainder that is larger than the divisor.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3952996-7256-4509-8018-2C3512F22D2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73EA497-F365-4378-8E3B-458D298E186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125722F-E8A0-4A0F-B8CB-8311137FE62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1C4D616-F3A5-4D41-8014-B96A0F85A6A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E2FCA94-1E5B-4C7E-A5B8-9FF85C9E103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88617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1353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2026-09-08T22:36:08Z</dcterms:created>
  <dcterms:modified xsi:type="dcterms:W3CDTF">2026-09-08T22:43:39Z</dcterms:modified>
</cp:coreProperties>
</file>