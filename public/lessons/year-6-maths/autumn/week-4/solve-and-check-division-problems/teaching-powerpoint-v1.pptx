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60d07cb1ae4c2b" /><Relationship Type="http://schemas.openxmlformats.org/officeDocument/2006/relationships/extended-properties" Target="/docProps/app.xml" Id="R96ac1a74bedb4e42" /><Relationship Type="http://schemas.openxmlformats.org/officeDocument/2006/relationships/officeDocument" Target="/ppt/presentation.xml" Id="R9bd39120b15c4ba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a44d17f675441c"/>
  </p:sldMasterIdLst>
  <p:notesMasterIdLst>
    <p:notesMasterId xmlns:r="http://schemas.openxmlformats.org/officeDocument/2006/relationships" r:id="Re7ed66a573c24f0a"/>
  </p:notesMasterIdLst>
  <p:sldIdLst>
    <p:sldId xmlns:r="http://schemas.openxmlformats.org/officeDocument/2006/relationships" id="256" r:id="Rf972cf40fc3a4a13"/>
    <p:sldId xmlns:r="http://schemas.openxmlformats.org/officeDocument/2006/relationships" id="257" r:id="R56723c9f009e4373"/>
    <p:sldId xmlns:r="http://schemas.openxmlformats.org/officeDocument/2006/relationships" id="258" r:id="Rec94d7f31db6461f"/>
    <p:sldId xmlns:r="http://schemas.openxmlformats.org/officeDocument/2006/relationships" id="259" r:id="R5f7a2e7023b74a2e"/>
    <p:sldId xmlns:r="http://schemas.openxmlformats.org/officeDocument/2006/relationships" id="260" r:id="Rbd019387ab7a4973"/>
    <p:sldId xmlns:r="http://schemas.openxmlformats.org/officeDocument/2006/relationships" id="261" r:id="R869047a5e29d4e44"/>
    <p:sldId xmlns:r="http://schemas.openxmlformats.org/officeDocument/2006/relationships" id="262" r:id="R7f46be42484f4077"/>
    <p:sldId xmlns:r="http://schemas.openxmlformats.org/officeDocument/2006/relationships" id="263" r:id="R8f1ddb4d139e4de3"/>
    <p:sldId xmlns:r="http://schemas.openxmlformats.org/officeDocument/2006/relationships" id="264" r:id="R881b0a9172154a51"/>
    <p:sldId xmlns:r="http://schemas.openxmlformats.org/officeDocument/2006/relationships" id="265" r:id="R96b5342d0b8145c1"/>
    <p:sldId xmlns:r="http://schemas.openxmlformats.org/officeDocument/2006/relationships" id="266" r:id="Rd5db768d767a4b6e"/>
    <p:sldId xmlns:r="http://schemas.openxmlformats.org/officeDocument/2006/relationships" id="267" r:id="R622b85f4eb29489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f157b76e4248ef" /><Relationship Type="http://schemas.openxmlformats.org/officeDocument/2006/relationships/slideMaster" Target="/ppt/slideMasters/slideMaster1.xml" Id="R25a44d17f675441c" /><Relationship Type="http://schemas.openxmlformats.org/officeDocument/2006/relationships/notesMaster" Target="/ppt/notesMasters/notesMaster1.xml" Id="Re7ed66a573c24f0a" /><Relationship Type="http://schemas.openxmlformats.org/officeDocument/2006/relationships/presProps" Target="/ppt/presProps.xml" Id="R24a8d2c4473349cf" /><Relationship Type="http://schemas.openxmlformats.org/officeDocument/2006/relationships/tableStyles" Target="/ppt/tableStyles.xml" Id="R8df24556426a43e0" /><Relationship Type="http://schemas.openxmlformats.org/officeDocument/2006/relationships/slide" Target="/ppt/slides/slide1.xml" Id="Rf972cf40fc3a4a13" /><Relationship Type="http://schemas.openxmlformats.org/officeDocument/2006/relationships/slide" Target="/ppt/slides/slide2.xml" Id="R56723c9f009e4373" /><Relationship Type="http://schemas.openxmlformats.org/officeDocument/2006/relationships/slide" Target="/ppt/slides/slide3.xml" Id="Rec94d7f31db6461f" /><Relationship Type="http://schemas.openxmlformats.org/officeDocument/2006/relationships/slide" Target="/ppt/slides/slide4.xml" Id="R5f7a2e7023b74a2e" /><Relationship Type="http://schemas.openxmlformats.org/officeDocument/2006/relationships/slide" Target="/ppt/slides/slide5.xml" Id="Rbd019387ab7a4973" /><Relationship Type="http://schemas.openxmlformats.org/officeDocument/2006/relationships/slide" Target="/ppt/slides/slide6.xml" Id="R869047a5e29d4e44" /><Relationship Type="http://schemas.openxmlformats.org/officeDocument/2006/relationships/slide" Target="/ppt/slides/slide7.xml" Id="R7f46be42484f4077" /><Relationship Type="http://schemas.openxmlformats.org/officeDocument/2006/relationships/slide" Target="/ppt/slides/slide8.xml" Id="R8f1ddb4d139e4de3" /><Relationship Type="http://schemas.openxmlformats.org/officeDocument/2006/relationships/slide" Target="/ppt/slides/slide9.xml" Id="R881b0a9172154a51" /><Relationship Type="http://schemas.openxmlformats.org/officeDocument/2006/relationships/slide" Target="/ppt/slides/slide10.xml" Id="R96b5342d0b8145c1" /><Relationship Type="http://schemas.openxmlformats.org/officeDocument/2006/relationships/slide" Target="/ppt/slides/slide11.xml" Id="Rd5db768d767a4b6e" /><Relationship Type="http://schemas.openxmlformats.org/officeDocument/2006/relationships/slide" Target="/ppt/slides/slide12.xml" Id="R622b85f4eb2948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e6393d26964e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daa0d6760c429f" /><Relationship Type="http://schemas.openxmlformats.org/officeDocument/2006/relationships/notesMaster" Target="/ppt/notesMasters/notesMaster1.xml" Id="R2a03d96d412d4e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10226268604e3c" /><Relationship Type="http://schemas.openxmlformats.org/officeDocument/2006/relationships/notesMaster" Target="/ppt/notesMasters/notesMaster1.xml" Id="Re77b12830c9247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17ae9d187743e3" /><Relationship Type="http://schemas.openxmlformats.org/officeDocument/2006/relationships/notesMaster" Target="/ppt/notesMasters/notesMaster1.xml" Id="Rf97fe75da95b43e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25820bfc40e4eff" /><Relationship Type="http://schemas.openxmlformats.org/officeDocument/2006/relationships/notesMaster" Target="/ppt/notesMasters/notesMaster1.xml" Id="R38ab7b308cef4d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9b35647d950450e" /><Relationship Type="http://schemas.openxmlformats.org/officeDocument/2006/relationships/notesMaster" Target="/ppt/notesMasters/notesMaster1.xml" Id="R4b2392b95fd64db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cdc6bc04e7949a3" /><Relationship Type="http://schemas.openxmlformats.org/officeDocument/2006/relationships/notesMaster" Target="/ppt/notesMasters/notesMaster1.xml" Id="R643a461a7d9449f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8596e5d822740d5" /><Relationship Type="http://schemas.openxmlformats.org/officeDocument/2006/relationships/notesMaster" Target="/ppt/notesMasters/notesMaster1.xml" Id="R5cc9186e2e04462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e069140322c431f" /><Relationship Type="http://schemas.openxmlformats.org/officeDocument/2006/relationships/notesMaster" Target="/ppt/notesMasters/notesMaster1.xml" Id="Rfe6153b23e8a44e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e26c188c70c42f3" /><Relationship Type="http://schemas.openxmlformats.org/officeDocument/2006/relationships/notesMaster" Target="/ppt/notesMasters/notesMaster1.xml" Id="R1b46eb3ee56c4e5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513dc308c67440c" /><Relationship Type="http://schemas.openxmlformats.org/officeDocument/2006/relationships/notesMaster" Target="/ppt/notesMasters/notesMaster1.xml" Id="R14de12b0aa6e4e2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92992d39ed04330" /><Relationship Type="http://schemas.openxmlformats.org/officeDocument/2006/relationships/notesMaster" Target="/ppt/notesMasters/notesMaster1.xml" Id="R300310a0172e452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3fe69582a064039" /><Relationship Type="http://schemas.openxmlformats.org/officeDocument/2006/relationships/notesMaster" Target="/ppt/notesMasters/notesMaster1.xml" Id="Re344aa7499e141a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Multiplication grids, place-value counters, squared paper, remainder context cards.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99 coaches. | Estimate the quotient using a nearby multiple. | A valid remainder must be smaller than the divisor.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dividend, divisor, quotient, remainder, multiple,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260.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99 coaches.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 valid remainder must be smaller than the divisor.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99 coaches..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288 because 288 x 26 = 7,488..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3,787 / 28 = 135 remainder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288 because 288 x 26 = 7,488.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288 because 288 x 26 = 7,488. | A valid remainder must be smaller than the divisor.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b36508ce4e4eb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222f3badcd4bd0" /><Relationship Type="http://schemas.openxmlformats.org/officeDocument/2006/relationships/slideLayout" Target="/ppt/slideLayouts/slideLayout1.xml" Id="R1f7691e5cb0644d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7691e5cb0644d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42ac2757de47e2" /><Relationship Type="http://schemas.openxmlformats.org/officeDocument/2006/relationships/notesSlide" Target="/ppt/notesSlides/notesSlide1.xml" Id="R5da6939db27f4e3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f34a9d9eda4562" /><Relationship Type="http://schemas.openxmlformats.org/officeDocument/2006/relationships/notesSlide" Target="/ppt/notesSlides/notesSlide2.xml" Id="R943e8a70f1ef489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9a0b9904684b9d" /><Relationship Type="http://schemas.openxmlformats.org/officeDocument/2006/relationships/notesSlide" Target="/ppt/notesSlides/notesSlide3.xml" Id="Rc835804aca54470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e8eeff709c4bdd" /><Relationship Type="http://schemas.openxmlformats.org/officeDocument/2006/relationships/notesSlide" Target="/ppt/notesSlides/notesSlide4.xml" Id="R8b44bfcbd0a041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e67db8a1524a58" /><Relationship Type="http://schemas.openxmlformats.org/officeDocument/2006/relationships/notesSlide" Target="/ppt/notesSlides/notesSlide5.xml" Id="Ra1a6754eb8554b9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2630dff4fb438c" /><Relationship Type="http://schemas.openxmlformats.org/officeDocument/2006/relationships/notesSlide" Target="/ppt/notesSlides/notesSlide6.xml" Id="R792c35ae5222494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52dbe36ca94714" /><Relationship Type="http://schemas.openxmlformats.org/officeDocument/2006/relationships/image" Target="/ppt/media/image.png" Id="Rcbc22698502447be" /><Relationship Type="http://schemas.openxmlformats.org/officeDocument/2006/relationships/notesSlide" Target="/ppt/notesSlides/notesSlide7.xml" Id="R3e5ac569513a431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dc0eb886ec402b" /><Relationship Type="http://schemas.openxmlformats.org/officeDocument/2006/relationships/notesSlide" Target="/ppt/notesSlides/notesSlide8.xml" Id="Rba520a062a7648b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be864346c7432a" /><Relationship Type="http://schemas.openxmlformats.org/officeDocument/2006/relationships/notesSlide" Target="/ppt/notesSlides/notesSlide9.xml" Id="Re8d0933b67cb496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df23b1e55849b5" /><Relationship Type="http://schemas.openxmlformats.org/officeDocument/2006/relationships/notesSlide" Target="/ppt/notesSlides/notesSlide10.xml" Id="R4fbd7d5a046f4f5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dfbef63fc04491" /><Relationship Type="http://schemas.openxmlformats.org/officeDocument/2006/relationships/notesSlide" Target="/ppt/notesSlides/notesSlide11.xml" Id="Ra11c6483a3b840a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522cb492fb4085" /><Relationship Type="http://schemas.openxmlformats.org/officeDocument/2006/relationships/notesSlide" Target="/ppt/notesSlides/notesSlide12.xml" Id="R0b3939be95cf4e9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9B0671-1E5B-4002-B319-125F12AE0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FDE9ED-8FF2-444B-884A-5CC0FB7B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38A524-84BE-4DC7-A48C-DB21EE4D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016739-D942-45BB-9562-565BEB68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CAA3D6-AE1F-4CCE-A9F3-DE1C6B713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5E8E78-C486-4C36-B3D1-23735104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135944-35CD-41D5-AC28-C6E548BE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1DB87D-5B33-4F52-9659-55E27A02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select, solve and check division calculations.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B9B266-08FA-4161-87D7-710EBEE5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38955F-3A17-49E9-AD92-E2A63C927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9A1FA9-D50D-4A31-835A-5CEEC007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7128824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BFB599-C188-461D-9DEA-E54A623D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A037CB-4F8D-448A-97B4-F68F2D921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002F37-A4B4-4F25-BE59-18E36F6B5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3135A9-91A9-4A2A-A33D-F2826BBC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E0F9E6-3456-4E45-8425-46D66013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74EB4B-D51D-49B5-AEBF-7C24DD91B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5CE0E-B5F0-4E21-AAB6-4A53FBED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1D9BB9-296B-4396-BFFB-564F73A6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F72B74-F62F-4A57-B0E2-FD6838E0C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0B7501-AEF1-49F3-9F88-32EE1340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4DECA9-ADA6-4F46-83A1-04CD30C3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8DA8AC-1267-42A2-9820-75A91B2DC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B6C464-2249-4C1C-B26F-32C5B804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short division by one digit, recall multiplication facts and identify multiples.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6BF770-DEB5-43FC-9C6A-92A3CCE4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19728F-9636-4B5D-AB7C-402D0BD1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887E54-FDFA-4F6C-9232-1A8A3C75A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AC8687-ADE1-420B-95A7-2B906E4B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4,725 pupils travel in coaches holding 48. How many coaches are needed?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3D416B-72F9-4326-A9F0-438E3B36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3D99DE-9210-4A61-B414-BFDD3A944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1AE258-F6E3-428F-963A-E582EAE7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EF509B-D587-42FE-8E29-7118204CB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charity packs 9,360 tins equally into 36 crates. How many tins per crate?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FD599B-BB6F-468E-8BE5-063BA226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38512478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0D50FE-6D16-422E-BA61-152423E1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803A84-4263-4DA8-84A6-DC995EB5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5C4943-30A2-4AEF-A925-7136A965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45B843-717D-4D9E-9E87-C122C2463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D2AF89-C2AB-40DC-9351-9409D481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036C55-3B15-46AE-A9FC-5F6F6C29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3C3038-A37D-4E57-AD6F-33C57439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B24A76-71C8-456C-B21F-3D0D735D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67A86D-7FE4-4959-A7AB-13671D08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026606-D581-4231-BA02-78764C4F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select, solve and check division calculations.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5F0EA4-FF22-44DB-B215-B9B792D6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7AE88F-1D89-4E0F-A3F4-C427926A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quotient using a nearby multiple.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588735-390C-4592-B90C-CDCF9489E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one place at a time and record any remainder or exchange.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24C393-1316-4A78-A058-343DD31F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Multiply the quotient by the divisor to check the result.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FA3E17-B642-4762-B242-166A9A14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dividend  |  divisor  |  quotient  |  remainder  |  multiple  |  estimate</a:t>
            </a:r>
          </a:p>
        </p:txBody>
      </p:sp>
    </p:spTree>
    <p:extLst>
      <p:ext uri="{BB962C8B-B14F-4D97-AF65-F5344CB8AC3E}">
        <p14:creationId xmlns:p14="http://schemas.microsoft.com/office/powerpoint/2010/main" val="13044893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0693A8-BF34-4014-8E68-EF2FE0B5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79A4B7-6DAC-4446-9730-CC3E43800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D5AC3B-A782-41ED-8519-06F839292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66CB09-BE47-4F36-B9DF-6F1EBAD51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C3285C-F7BF-493E-B5CF-AB375A82D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0CE715-2C44-4EA1-A07F-6119FD0D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6B835F-069B-4912-8218-FB309E64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55D97B-231F-481E-81BA-C6462119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B9BCDC-E47C-455F-B46C-A320CDADB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684509-666D-42FD-A813-9AAE56463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charity packs 9,360 tins equally into 36 crates. How many tins per crate?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656175-59F4-43CB-9737-71C1E398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B2BD21-93C4-4D2A-B764-0498B026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C115E5-FFD7-432B-BAD3-9D08A9C3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Estimate the quotient using a nearby multiple.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CE712C-D61A-46DA-B512-9C2A894E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FBD958-0430-4D0E-84A3-4CFAF675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55D458-16CA-410A-A200-E03B0999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Divide one place at a time and record any remainder or exchange.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BF142D-A595-4486-930F-9C144DC0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AF568A-9DCB-4BCC-99B0-402FC5AAA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4F8ADF-DFBF-46C6-A7C7-E2C8FCC3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260.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41569B-89A8-41DD-A415-7AAADD6FD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673C24-65AF-4DC3-B4D5-18C7F8ED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E6979A-CE7F-47D9-B03C-B04C2EB7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Multiply the quotient by the divisor to check the result.</a:t>
            </a:r>
          </a:p>
        </p:txBody>
      </p:sp>
    </p:spTree>
    <p:extLst>
      <p:ext uri="{BB962C8B-B14F-4D97-AF65-F5344CB8AC3E}">
        <p14:creationId xmlns:p14="http://schemas.microsoft.com/office/powerpoint/2010/main" val="19330059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68D188-B31E-4EAD-95C2-B1E64DA6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15DC9-5A0B-411C-9576-B9362E1A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AD77DB-6F46-4C4D-8A43-60D5E648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02CF6E-1216-4E60-9383-C78EE35A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0060EB-42BD-4088-AEE3-0C5CC28B8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7D12D-65DF-423B-BB48-418422960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958370-AF1D-42A7-B890-E62D22A63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E175FC-54DC-40B3-9A92-A658FEF9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07925C-BC3E-436F-B4E4-1E4436EB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A51CBD-84F3-43BF-9850-D577A292B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763DD0-F190-4285-A7CC-B517DB60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260.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14DA32-71F0-4316-BC33-4A50A99E5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6D0819-204C-4053-9013-0A460268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Multiply the quotient by the divisor to check the result.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5E72BF-D0F9-4288-A2CC-30C35BA67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56943891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74D994-528A-4C89-B1E8-DC3F70B03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6594F7-0864-4D94-AAFA-FBCB47E1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689A80-EF97-47AB-A998-F989DD72D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F86131-7191-41A0-96F1-03143B78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9FE424-E2D6-4A61-9C10-9E64CC9AE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0B7BA-186C-4EDC-A5DA-B4BB6B644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2D982F-7E08-45A8-B7C3-B939D447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A8E83B-E432-4C8D-9582-4B9F5CE83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6F6DC1-B8C0-4E33-9A99-C0D91A20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957327-2E25-42F7-B775-0EC48036F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4,725 pupils travel in coaches holding 48. How many coaches are needed?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AB8D0C-18A0-45B6-B4E1-625C7B6D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B3ACD8-23F5-4341-A6F7-E554A35E1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7A81BE-D1F7-4A8C-BAB3-2A295F46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765402-7BE2-44F7-A29F-4B411023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113390-32A8-470C-835F-5961FDFA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99 coaches.</a:t>
            </a:r>
          </a:p>
        </p:txBody>
      </p:sp>
    </p:spTree>
    <p:extLst>
      <p:ext uri="{BB962C8B-B14F-4D97-AF65-F5344CB8AC3E}">
        <p14:creationId xmlns:p14="http://schemas.microsoft.com/office/powerpoint/2010/main" val="10084331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31B293-5C47-4B35-8ABA-B3489ABB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8D52F2-886F-4B50-BFD1-B31873D0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E79227-D54A-4AED-94A7-8019E85A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E700D-31BB-4247-80C4-0249369B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83542D-F541-4825-A232-97A80A27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45DCE1-4F0E-42C2-9D55-380737688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49B165-1115-4DA3-BD0E-331654B74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42083F-3AC5-4A88-9E95-A1E9B913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9DDA14-CB30-4EA8-A0FF-0FDE7F123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c22698502447be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09B58B-35E2-4E65-8CBA-AFA74D04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522AC2-474C-444A-BA93-A61C74B2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accepts a remainder that is larger than the divisor.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6391BA-0DC1-475D-9BBA-335460185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C4B293-C8B0-40D2-8034-041EB37F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DF9DA1-5F30-45E6-B8C8-7C8D22EB2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 valid remainder must be smaller than the divisor.</a:t>
            </a:r>
          </a:p>
        </p:txBody>
      </p:sp>
    </p:spTree>
    <p:extLst>
      <p:ext uri="{BB962C8B-B14F-4D97-AF65-F5344CB8AC3E}">
        <p14:creationId xmlns:p14="http://schemas.microsoft.com/office/powerpoint/2010/main" val="13477845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1147AC-48B2-4539-836A-3A2AE25C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83F4F-51F9-4905-A2D5-C43AAE33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767177-6844-47B7-B28B-BC0A714A8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8740AC-C1ED-4C57-9295-99AC85D41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1BBB22-3336-43BE-955E-CBC25CF6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5AF14A-9B74-474C-91BA-721813A0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469123-1FB8-4FC8-BB23-FC961B08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0DEB5C-EB4E-4B07-ADBF-E915434C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AA5C65-0707-4C1C-910C-1EC0BC15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82880C-88C8-4448-96EF-142691439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FF3D80-5FC8-42A3-B917-2D973A24C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C111EF-EB16-449C-A366-BE9F0DE21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8280AA-9131-47CE-B6F9-A087594E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4,725 pupils travel in coaches holding 48. How many coaches are needed?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6BF761-1287-48F3-A559-1648276C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F1A050-C417-4103-9A70-52DA95D7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E098D7-4807-4FAE-A5A7-6E35B3FE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47BA33-667F-4394-A036-D31AE3E9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BB53CE-182B-4725-BFAF-0D6F2361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642D33-815E-4D2B-A6BD-F5E818598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EFFDAF-C119-4352-8B50-05DD1C99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8D2F8C-1519-45EB-9075-2E623CFA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99 coaches.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A406A9-46BF-4472-9061-31DD7EFA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2140506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A00F46-B88A-4CF2-8525-302D52FE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782B9E-A179-45A2-BA8E-0B11A52A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1AE2C4-27CB-4E66-9398-5D255A794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846E66-4B0E-49A7-ADE1-50196E655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BC0C0A-40A7-4196-8117-3CB858DF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95B29A-1249-413F-B611-B02D72A0C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C6A97B-B446-4EE6-8AE9-347CBACF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DF8A98-FC0C-4B08-A650-DD674551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627B4E-23D7-453F-B99C-46DCE61D1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A42555-B636-44AB-92B9-D7C11C69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F3923F-2880-44D2-BA8A-5FE2BDFE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A85190-917A-49C4-AE2F-76C51D04F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98BD6F-A865-4A15-BB1A-4C0D49F0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7,488 / 26 and check by multiplication.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747741-1AB5-4091-80C8-70452664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04ADA8-38BB-400E-ADA8-803D3DF9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F57C65-4FFC-4EB4-B237-411A2453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5818DE-2D47-4745-A510-429DE4FB3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78F84A-DB03-4125-889A-E37154443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EBDD3C-D2CD-430F-9A79-EB98FE3F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8B1A39-F569-4864-9C01-928FE3227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554EF2-5743-4443-A132-E6F62ECF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594755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D13908-B88B-4CBA-ACCE-DA6B9CAB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64A242-5A10-45C8-864B-24CB75EF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51A0F6-C4B6-4E3D-B013-48A8C26A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310BB5-E854-4E43-B2D9-03CFB47E3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298DF-9D0E-4699-9D37-C152FDE3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8BEEAB-E8A1-4335-A68C-3844F361F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DEFC5F-E7E0-499C-8ECE-637F75E51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BDDF2A-F9FA-44EB-A6BD-0CAE81614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63769C-562F-4858-8E50-60CBB1F6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DB96EA-0E2E-4CDF-A059-429EDDD5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a division with divisor 28, quotient 135 and remainder 7.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9F8DB1-00C8-4958-B2BB-38CA93341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538B42-82F0-40DD-A16A-8F6AFA02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BA9DDF-A41A-4FBC-87CF-17F84CEC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3,787 / 28 = 135 remainder 7.</a:t>
            </a:r>
          </a:p>
        </p:txBody>
      </p:sp>
    </p:spTree>
    <p:extLst>
      <p:ext uri="{BB962C8B-B14F-4D97-AF65-F5344CB8AC3E}">
        <p14:creationId xmlns:p14="http://schemas.microsoft.com/office/powerpoint/2010/main" val="86425751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848149-D820-48FA-ABC4-4D67B384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7D3E79-C5A4-4A6E-A7C5-18419945F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A0FE31-E28A-4322-8879-45C4D521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31F100-71ED-49C6-BF9B-E221EA9F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F47DAE-7BF2-4A98-8F36-D352995B3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406E44-AEE2-415B-8316-4A95A2F80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4A1BAB-7F7E-412D-9C65-097C8B73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78F629-12BF-44E8-8BD9-BE13D821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2E6F05-EDF9-447F-96D2-B53E35F15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3610D0-D158-451A-876F-439E28DB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D78354-6E74-4DAF-B02A-9F43A32A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F1B1A3-D01B-4B31-956E-48DC4EFDD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7,488 / 26 and check by multiplication.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77E58F-6964-4193-88EB-8124F95A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CB21E2-6347-4EA5-B2C0-166686DF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734A3A-5D6E-47A0-B5C6-49F4D4825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BC6333-A74B-4562-BFA4-5217880F9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6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288 because 288 x 26 = 7,488.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3F1DBA-C7DF-4250-ADD5-34402164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57B16A-0CF5-49EB-8206-8A6C1164A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4602701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FEB1B3-BF1D-4C8E-A1A0-8E5D94EB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4FDE64-02F1-4DC9-82F3-A4B96FB0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F3BD5F-0E8B-4E59-92B1-7628EB37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8C3656-97C9-4AF6-8C61-11B58A97F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9BA415-D1AB-48C9-877E-4AE4CFB7D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390CD4-166B-489B-BE09-9A07B203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928387-318E-4622-9591-5D606B47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5D2FC0-C660-4846-AD76-06817C346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3642D7-353B-455E-AE41-2E6EA5378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and check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70769D-EB92-48CF-AF1E-2D068C5A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92A564-7A92-4856-BF98-4B8FB680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A4E1B7-641A-4DE6-AE6B-8C76D6F85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9753CE-076D-469E-8EAB-3E8A0F24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7,488 / 26 and check by multiplication.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835FF4-A6C4-40AB-9F1D-2BB796EDC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FD48B0-C028-4274-B9F7-C01D5976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634040-F579-4AFA-AF62-AA187660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CF419F-6BEF-4998-BF02-C0FA1185C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accepts a remainder that is larger than the divisor.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55A973-ACBD-4415-9992-C0E00012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167F09-D4EF-41D4-AF11-B0C06C1AD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6C3036-FDE9-477D-90A9-8F3C0080A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F0C359-BEA2-4D44-B8EF-4B0C2B85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AAD97C-8001-40BC-8021-639AE84A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2178999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2026-09-09T20:45:18.2460000Z</dcterms:created>
  <dcterms:modified xsi:type="dcterms:W3CDTF">2026-09-09T20:45:18.2460000Z</dcterms:modified>
</coreProperties>
</file>