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arima Sharma" userId="c5ca40beb9a8554c" providerId="LiveId" clId="{2265D429-760C-4FF0-9653-4AF4BA9B0970}"/>
    <pc:docChg chg="custSel modSld">
      <pc:chgData name="Garima Sharma" userId="c5ca40beb9a8554c" providerId="LiveId" clId="{2265D429-760C-4FF0-9653-4AF4BA9B0970}" dt="2026-09-09T11:04:43.018" v="59"/>
      <pc:docMkLst>
        <pc:docMk/>
      </pc:docMkLst>
      <pc:sldChg chg="modSp mod modAnim">
        <pc:chgData name="Garima Sharma" userId="c5ca40beb9a8554c" providerId="LiveId" clId="{2265D429-760C-4FF0-9653-4AF4BA9B0970}" dt="2026-09-09T11:04:42.239" v="5"/>
        <pc:sldMkLst>
          <pc:docMk/>
          <pc:sldMk cId="1400478006" sldId="257"/>
        </pc:sldMkLst>
        <pc:spChg chg="mod">
          <ac:chgData name="Garima Sharma" userId="c5ca40beb9a8554c" providerId="LiveId" clId="{2265D429-760C-4FF0-9653-4AF4BA9B0970}" dt="2026-09-09T11:04:42.189" v="0" actId="20577"/>
          <ac:spMkLst>
            <pc:docMk/>
            <pc:sldMk cId="1400478006" sldId="257"/>
            <ac:spMk id="13" creationId="{8D94D34E-C1A1-433A-9664-15548D3A36DB}"/>
          </ac:spMkLst>
        </pc:spChg>
        <pc:spChg chg="mod">
          <ac:chgData name="Garima Sharma" userId="c5ca40beb9a8554c" providerId="LiveId" clId="{2265D429-760C-4FF0-9653-4AF4BA9B0970}" dt="2026-09-09T11:04:42.215" v="2" actId="20577"/>
          <ac:spMkLst>
            <pc:docMk/>
            <pc:sldMk cId="1400478006" sldId="257"/>
            <ac:spMk id="17" creationId="{AD3566AC-6D2C-43D1-8F69-6064DF72218B}"/>
          </ac:spMkLst>
        </pc:spChg>
        <pc:spChg chg="mod">
          <ac:chgData name="Garima Sharma" userId="c5ca40beb9a8554c" providerId="LiveId" clId="{2265D429-760C-4FF0-9653-4AF4BA9B0970}" dt="2026-09-09T11:04:42.238" v="4" actId="20577"/>
          <ac:spMkLst>
            <pc:docMk/>
            <pc:sldMk cId="1400478006" sldId="257"/>
            <ac:spMk id="21" creationId="{9C9E0284-15F1-4F9D-9945-F1B43B0C8DAB}"/>
          </ac:spMkLst>
        </pc:spChg>
      </pc:sldChg>
      <pc:sldChg chg="modSp mod modAnim">
        <pc:chgData name="Garima Sharma" userId="c5ca40beb9a8554c" providerId="LiveId" clId="{2265D429-760C-4FF0-9653-4AF4BA9B0970}" dt="2026-09-09T11:04:42.327" v="11"/>
        <pc:sldMkLst>
          <pc:docMk/>
          <pc:sldMk cId="1648147472" sldId="258"/>
        </pc:sldMkLst>
        <pc:spChg chg="mod">
          <ac:chgData name="Garima Sharma" userId="c5ca40beb9a8554c" providerId="LiveId" clId="{2265D429-760C-4FF0-9653-4AF4BA9B0970}" dt="2026-09-09T11:04:42.302" v="6" actId="20577"/>
          <ac:spMkLst>
            <pc:docMk/>
            <pc:sldMk cId="1648147472" sldId="258"/>
            <ac:spMk id="12" creationId="{61B9C605-38F0-49B1-A04B-C7CDDDFEBB94}"/>
          </ac:spMkLst>
        </pc:spChg>
        <pc:spChg chg="mod">
          <ac:chgData name="Garima Sharma" userId="c5ca40beb9a8554c" providerId="LiveId" clId="{2265D429-760C-4FF0-9653-4AF4BA9B0970}" dt="2026-09-09T11:04:42.314" v="8" actId="20577"/>
          <ac:spMkLst>
            <pc:docMk/>
            <pc:sldMk cId="1648147472" sldId="258"/>
            <ac:spMk id="13" creationId="{683C783E-DDAB-49F9-8511-5FDA5CDB1B54}"/>
          </ac:spMkLst>
        </pc:spChg>
        <pc:spChg chg="mod">
          <ac:chgData name="Garima Sharma" userId="c5ca40beb9a8554c" providerId="LiveId" clId="{2265D429-760C-4FF0-9653-4AF4BA9B0970}" dt="2026-09-09T11:04:42.324" v="10" actId="20577"/>
          <ac:spMkLst>
            <pc:docMk/>
            <pc:sldMk cId="1648147472" sldId="258"/>
            <ac:spMk id="14" creationId="{949B660E-B770-4D00-8E82-E7D41740EDC1}"/>
          </ac:spMkLst>
        </pc:spChg>
      </pc:sldChg>
      <pc:sldChg chg="modSp mod modAnim">
        <pc:chgData name="Garima Sharma" userId="c5ca40beb9a8554c" providerId="LiveId" clId="{2265D429-760C-4FF0-9653-4AF4BA9B0970}" dt="2026-09-09T11:04:42.440" v="17"/>
        <pc:sldMkLst>
          <pc:docMk/>
          <pc:sldMk cId="161503345" sldId="259"/>
        </pc:sldMkLst>
        <pc:spChg chg="mod">
          <ac:chgData name="Garima Sharma" userId="c5ca40beb9a8554c" providerId="LiveId" clId="{2265D429-760C-4FF0-9653-4AF4BA9B0970}" dt="2026-09-09T11:04:42.391" v="12" actId="20577"/>
          <ac:spMkLst>
            <pc:docMk/>
            <pc:sldMk cId="161503345" sldId="259"/>
            <ac:spMk id="14" creationId="{EBA87464-63DA-446A-BAA8-5299CFAA6067}"/>
          </ac:spMkLst>
        </pc:spChg>
        <pc:spChg chg="mod">
          <ac:chgData name="Garima Sharma" userId="c5ca40beb9a8554c" providerId="LiveId" clId="{2265D429-760C-4FF0-9653-4AF4BA9B0970}" dt="2026-09-09T11:04:42.417" v="14" actId="20577"/>
          <ac:spMkLst>
            <pc:docMk/>
            <pc:sldMk cId="161503345" sldId="259"/>
            <ac:spMk id="18" creationId="{D2C9395B-85D1-4269-88C8-29D95FB798F0}"/>
          </ac:spMkLst>
        </pc:spChg>
        <pc:spChg chg="mod">
          <ac:chgData name="Garima Sharma" userId="c5ca40beb9a8554c" providerId="LiveId" clId="{2265D429-760C-4FF0-9653-4AF4BA9B0970}" dt="2026-09-09T11:04:42.439" v="16" actId="20577"/>
          <ac:spMkLst>
            <pc:docMk/>
            <pc:sldMk cId="161503345" sldId="259"/>
            <ac:spMk id="22" creationId="{681D3E65-0E5C-44E2-B403-35FD1260F262}"/>
          </ac:spMkLst>
        </pc:spChg>
      </pc:sldChg>
      <pc:sldChg chg="modSp mod modAnim">
        <pc:chgData name="Garima Sharma" userId="c5ca40beb9a8554c" providerId="LiveId" clId="{2265D429-760C-4FF0-9653-4AF4BA9B0970}" dt="2026-09-09T11:04:42.505" v="23"/>
        <pc:sldMkLst>
          <pc:docMk/>
          <pc:sldMk cId="335766783" sldId="260"/>
        </pc:sldMkLst>
        <pc:spChg chg="mod">
          <ac:chgData name="Garima Sharma" userId="c5ca40beb9a8554c" providerId="LiveId" clId="{2265D429-760C-4FF0-9653-4AF4BA9B0970}" dt="2026-09-09T11:04:42.484" v="18" actId="20577"/>
          <ac:spMkLst>
            <pc:docMk/>
            <pc:sldMk cId="335766783" sldId="260"/>
            <ac:spMk id="11" creationId="{8E124EAD-C7DE-496F-BC3F-584F353C0E5E}"/>
          </ac:spMkLst>
        </pc:spChg>
        <pc:spChg chg="mod">
          <ac:chgData name="Garima Sharma" userId="c5ca40beb9a8554c" providerId="LiveId" clId="{2265D429-760C-4FF0-9653-4AF4BA9B0970}" dt="2026-09-09T11:04:42.495" v="20" actId="20577"/>
          <ac:spMkLst>
            <pc:docMk/>
            <pc:sldMk cId="335766783" sldId="260"/>
            <ac:spMk id="13" creationId="{216FC1B3-7E47-4FC3-B254-AA02593D10E0}"/>
          </ac:spMkLst>
        </pc:spChg>
        <pc:spChg chg="mod">
          <ac:chgData name="Garima Sharma" userId="c5ca40beb9a8554c" providerId="LiveId" clId="{2265D429-760C-4FF0-9653-4AF4BA9B0970}" dt="2026-09-09T11:04:42.504" v="22" actId="20577"/>
          <ac:spMkLst>
            <pc:docMk/>
            <pc:sldMk cId="335766783" sldId="260"/>
            <ac:spMk id="14" creationId="{716ACE7E-55A5-44E3-8238-A30AD49522D2}"/>
          </ac:spMkLst>
        </pc:spChg>
      </pc:sldChg>
      <pc:sldChg chg="modSp mod modAnim">
        <pc:chgData name="Garima Sharma" userId="c5ca40beb9a8554c" providerId="LiveId" clId="{2265D429-760C-4FF0-9653-4AF4BA9B0970}" dt="2026-09-09T11:04:42.558" v="27"/>
        <pc:sldMkLst>
          <pc:docMk/>
          <pc:sldMk cId="1829370080" sldId="261"/>
        </pc:sldMkLst>
        <pc:spChg chg="mod">
          <ac:chgData name="Garima Sharma" userId="c5ca40beb9a8554c" providerId="LiveId" clId="{2265D429-760C-4FF0-9653-4AF4BA9B0970}" dt="2026-09-09T11:04:42.547" v="24" actId="20577"/>
          <ac:spMkLst>
            <pc:docMk/>
            <pc:sldMk cId="1829370080" sldId="261"/>
            <ac:spMk id="14" creationId="{6DEE9BAC-04D9-4671-8822-614924D396EF}"/>
          </ac:spMkLst>
        </pc:spChg>
        <pc:spChg chg="mod">
          <ac:chgData name="Garima Sharma" userId="c5ca40beb9a8554c" providerId="LiveId" clId="{2265D429-760C-4FF0-9653-4AF4BA9B0970}" dt="2026-09-09T11:04:42.557" v="26" actId="20577"/>
          <ac:spMkLst>
            <pc:docMk/>
            <pc:sldMk cId="1829370080" sldId="261"/>
            <ac:spMk id="15" creationId="{8B0D0E9C-4F7B-48CD-89FE-EBD6ECB642CA}"/>
          </ac:spMkLst>
        </pc:spChg>
      </pc:sldChg>
      <pc:sldChg chg="modSp mod modAnim">
        <pc:chgData name="Garima Sharma" userId="c5ca40beb9a8554c" providerId="LiveId" clId="{2265D429-760C-4FF0-9653-4AF4BA9B0970}" dt="2026-09-09T11:04:42.614" v="31"/>
        <pc:sldMkLst>
          <pc:docMk/>
          <pc:sldMk cId="1275273321" sldId="262"/>
        </pc:sldMkLst>
        <pc:spChg chg="mod">
          <ac:chgData name="Garima Sharma" userId="c5ca40beb9a8554c" providerId="LiveId" clId="{2265D429-760C-4FF0-9653-4AF4BA9B0970}" dt="2026-09-09T11:04:42.597" v="28" actId="20577"/>
          <ac:spMkLst>
            <pc:docMk/>
            <pc:sldMk cId="1275273321" sldId="262"/>
            <ac:spMk id="12" creationId="{0B179522-87BA-4BF5-88EE-A37E42FE58EC}"/>
          </ac:spMkLst>
        </pc:spChg>
        <pc:spChg chg="mod">
          <ac:chgData name="Garima Sharma" userId="c5ca40beb9a8554c" providerId="LiveId" clId="{2265D429-760C-4FF0-9653-4AF4BA9B0970}" dt="2026-09-09T11:04:42.612" v="30" actId="20577"/>
          <ac:spMkLst>
            <pc:docMk/>
            <pc:sldMk cId="1275273321" sldId="262"/>
            <ac:spMk id="15" creationId="{1E5AC77D-2240-4F8E-86B9-899FF1B0C872}"/>
          </ac:spMkLst>
        </pc:spChg>
      </pc:sldChg>
      <pc:sldChg chg="modSp mod modAnim">
        <pc:chgData name="Garima Sharma" userId="c5ca40beb9a8554c" providerId="LiveId" clId="{2265D429-760C-4FF0-9653-4AF4BA9B0970}" dt="2026-09-09T11:04:42.703" v="37"/>
        <pc:sldMkLst>
          <pc:docMk/>
          <pc:sldMk cId="635011337" sldId="263"/>
        </pc:sldMkLst>
        <pc:spChg chg="mod">
          <ac:chgData name="Garima Sharma" userId="c5ca40beb9a8554c" providerId="LiveId" clId="{2265D429-760C-4FF0-9653-4AF4BA9B0970}" dt="2026-09-09T11:04:42.664" v="32" actId="20577"/>
          <ac:spMkLst>
            <pc:docMk/>
            <pc:sldMk cId="635011337" sldId="263"/>
            <ac:spMk id="13" creationId="{3BDC6310-2385-4183-971A-7F5DBC4E0854}"/>
          </ac:spMkLst>
        </pc:spChg>
        <pc:spChg chg="mod">
          <ac:chgData name="Garima Sharma" userId="c5ca40beb9a8554c" providerId="LiveId" clId="{2265D429-760C-4FF0-9653-4AF4BA9B0970}" dt="2026-09-09T11:04:42.680" v="34" actId="20577"/>
          <ac:spMkLst>
            <pc:docMk/>
            <pc:sldMk cId="635011337" sldId="263"/>
            <ac:spMk id="17" creationId="{215F7573-A05B-45CC-8850-6F12A3CF8B51}"/>
          </ac:spMkLst>
        </pc:spChg>
        <pc:spChg chg="mod">
          <ac:chgData name="Garima Sharma" userId="c5ca40beb9a8554c" providerId="LiveId" clId="{2265D429-760C-4FF0-9653-4AF4BA9B0970}" dt="2026-09-09T11:04:42.701" v="36" actId="20577"/>
          <ac:spMkLst>
            <pc:docMk/>
            <pc:sldMk cId="635011337" sldId="263"/>
            <ac:spMk id="21" creationId="{4D12F12A-91BF-4A92-BC69-E73BF9D10882}"/>
          </ac:spMkLst>
        </pc:spChg>
      </pc:sldChg>
      <pc:sldChg chg="modSp mod modAnim">
        <pc:chgData name="Garima Sharma" userId="c5ca40beb9a8554c" providerId="LiveId" clId="{2265D429-760C-4FF0-9653-4AF4BA9B0970}" dt="2026-09-09T11:04:42.787" v="43"/>
        <pc:sldMkLst>
          <pc:docMk/>
          <pc:sldMk cId="886435257" sldId="264"/>
        </pc:sldMkLst>
        <pc:spChg chg="mod">
          <ac:chgData name="Garima Sharma" userId="c5ca40beb9a8554c" providerId="LiveId" clId="{2265D429-760C-4FF0-9653-4AF4BA9B0970}" dt="2026-09-09T11:04:42.752" v="38" actId="20577"/>
          <ac:spMkLst>
            <pc:docMk/>
            <pc:sldMk cId="886435257" sldId="264"/>
            <ac:spMk id="13" creationId="{5522CDEC-F07B-42D8-925B-1A2020D978D3}"/>
          </ac:spMkLst>
        </pc:spChg>
        <pc:spChg chg="mod">
          <ac:chgData name="Garima Sharma" userId="c5ca40beb9a8554c" providerId="LiveId" clId="{2265D429-760C-4FF0-9653-4AF4BA9B0970}" dt="2026-09-09T11:04:42.768" v="40" actId="20577"/>
          <ac:spMkLst>
            <pc:docMk/>
            <pc:sldMk cId="886435257" sldId="264"/>
            <ac:spMk id="17" creationId="{FD7B3271-DD06-44D7-BA84-64F79CF63DBD}"/>
          </ac:spMkLst>
        </pc:spChg>
        <pc:spChg chg="mod">
          <ac:chgData name="Garima Sharma" userId="c5ca40beb9a8554c" providerId="LiveId" clId="{2265D429-760C-4FF0-9653-4AF4BA9B0970}" dt="2026-09-09T11:04:42.786" v="42" actId="20577"/>
          <ac:spMkLst>
            <pc:docMk/>
            <pc:sldMk cId="886435257" sldId="264"/>
            <ac:spMk id="21" creationId="{C652876D-18A8-45B7-BFC7-BADED16A1F29}"/>
          </ac:spMkLst>
        </pc:spChg>
      </pc:sldChg>
      <pc:sldChg chg="modSp mod modAnim">
        <pc:chgData name="Garima Sharma" userId="c5ca40beb9a8554c" providerId="LiveId" clId="{2265D429-760C-4FF0-9653-4AF4BA9B0970}" dt="2026-09-09T11:04:42.846" v="49"/>
        <pc:sldMkLst>
          <pc:docMk/>
          <pc:sldMk cId="1436231304" sldId="265"/>
        </pc:sldMkLst>
        <pc:spChg chg="mod">
          <ac:chgData name="Garima Sharma" userId="c5ca40beb9a8554c" providerId="LiveId" clId="{2265D429-760C-4FF0-9653-4AF4BA9B0970}" dt="2026-09-09T11:04:42.827" v="44" actId="20577"/>
          <ac:spMkLst>
            <pc:docMk/>
            <pc:sldMk cId="1436231304" sldId="265"/>
            <ac:spMk id="11" creationId="{BF5791D0-4BC8-4D56-B42A-F522CE572C3A}"/>
          </ac:spMkLst>
        </pc:spChg>
        <pc:spChg chg="mod">
          <ac:chgData name="Garima Sharma" userId="c5ca40beb9a8554c" providerId="LiveId" clId="{2265D429-760C-4FF0-9653-4AF4BA9B0970}" dt="2026-09-09T11:04:42.837" v="46" actId="20577"/>
          <ac:spMkLst>
            <pc:docMk/>
            <pc:sldMk cId="1436231304" sldId="265"/>
            <ac:spMk id="12" creationId="{77EC7695-DFAB-425A-9C82-D7C514CBCBAA}"/>
          </ac:spMkLst>
        </pc:spChg>
        <pc:spChg chg="mod">
          <ac:chgData name="Garima Sharma" userId="c5ca40beb9a8554c" providerId="LiveId" clId="{2265D429-760C-4FF0-9653-4AF4BA9B0970}" dt="2026-09-09T11:04:42.845" v="48" actId="20577"/>
          <ac:spMkLst>
            <pc:docMk/>
            <pc:sldMk cId="1436231304" sldId="265"/>
            <ac:spMk id="13" creationId="{1B4344D3-A581-431C-B29C-FF92AA782562}"/>
          </ac:spMkLst>
        </pc:spChg>
      </pc:sldChg>
      <pc:sldChg chg="modSp mod modAnim">
        <pc:chgData name="Garima Sharma" userId="c5ca40beb9a8554c" providerId="LiveId" clId="{2265D429-760C-4FF0-9653-4AF4BA9B0970}" dt="2026-09-09T11:04:42.927" v="53"/>
        <pc:sldMkLst>
          <pc:docMk/>
          <pc:sldMk cId="707069334" sldId="266"/>
        </pc:sldMkLst>
        <pc:spChg chg="mod">
          <ac:chgData name="Garima Sharma" userId="c5ca40beb9a8554c" providerId="LiveId" clId="{2265D429-760C-4FF0-9653-4AF4BA9B0970}" dt="2026-09-09T11:04:42.918" v="50" actId="20577"/>
          <ac:spMkLst>
            <pc:docMk/>
            <pc:sldMk cId="707069334" sldId="266"/>
            <ac:spMk id="16" creationId="{78EA8E61-17A6-421E-A54F-A9DB6D67F7A3}"/>
          </ac:spMkLst>
        </pc:spChg>
        <pc:spChg chg="mod">
          <ac:chgData name="Garima Sharma" userId="c5ca40beb9a8554c" providerId="LiveId" clId="{2265D429-760C-4FF0-9653-4AF4BA9B0970}" dt="2026-09-09T11:04:42.925" v="52" actId="20577"/>
          <ac:spMkLst>
            <pc:docMk/>
            <pc:sldMk cId="707069334" sldId="266"/>
            <ac:spMk id="17" creationId="{65B82EB4-116E-4996-BC28-4D8A112EC155}"/>
          </ac:spMkLst>
        </pc:spChg>
      </pc:sldChg>
      <pc:sldChg chg="modSp mod modAnim">
        <pc:chgData name="Garima Sharma" userId="c5ca40beb9a8554c" providerId="LiveId" clId="{2265D429-760C-4FF0-9653-4AF4BA9B0970}" dt="2026-09-09T11:04:43.018" v="59"/>
        <pc:sldMkLst>
          <pc:docMk/>
          <pc:sldMk cId="1594978880" sldId="267"/>
        </pc:sldMkLst>
        <pc:spChg chg="mod">
          <ac:chgData name="Garima Sharma" userId="c5ca40beb9a8554c" providerId="LiveId" clId="{2265D429-760C-4FF0-9653-4AF4BA9B0970}" dt="2026-09-09T11:04:42.979" v="54" actId="20577"/>
          <ac:spMkLst>
            <pc:docMk/>
            <pc:sldMk cId="1594978880" sldId="267"/>
            <ac:spMk id="13" creationId="{F29902BC-5D63-4D8B-99C2-1557E3B97BAD}"/>
          </ac:spMkLst>
        </pc:spChg>
        <pc:spChg chg="mod">
          <ac:chgData name="Garima Sharma" userId="c5ca40beb9a8554c" providerId="LiveId" clId="{2265D429-760C-4FF0-9653-4AF4BA9B0970}" dt="2026-09-09T11:04:43" v="56" actId="20577"/>
          <ac:spMkLst>
            <pc:docMk/>
            <pc:sldMk cId="1594978880" sldId="267"/>
            <ac:spMk id="17" creationId="{5C401FE7-D6F4-4C00-ACD7-1C561A77AAF1}"/>
          </ac:spMkLst>
        </pc:spChg>
        <pc:spChg chg="mod">
          <ac:chgData name="Garima Sharma" userId="c5ca40beb9a8554c" providerId="LiveId" clId="{2265D429-760C-4FF0-9653-4AF4BA9B0970}" dt="2026-09-09T11:04:43.017" v="58" actId="20577"/>
          <ac:spMkLst>
            <pc:docMk/>
            <pc:sldMk cId="1594978880" sldId="267"/>
            <ac:spMk id="21" creationId="{C0D957C4-6D96-478C-998A-59B40248AEFC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Multiplication grids, place-value counters, squared paper, remainder context cards.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99 coaches. | Estimate the quotient using a nearby multiple. | A valid remainder must be smaller than the divisor.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dividend, divisor, quotient, remainder, multiple, estimate.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A charity packs 9,360 tins equally into 36 crates. How many tins per crate? Answer: 260.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99 coaches.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A valid remainder must be smaller than the divisor.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99 coaches..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288 because 288 x 26 = 7,488..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3,787 / 28 = 135 remainder 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only the core independent-practice example. Give pupils time to solve and check before revealing the answer at the side. Answer: 288 because 288 x 26 = 7,488.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288 because 288 x 26 = 7,488. | A valid remainder must be smaller than the divisor.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2DAFE678-AEED-4E29-AEF0-73BDAF64015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3EFC8AB-E322-45AB-97C6-F54C8C9E8B58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800546D-A2FF-4920-9F72-97918F055909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86548F5-33D0-4E0E-A889-6A3860962AD2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B84ACFA-43A3-48AC-AFB6-EE244D4E57CD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and check division problems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A9EA278-BE88-4522-826A-134937BB2110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55016E-D208-4B2A-AB4A-DAC330AE1EC7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AA005C-9946-4BB1-B31F-5076D7F89BEA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select, solve and check division calculations.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213093-2724-427A-B491-BDC2A51A1018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DF15ED7-9FAD-4FE4-8726-23156FB54866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Multiplication grids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896B28F-AFA5-49AC-88B2-C8A7424D9092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9665087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4BF253E0-B2E9-4A84-A932-E0E66E91589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BCCD251-545D-4DAC-ADE9-81ADB4E4798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89F9CA7-6BDD-44C4-AAB8-F90FAE87E9E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031D53A-7AC6-4760-B861-8256145328F1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08A2697-90AB-4B77-8396-A553D4308F58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A93D647-897D-443C-B3E5-A52CE3B5DC05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B01C4DF-C39C-49A8-8F2E-C36F37BDEEEC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693FD0A-AA95-4800-AC31-85E004F7561A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4160B44-1C2C-470C-A052-50033DB73D9B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and check division problems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8952A11-121F-44B0-A13E-DC0C375D9EB3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A8FA0E8-8EC3-4380-9B92-25529E71DE0F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0EFC369-9B61-48FD-9E3D-D9396E9BBF16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D94D34E-C1A1-433A-9664-15548D3A36DB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Use short division by one digit, recall multiplication facts and identify multiples.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36211E9-5B4C-41E4-829E-E4AC60CEEA11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9EF09FD-11DD-4098-97BC-71189B8A1CF8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1544BE4-1EC4-43F6-BDED-B6E7B261972D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D3566AC-6D2C-43D1-8F69-6064DF72218B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4,725 pupils travel in coaches holding 48. How many coaches are needed?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519C1778-9417-4663-B880-97F51DD44FA6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9A7B18A-223D-42B4-B16D-60CCBCCC5556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3B0C545-8BEA-4BD9-8570-9785FD19D484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C9E0284-15F1-4F9D-9945-F1B43B0C8DAB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A charity packs 9,360 tins equally into 36 crates. How many tins per crate?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1C0CF02-33EC-4AC8-AE77-D8B3CE2CE94C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400478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C4B36402-C289-4B56-A88A-79E3F45C7FE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FD3F541-C1FA-4821-9521-A8F31A94B2D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700E338-1236-4F6E-9BA2-E9E95B2CC35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504122D-952A-41FB-A8E0-ED59E7D0A091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23A60DF-5BFD-4539-9CD5-E2E569D2CB71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0CD3C0C-C1D7-44CC-B64F-F3EB921B3E2E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35EB6E4-3947-4F19-960A-C9CD71292AFA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B7A0948-6F28-4809-96DA-D288404A57C6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D11CA1-34D7-4DC3-A656-B81E28AF160D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and check division problems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5638ABA-87A7-4EEB-8CEF-2CD9EB9AAA58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select, solve and check division calculations.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F249C36-6D47-42D9-865C-31F4587F33B7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1B9C605-38F0-49B1-A04B-C7CDDDFEBB94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Estimate the quotient using a nearby multiple.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83C783E-DDAB-49F9-8511-5FDA5CDB1B54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Divide one place at a time and record any remainder or exchange.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49B660E-B770-4D00-8E82-E7D41740EDC1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Multiply the quotient by the divisor to check the result.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E32D179-8734-4252-AD9B-93768A6979F5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dividend  |  divisor  |  quotient  |  remainder  |  multiple  |  estimate</a:t>
            </a:r>
          </a:p>
        </p:txBody>
      </p:sp>
    </p:spTree>
    <p:extLst>
      <p:ext uri="{BB962C8B-B14F-4D97-AF65-F5344CB8AC3E}">
        <p14:creationId xmlns:p14="http://schemas.microsoft.com/office/powerpoint/2010/main" val="16481474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C4C1D11E-6D62-42F3-8AF8-63855F7E42D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2B2C254-401F-42BB-9327-0512102D457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405751B-FA54-46A6-A276-BEC5303AB04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51D34D-7A8C-496D-9A98-5D4E17559807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0F4F995-23EB-40FC-AE3E-CB89E29BF4E0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DBD624C-108E-4D8C-B03A-6EBF3A30C4B9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5078369-AE79-41A0-8141-E34729C1B989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C17C17E-A807-447A-9DC2-71310EA6E09A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96FC665-34E8-427A-AE7B-92CB150AE94E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and check division problems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D3975E2-FC7E-4B7D-BAAC-ED9D80FFB690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charity packs 9,360 tins equally into 36 crates. How many tins per crate?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E43DA7F-3C03-4983-B35D-F391A3DAD021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53B7C5C-4EDB-44DB-966F-52DB627B6461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1983019-F23A-48E3-8921-EEDB947F9DBF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BA87464-63DA-446A-BAA8-5299CFAA6067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the quotient using a nearby multiple.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8112F75-1A79-472F-B808-F93C45DFB636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0DF8E2B-7C46-468D-B7A4-2B995144F41D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F5CEEED-82B4-4203-9E98-7579CA8CDF9C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2C9395B-85D1-4269-88C8-29D95FB798F0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Divide one place at a time and record any remainder or exchange.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3C88261-CFC3-4523-A196-9EF38B76144D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9453372-1838-4EC2-80AD-4E92451C194D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6BF81E2-3F97-4024-9BD3-067ADE317E95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81D3E65-0E5C-44E2-B403-35FD1260F262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Multiply the quotient by the divisor to check the result.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15033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B74FF0D2-287A-4D72-8ECE-78B0C10834A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60F3411-8DFC-4014-B153-7E2590536D7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A76DA11-F897-4AA1-B55B-1AF7ACA333D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F562A5C-4EB2-44F8-BBCA-B705C793B3E9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AD85682-D843-4730-AA81-3047E95FB8BE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56F2BBF-92D2-4A8D-A2CB-1AC8B45CC507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22169FD-A97F-4CCB-8AE5-94AC51C05AFB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33A99B3-CAAE-4E13-97B0-3E5BEAB3F7DC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E5C3FEE-6E28-46FA-A813-2592C215550F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and check division problems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9D781DE-4D8B-4A79-896F-1DDE74193092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E124EAD-C7DE-496F-BC3F-584F353C0E5E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260.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FDEE4AE-5FE9-4A02-97BA-AFFB85B8E155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16FC1B3-7E47-4FC3-B254-AA02593D10E0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Multiply the quotient by the divisor to check the result.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16ACE7E-55A5-44E3-8238-A30AD49522D2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57667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1F7C638A-2074-45BA-BB11-D5C545FF7C8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DEE8BBA-C605-43C8-9BA9-58A0A6CEE91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78E6D3F-74FD-4297-B552-1E9DAEC58B5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0B7AF23-D84A-470D-A2F8-8343BE961B5D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0A880B4-31B9-4ED1-993A-70F5770266DE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BBADD76-E6B5-4AB7-AA5B-BC14E3B0EC94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B412D23-648C-4403-BCAE-8C4A548A4B02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A2F120E-0B19-49A0-B111-9E228E25622D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43AE7EA-A34D-4060-9E5C-FB76B3139D03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and check division problems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FFC0B9A-D562-4BBD-93FA-7FBE99C35664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4,725 pupils travel in coaches holding 48. How many coaches are needed?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8467ED3-FE05-4F17-9193-EF794FBC00E8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1AFABD-7215-4067-BBBE-55C90C10355E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E23AFA1-908C-48BF-B5A3-88079DD44A5D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DEE9BAC-04D9-4671-8822-614924D396EF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B0D0E9C-4F7B-48CD-89FE-EBD6ECB642CA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GB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99 coaches.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293700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897FD70E-E815-4A2D-823C-08D6AE20E38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E83DCC0-3810-4AE6-BB34-91601DDC5BF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542AA51-58A5-4F0C-8190-9B7E35CA6FF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4A5EF60-888D-4D24-A472-68597DAB7A5D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0D060E1-9C4E-4A79-8F1E-C0464D180732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4E95167-A8C8-4474-BC0E-35F03AF246F2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C8F5CBB-2CBC-4145-BA24-2177665FDE82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F0D2EEA-B09F-4C20-85E6-80F90B0DB3F5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778F9C9-56B8-4583-BD63-BB6EF95EFB14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and check division problems</a:t>
            </a: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1C93585-06C6-4D5C-ACA0-727085CD649F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B179522-87BA-4BF5-88EE-A37E42FE58EC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accepts a remainder that is larger than the divisor.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FAC6452-C977-4434-9CD8-DBDEE495E502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ED355CB-07E6-4E71-9146-E35DE39D4F42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E5AC77D-2240-4F8E-86B9-899FF1B0C872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A valid remainder must be smaller than the divisor.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75273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7AF91BF5-1DE8-4EF1-BEA1-A169F1499C8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F9B8CC8-4EDC-4C1B-85EC-AA1505EC6D7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56BFE3C-F019-46D0-BB09-C660537811E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3771374-D44F-42A2-A0C0-DE34F4816A26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1DEFDD1-D444-4981-808C-2F218CEEC51D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F12D4FC-7DBC-46E0-A55E-37851DE40F4B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4445AA4-DEAC-48D4-AF25-62E022DA8AB2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A620A84-CD0E-4304-A3A1-B028E11B0BA2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D72C6DF-6D5F-411B-981E-8ED0BEC38F1F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and check division problems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DF9F9A5-719D-4D78-9714-3E6CF166E037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82E07D2-3784-44F7-ADF8-71398A2AA4B9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67FB027-232C-4B84-BA14-4C91BC1A7B76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BDC6310-2385-4183-971A-7F5DBC4E0854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4,725 pupils travel in coaches holding 48. How many coaches are needed?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F666763-7BC4-4595-BFB4-378FC5A3313F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067BFA61-3F1F-4CB7-8A01-0DA1648BA370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A436E58-0128-4419-9798-D7F3CF8A50A2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15F7573-A05B-45CC-8850-6F12A3CF8B51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2D1C95FE-B2FF-4DF8-8D5F-4EADEB68F9F5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257F5AC-B017-4671-963A-21A9E633113A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12B2992-D24C-473A-AADF-CD672621A67B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D12F12A-91BF-4A92-BC69-E73BF9D10882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99 coaches.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78AF2CD-977A-4AF6-B38B-C4773EF02A9D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6350113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AB41541A-DD7F-4641-BCFD-9F60A7637E8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ACA575B-23D2-4B53-861A-B17910765BC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C51011D-B0D6-4524-9E99-8B943A6116A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87B669A-4954-4F36-929D-E54244783EE4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21E9692-6FF4-4514-9EC2-A80C9B04C613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01731DB-1389-4DAB-B533-152BC9A679B9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AD17421-CDD7-4CFF-9B31-8827E62FC859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3B4FEE1-0747-4D05-82F7-4BB9A34A02BF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6CE048F-342E-4C0B-AA7F-4BCA8CB13BA9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and check division problems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7BAE684-79AF-4516-8882-BEC36621B72A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F726A862-F1C9-4D49-B516-423F8AFBBF8A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F1577CF-EA60-4765-8BDC-867E10484BDC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522CDEC-F07B-42D8-925B-1A2020D978D3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7,488 / 26 and check by multiplication.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6723C76-6FD8-4612-AA9B-27E277A1A858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4A4D6BA-8999-4DD0-A315-B947DE657735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75A6586-F12D-484E-B4DE-6D3C05400DEC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D7B3271-DD06-44D7-BA84-64F79CF63DBD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53B143C6-8123-4807-ADA2-EA7A4A96EAE6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069DB3D-C086-4BA4-9415-1D288E75CA62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87443E4-47B1-435B-9A35-2A2C79BA9228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652876D-18A8-45B7-BFC7-BADED16A1F29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86435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10BFCE62-1DA7-45BE-AFDC-D25C5708ABA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E10061B-1EFD-4DC5-AA02-D6ACB6E7CBF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9374C42-F159-4E98-9451-7E6047E6B77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818F928-7BBB-48B7-A21D-EC580C9A8A65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1F855BE-6586-4E15-B0D4-72AAC40EE0F9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F1A36DC-1A19-49B1-8122-D8A9CA119DE4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03496A-B2D5-4722-B1AF-B730DD9EE85B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92B4D8D-9F1C-412D-B67D-73F44CB6434E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FE5CD98-A243-430C-8962-3A37762835B9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and check division problems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FF2F4F5-5BAF-478A-A640-3133104F1544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Create a division with divisor 28, quotient 135 and remainder 7.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F5791D0-4BC8-4D56-B42A-F522CE572C3A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7EC7695-DFAB-425A-9C82-D7C514CBCBAA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B4344D3-A581-431C-B29C-FF92AA782562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3,787 / 28 = 135 remainder 7.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362313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AF5CD8BA-6303-45C1-B066-89500DF186D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215FDBD-485A-4BC1-94F4-93D89FEA971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C765E9F-C659-4CA6-A3BD-6880F15F1B6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8DECC6D-4108-4808-907B-277572765A40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D95DBF8-B6C8-4DE7-9E98-C0734A8062CD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2211178-F02B-4DB4-AA6F-D302F7AB28B2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C92AA83-F70F-4F59-BCF1-F50D602AC489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EEBAD0A-9ADB-4490-A9EE-A06FA5E78676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0C43C8B-CC23-49C8-B79A-75F26AB3861F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and check division problems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9A4236F-1BF7-433A-8F1C-514513E95D5F}"/>
              </a:ext>
            </a:extLst>
          </p:cNvPr>
          <p:cNvSpPr>
            <a:spLocks noGrp="1"/>
          </p:cNvSpPr>
          <p:nvPr/>
        </p:nvSpPr>
        <p:spPr>
          <a:xfrm>
            <a:off x="781050" y="1476375"/>
            <a:ext cx="6667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0EB441F4-87A2-46E3-8F5E-CA8E4F591830}"/>
              </a:ext>
            </a:extLst>
          </p:cNvPr>
          <p:cNvSpPr>
            <a:spLocks noGrp="1"/>
          </p:cNvSpPr>
          <p:nvPr/>
        </p:nvSpPr>
        <p:spPr>
          <a:xfrm>
            <a:off x="781050" y="2047875"/>
            <a:ext cx="6858000" cy="28575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4288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D0C1418-49DA-48F1-8E05-75E2F5997164}"/>
              </a:ext>
            </a:extLst>
          </p:cNvPr>
          <p:cNvSpPr>
            <a:spLocks noGrp="1"/>
          </p:cNvSpPr>
          <p:nvPr/>
        </p:nvSpPr>
        <p:spPr>
          <a:xfrm>
            <a:off x="1143000" y="2400300"/>
            <a:ext cx="6115050" cy="1428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7,488 / 26 and check by multiplication.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D182B84-CDA6-472E-BDBD-EF31E1D800A7}"/>
              </a:ext>
            </a:extLst>
          </p:cNvPr>
          <p:cNvSpPr>
            <a:spLocks noGrp="1"/>
          </p:cNvSpPr>
          <p:nvPr/>
        </p:nvSpPr>
        <p:spPr>
          <a:xfrm>
            <a:off x="1285875" y="4095750"/>
            <a:ext cx="5810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D78E7CD-D7BB-48D3-8BF4-BCFD4D64F4CC}"/>
              </a:ext>
            </a:extLst>
          </p:cNvPr>
          <p:cNvSpPr>
            <a:spLocks noGrp="1"/>
          </p:cNvSpPr>
          <p:nvPr/>
        </p:nvSpPr>
        <p:spPr>
          <a:xfrm>
            <a:off x="8210550" y="1666875"/>
            <a:ext cx="2619375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46AFC2E8-D729-4F97-BA3C-2951C0FA71E6}"/>
              </a:ext>
            </a:extLst>
          </p:cNvPr>
          <p:cNvSpPr>
            <a:spLocks noGrp="1"/>
          </p:cNvSpPr>
          <p:nvPr/>
        </p:nvSpPr>
        <p:spPr>
          <a:xfrm>
            <a:off x="8001000" y="2190750"/>
            <a:ext cx="3048000" cy="2714625"/>
          </a:xfrm>
          <a:prstGeom prst="roundRect">
            <a:avLst>
              <a:gd name="adj" fmla="val 2807"/>
            </a:avLst>
          </a:prstGeom>
          <a:solidFill>
            <a:srgbClr val="E7F1F1"/>
          </a:solidFill>
          <a:ln w="14288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8EA8E61-17A6-421E-A54F-A9DB6D67F7A3}"/>
              </a:ext>
            </a:extLst>
          </p:cNvPr>
          <p:cNvSpPr>
            <a:spLocks noGrp="1"/>
          </p:cNvSpPr>
          <p:nvPr/>
        </p:nvSpPr>
        <p:spPr>
          <a:xfrm>
            <a:off x="8334375" y="2619375"/>
            <a:ext cx="23812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366"/>
          </a:bodyPr>
          <a:lstStyle/>
          <a:p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288 because 288 x 26 = 7,488.</a:t>
            </a:r>
            <a:endParaRPr sz="25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5B82EB4-116E-4996-BC28-4D8A112EC155}"/>
              </a:ext>
            </a:extLst>
          </p:cNvPr>
          <p:cNvSpPr>
            <a:spLocks noGrp="1"/>
          </p:cNvSpPr>
          <p:nvPr/>
        </p:nvSpPr>
        <p:spPr>
          <a:xfrm>
            <a:off x="8334375" y="4000500"/>
            <a:ext cx="238125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9825"/>
          </a:bodyPr>
          <a:lstStyle/>
          <a:p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GB"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  <a:endParaRPr sz="142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FDFB2D2-E3DD-4150-B0C2-BD25A735C82D}"/>
              </a:ext>
            </a:extLst>
          </p:cNvPr>
          <p:cNvSpPr>
            <a:spLocks noGrp="1"/>
          </p:cNvSpPr>
          <p:nvPr/>
        </p:nvSpPr>
        <p:spPr>
          <a:xfrm>
            <a:off x="2190750" y="5334000"/>
            <a:ext cx="7810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7070693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EBD13441-D842-4CA1-8BC0-C0986031821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BF12153-4A39-4949-ACE2-F688666A2D8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325F8D4-C8A3-4522-8993-676D548B2E7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649749F-7CBE-4A8C-8000-D5F7F95820C0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C0EF256-BB71-44DE-8D01-12462CF7272B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F237889-5767-4F7E-87AF-4C7BAC1266A6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7446C3A-B619-4BC9-A719-19DF46E4E1CA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D1C50FB-983B-4244-8188-38B6D3BAA69B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1761180-761A-4442-B081-82114A0CE7C0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and check division problems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D364316-F085-45D7-8818-D3C57D61A01C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D999648-F447-4373-9A60-D92BD95106F8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654656-3B83-4460-89C3-90BB2C99A005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29902BC-5D63-4D8B-99C2-1557E3B97BAD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7,488 / 26 and check by multiplication.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2D43965-FE2A-41BC-B6C2-982408D6753F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A8DFBD43-9D17-4976-BEF8-806BD0269AD7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E7C2421-192E-4B36-A0EF-BFCC8C67C3B3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C401FE7-D6F4-4C00-ACD7-1C561A77AAF1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accepts a remainder that is larger than the divisor.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1538B80F-D396-4D26-8D43-033D5975EF39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EB41969-CB6E-49BC-8830-6BD31D580FE6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BD746D6-5D79-4C38-B0F0-087972066B99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0D957C4-6D96-478C-998A-59B40248AEFC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327AB98-BD95-4CEA-A6D7-BD151C920AB9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594978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1174</Words>
  <Application>Microsoft Office PowerPoint</Application>
  <DocSecurity>0</DocSecurity>
  <PresentationFormat>Widescreen</PresentationFormat>
  <Paragraphs>153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2026-09-09T10:56:15Z</dcterms:created>
  <dcterms:modified xsi:type="dcterms:W3CDTF">2026-09-09T11:04:43Z</dcterms:modified>
</cp:coreProperties>
</file>