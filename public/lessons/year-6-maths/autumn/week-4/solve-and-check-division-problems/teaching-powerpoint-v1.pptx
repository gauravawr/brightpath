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ea4941d698b4bbd" /><Relationship Type="http://schemas.openxmlformats.org/officeDocument/2006/relationships/extended-properties" Target="/docProps/app.xml" Id="R171768be0e2d4975" /><Relationship Type="http://schemas.openxmlformats.org/officeDocument/2006/relationships/officeDocument" Target="/ppt/presentation.xml" Id="Rf0e2d47adf0b432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47e714cd214d02"/>
  </p:sldMasterIdLst>
  <p:notesMasterIdLst>
    <p:notesMasterId xmlns:r="http://schemas.openxmlformats.org/officeDocument/2006/relationships" r:id="Rb33dd09efbec4c73"/>
  </p:notesMasterIdLst>
  <p:sldIdLst>
    <p:sldId xmlns:r="http://schemas.openxmlformats.org/officeDocument/2006/relationships" id="256" r:id="R8bf52c6acb4d49cb"/>
    <p:sldId xmlns:r="http://schemas.openxmlformats.org/officeDocument/2006/relationships" id="257" r:id="R67ef7d5955734a0d"/>
    <p:sldId xmlns:r="http://schemas.openxmlformats.org/officeDocument/2006/relationships" id="258" r:id="R9b44b3cf59784d49"/>
    <p:sldId xmlns:r="http://schemas.openxmlformats.org/officeDocument/2006/relationships" id="259" r:id="R1b691baad3fa4ff2"/>
    <p:sldId xmlns:r="http://schemas.openxmlformats.org/officeDocument/2006/relationships" id="260" r:id="R1e5119e90b1c4e28"/>
    <p:sldId xmlns:r="http://schemas.openxmlformats.org/officeDocument/2006/relationships" id="261" r:id="Rb9384adefe524ebc"/>
    <p:sldId xmlns:r="http://schemas.openxmlformats.org/officeDocument/2006/relationships" id="262" r:id="R89275ebc06de460a"/>
    <p:sldId xmlns:r="http://schemas.openxmlformats.org/officeDocument/2006/relationships" id="263" r:id="Rd201dd5d79a24c6b"/>
    <p:sldId xmlns:r="http://schemas.openxmlformats.org/officeDocument/2006/relationships" id="264" r:id="R9bb4927539b24b6c"/>
    <p:sldId xmlns:r="http://schemas.openxmlformats.org/officeDocument/2006/relationships" id="265" r:id="Rbc3ff83c13e74e02"/>
    <p:sldId xmlns:r="http://schemas.openxmlformats.org/officeDocument/2006/relationships" id="266" r:id="Re72c62e0e61d4ea6"/>
    <p:sldId xmlns:r="http://schemas.openxmlformats.org/officeDocument/2006/relationships" id="267" r:id="R58636f4bc9914ca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12d7a9f7d5405d" /><Relationship Type="http://schemas.openxmlformats.org/officeDocument/2006/relationships/slideMaster" Target="/ppt/slideMasters/slideMaster1.xml" Id="R9147e714cd214d02" /><Relationship Type="http://schemas.openxmlformats.org/officeDocument/2006/relationships/notesMaster" Target="/ppt/notesMasters/notesMaster1.xml" Id="Rb33dd09efbec4c73" /><Relationship Type="http://schemas.openxmlformats.org/officeDocument/2006/relationships/presProps" Target="/ppt/presProps.xml" Id="Rfba7adc531204367" /><Relationship Type="http://schemas.openxmlformats.org/officeDocument/2006/relationships/tableStyles" Target="/ppt/tableStyles.xml" Id="R253b84f65ca346d2" /><Relationship Type="http://schemas.openxmlformats.org/officeDocument/2006/relationships/slide" Target="/ppt/slides/slide1.xml" Id="R8bf52c6acb4d49cb" /><Relationship Type="http://schemas.openxmlformats.org/officeDocument/2006/relationships/slide" Target="/ppt/slides/slide2.xml" Id="R67ef7d5955734a0d" /><Relationship Type="http://schemas.openxmlformats.org/officeDocument/2006/relationships/slide" Target="/ppt/slides/slide3.xml" Id="R9b44b3cf59784d49" /><Relationship Type="http://schemas.openxmlformats.org/officeDocument/2006/relationships/slide" Target="/ppt/slides/slide4.xml" Id="R1b691baad3fa4ff2" /><Relationship Type="http://schemas.openxmlformats.org/officeDocument/2006/relationships/slide" Target="/ppt/slides/slide5.xml" Id="R1e5119e90b1c4e28" /><Relationship Type="http://schemas.openxmlformats.org/officeDocument/2006/relationships/slide" Target="/ppt/slides/slide6.xml" Id="Rb9384adefe524ebc" /><Relationship Type="http://schemas.openxmlformats.org/officeDocument/2006/relationships/slide" Target="/ppt/slides/slide7.xml" Id="R89275ebc06de460a" /><Relationship Type="http://schemas.openxmlformats.org/officeDocument/2006/relationships/slide" Target="/ppt/slides/slide8.xml" Id="Rd201dd5d79a24c6b" /><Relationship Type="http://schemas.openxmlformats.org/officeDocument/2006/relationships/slide" Target="/ppt/slides/slide9.xml" Id="R9bb4927539b24b6c" /><Relationship Type="http://schemas.openxmlformats.org/officeDocument/2006/relationships/slide" Target="/ppt/slides/slide10.xml" Id="Rbc3ff83c13e74e02" /><Relationship Type="http://schemas.openxmlformats.org/officeDocument/2006/relationships/slide" Target="/ppt/slides/slide11.xml" Id="Re72c62e0e61d4ea6" /><Relationship Type="http://schemas.openxmlformats.org/officeDocument/2006/relationships/slide" Target="/ppt/slides/slide12.xml" Id="R58636f4bc9914ca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5c5964c35ad419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abe3f8fdda470c" /><Relationship Type="http://schemas.openxmlformats.org/officeDocument/2006/relationships/notesMaster" Target="/ppt/notesMasters/notesMaster1.xml" Id="R92a990dff6884a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e4c4eccc4c4533" /><Relationship Type="http://schemas.openxmlformats.org/officeDocument/2006/relationships/notesMaster" Target="/ppt/notesMasters/notesMaster1.xml" Id="Rc6f73bef6fe74e8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fe283bdde5145f9" /><Relationship Type="http://schemas.openxmlformats.org/officeDocument/2006/relationships/notesMaster" Target="/ppt/notesMasters/notesMaster1.xml" Id="Rea0725fcaa34465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de5b897e4e24de7" /><Relationship Type="http://schemas.openxmlformats.org/officeDocument/2006/relationships/notesMaster" Target="/ppt/notesMasters/notesMaster1.xml" Id="R4b579d36381d4c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249af8d150a4b3c" /><Relationship Type="http://schemas.openxmlformats.org/officeDocument/2006/relationships/notesMaster" Target="/ppt/notesMasters/notesMaster1.xml" Id="R3db6abf875df460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e99c61c8124c4a" /><Relationship Type="http://schemas.openxmlformats.org/officeDocument/2006/relationships/notesMaster" Target="/ppt/notesMasters/notesMaster1.xml" Id="R647189f7e63543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8c5ada2e1fb4ae8" /><Relationship Type="http://schemas.openxmlformats.org/officeDocument/2006/relationships/notesMaster" Target="/ppt/notesMasters/notesMaster1.xml" Id="R05b2587883324e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6994d3ec8ea4afe" /><Relationship Type="http://schemas.openxmlformats.org/officeDocument/2006/relationships/notesMaster" Target="/ppt/notesMasters/notesMaster1.xml" Id="Rb33703eed54a4a0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f2714d71bcb410c" /><Relationship Type="http://schemas.openxmlformats.org/officeDocument/2006/relationships/notesMaster" Target="/ppt/notesMasters/notesMaster1.xml" Id="Rbbe96844e08c4fa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082f027a3f5400f" /><Relationship Type="http://schemas.openxmlformats.org/officeDocument/2006/relationships/notesMaster" Target="/ppt/notesMasters/notesMaster1.xml" Id="Rb68b3f9f488d4e3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c0ba5480b324ec0" /><Relationship Type="http://schemas.openxmlformats.org/officeDocument/2006/relationships/notesMaster" Target="/ppt/notesMasters/notesMaster1.xml" Id="R464ffceac0244c2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73bf3e953ab4c34" /><Relationship Type="http://schemas.openxmlformats.org/officeDocument/2006/relationships/notesMaster" Target="/ppt/notesMasters/notesMaster1.xml" Id="Rc7b83d9f7b8845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Multiplication grids, place-value counters, squared paper, remainder context cards.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99 coaches. | Estimate the quotient using a nearby multiple. | A valid remainder must be smaller than the divisor.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dividend, divisor, quotient, remainder, multiple,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260.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99 coaches.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 valid remainder must be smaller than the divisor.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99 coaches..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288 because 288 x 26 = 7,488..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3,787 / 28 = 135 remainder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288 because 288 x 26 = 7,488.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288 because 288 x 26 = 7,488. | A valid remainder must be smaller than the divisor.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3193e593ac44e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be846d910f4a10" /><Relationship Type="http://schemas.openxmlformats.org/officeDocument/2006/relationships/slideLayout" Target="/ppt/slideLayouts/slideLayout1.xml" Id="Rd5b704edc71d48d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b704edc71d48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4cf231a536497a" /><Relationship Type="http://schemas.openxmlformats.org/officeDocument/2006/relationships/notesSlide" Target="/ppt/notesSlides/notesSlide1.xml" Id="Ree33d630c9ef47b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8a6cd1463946d1" /><Relationship Type="http://schemas.openxmlformats.org/officeDocument/2006/relationships/notesSlide" Target="/ppt/notesSlides/notesSlide2.xml" Id="R7b314f7092814dd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d64ad048914e3d" /><Relationship Type="http://schemas.openxmlformats.org/officeDocument/2006/relationships/notesSlide" Target="/ppt/notesSlides/notesSlide3.xml" Id="Radb02a52b8f643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f2ebc7f95e49d4" /><Relationship Type="http://schemas.openxmlformats.org/officeDocument/2006/relationships/notesSlide" Target="/ppt/notesSlides/notesSlide4.xml" Id="R166cb12404b04b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010d63d5f947de" /><Relationship Type="http://schemas.openxmlformats.org/officeDocument/2006/relationships/notesSlide" Target="/ppt/notesSlides/notesSlide5.xml" Id="R8b675b76203a488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6fa42d149647aa" /><Relationship Type="http://schemas.openxmlformats.org/officeDocument/2006/relationships/notesSlide" Target="/ppt/notesSlides/notesSlide6.xml" Id="R92055f8c83994f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b6caedf7214164" /><Relationship Type="http://schemas.openxmlformats.org/officeDocument/2006/relationships/image" Target="/ppt/media/image.png" Id="R72a300a536384cfe" /><Relationship Type="http://schemas.openxmlformats.org/officeDocument/2006/relationships/notesSlide" Target="/ppt/notesSlides/notesSlide7.xml" Id="R7c5c0648386844b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de1a74f966444e" /><Relationship Type="http://schemas.openxmlformats.org/officeDocument/2006/relationships/notesSlide" Target="/ppt/notesSlides/notesSlide8.xml" Id="R167966d044754c5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556643eba84468" /><Relationship Type="http://schemas.openxmlformats.org/officeDocument/2006/relationships/notesSlide" Target="/ppt/notesSlides/notesSlide9.xml" Id="R0911f9d9d5f44c3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dae87826d483a" /><Relationship Type="http://schemas.openxmlformats.org/officeDocument/2006/relationships/notesSlide" Target="/ppt/notesSlides/notesSlide10.xml" Id="Rf2c2fdb1c362476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74572999344773" /><Relationship Type="http://schemas.openxmlformats.org/officeDocument/2006/relationships/notesSlide" Target="/ppt/notesSlides/notesSlide11.xml" Id="R0ec33c7ac93c42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c98efff4e7478d" /><Relationship Type="http://schemas.openxmlformats.org/officeDocument/2006/relationships/notesSlide" Target="/ppt/notesSlides/notesSlide12.xml" Id="R1acc578f4f3e4b0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F27A57-633C-4972-820F-F6297DAE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E138D9-CCCF-4437-A022-D240B90B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F76022-C0F4-4308-B0DE-BA3B469B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5D7945-BD80-4D86-9E69-D000FA53E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174BF3-3B80-44D6-B62A-835F0D689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2C30CF-B784-4D28-AF34-669D5BA8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2BE33D-9731-4C39-900C-893BA0C7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B08081-EE73-4DEB-BA3F-C77792BA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select, solve and check division calculations.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F8DE1B-045A-4A07-ADC5-91209737C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2026FF-24C0-429A-BA04-01D7A9DEE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8C6B7F-F8BD-450E-AC33-06A27FA9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7716872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D3C84F-8A3E-49C2-8859-376A8AB6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A3CAA9-3A63-4240-90AC-A595FC45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65A043-878B-4BD0-8479-75873C57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E38002-C20A-480B-98BA-EDA1A7412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4D8D0D-0486-45CB-BE8D-E29402B8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D8C680-641A-4710-AF8F-582D041D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83313F-603F-495B-B24E-3B756E49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619380-FDB4-4911-84E5-3B9C92C8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A7CAE7-2DC0-4FC8-9CF5-3D86CFD9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0B7AAB-21ED-4E69-8827-BE5966508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BC70E8-A048-46C0-84A3-90F91B013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F85A16-827C-45DA-8310-51E97D37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AC9AF1-8487-4B1A-9200-F6B12384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short division by one digit, recall multiplication facts and identify multiples.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1E8A5F-E78A-432D-8CAE-D6DDD128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AE3B8C-9186-4CB8-A5EE-18238B6C8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3B9298-3232-479B-8B30-E735E162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9C28EE-35DD-4D31-9E38-8325B333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4,725 pupils travel in coaches holding 48. How many coaches are needed?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57EBBF-AFED-429F-A20D-96902891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B5FEC5-0238-409F-8D2A-3E43863F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03F6DC-DF96-49B2-8F7D-9FD98B5D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64A90F-D1D5-4F37-BDF0-9C9854C0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charity packs 9,360 tins equally into 36 crates. How many tins per crate?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991425-C518-42BC-865E-A6FFA39F5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5751155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2593C2-7F16-48E3-9099-4357F273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CB68FB-82F0-4CF3-84E8-FC4E46DB0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F36D8B-1D40-4F19-AD8C-DF6DEDA4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550232-91D0-4512-A7CC-2AB222866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568F71-EDB2-4CD5-81B2-7E1A8124C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279A95-E288-4F2A-B3D3-1D90D03E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15508B-4411-4A0E-90BD-A9DCBE88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E9E07D-C1C9-4081-9D2A-15FF5D59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1FB377-996F-4937-A90A-D8924EC9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C41DB9-EC81-4CB2-A870-1F68102A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select, solve and check division calculations.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3BB182-54B4-49D3-94F6-EB81206AE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21DD5D-D854-4FE4-ABE3-FC037802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quotient using a nearby multiple.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798B69-8029-43E5-9E9B-AC539846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one place at a time and record any remainder or exchange.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69B8BD-2AAA-440B-9DA6-6EEAB4C34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Multiply the quotient by the divisor to check the result.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38BA9A-77D9-4675-A3C0-271ED108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dividend  |  divisor  |  quotient  |  remainder  |  multiple  |  estimate</a:t>
            </a:r>
          </a:p>
        </p:txBody>
      </p:sp>
    </p:spTree>
    <p:extLst>
      <p:ext uri="{BB962C8B-B14F-4D97-AF65-F5344CB8AC3E}">
        <p14:creationId xmlns:p14="http://schemas.microsoft.com/office/powerpoint/2010/main" val="6118490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98F15A-7CF8-41F4-BAF9-62397A25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CE0335-A7EC-4FD6-B6E2-767D5021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45B798-F058-46C5-9A4D-D2CEC5CAC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B05D3A-04D6-4C97-BB91-17C88D350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9EC015-E8A1-4C79-837C-3C219BFA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0DB105-10F5-495E-A89E-2364598B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8A76D6-36AE-4DC4-AC47-23E05A47B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A64620-814B-4813-970A-7F8F34D7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B6FFFA-B53A-4EA3-AF50-21EFC689D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61CF4D-C642-44E5-838A-24B2CA2E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charity packs 9,360 tins equally into 36 crates. How many tins per crate?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96C535-B765-413A-B288-B5679A6A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2796DA-CDC2-4337-BD92-9F6A32357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EECDFF-61CE-40E3-A5CC-06D7073D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36 times table: 36, 72, 108, 144, 180, 216, 252, 288, 324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52ECA7-AA0E-4C31-8D4B-4BFADA35E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6479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8434F5-7365-405C-B91A-840ECD44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813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01CBA7-698C-4DE9-973E-F380ECD6C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695575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93 ÷ 36: choose 72 = 36 × 2; write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E77F07-8037-453C-9D2A-7526B3F6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289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D80151-716C-406B-912F-1D5F8672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623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036A38-360D-4ADF-AFD3-A64B4B63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76600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93 - 72 = 21; bring down 6 → 216; choose 216; write 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2B1BEF-92B8-4F21-A5DA-63698793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000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05E157-1119-42A2-8222-73B244F4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D226BC-2C9B-49F5-ADDF-92F856A8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216 - 216 = 0; bring down 0; write 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BAFA8D-155E-41A6-95D9-FF7477B6C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910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BF3288-2E58-4970-9302-F011672E7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243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61A0EC-A155-4825-B079-0A6C91FEA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Quotient = 260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16367F-7C07-4B0A-AEBB-6DD4839C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720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160F0F-4B44-4683-A49D-6F508D78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1054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269C61-A679-4717-97D7-ABBD74F6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19675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260 tins per crate</a:t>
            </a:r>
          </a:p>
        </p:txBody>
      </p:sp>
    </p:spTree>
    <p:extLst>
      <p:ext uri="{BB962C8B-B14F-4D97-AF65-F5344CB8AC3E}">
        <p14:creationId xmlns:p14="http://schemas.microsoft.com/office/powerpoint/2010/main" val="15000577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  <p:bldP spid="25" grpId="0"/>
      <p:bldP spid="28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789F62-199F-4388-A9C9-85184565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163CA4-D273-469E-B8DD-9067CD83C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979444-4ABF-42FB-9038-635631CD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F80830-8B2D-455D-A69F-F9135842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D6EC43-960C-4947-8506-A1C3A6835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C688DA-DAE6-4601-8717-3681DD5F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1AB0F8-53A5-4300-BEBB-A6AF0155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E21994-4567-43B6-BA63-CD526F22B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53B728-EC45-4369-A86A-B42551D4F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B75A21-91A7-4705-9789-1482EAAEE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7DBC88-86A6-46A8-A353-B74747AA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260.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EACE88-4332-4F6C-AE22-64D859290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B11209-0D09-4227-9C89-FDB00229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Multiply the quotient by the divisor to check the result.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84408B-429A-4E3A-A3A3-15140901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7868553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564660-5F42-4C94-85EB-3BFBA387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9C69A0-2704-484B-ADEB-82DDE19C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55C088-1510-42C9-BC95-55C4B4C9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185853-9327-4E16-B383-87A760CC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F0CBDF-2553-4B54-9FEE-4E975A10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183385-5E04-4DF3-9E2E-39DB4686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D94F00-0DBE-4357-92B8-BD1C23C5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2F9F6F-BA24-4536-A368-3313874D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55CD84-3182-4D2D-8C20-790E2A2D8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889950-49B1-462D-B7EA-7D33D8A5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4,725 pupils travel in coaches holding 48. How many coaches are needed?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EF98CF-CBDF-4811-B7C6-05BDE4C0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5CA037-D082-4A2A-9249-97D84269D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BE4F6C-DA18-422D-BFC8-3B014DC58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17EEDA-539A-4A08-85C2-0632584F8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B646DF-078D-4131-81F9-3259A651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99 coaches.</a:t>
            </a:r>
          </a:p>
        </p:txBody>
      </p:sp>
    </p:spTree>
    <p:extLst>
      <p:ext uri="{BB962C8B-B14F-4D97-AF65-F5344CB8AC3E}">
        <p14:creationId xmlns:p14="http://schemas.microsoft.com/office/powerpoint/2010/main" val="15945554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78EC39-B56C-4409-AE8D-EB02FABC9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45DBC7-430A-4368-BC86-589D8DC4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908D1E-2455-4549-A818-BD14D81C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E8EB1B-68D2-458A-8D53-5E0D9AE10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4C4439-2EFF-44EC-99E0-F00B2EDA7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89DD4A-4252-43B9-94AB-BC5D444B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C19858-A987-4F4E-9029-9823028C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2386E9-A29A-43F1-A6E7-E8DED0595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9EAE73-FBA3-409A-B9DA-EAF8BF2C2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a300a536384cfe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9B7041-28F5-49C3-A6B5-C524149A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30670D-A6A6-4AF7-9570-AE21DB29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accepts a remainder that is larger than the divisor.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110B07-8C3C-4BA7-B3DB-EE06B29B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F6A533-3454-44F1-AFB6-0E1C6F8E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8DF6AC-DEBC-457D-A773-4CC766F6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 valid remainder must be smaller than the divisor.</a:t>
            </a:r>
          </a:p>
        </p:txBody>
      </p:sp>
    </p:spTree>
    <p:extLst>
      <p:ext uri="{BB962C8B-B14F-4D97-AF65-F5344CB8AC3E}">
        <p14:creationId xmlns:p14="http://schemas.microsoft.com/office/powerpoint/2010/main" val="20565035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B1A89C-F518-47F6-93D0-3ACA10667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8E7455-8B3E-447B-90FF-1B5DEAA6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753349-9410-463B-B5A7-D5FF55A1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9EA4FB-A299-41F9-82D4-43C008D6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6DB2AC-2399-4880-BB02-E1990F9C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51238A-35AF-473E-BA80-3E76D635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2920FB-7485-4730-BFB8-D97213284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252E75-AD49-4D44-9CE5-9FA3406B2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58F464-335C-4168-A459-1A8E47AF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0053B2-CB83-4842-9615-309BC8BD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C3FCC6-E03A-4AD9-A95B-F59A00B2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4B55A1-6274-4BF1-A875-29A1F951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1B5007-0F04-4A5B-ADC4-3964DAEE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4,725 pupils travel in coaches holding 48. How many coaches are needed?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EEE8FA-F669-4204-BF7E-3AE19D24E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443E87-6B40-4E16-888E-EE06D1E5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4119B9-1933-469C-8154-C73F5047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BD31B5-A9EE-433D-94FA-D1A27797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FFFE74-5EA7-459A-8227-253C0001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05E56A-2F8F-4FF0-813B-C54C627B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0C33D4-3FDA-492C-9340-EFFADCE9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06FB38-C2E2-47CD-87F8-272ADC588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99 coaches.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2A0EA8-3173-435E-99EC-572D984A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698532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AEA3C7-3EF6-4135-961F-83EF2AF6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B831EC-F416-43EF-9E43-702F4CBF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9B5A8A-E95A-4180-867D-DEFEAFC0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796A5E-911A-4E85-B715-D5600186D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CC40A8-53BD-48C0-8DBB-509876BA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236429-768A-475C-BBDA-1E8E5859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4108A7-6960-4E19-86A2-80E36586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BD42B0-97F4-43FD-842F-AE75549F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668ACD-2843-441D-8E03-A2DDE49CF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F8D83A-DE7B-4AB1-BB80-948C8ABC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313191-DA66-4D47-9BCF-269DF4CE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8525F8-A72F-406A-A7EB-788DF256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93D6F2-7E6A-4FF4-A202-29B1D9ED6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7,488 / 26 and check by multiplication.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3E25F5-9955-47D0-BCC3-D9F70111A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7B1554-86B6-4DE8-9E78-86EB2C050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B54CF9-B390-41CE-9912-D9E2009A1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6CBAD5-3D99-4E08-B58C-AC952BB6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75B167-E5DC-48E0-8AE7-5D9E002B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CB914A-43EE-4FD7-90E9-93B89FFD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B8445F-6E90-409F-99D2-854CFD0D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336C9A-828A-4D66-82F6-984B67C2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6471351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BEF0A9-3F5B-4106-99C1-D094A427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7652B8-6BE0-404A-824F-11214A7E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D8DB72-ABC6-4DA1-8D0D-AE862C9B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3497EC-3E3C-4EBA-8964-D4301765F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44F8C7-E30B-4886-8028-2254BE7A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DB94DB-A6FD-423B-9650-93B70191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7D2E03-2646-4D64-9490-A6E8E627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976D18-5E33-4940-A71C-EDAEA6C5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41ED93-FFCA-4610-812F-30C724F6E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A993D6-5C3E-4C4E-9B00-2910364C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 division with divisor 28, quotient 135 and remainder 7.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7646F7-9D0E-48E4-B869-41859392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4719F6-6CC7-4E8B-99DB-65B0FDEE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724579-920D-4904-9320-0062561B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3,787 / 28 = 135 remainder 7.</a:t>
            </a:r>
          </a:p>
        </p:txBody>
      </p:sp>
    </p:spTree>
    <p:extLst>
      <p:ext uri="{BB962C8B-B14F-4D97-AF65-F5344CB8AC3E}">
        <p14:creationId xmlns:p14="http://schemas.microsoft.com/office/powerpoint/2010/main" val="14755530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ECF76A-0293-4194-A53B-B799938B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BA901A-79CC-4072-973F-EFDE9708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9330D6-BD81-4904-9782-AD66CF2A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F7719D-CDE7-4469-B19E-1639C71D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59C3E2-03CF-478B-9739-C5A08C29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F7F72C-15BF-49A6-A9BD-3D86A4358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DB1DE2-913C-4953-9BEF-868A6577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02C32A-194B-405C-89BD-85AF60B4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7B9E66-A93D-4E1D-BCA8-72E96DD44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3BF983-970B-43D3-BD95-79BDDB219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FC6EA-0CEA-4433-83B8-AAAFF470B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08CDBE-92B0-445C-B354-36645E84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7,488 / 26 and check by multiplication.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AE8A95-045D-4D11-8B6D-E95023A18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DD689D-D579-4D9B-A4BC-39F7A90C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ED4D7A-AF9C-4FCD-BB74-85A894782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E88E26-F3AB-4AE9-AE13-5F8DC8FC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288 because 288 x 26 = 7,488.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A19F2B-C5D0-429F-BC09-13086E40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D70F0F-0D97-4822-B72E-8F1715DC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8076516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E5A8FB-9C9A-4B2A-BBE3-8070F785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4BC2B8-330C-4905-ACE9-7586A65E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E75822-55BA-487F-98A9-16F5B5DB8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9228CF-52F3-4270-9867-1096ADBC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D50098-C08E-456B-AACF-171279F0A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F54A8D-1F16-4722-8A3E-CD9C7004D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543B29-4BD0-4946-9B2C-6EA2A9AC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B8E7F8-2C29-4994-9C13-2FFA4FFE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78D39-421A-4344-B9C4-73EE5807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AF16C6-6B32-4954-9F78-E794A756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9C6E94-4773-40AA-B616-C6BCAD86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273DC5-5E6F-493E-A1B1-E1DCB333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17C8AB-168F-49EF-8EED-87380E770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7,488 / 26 and check by multiplication.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3B4BF4-7603-4440-BE4A-7D43D66A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9DB247-83ED-4693-BC02-66B8ACDC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42A8EE-B612-4F6B-A7BC-2ACA0A9EA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566D77-1913-4E41-B114-4923B5AB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accepts a remainder that is larger than the divisor.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E395B4-5AC0-4311-A9B7-38386E071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08604A-8550-4D9F-BE98-0C7578C3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5A60A2-C855-4AEC-B44A-BF9E61A3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10E469-6FEE-4B1A-99F7-7206F61B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E54201-CCE3-4B27-AEBE-DC26DBB2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6101529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2026-09-09T22:13:57.7690000Z</dcterms:created>
  <dcterms:modified xsi:type="dcterms:W3CDTF">2026-09-09T22:13:57.7690000Z</dcterms:modified>
</coreProperties>
</file>