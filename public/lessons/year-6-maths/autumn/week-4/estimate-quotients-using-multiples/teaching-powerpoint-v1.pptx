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e82cfbde61423f" /><Relationship Type="http://schemas.openxmlformats.org/officeDocument/2006/relationships/extended-properties" Target="/docProps/app.xml" Id="R2539eda6da2a4a54" /><Relationship Type="http://schemas.openxmlformats.org/officeDocument/2006/relationships/officeDocument" Target="/ppt/presentation.xml" Id="R00377c79575246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6947b8a1614d3a"/>
  </p:sldMasterIdLst>
  <p:notesMasterIdLst>
    <p:notesMasterId xmlns:r="http://schemas.openxmlformats.org/officeDocument/2006/relationships" r:id="R1ff181fd827a4148"/>
  </p:notesMasterIdLst>
  <p:sldIdLst>
    <p:sldId xmlns:r="http://schemas.openxmlformats.org/officeDocument/2006/relationships" id="256" r:id="R1f78966ae5164169"/>
    <p:sldId xmlns:r="http://schemas.openxmlformats.org/officeDocument/2006/relationships" id="257" r:id="Rce25a0def4804d46"/>
    <p:sldId xmlns:r="http://schemas.openxmlformats.org/officeDocument/2006/relationships" id="258" r:id="R7e5599857d2c4038"/>
    <p:sldId xmlns:r="http://schemas.openxmlformats.org/officeDocument/2006/relationships" id="259" r:id="R8401bbc5d6b84b08"/>
    <p:sldId xmlns:r="http://schemas.openxmlformats.org/officeDocument/2006/relationships" id="260" r:id="R05104638ab484cfc"/>
    <p:sldId xmlns:r="http://schemas.openxmlformats.org/officeDocument/2006/relationships" id="261" r:id="Ra7eda201d5fe4264"/>
    <p:sldId xmlns:r="http://schemas.openxmlformats.org/officeDocument/2006/relationships" id="262" r:id="R216d4276949b4e14"/>
    <p:sldId xmlns:r="http://schemas.openxmlformats.org/officeDocument/2006/relationships" id="263" r:id="R350c5ad19fd64769"/>
    <p:sldId xmlns:r="http://schemas.openxmlformats.org/officeDocument/2006/relationships" id="264" r:id="R1466908fbf2d4999"/>
    <p:sldId xmlns:r="http://schemas.openxmlformats.org/officeDocument/2006/relationships" id="265" r:id="R86011b81c8f34ac4"/>
    <p:sldId xmlns:r="http://schemas.openxmlformats.org/officeDocument/2006/relationships" id="266" r:id="R6d1a8a6ca6684403"/>
    <p:sldId xmlns:r="http://schemas.openxmlformats.org/officeDocument/2006/relationships" id="267" r:id="Re26248fa975049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56850df12246f1" /><Relationship Type="http://schemas.openxmlformats.org/officeDocument/2006/relationships/slideMaster" Target="/ppt/slideMasters/slideMaster1.xml" Id="R1e6947b8a1614d3a" /><Relationship Type="http://schemas.openxmlformats.org/officeDocument/2006/relationships/notesMaster" Target="/ppt/notesMasters/notesMaster1.xml" Id="R1ff181fd827a4148" /><Relationship Type="http://schemas.openxmlformats.org/officeDocument/2006/relationships/presProps" Target="/ppt/presProps.xml" Id="Rbcef178942924832" /><Relationship Type="http://schemas.openxmlformats.org/officeDocument/2006/relationships/tableStyles" Target="/ppt/tableStyles.xml" Id="Rf3463f42e89544a4" /><Relationship Type="http://schemas.openxmlformats.org/officeDocument/2006/relationships/slide" Target="/ppt/slides/slide1.xml" Id="R1f78966ae5164169" /><Relationship Type="http://schemas.openxmlformats.org/officeDocument/2006/relationships/slide" Target="/ppt/slides/slide2.xml" Id="Rce25a0def4804d46" /><Relationship Type="http://schemas.openxmlformats.org/officeDocument/2006/relationships/slide" Target="/ppt/slides/slide3.xml" Id="R7e5599857d2c4038" /><Relationship Type="http://schemas.openxmlformats.org/officeDocument/2006/relationships/slide" Target="/ppt/slides/slide4.xml" Id="R8401bbc5d6b84b08" /><Relationship Type="http://schemas.openxmlformats.org/officeDocument/2006/relationships/slide" Target="/ppt/slides/slide5.xml" Id="R05104638ab484cfc" /><Relationship Type="http://schemas.openxmlformats.org/officeDocument/2006/relationships/slide" Target="/ppt/slides/slide6.xml" Id="Ra7eda201d5fe4264" /><Relationship Type="http://schemas.openxmlformats.org/officeDocument/2006/relationships/slide" Target="/ppt/slides/slide7.xml" Id="R216d4276949b4e14" /><Relationship Type="http://schemas.openxmlformats.org/officeDocument/2006/relationships/slide" Target="/ppt/slides/slide8.xml" Id="R350c5ad19fd64769" /><Relationship Type="http://schemas.openxmlformats.org/officeDocument/2006/relationships/slide" Target="/ppt/slides/slide9.xml" Id="R1466908fbf2d4999" /><Relationship Type="http://schemas.openxmlformats.org/officeDocument/2006/relationships/slide" Target="/ppt/slides/slide10.xml" Id="R86011b81c8f34ac4" /><Relationship Type="http://schemas.openxmlformats.org/officeDocument/2006/relationships/slide" Target="/ppt/slides/slide11.xml" Id="R6d1a8a6ca6684403" /><Relationship Type="http://schemas.openxmlformats.org/officeDocument/2006/relationships/slide" Target="/ppt/slides/slide12.xml" Id="Re26248fa975049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c39ccc124f4a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bffde0fdd1480e" /><Relationship Type="http://schemas.openxmlformats.org/officeDocument/2006/relationships/notesMaster" Target="/ppt/notesMasters/notesMaster1.xml" Id="R475c7db4323346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5293b9b5c34189" /><Relationship Type="http://schemas.openxmlformats.org/officeDocument/2006/relationships/notesMaster" Target="/ppt/notesMasters/notesMaster1.xml" Id="R8a372eb4cfda43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aab970976245c5" /><Relationship Type="http://schemas.openxmlformats.org/officeDocument/2006/relationships/notesMaster" Target="/ppt/notesMasters/notesMaster1.xml" Id="Rf51f622d0ec14dc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a14334f0f744af" /><Relationship Type="http://schemas.openxmlformats.org/officeDocument/2006/relationships/notesMaster" Target="/ppt/notesMasters/notesMaster1.xml" Id="R29fb733985d34e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49bec48be04499" /><Relationship Type="http://schemas.openxmlformats.org/officeDocument/2006/relationships/notesMaster" Target="/ppt/notesMasters/notesMaster1.xml" Id="Raa120654e7de41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8c602bc00a4eca" /><Relationship Type="http://schemas.openxmlformats.org/officeDocument/2006/relationships/notesMaster" Target="/ppt/notesMasters/notesMaster1.xml" Id="R8aeda045cbd34a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96476cb7824e44" /><Relationship Type="http://schemas.openxmlformats.org/officeDocument/2006/relationships/notesMaster" Target="/ppt/notesMasters/notesMaster1.xml" Id="R7497b63a552041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95a2af869a04f5b" /><Relationship Type="http://schemas.openxmlformats.org/officeDocument/2006/relationships/notesMaster" Target="/ppt/notesMasters/notesMaster1.xml" Id="R52766316683f4f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c6f43679ca48ef" /><Relationship Type="http://schemas.openxmlformats.org/officeDocument/2006/relationships/notesMaster" Target="/ppt/notesMasters/notesMaster1.xml" Id="Rf3e5fb081d5c46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58996eb9ed4b87" /><Relationship Type="http://schemas.openxmlformats.org/officeDocument/2006/relationships/notesMaster" Target="/ppt/notesMasters/notesMaster1.xml" Id="R52907326856c48f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c53606d71a04781" /><Relationship Type="http://schemas.openxmlformats.org/officeDocument/2006/relationships/notesMaster" Target="/ppt/notesMasters/notesMaster1.xml" Id="Re747f9004c57460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8d183150da4aad" /><Relationship Type="http://schemas.openxmlformats.org/officeDocument/2006/relationships/notesMaster" Target="/ppt/notesMasters/notesMaster1.xml" Id="Rbad1ff33ae9d43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About 200 because 6,000 / 30 is 200. | Estimate the quotient using a nearby multiple. | Round both numbers to compatible values that are easy to divide.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About 300; exactly 308.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About 200 because 6,000 / 30 is 200.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Round both numbers to compatible values that are easy to divide.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About 200 because 6,000 / 30 is 200..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Possible answers include 21, 24 or 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200. | Round both numbers to compatible values that are easy to divide.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0ab243e7d345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366807674443a8" /><Relationship Type="http://schemas.openxmlformats.org/officeDocument/2006/relationships/slideLayout" Target="/ppt/slideLayouts/slideLayout1.xml" Id="R608fb7e2999547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8fb7e2999547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4838d37b8c4176" /><Relationship Type="http://schemas.openxmlformats.org/officeDocument/2006/relationships/notesSlide" Target="/ppt/notesSlides/notesSlide1.xml" Id="R32214aba1ab94e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56551eda44d27" /><Relationship Type="http://schemas.openxmlformats.org/officeDocument/2006/relationships/notesSlide" Target="/ppt/notesSlides/notesSlide2.xml" Id="R42e535e8e89640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89df607dd84263" /><Relationship Type="http://schemas.openxmlformats.org/officeDocument/2006/relationships/notesSlide" Target="/ppt/notesSlides/notesSlide3.xml" Id="R5090f59f1cd945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16c33d18994fb9" /><Relationship Type="http://schemas.openxmlformats.org/officeDocument/2006/relationships/notesSlide" Target="/ppt/notesSlides/notesSlide4.xml" Id="R771c7a6c9eb04a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c931deb0c4bcb" /><Relationship Type="http://schemas.openxmlformats.org/officeDocument/2006/relationships/notesSlide" Target="/ppt/notesSlides/notesSlide5.xml" Id="R3f98ae28950145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d8c94fd5e4790" /><Relationship Type="http://schemas.openxmlformats.org/officeDocument/2006/relationships/notesSlide" Target="/ppt/notesSlides/notesSlide6.xml" Id="R9234ba38c1964d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8b7345fe934ffb" /><Relationship Type="http://schemas.openxmlformats.org/officeDocument/2006/relationships/image" Target="/ppt/media/image.png" Id="R82c8ee584e9f40e8" /><Relationship Type="http://schemas.openxmlformats.org/officeDocument/2006/relationships/notesSlide" Target="/ppt/notesSlides/notesSlide7.xml" Id="R06e4b7489d2e47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c7499fb1f45f7" /><Relationship Type="http://schemas.openxmlformats.org/officeDocument/2006/relationships/notesSlide" Target="/ppt/notesSlides/notesSlide8.xml" Id="R2a8cb69aee3b4c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f6447b6744e12" /><Relationship Type="http://schemas.openxmlformats.org/officeDocument/2006/relationships/notesSlide" Target="/ppt/notesSlides/notesSlide9.xml" Id="Ra75e67e53c9044d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7a45de91a4e0c" /><Relationship Type="http://schemas.openxmlformats.org/officeDocument/2006/relationships/notesSlide" Target="/ppt/notesSlides/notesSlide10.xml" Id="R5e00b486ae0946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418e8e205d41c4" /><Relationship Type="http://schemas.openxmlformats.org/officeDocument/2006/relationships/notesSlide" Target="/ppt/notesSlides/notesSlide11.xml" Id="Rbc444b419d7c4dc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6c650df944cf0" /><Relationship Type="http://schemas.openxmlformats.org/officeDocument/2006/relationships/notesSlide" Target="/ppt/notesSlides/notesSlide12.xml" Id="Re029f5afc96f468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1A19EC-FBF3-4895-9F0B-A2785927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727995-F896-44A3-ACAD-9517CA54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BCE173-43E0-4B1F-86A4-CD969985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228C5-6FC9-4270-9484-62FCC146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83FBE-7605-4DBC-BE6A-98419258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F56473-727E-45B5-AC44-4F398702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5E2B8C-B5A9-4F28-BDA1-E165B9A5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F8940-95C9-468A-867C-E30C6C8A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quotients before using a written method.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F931D-7A2A-4D10-B04B-362B45E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222E32-9B6E-4EED-BB31-133EA262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644E3C-556E-408B-A2AA-8153CCFF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391626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630048-9E32-4F83-99E8-E21AB96D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444B65-3F1F-4343-A58D-64D755F3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21C4EA-EC48-4C30-A41D-97C7566A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8BECB1-36F0-4133-9D09-F760D117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EA890-4D54-4AA7-9D36-D1D53F68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0D8FAA-E001-48BF-B0D3-4DBEE92A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C45AB-A37C-4174-8425-C46F3D27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BF08DF-4CC1-4AA4-95F3-5A0143AC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70CC3-FD78-4297-B093-4B6D935F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A95D5E-6FE3-42EE-BBA5-C5F3440F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C44703-D25A-4A4B-9413-864069EA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D80628-7678-4A49-B1C9-8EBF983E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5A0830-2448-4D79-8E5A-D00971EF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88B30-5F98-4FAF-85A0-8D8334AF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C4730C-4B41-45B2-A382-785EDA85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D926E3-DAF1-4618-8CEB-287C7443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5A307B-FDD8-4489-88D4-898B952B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5,985 / 31.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558ED3-846E-4B73-B8C8-1C32668F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ACDF4-7523-471A-8900-177F34C2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BCBB02-DB67-4BB0-BB85-DD6696F1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61D8D6-D2C8-4A76-8A6F-0B439715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Estimate and then calculate 7,392 / 24.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7FEFC3-B2F2-43AC-8329-022D3633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942737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2D0664-659B-4A37-9301-F8FBF10B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3C068B-2097-43C8-9B58-5B96D8CB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A97DEC-81D3-43AB-A853-D009BA10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EFC0B5-3A24-4939-AB28-AE470B1B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71AEBA-B1B6-43F8-9B4A-5D955C74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5E7C7D-016D-48E5-9ABE-A93805EA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ACDFC-DE15-4579-8FD2-B44089E4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FC0800-C80D-4D8E-BCAE-2BA0E4F1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589F4-C062-4C8F-B51E-1EBEB62E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DC8FD3-1EC6-4B93-8C82-5B3C5748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quotients before using a written method.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99A19A-5CC8-440C-98D9-49DC4481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9866CA-3F8E-45AA-AC5D-101989CD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7F37D1-8486-4502-994B-EF49ED3B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316DC1-9ACB-4CBD-BC34-F5A06668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40DC23-8315-40B7-9697-AB5B38EB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15207686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70A9A8-76FC-4E67-877A-0E380FDC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68C823-A456-4CA8-B1E9-5A5A44F2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BD9AC8-B0B3-4534-B0C8-0B03E5F0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71172E-C190-4AD2-A5B4-369D9DB9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A8FBAE-E74C-4BB1-97F9-F297DC39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7DC53-6D3E-4FD5-9613-5B5219BA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19C08F-42CD-4CF7-B82B-D0D7CA07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3B84B7-EB11-4CC9-A896-D3411F19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B8FB60-76C7-414F-9407-E38E0F58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A25B1C-413D-4F1F-8529-BC4C14F4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and then calculate 7,392 / 24.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791EAC-6331-45BC-B93B-425553A0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34FB0C-82F7-447B-AE1A-FB841FAA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54B777-40A6-4FAD-B21E-BDEB727B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24 times table: 24, 48, 72, 96, 120, 144, 168, 192, 216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1A49CB-14C9-4B3B-91FF-983AE09C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47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0C7EF4-14A5-4D16-92D7-108486F0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61BDBA-986E-4539-8BF3-1556F44C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95575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73 ÷ 24: choose 72 = 24 × 3; write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8AF341-BE93-40BB-A406-39E98FAA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289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4E1CD2-6371-4710-89F7-1C3FCD91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623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18A1A5-7544-44D4-B2B0-C38B239D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7660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73 - 72 = 1; bring down 9 → 19; write 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A08B46-3023-4546-B094-E7C710FB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00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E02E12-D10F-44DC-B7FA-B3394408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E6063A-D368-4E80-B49E-3AFBAB22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Bring down 2 → 192; choose 192 = 24 × 8; write 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2E3357-403C-4C61-A69D-62E04830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910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96A8EE-9152-4121-9D73-DC3952AA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243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E7BB30-3D55-457C-9E7F-3D4B1B01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Quotient = 308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756CA1-0556-42B4-B1A8-7CE9FCF6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720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922D90-CDE0-4FE2-B5FA-8670368E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105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7D1AA5-7361-4733-9B64-4E6D0642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19675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308 × 24 = 7,392</a:t>
            </a:r>
          </a:p>
        </p:txBody>
      </p:sp>
    </p:spTree>
    <p:extLst>
      <p:ext uri="{BB962C8B-B14F-4D97-AF65-F5344CB8AC3E}">
        <p14:creationId xmlns:p14="http://schemas.microsoft.com/office/powerpoint/2010/main" val="20349028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  <p:bldP spid="28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E6B4C1-6CB6-4230-B287-49813175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FEF90-6CED-40FB-8C3E-3A056FF3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2A57A-8E60-462C-ABFF-45BA1AB1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3105C9-2743-491A-8B60-B7AB5E9D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B210F5-F437-4143-B160-C7678D0A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A640C-F9AE-4A79-83F1-6B1A2864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42FA5-32C2-4107-ABC5-C5550190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9C9920-7A35-4AC5-B902-284E2B87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540D69-FCB7-49CE-BA8D-4BC87435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3778B8-E99B-411B-A623-90C71564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868808-AD0C-4763-B8CF-29781A0B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About 300; exactly 308.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35AEFA-FA0F-4CA1-8833-E7BF0F87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7CCEC-EE19-4288-9440-DD0D44D6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F5F42F-8A79-4E4B-ABBD-43E8C23B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117388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6F5323-6EE9-4FAC-9921-C6E4707E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BAF576-BDCE-494B-8ED5-BF53ED49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06ED5-BAF6-46BB-B80D-08B774DC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042D6-A78B-4C59-A2BA-FCCF2E90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AAFD0-852E-480C-8D6F-5672BCAB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20EEF-2516-466B-B60A-518DFE36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20F82-164E-46F6-9091-0987A5BF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DD458-7D9B-4725-9F8D-11440C5C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6C0161-374B-47C8-A022-F5FFAF1A9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285A3-3A41-4102-A9C9-F2324AB7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5,985 / 31.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B59F49-AE4D-4916-90C3-CDA81803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C3A12F-343A-4E8C-81AE-EBF0A68A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0E0217-99B2-4EE0-9054-B3B322F6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F8EA7F-2168-4F34-B3CA-73CEE8CD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A6DAE6-ECA9-44FF-B017-643DD5BF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About 200 because 6,000 / 30 is 200.</a:t>
            </a:r>
          </a:p>
        </p:txBody>
      </p:sp>
    </p:spTree>
    <p:extLst>
      <p:ext uri="{BB962C8B-B14F-4D97-AF65-F5344CB8AC3E}">
        <p14:creationId xmlns:p14="http://schemas.microsoft.com/office/powerpoint/2010/main" val="1523219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06073C-2C50-4115-8A90-8DC12019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80117E-82D3-4608-BD84-996A4C90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37145C-A6BF-494E-920F-BEE62F50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83D25-109D-4102-8B6B-20A885E6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22F0B9-E21D-420F-A82B-C68318C9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AD771-D6B8-4661-BE06-AF3FCCF5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9E0495-305C-4C6E-9D7B-B9506EEC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9375E1-6C7C-4774-A2FA-E4DDB228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612627-14B4-4243-82DA-9C521DE3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c8ee584e9f40e8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71E850-395B-4C11-80C4-AC69F48D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D3598E-E561-47DC-80D0-71AC25FB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estimates division by rounding only the dividend.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7AA2EC-4418-4778-B8CE-59B916B8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7EF469-0637-406D-8DA3-CFCA23C0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3530E9-B80B-4CF0-B548-43A57E02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Round both numbers to compatible values that are easy to divide.</a:t>
            </a:r>
          </a:p>
        </p:txBody>
      </p:sp>
    </p:spTree>
    <p:extLst>
      <p:ext uri="{BB962C8B-B14F-4D97-AF65-F5344CB8AC3E}">
        <p14:creationId xmlns:p14="http://schemas.microsoft.com/office/powerpoint/2010/main" val="17332055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13DB71-9154-40B2-9BC3-1BB6B4E3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08718-A478-47D7-AC91-9E1A3BDD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ECD248-0174-4BB5-A904-B2CFFEAF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6B662-1E43-4F22-ABCC-F23AD8D2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7B0148-52ED-452B-866B-E42C87E9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B0E0F9-A2F3-4823-B175-5D1A6068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BC0787-0C85-4130-B23C-2C9D3F51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8A6172-0BEE-461E-AA0D-3FC97FE7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456898-77B7-4974-9FDA-2EE1F5D5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0597D4-C869-48A7-B311-A2CB40FE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5A50EB-3ABD-4191-9C8B-83A28DE0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ACE2E5-8384-4963-AB33-BF54A26A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1CB59E-0453-4B9E-BA66-B03B339F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5,985 / 31.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895B95-F4B8-4DD1-B08A-160B367A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6C0AB6-0D0D-4E77-A983-94AE741F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F8B3FB-7B29-4460-8B46-3F8A3138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98A4FA-9A74-4011-A6BE-FBB2DA26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BC0C6A-7109-4A57-8FFA-30D4EB28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3E2272-FED4-4CA5-BB65-61B037AB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AFE0B8-3E42-4692-BC01-F9B66857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4B203E-AE06-4123-BE65-08523B58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About 200 because 6,000 / 30 is 200.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183EC9-D11F-4EDC-982F-E5DEF0AD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980993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EA1308-8FD7-4191-BE93-97DAE95E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E79D6C-4CFF-481B-B5C2-E5A221B3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646A3-25A9-4C07-AF20-BAF0DCD3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C397F2-6B4B-4CA0-A915-A0AF34A2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B5EAC3-756E-427B-9100-CFBA8826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063C3B-1A05-4E78-AB54-EBE7CD28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9FD7A1-76F7-443F-A56C-38D2C608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C79578-DE23-4D91-990A-29D61422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B4E7E-657A-444A-9893-A89AA6FE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C3B662-028D-47A3-B031-42BA87AA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83101-2E33-4212-B257-E4E08F32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800EE1-A33F-432F-B65C-9071C2FD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BF6751-FEDF-48B5-AA10-F3F8F6E7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a better estimate for 8,316 / 42: 20, 200 or 2,000?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CACBC0-E8A6-40B1-AE41-86304FD0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A467A3-FD1A-48AE-AD1E-BE08ADDC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A97E9D-1D39-4417-A1C4-C504C3F1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D205F3-0D8C-4ECC-BCE7-5820E2EE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0C6439-AC52-46B9-B1A6-A77AC76D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ACC599-A9A8-4CD5-BE43-ED7CD294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F2D916-072D-4CA2-BFC8-49A9B03E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2BE0DB-4F26-460D-933D-38301600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083823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95A5D5-3AD9-43EC-B78E-8579CB92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585C8-D7A3-4DE2-8E48-3018F9FD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4995DB-41F7-4083-9194-9838D5FE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7B01C9-6FC1-4D50-9C29-9BDF096A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51D3C-FDA4-4527-86BA-A95EE8F1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971740-A4DF-4FEF-AA90-EED8CEF8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45E45C-1102-4EAA-90BF-9DA77861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298F25-1D67-4987-AD32-A4183ACD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F218D-A3B8-4B8A-9169-8C93FA5D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ABE50A-BC33-4BDD-BB38-E007D036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divisor between 20 and 30 that makes 6,048 divide exactly.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4C7A5B-4B86-4978-92B8-14DBD503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FB91F6-6F25-44C9-B065-F1F1F3E5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38BD8E-AFB3-4DD4-AF80-D4629584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Possible answers include 21, 24 or 28.</a:t>
            </a:r>
          </a:p>
        </p:txBody>
      </p:sp>
    </p:spTree>
    <p:extLst>
      <p:ext uri="{BB962C8B-B14F-4D97-AF65-F5344CB8AC3E}">
        <p14:creationId xmlns:p14="http://schemas.microsoft.com/office/powerpoint/2010/main" val="20886317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82A3F3-D20E-4D50-866A-FD09D224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807F60-1FE9-45C9-97B3-811F3720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DBFBF-46E0-44D8-86B5-C6C0C7E2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764D8-8BDA-4527-83ED-2A494764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C2197E-64DD-4889-BB4D-13E93A96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89655C-6330-4014-BA04-37802795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F46B19-D764-418F-9F78-D951E393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A1367E-23A8-4947-B600-70F17797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1E27EE-D703-4886-9D17-FB3C6832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02C9BF-161B-4772-8031-077E5BF7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D0560B-668B-4EEB-8AA5-556CCA41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4290EF-D34F-4D45-BE3D-BC2F2D50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a better estimate for 8,316 / 42: 20, 200 or 2,000?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43F21D-9718-4A69-B5D6-80920015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C11502-11A7-4327-9A99-FF3EB664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A13C00-9C95-49D8-88FE-AD70BF8F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E35B3-7B69-476D-8F2C-0A9BDCC4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3819BA-B74C-42D8-9BF4-59A6AAAF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614C78-9690-4A34-B3FD-D22FDD60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657187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653FE4-1A62-4994-AC96-13F14DA3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CDD1F7-8B3E-4221-A389-5164D3F6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6CA47-D0EB-4DB4-A915-4A360DC6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0605C0-6E88-4F26-A0E6-57D395BC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577C52-ABA5-4184-B4F7-15B40BC3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9498F7-CF5B-4C7E-A146-D6A0ED87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250698-8A0A-43BE-833F-F784B7AD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889E0B-522D-4DCB-9DB6-4E1ADC61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0970D3-0057-4BB1-9948-714AB64A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30550-94ED-4D02-8ABD-24E7A27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58D516-B9C3-4DB9-9127-E17ED711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C6649F-E71F-4C8A-A24F-55A2C2F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75B3C8-DFE1-409F-A7F4-28BA2483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a better estimate for 8,316 / 42: 20, 200 or 2,000?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C52317-0325-47AA-B2A2-077CFFC5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C0E879-990E-4DEE-A409-C7CE37E7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AFCEFA-B60C-47AA-808C-8060EE2F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4C0D04-0BBB-4F72-A1C0-468B69D5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estimates division by rounding only the dividend.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C279DD-D64E-4BCB-9AE4-32F18045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193838-EB13-4BE5-87BA-D99FF5B6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4C2DAB-D22D-475B-84CE-4DE272E2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059CBB-DDA9-48B0-9D2B-977FAA22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2D2150-9C0A-455A-8690-3B659C33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0573339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2026-09-09T22:13:50.8250000Z</dcterms:created>
  <dcterms:modified xsi:type="dcterms:W3CDTF">2026-09-09T22:13:50.8250000Z</dcterms:modified>
</coreProperties>
</file>