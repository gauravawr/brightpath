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About 200 because 6,000 / 30 is 200. | Estimate the quotient using a nearby multiple. | Round both numbers to compatible values that are easy to divide.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Estimate and then calculate 7,392 / 24. Answer: About 300; exactly 308.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About 200 because 6,000 / 30 is 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Round both numbers to compatible values that are easy to divide.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About 200 because 6,000 / 30 is 200..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Possible answers include 21, 24 or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Estimate 5,985 / 31. Expected: Which is a better estimate for 8,316 / 42: 20, 200 or 2,000? Higher: Find a divisor between 20 and 30 that makes 6,048 divide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200. | Round both numbers to compatible values that are easy to divide.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06247C-C41C-4363-BBB7-FEBF0075A7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8B9AE2-EBA8-4E30-A9B0-FEB6F9936E5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B1EE25B-424E-4310-9F2B-E036670F09A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8A4ACD-133E-4A41-B87A-978056389AA2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0B7B61-99F8-4272-9B10-DE4A294E4EFF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168A35-EDDD-4AFD-9068-ED018B02C802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73F217-8259-4394-9851-916905F168C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486FA8-70A4-4302-A630-2BF6FC3C46E4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B485CE-0E0A-429B-AEF1-ABCEE09F8FC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quotients before using a written method.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FC6490-6578-4578-8637-F9678DDE19AA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E5D26B-8F63-443B-9BF1-5FDE1A8803C9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D72319-3B9C-4235-834A-35F12002E94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69742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C840AD2-7E3E-4DD8-BEFB-B2A17B9F43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3A41DE-0484-4054-B2A8-C82EECB8CFA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36F692-B539-47E7-9A88-555E808778C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45D23F-F40F-45E7-9306-B52399CBAC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A11104-4925-4A94-A5C6-B802F2B6577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8CF4F8-D237-4B9E-BECA-EDF0BE171EF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B1313C-0BC2-4206-8A38-4790A1522F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14E7-310E-4C86-97D4-DBB1A20628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609E6C-4850-41EB-85FF-FA46010B258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AA4FCA-761B-44C2-BC37-892ECD94F32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07C3F6D-A66F-44F3-B1EB-A643007F510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4CE0E02-2E45-4681-B8DB-6C72A799E83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4EF4CD-ADA7-4301-B900-95094A24200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5F33C-27E0-42FB-8501-19357AEB1E3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88A8030-656E-4AB8-839E-8AD71F8F8AB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BEBD2CC-A0AE-4423-943C-4F467B42640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DD979D-83F4-45EE-9D1E-36B49AFF897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F8E973-14D6-428E-A998-9530D62EF36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B998BA9-715B-46B5-8E09-AEA3C2243D5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EA6F00-7F81-4B68-ACEA-92E2C28FB9E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50C0DE-55C4-417B-8793-DCE09CAA915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A137A9-25EC-461B-B623-45C68E6DAD1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and then calculate 7,392 /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E6222A9-F581-4B28-A58B-A61C67E1D80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79006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2D8AAD1-984F-409D-8BDE-D2B9BD5DB3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DFC10A-3E18-4158-B11D-6D13F6CCB8F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729BD6-FBEA-459F-AC3D-1D6D5616C5C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FAE5F4A-3B18-41B9-BD53-736220D4DDD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73A5BA-F712-48D0-8CBC-16C06B0CD02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ABDCA5-F6F0-4648-914A-6A6D35A55EF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E1A2A4-CB2C-4BF7-8F48-029D6448193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872250-F4C3-485B-88C6-1BFD2689E5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0F1B1F-B455-4475-A428-D4D63E4FC2E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E24730-C919-4E9A-B5C1-3ED7C50F8F2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F8E3EA-3A47-475C-9F33-8AAE62D6FDE7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quotients before using a written method.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0815CD-5CCD-4344-AACB-0F09A0A6C494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AD6570-4E8B-44F5-A8C6-356E1ADD4FD4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45A9E-0A6F-4057-95BC-2AE394A2B2C8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A6E7F4-D460-4AD2-9363-79EF63E29EFE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1D44F2-0251-4A88-9A59-778B6FC20DAC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28298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8E53155-7F0E-4FB2-9A7E-3CC45B0B65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FCA413-D71C-4B63-B006-636D424027E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29BBC9-8141-49FE-9CF4-1EE74DE47EA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89523F5-F6CA-4A40-AB2B-CCC7B5379D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7A0D64-CB35-421A-A017-0FA9400598E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E36AA8-C3BE-46EE-A734-2AD691CD85F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708492-FF45-4F5E-B1B0-D36F1D55A23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26DCCB-96A6-4795-AD28-6166740DF99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6830C9-200C-4BDB-973E-6627202D851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D2938E-A6DD-4B0F-BE18-DEC5A4E3FBE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4F962-11E9-4CF7-9A69-4A5EEA3B3A89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and then calculate 7,392 / 24.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853C54-2EC9-4EF6-BDB5-298386BCCCA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45D3C0E-0C56-4966-A1FB-106BF1E5F59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E45B5A-D9FA-4AFE-9617-352D41B22F0F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B5DEAE-C758-47D0-AC6A-4AB494EE9951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DD1961-16DC-4070-83B1-64B569A8282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11FF080-E536-4F6E-AE35-7F56AA83B7A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06BC2-55A5-46C5-A57A-B96C68491CC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F0771B-06E2-481A-A31E-A13A1A262C2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07F3E7-EF18-4CC0-99B6-C7DB915A0DB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4A2064A-C774-446C-9EFD-4015E639675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2F4BF4-CFC8-4AB7-9A8A-63D0D7C1BE73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21DE1B-6962-47B4-8F11-D5E81AC946B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7425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E3182F3-6AFA-447A-942F-A7A7B33749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5965BB-440B-4870-B645-093147A9C80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A9B874-490F-4993-BBF8-ED704772F7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EE34542-FAC6-4CCF-81A0-13F476BCCD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14CF21-D259-4963-8348-FC181655BAF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9D2530-62A4-4DA6-B03D-7D4D8F0AC67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5C4860-955B-4B43-B570-A9DD51EBFA2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AC1133-EED0-49F7-86F9-43F0F129D86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4B2D2A-4278-4D16-AB7A-3C26FAE5CD8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D48EB-8E0C-4163-B4EC-BFF2BE5D386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388880-CE12-4B4D-8AC5-5745B1496AA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A7D3EF-E006-4908-99D6-1A1D68D30597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About 300; exactly 308.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694ABD-427D-4B56-8C4F-8FC88B61856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5470AF-55C5-4377-A1B2-87CFC41E30F0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5804B0-F16E-4631-B76D-FF571649C1A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935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CEA6F93-5B5A-4369-AA6A-302E4500F8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468309-84BC-4229-AB99-51896A9B1E5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6A6470-7A3D-4177-9199-EF6BA852C2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17C0E64-93CE-4E30-9048-B56297D0A3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51421D-F2E6-4E14-8B45-2B23D0A9496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B9F693-828E-44A5-84C0-6A732FB182F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498971-ED3E-42EC-8A78-E568AC4565D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2DEED1-C0F5-456A-A9B9-9548CB87236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1A3CCA-511A-4123-AEB2-53058214CDF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670255-1EF7-400A-8F3A-EF0F454E7D9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326044-6D2B-4A74-93FA-77BBDF84BA40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DFEDEC-C1DB-4D47-9F40-7E42F5ABC518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66402E-1A95-467F-995B-92C30153384C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138A62-3F68-49AD-9390-E02A0EA84015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B423FA-4DCB-43AF-A2DA-46AADECE098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A38A25-13C7-4137-B8AE-6D4ED292A95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200 because 6,000 / 30 is 200.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8094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2DB7F1A-A809-41ED-A336-65E757621F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144572-85DF-4E69-80C0-3AC8A1123C7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BF428E-6307-443C-ABF2-A00A4D1A4C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5DD46FD-8918-4D81-B358-DA41B2D7021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F7CB10-B4F8-4695-B518-44D3BD77063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9A7466-9B8B-4451-B7D2-C0592FDF1FB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CABC40-583B-4C79-9D44-5D0CC9E8000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1B382F-D65E-49C4-A07C-98248B566B5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290273-83A2-4A21-AE87-43B06C98A9D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E22A84-F8E7-4185-B2DD-FF9D3DC3B50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85F99CE-4CEB-4D22-89B5-FB8A77AB61D8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1D7BED-710C-489A-B668-D233290EB5E1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division by rounding only the dividend.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98EF71-EA43-41A1-B2A2-AD12D3AC1FBF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A7ED37-8189-4101-A5CB-379793ADAFC0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3AF5BC-1647-4770-9CC6-F2B2EEEB3FC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Round both numbers to compatible values that are easy to divide.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5538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98BF6F6-F430-44F8-9788-D581458E7C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12D038-C6DD-4CA1-9C79-0F08CCF7FF4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A64B6C-89BB-4B42-A0DD-BCF6F72A56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093578E-C012-483F-A1D3-7191048EB3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41199-37E1-4C5E-936D-AC638B56C04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B3A26E-F7F5-413C-B96B-C3B5DDC05F4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503FFE-08C4-4A6B-92CE-33F60946CE0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A2D9DD-4682-49EA-B45B-306A95E68C5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EB2D25-5CE8-44BC-9055-6E14B490CC2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C50F8F-CB64-43B6-A668-817BDF84AF3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5ED6E9B-A912-412D-B5F8-A68D00E35CC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18D99A-62AA-47FA-916A-8ABE947D7AE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1F5A81-D236-490D-A842-6644A33C6F7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A1DBB7-A5CA-4831-8FF1-520A7B55192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0151744-A325-4871-89D5-6D6D5D0F8AC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E01558F-D7E8-462F-9758-D18F5186947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8C4618-4D82-4D1B-99E4-A076E9D081F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09F8E4-C87A-410C-85F2-B8B9D54A747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C3CF7F6-11B1-442A-A732-5C8032796AF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D8D0FAF-E568-4070-9551-0A854285FDE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9B0AA2-634D-4E2B-BC7B-FBD25C21005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C0965C0-1862-4950-A32D-724A2856C44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200 because 6,000 / 30 is 200.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CCC1C9-B349-4A72-B2BC-A52049DDBE5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6588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606A0F1-45FE-4DF2-A889-AD5AEC894A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8585E3-2622-4912-B2D9-078C67B9F49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1B6BC-A346-4049-B1A7-4088DCC6CC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881E3CF-E534-4A07-A0FB-E140325BE7D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13C00A-6219-4992-889B-7AE9A6A0A47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E84F73-76DE-4D55-AF2A-220DD848315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8DF41A-A111-4D45-BFCF-C14F4BA27AA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862334-E1C7-4636-BBD0-F86095D0F45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186F61-4C0D-4733-A3A3-63723CA0B17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9B5D27-BF92-461D-BFC0-8CEF1A23DD1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A9C43A2-E3AF-4AF4-B65B-66F1DE126BB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2516A7-14E1-4409-B89A-440B0470963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9F0746-A6B5-4A31-8196-12588744FA4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4F85D3-F317-4819-AA34-F2C935C5CBF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9F9274D-FFDC-40BD-9EDA-A5FB1B6EFD8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447395C-C78B-4CC1-945A-B1AA0FEE647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373E42-D437-4D44-9A00-EABBC328853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DBE292-5FA1-4D1A-AACB-D93A2C07933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14D052F-B3FC-406B-B5A5-A024847AC2F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D9A6F22-EB67-43B8-A667-72CE44ACE0C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1E6EE9-50FB-4BC3-BBAF-B02B902BD61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6AF39-4EEF-4FCD-B795-101B1B15898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1851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B20F700-A1BA-4E51-BBC3-CD8107CAF1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A382C9-BEDD-403C-8D60-D282C3D8FC8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4AC6EC-8270-4AF1-8549-2D828A3C7E7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2D61A27-4AFC-486F-8F90-40094F389A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721FB9-B771-47B5-821F-492FD419066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2F0B7A-509B-4447-9BD5-2263DADF54E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F2185F-B9A1-45C0-B1ED-9366E466DC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B7C5FA-0A9E-47CC-AFDD-7EC76A80962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B0AF73-32F4-4521-94A2-0C0A93DE799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B25FDE-0749-4D3C-8010-B306896242C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8A86B7-F99B-4F7B-981E-F9DA8579DFC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divisor between 20 and 30 that makes 6,048 divide exactly.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074904-273F-43E4-88F4-15CE2AD1099F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343B63-C946-48A3-A15E-7BC1F45B15B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11EB98-69E7-4C81-B752-59DAEC7256DD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Possible answers include 21, 24 or 28.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28956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8CC2FF2-2722-417B-8A4C-76E1568DF9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BB81C7-B041-4ECC-8279-7477D96BD81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F42366-C7D0-42F2-BEF0-2AD3F50C53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BDD65A-555C-49F1-A863-437C792DA5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97F23E-6050-4E2F-B51D-19D5BF7718E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2EB343-3CEE-440E-AF5E-C14F8F59E2D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782E24-D0E4-42A4-9E21-1E2067250E2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61C2B2-0604-4AAC-AC9A-9C7CFE77739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317A9-6A11-4399-A538-76F61BC171A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78C9AB-586F-4D4E-841E-6B9571900C0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F3A73D-DDAB-4468-9212-D323F08B8210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33EEEF8-C6D2-4CC3-91E7-5A9A9EC2F5EC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6C516D-7CF8-450A-A58D-DF39FBF2E32C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7FED5E-5E6F-4810-B3CF-503DF0BA81F3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368321-FFB1-4663-AC01-1DAEC849E34C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6B690B-C0A9-4C89-B32C-E04E380712F8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B3058D1-AF8E-4221-8AE1-46CED84D7E36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BE2CF9-939A-4E9D-B216-44A7540F8ACF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55EC345-87C9-4BBF-A703-3B72EDC7A3AD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A33D23-5C9B-4F9B-869B-47770479BB98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0A11EE-015E-4AE1-92E8-FB156FCDB28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8883F20-1EB3-49B6-80E2-35A63458BEE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90C56DD-1EEF-40EF-A5AB-C82B3DD70A95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B3F74D-E921-45CF-9AD0-7A48CA553334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47A411-7683-4620-9C4A-C731F470B4E9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86AD319-DEA6-4F23-9C86-0832B7D23F83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787486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F179E1B-99A7-4CD2-9FFE-2358C84D02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36A63D-6C34-489B-A91F-DD6BD561533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81842E-364C-405E-9086-796ECB47FD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1DEAAF5-C8BD-4E42-8251-F904903D33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C6EBA-ECF0-4654-8F53-038EC5B38BE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5F95B-115B-42DB-9AAD-306B75837A8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C4BD5F-BD2F-43A1-8769-3F76CE8CBD8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AF4665-5C59-4005-ABF3-02CB5E5B246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40CDD4-413C-4E55-A382-BBA2CF5EA75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0820EE-B08D-48D7-8C01-C74952A2500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E55FCAB-6F88-46A5-AF63-2516267E8E1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8224CD1-C60E-41F7-B9F8-091A0EAD6FE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7442E-6312-4EC1-B087-F715A045001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6F5B83-A888-40B6-ABC9-A050DBFDB69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4449CD0-CF3D-4CE5-851B-062BDA9E5BA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1FDE108-7902-4517-9BFE-081D5CB6ABE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B1A39D-6253-40B2-ACB3-C5DBD6737F2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51E3ED-9775-4E96-B7A3-7EDF23851E4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division by rounding only the dividend.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1C90BD1-C7A8-4790-9F12-B45A058D181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6900A37-09F9-4979-ACF7-6022A492520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7209AA-9D1A-42A9-AE3B-3B1DDC5FB20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036346-4EE7-4C0E-83CC-1FB4C2E3F3F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B19039-FD6A-4825-9178-1C477DD516A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83988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1334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2026-09-08T22:35:41Z</dcterms:created>
  <dcterms:modified xsi:type="dcterms:W3CDTF">2026-09-08T22:43:06Z</dcterms:modified>
</cp:coreProperties>
</file>