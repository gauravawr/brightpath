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4:04.180" v="59"/>
      <pc:docMkLst>
        <pc:docMk/>
      </pc:docMkLst>
      <pc:sldChg chg="modSp mod modAnim">
        <pc:chgData name="Garima Sharma" userId="c5ca40beb9a8554c" providerId="LiveId" clId="{2265D429-760C-4FF0-9653-4AF4BA9B0970}" dt="2026-09-09T11:04:03.180" v="5"/>
        <pc:sldMkLst>
          <pc:docMk/>
          <pc:sldMk cId="543043129" sldId="257"/>
        </pc:sldMkLst>
        <pc:spChg chg="mod">
          <ac:chgData name="Garima Sharma" userId="c5ca40beb9a8554c" providerId="LiveId" clId="{2265D429-760C-4FF0-9653-4AF4BA9B0970}" dt="2026-09-09T11:04:03.134" v="0" actId="20577"/>
          <ac:spMkLst>
            <pc:docMk/>
            <pc:sldMk cId="543043129" sldId="257"/>
            <ac:spMk id="13" creationId="{EEA09DF6-2923-4923-8FAC-3AECCB08F7A6}"/>
          </ac:spMkLst>
        </pc:spChg>
        <pc:spChg chg="mod">
          <ac:chgData name="Garima Sharma" userId="c5ca40beb9a8554c" providerId="LiveId" clId="{2265D429-760C-4FF0-9653-4AF4BA9B0970}" dt="2026-09-09T11:04:03.155" v="2" actId="20577"/>
          <ac:spMkLst>
            <pc:docMk/>
            <pc:sldMk cId="543043129" sldId="257"/>
            <ac:spMk id="17" creationId="{AF968217-D2ED-414D-A69A-B3B4BB63C608}"/>
          </ac:spMkLst>
        </pc:spChg>
        <pc:spChg chg="mod">
          <ac:chgData name="Garima Sharma" userId="c5ca40beb9a8554c" providerId="LiveId" clId="{2265D429-760C-4FF0-9653-4AF4BA9B0970}" dt="2026-09-09T11:04:03.179" v="4" actId="20577"/>
          <ac:spMkLst>
            <pc:docMk/>
            <pc:sldMk cId="543043129" sldId="257"/>
            <ac:spMk id="21" creationId="{1420F932-700D-475E-8D6D-5BD9B3C909C8}"/>
          </ac:spMkLst>
        </pc:spChg>
      </pc:sldChg>
      <pc:sldChg chg="modSp mod modAnim">
        <pc:chgData name="Garima Sharma" userId="c5ca40beb9a8554c" providerId="LiveId" clId="{2265D429-760C-4FF0-9653-4AF4BA9B0970}" dt="2026-09-09T11:04:03.265" v="11"/>
        <pc:sldMkLst>
          <pc:docMk/>
          <pc:sldMk cId="348441976" sldId="258"/>
        </pc:sldMkLst>
        <pc:spChg chg="mod">
          <ac:chgData name="Garima Sharma" userId="c5ca40beb9a8554c" providerId="LiveId" clId="{2265D429-760C-4FF0-9653-4AF4BA9B0970}" dt="2026-09-09T11:04:03.239" v="6" actId="20577"/>
          <ac:spMkLst>
            <pc:docMk/>
            <pc:sldMk cId="348441976" sldId="258"/>
            <ac:spMk id="12" creationId="{2D1FE9DD-17EA-40D3-A37F-3FBA9234E730}"/>
          </ac:spMkLst>
        </pc:spChg>
        <pc:spChg chg="mod">
          <ac:chgData name="Garima Sharma" userId="c5ca40beb9a8554c" providerId="LiveId" clId="{2265D429-760C-4FF0-9653-4AF4BA9B0970}" dt="2026-09-09T11:04:03.252" v="8" actId="20577"/>
          <ac:spMkLst>
            <pc:docMk/>
            <pc:sldMk cId="348441976" sldId="258"/>
            <ac:spMk id="13" creationId="{4E9D1835-9F2F-4289-BE43-23E6759E3912}"/>
          </ac:spMkLst>
        </pc:spChg>
        <pc:spChg chg="mod">
          <ac:chgData name="Garima Sharma" userId="c5ca40beb9a8554c" providerId="LiveId" clId="{2265D429-760C-4FF0-9653-4AF4BA9B0970}" dt="2026-09-09T11:04:03.263" v="10" actId="20577"/>
          <ac:spMkLst>
            <pc:docMk/>
            <pc:sldMk cId="348441976" sldId="258"/>
            <ac:spMk id="14" creationId="{DB0721C7-5A9F-4AF2-8518-2C00AD6166BD}"/>
          </ac:spMkLst>
        </pc:spChg>
      </pc:sldChg>
      <pc:sldChg chg="modSp mod modAnim">
        <pc:chgData name="Garima Sharma" userId="c5ca40beb9a8554c" providerId="LiveId" clId="{2265D429-760C-4FF0-9653-4AF4BA9B0970}" dt="2026-09-09T11:04:03.371" v="17"/>
        <pc:sldMkLst>
          <pc:docMk/>
          <pc:sldMk cId="896785923" sldId="259"/>
        </pc:sldMkLst>
        <pc:spChg chg="mod">
          <ac:chgData name="Garima Sharma" userId="c5ca40beb9a8554c" providerId="LiveId" clId="{2265D429-760C-4FF0-9653-4AF4BA9B0970}" dt="2026-09-09T11:04:03.332" v="12" actId="20577"/>
          <ac:spMkLst>
            <pc:docMk/>
            <pc:sldMk cId="896785923" sldId="259"/>
            <ac:spMk id="14" creationId="{B7A86D76-F08F-4EDC-B029-AC0183E7BC19}"/>
          </ac:spMkLst>
        </pc:spChg>
        <pc:spChg chg="mod">
          <ac:chgData name="Garima Sharma" userId="c5ca40beb9a8554c" providerId="LiveId" clId="{2265D429-760C-4FF0-9653-4AF4BA9B0970}" dt="2026-09-09T11:04:03.351" v="14" actId="20577"/>
          <ac:spMkLst>
            <pc:docMk/>
            <pc:sldMk cId="896785923" sldId="259"/>
            <ac:spMk id="18" creationId="{8BAD3007-AE9C-4B6F-8A06-B05B1B669155}"/>
          </ac:spMkLst>
        </pc:spChg>
        <pc:spChg chg="mod">
          <ac:chgData name="Garima Sharma" userId="c5ca40beb9a8554c" providerId="LiveId" clId="{2265D429-760C-4FF0-9653-4AF4BA9B0970}" dt="2026-09-09T11:04:03.370" v="16" actId="20577"/>
          <ac:spMkLst>
            <pc:docMk/>
            <pc:sldMk cId="896785923" sldId="259"/>
            <ac:spMk id="22" creationId="{0A64A31E-1487-4742-B66B-EAA516E05E4C}"/>
          </ac:spMkLst>
        </pc:spChg>
      </pc:sldChg>
      <pc:sldChg chg="modSp mod modAnim">
        <pc:chgData name="Garima Sharma" userId="c5ca40beb9a8554c" providerId="LiveId" clId="{2265D429-760C-4FF0-9653-4AF4BA9B0970}" dt="2026-09-09T11:04:03.443" v="23"/>
        <pc:sldMkLst>
          <pc:docMk/>
          <pc:sldMk cId="552156162" sldId="260"/>
        </pc:sldMkLst>
        <pc:spChg chg="mod">
          <ac:chgData name="Garima Sharma" userId="c5ca40beb9a8554c" providerId="LiveId" clId="{2265D429-760C-4FF0-9653-4AF4BA9B0970}" dt="2026-09-09T11:04:03.417" v="18" actId="20577"/>
          <ac:spMkLst>
            <pc:docMk/>
            <pc:sldMk cId="552156162" sldId="260"/>
            <ac:spMk id="11" creationId="{F480DBFC-AAB6-4CE2-A5A9-2E5D9BCA67CF}"/>
          </ac:spMkLst>
        </pc:spChg>
        <pc:spChg chg="mod">
          <ac:chgData name="Garima Sharma" userId="c5ca40beb9a8554c" providerId="LiveId" clId="{2265D429-760C-4FF0-9653-4AF4BA9B0970}" dt="2026-09-09T11:04:03.430" v="20" actId="20577"/>
          <ac:spMkLst>
            <pc:docMk/>
            <pc:sldMk cId="552156162" sldId="260"/>
            <ac:spMk id="13" creationId="{63CDEB03-74F2-4B6B-A740-38EC126D80D3}"/>
          </ac:spMkLst>
        </pc:spChg>
        <pc:spChg chg="mod">
          <ac:chgData name="Garima Sharma" userId="c5ca40beb9a8554c" providerId="LiveId" clId="{2265D429-760C-4FF0-9653-4AF4BA9B0970}" dt="2026-09-09T11:04:03.442" v="22" actId="20577"/>
          <ac:spMkLst>
            <pc:docMk/>
            <pc:sldMk cId="552156162" sldId="260"/>
            <ac:spMk id="14" creationId="{D7C3E938-7C69-4280-BCD7-70D5E24F540F}"/>
          </ac:spMkLst>
        </pc:spChg>
      </pc:sldChg>
      <pc:sldChg chg="modSp mod modAnim">
        <pc:chgData name="Garima Sharma" userId="c5ca40beb9a8554c" providerId="LiveId" clId="{2265D429-760C-4FF0-9653-4AF4BA9B0970}" dt="2026-09-09T11:04:03.530" v="27"/>
        <pc:sldMkLst>
          <pc:docMk/>
          <pc:sldMk cId="1622935273" sldId="261"/>
        </pc:sldMkLst>
        <pc:spChg chg="mod">
          <ac:chgData name="Garima Sharma" userId="c5ca40beb9a8554c" providerId="LiveId" clId="{2265D429-760C-4FF0-9653-4AF4BA9B0970}" dt="2026-09-09T11:04:03.512" v="24" actId="20577"/>
          <ac:spMkLst>
            <pc:docMk/>
            <pc:sldMk cId="1622935273" sldId="261"/>
            <ac:spMk id="14" creationId="{7E4AC003-F284-43B9-A482-17BCAFFBBBE9}"/>
          </ac:spMkLst>
        </pc:spChg>
        <pc:spChg chg="mod">
          <ac:chgData name="Garima Sharma" userId="c5ca40beb9a8554c" providerId="LiveId" clId="{2265D429-760C-4FF0-9653-4AF4BA9B0970}" dt="2026-09-09T11:04:03.527" v="26" actId="20577"/>
          <ac:spMkLst>
            <pc:docMk/>
            <pc:sldMk cId="1622935273" sldId="261"/>
            <ac:spMk id="15" creationId="{F6A8E35E-4EC0-437D-9647-150ECC2966A5}"/>
          </ac:spMkLst>
        </pc:spChg>
      </pc:sldChg>
      <pc:sldChg chg="modSp mod modAnim">
        <pc:chgData name="Garima Sharma" userId="c5ca40beb9a8554c" providerId="LiveId" clId="{2265D429-760C-4FF0-9653-4AF4BA9B0970}" dt="2026-09-09T11:04:03.614" v="31"/>
        <pc:sldMkLst>
          <pc:docMk/>
          <pc:sldMk cId="1226013969" sldId="262"/>
        </pc:sldMkLst>
        <pc:spChg chg="mod">
          <ac:chgData name="Garima Sharma" userId="c5ca40beb9a8554c" providerId="LiveId" clId="{2265D429-760C-4FF0-9653-4AF4BA9B0970}" dt="2026-09-09T11:04:03.590" v="28" actId="20577"/>
          <ac:spMkLst>
            <pc:docMk/>
            <pc:sldMk cId="1226013969" sldId="262"/>
            <ac:spMk id="12" creationId="{F402E0CE-CEBF-463E-BB3A-11AD05BE6C6F}"/>
          </ac:spMkLst>
        </pc:spChg>
        <pc:spChg chg="mod">
          <ac:chgData name="Garima Sharma" userId="c5ca40beb9a8554c" providerId="LiveId" clId="{2265D429-760C-4FF0-9653-4AF4BA9B0970}" dt="2026-09-09T11:04:03.613" v="30" actId="20577"/>
          <ac:spMkLst>
            <pc:docMk/>
            <pc:sldMk cId="1226013969" sldId="262"/>
            <ac:spMk id="15" creationId="{065DDBF8-2024-4168-8B1F-C7D3E6841D5F}"/>
          </ac:spMkLst>
        </pc:spChg>
      </pc:sldChg>
      <pc:sldChg chg="modSp mod modAnim">
        <pc:chgData name="Garima Sharma" userId="c5ca40beb9a8554c" providerId="LiveId" clId="{2265D429-760C-4FF0-9653-4AF4BA9B0970}" dt="2026-09-09T11:04:03.734" v="37"/>
        <pc:sldMkLst>
          <pc:docMk/>
          <pc:sldMk cId="856532532" sldId="263"/>
        </pc:sldMkLst>
        <pc:spChg chg="mod">
          <ac:chgData name="Garima Sharma" userId="c5ca40beb9a8554c" providerId="LiveId" clId="{2265D429-760C-4FF0-9653-4AF4BA9B0970}" dt="2026-09-09T11:04:03.682" v="32" actId="20577"/>
          <ac:spMkLst>
            <pc:docMk/>
            <pc:sldMk cId="856532532" sldId="263"/>
            <ac:spMk id="13" creationId="{297FAF16-73CF-4D52-83E6-C3AC1654EE97}"/>
          </ac:spMkLst>
        </pc:spChg>
        <pc:spChg chg="mod">
          <ac:chgData name="Garima Sharma" userId="c5ca40beb9a8554c" providerId="LiveId" clId="{2265D429-760C-4FF0-9653-4AF4BA9B0970}" dt="2026-09-09T11:04:03.708" v="34" actId="20577"/>
          <ac:spMkLst>
            <pc:docMk/>
            <pc:sldMk cId="856532532" sldId="263"/>
            <ac:spMk id="17" creationId="{B8335150-06AD-4D39-B8DE-EC98E81F900D}"/>
          </ac:spMkLst>
        </pc:spChg>
        <pc:spChg chg="mod">
          <ac:chgData name="Garima Sharma" userId="c5ca40beb9a8554c" providerId="LiveId" clId="{2265D429-760C-4FF0-9653-4AF4BA9B0970}" dt="2026-09-09T11:04:03.730" v="36" actId="20577"/>
          <ac:spMkLst>
            <pc:docMk/>
            <pc:sldMk cId="856532532" sldId="263"/>
            <ac:spMk id="21" creationId="{3A1DCFDD-9EDF-464C-B418-1A8EB40AA5FD}"/>
          </ac:spMkLst>
        </pc:spChg>
      </pc:sldChg>
      <pc:sldChg chg="modSp mod modAnim">
        <pc:chgData name="Garima Sharma" userId="c5ca40beb9a8554c" providerId="LiveId" clId="{2265D429-760C-4FF0-9653-4AF4BA9B0970}" dt="2026-09-09T11:04:03.881" v="43"/>
        <pc:sldMkLst>
          <pc:docMk/>
          <pc:sldMk cId="1678153019" sldId="264"/>
        </pc:sldMkLst>
        <pc:spChg chg="mod">
          <ac:chgData name="Garima Sharma" userId="c5ca40beb9a8554c" providerId="LiveId" clId="{2265D429-760C-4FF0-9653-4AF4BA9B0970}" dt="2026-09-09T11:04:03.822" v="38" actId="20577"/>
          <ac:spMkLst>
            <pc:docMk/>
            <pc:sldMk cId="1678153019" sldId="264"/>
            <ac:spMk id="13" creationId="{A1F08958-E5E4-490E-8CA7-C7436B52922B}"/>
          </ac:spMkLst>
        </pc:spChg>
        <pc:spChg chg="mod">
          <ac:chgData name="Garima Sharma" userId="c5ca40beb9a8554c" providerId="LiveId" clId="{2265D429-760C-4FF0-9653-4AF4BA9B0970}" dt="2026-09-09T11:04:03.848" v="40" actId="20577"/>
          <ac:spMkLst>
            <pc:docMk/>
            <pc:sldMk cId="1678153019" sldId="264"/>
            <ac:spMk id="17" creationId="{3B4FDB41-ACF1-48C3-B9AE-6F94785BCA76}"/>
          </ac:spMkLst>
        </pc:spChg>
        <pc:spChg chg="mod">
          <ac:chgData name="Garima Sharma" userId="c5ca40beb9a8554c" providerId="LiveId" clId="{2265D429-760C-4FF0-9653-4AF4BA9B0970}" dt="2026-09-09T11:04:03.878" v="42" actId="20577"/>
          <ac:spMkLst>
            <pc:docMk/>
            <pc:sldMk cId="1678153019" sldId="264"/>
            <ac:spMk id="21" creationId="{CF5AEB1F-EA7C-4B2F-A404-19065FC60AEB}"/>
          </ac:spMkLst>
        </pc:spChg>
      </pc:sldChg>
      <pc:sldChg chg="modSp mod modAnim">
        <pc:chgData name="Garima Sharma" userId="c5ca40beb9a8554c" providerId="LiveId" clId="{2265D429-760C-4FF0-9653-4AF4BA9B0970}" dt="2026-09-09T11:04:03.974" v="49"/>
        <pc:sldMkLst>
          <pc:docMk/>
          <pc:sldMk cId="2033726811" sldId="265"/>
        </pc:sldMkLst>
        <pc:spChg chg="mod">
          <ac:chgData name="Garima Sharma" userId="c5ca40beb9a8554c" providerId="LiveId" clId="{2265D429-760C-4FF0-9653-4AF4BA9B0970}" dt="2026-09-09T11:04:03.947" v="44" actId="20577"/>
          <ac:spMkLst>
            <pc:docMk/>
            <pc:sldMk cId="2033726811" sldId="265"/>
            <ac:spMk id="11" creationId="{9B256C75-FF00-42C4-AFC4-926A62B82292}"/>
          </ac:spMkLst>
        </pc:spChg>
        <pc:spChg chg="mod">
          <ac:chgData name="Garima Sharma" userId="c5ca40beb9a8554c" providerId="LiveId" clId="{2265D429-760C-4FF0-9653-4AF4BA9B0970}" dt="2026-09-09T11:04:03.960" v="46" actId="20577"/>
          <ac:spMkLst>
            <pc:docMk/>
            <pc:sldMk cId="2033726811" sldId="265"/>
            <ac:spMk id="12" creationId="{C78C5502-5872-48AF-BDE6-98EE788FFAAB}"/>
          </ac:spMkLst>
        </pc:spChg>
        <pc:spChg chg="mod">
          <ac:chgData name="Garima Sharma" userId="c5ca40beb9a8554c" providerId="LiveId" clId="{2265D429-760C-4FF0-9653-4AF4BA9B0970}" dt="2026-09-09T11:04:03.972" v="48" actId="20577"/>
          <ac:spMkLst>
            <pc:docMk/>
            <pc:sldMk cId="2033726811" sldId="265"/>
            <ac:spMk id="13" creationId="{1E1635A3-918B-4FBA-B579-43E92A4015C9}"/>
          </ac:spMkLst>
        </pc:spChg>
      </pc:sldChg>
      <pc:sldChg chg="modSp mod modAnim">
        <pc:chgData name="Garima Sharma" userId="c5ca40beb9a8554c" providerId="LiveId" clId="{2265D429-760C-4FF0-9653-4AF4BA9B0970}" dt="2026-09-09T11:04:04.052" v="53"/>
        <pc:sldMkLst>
          <pc:docMk/>
          <pc:sldMk cId="2035068615" sldId="266"/>
        </pc:sldMkLst>
        <pc:spChg chg="mod">
          <ac:chgData name="Garima Sharma" userId="c5ca40beb9a8554c" providerId="LiveId" clId="{2265D429-760C-4FF0-9653-4AF4BA9B0970}" dt="2026-09-09T11:04:04.039" v="50" actId="20577"/>
          <ac:spMkLst>
            <pc:docMk/>
            <pc:sldMk cId="2035068615" sldId="266"/>
            <ac:spMk id="16" creationId="{8D9FA01F-E33A-4DD2-9F35-0247FF263A6A}"/>
          </ac:spMkLst>
        </pc:spChg>
        <pc:spChg chg="mod">
          <ac:chgData name="Garima Sharma" userId="c5ca40beb9a8554c" providerId="LiveId" clId="{2265D429-760C-4FF0-9653-4AF4BA9B0970}" dt="2026-09-09T11:04:04.050" v="52" actId="20577"/>
          <ac:spMkLst>
            <pc:docMk/>
            <pc:sldMk cId="2035068615" sldId="266"/>
            <ac:spMk id="17" creationId="{AA69DE1B-EEDA-4C90-BE74-E73063538ABB}"/>
          </ac:spMkLst>
        </pc:spChg>
      </pc:sldChg>
      <pc:sldChg chg="modSp mod modAnim">
        <pc:chgData name="Garima Sharma" userId="c5ca40beb9a8554c" providerId="LiveId" clId="{2265D429-760C-4FF0-9653-4AF4BA9B0970}" dt="2026-09-09T11:04:04.180" v="59"/>
        <pc:sldMkLst>
          <pc:docMk/>
          <pc:sldMk cId="1463488429" sldId="267"/>
        </pc:sldMkLst>
        <pc:spChg chg="mod">
          <ac:chgData name="Garima Sharma" userId="c5ca40beb9a8554c" providerId="LiveId" clId="{2265D429-760C-4FF0-9653-4AF4BA9B0970}" dt="2026-09-09T11:04:04.126" v="54" actId="20577"/>
          <ac:spMkLst>
            <pc:docMk/>
            <pc:sldMk cId="1463488429" sldId="267"/>
            <ac:spMk id="13" creationId="{6688221A-E946-466B-81DE-A3B49B2D35DB}"/>
          </ac:spMkLst>
        </pc:spChg>
        <pc:spChg chg="mod">
          <ac:chgData name="Garima Sharma" userId="c5ca40beb9a8554c" providerId="LiveId" clId="{2265D429-760C-4FF0-9653-4AF4BA9B0970}" dt="2026-09-09T11:04:04.152" v="56" actId="20577"/>
          <ac:spMkLst>
            <pc:docMk/>
            <pc:sldMk cId="1463488429" sldId="267"/>
            <ac:spMk id="17" creationId="{5E17324B-E731-4B0F-A28B-A90495DF0036}"/>
          </ac:spMkLst>
        </pc:spChg>
        <pc:spChg chg="mod">
          <ac:chgData name="Garima Sharma" userId="c5ca40beb9a8554c" providerId="LiveId" clId="{2265D429-760C-4FF0-9653-4AF4BA9B0970}" dt="2026-09-09T11:04:04.178" v="58" actId="20577"/>
          <ac:spMkLst>
            <pc:docMk/>
            <pc:sldMk cId="1463488429" sldId="267"/>
            <ac:spMk id="21" creationId="{07124209-3182-4B91-B101-DBE1A656F66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place-value counters, squared paper, remainder context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About 200 because 6,000 / 30 is 200. | Estimate the quotient using a nearby multiple. |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dividend, divisor, quotient, remainder, multiple,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Estimate and then calculate 7,392 / 24. Answer: About 300; exactly 308.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About 200 because 6,000 / 30 is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Round both numbers to compatible values that are easy to divide.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About 200 because 6,000 / 30 is 200..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Possible answers include 21, 24 or 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200.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200. | Round both numbers to compatible values that are easy to divide.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E5D4234-6BC7-4921-8D5E-2C4EC0D322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B83A5E-0059-4F0E-8D9D-BB053BD6A36C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A5837AB-9B16-4F5D-96BF-ED4F444BBF89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F8B48E-0F08-4D4C-833E-8941915DF62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570673-387E-4CA2-9DDA-DF2DA43FCA89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AAB2529-12F5-4950-9BDE-A1704B17221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917BBC-DD86-49D7-B7A6-81BA1CFCF5B4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FD4916-275A-4E44-A353-1BC434EEFFEA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FA54EB-DEEB-4DEB-ADD2-6590183FAA96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66D445-FBC3-4FF2-B1AA-3C9DEB085C37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D3E57D5-2ACA-47DE-BE15-03E55338D53F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7275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2BE634B4-D985-481A-B7F1-F749B18A32C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672116-8144-4A4A-9DE1-80BF474808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DF9002-B778-4407-8D1A-70CB2691F14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A30A20-7706-4A76-B53A-1A928D357FE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C24256-DAD4-460F-A324-A3DF45ECD21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E14BAD-4DCC-4780-A855-A499C7F6F45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4BAC26-AEAB-426C-80FF-AD5497B0403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FA1BFE-5586-4D29-A332-6D5CEF5CEBB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88EEF9-7E62-4493-AA59-F7B0AF77B80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7CD50D1F-3631-4079-8F24-658AB0A421E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49737E9-10E2-4F28-80F8-A44630A31D7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26A9DD-D045-4FDB-BD37-388E1690D8E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A09DF6-2923-4923-8FAC-3AECCB08F7A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short division by one digit, recall multiplication facts and identify multiples.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2C33AAC-5D21-4813-9764-F2E59AA9E554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967E220-AD70-428C-A7C9-72439921B23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AF724-66A5-4A94-BAEC-F451742CC5D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968217-D2ED-414D-A69A-B3B4BB63C60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A10ED75-5763-41ED-AA3D-C95888C328B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D8E34B3-FB90-4D78-8D41-AE7F9CAAEE4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A681628-7DC4-4F3C-96C7-F78CF3D601E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420F932-700D-475E-8D6D-5BD9B3C909C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Estimate and then calculate 7,392 /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3ACD676-7CF8-4796-AD8E-C9B5B4071BE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543043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CF15F291-52BC-416E-97B9-1FB25823A9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57FFB3-E81D-4CF7-A624-18AC9F84CB8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28FA68D-86C3-4616-80DF-59A44A5017F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EE2254-165D-4BC4-9C28-ED59B48A68D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549EAA-FD82-4FEE-8331-DAB8DA8CE19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2A2982-5F4E-4911-8D37-E033A32EFA7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40D9F0-1EC8-4483-A6E9-855CAD09993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197400-799F-4279-9826-46EAA4632FD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379283-A20F-4C49-AB66-E98CD765D28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2C9BA3F-A6E9-470E-9F12-163F9FED875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estimate quotients before using a written method.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42024-CD91-41EA-A598-697679E93271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1FE9DD-17EA-40D3-A37F-3FBA9234E730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quotient using a nearby multiple.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9D1835-9F2F-4289-BE43-23E6759E391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one place at a time and record any remainder or exchange.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B0721C7-5A9F-4AF2-8518-2C00AD6166B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09669F-A9CC-4627-9743-02C63309D657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dividend  |  divisor  |  quotient  |  remainder  |  multiple  |  estimate</a:t>
            </a:r>
          </a:p>
        </p:txBody>
      </p:sp>
    </p:spTree>
    <p:extLst>
      <p:ext uri="{BB962C8B-B14F-4D97-AF65-F5344CB8AC3E}">
        <p14:creationId xmlns:p14="http://schemas.microsoft.com/office/powerpoint/2010/main" val="3484419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64490BA3-B036-4400-92DB-DA908AA030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B83A5F2-3952-49C1-8370-AE8486FF68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06DE0BD-34BC-4AEA-BC8A-E540E72E75B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AC68FA-4229-4B19-987E-650A09EDE51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4FF43D-F6F4-4995-A8DF-1278C07C1C3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BA8B0A-F550-40E3-B745-F3C06A208C0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E34002-C687-4D2E-BD13-26BB203004E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8EECEA-0C20-4BC4-9721-FB187AFDA5B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D2B508-8643-458D-B30E-3F220431430F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D9CE40-CD0C-48DE-BDB2-1831BDE7E018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and then calculate 7,392 / 24.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058829-BA21-499E-9BE1-581AE21D8B07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459CEC5-6300-4F0A-BF26-A5A3B468739A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8EC0CF-F1D4-47D2-89CF-01E6141EA00C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A86D76-F08F-4EDC-B029-AC0183E7BC19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quotient using a nearby multiple.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64E8F2-76FE-4865-9945-D1A60FB14E1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64FB6EE-EA80-4368-9334-B9FBAA5C2B2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53DA2C-2BA1-42F9-8062-7466F2CB6302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BAD3007-AE9C-4B6F-8A06-B05B1B669155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Divide one place at a time and record any remainder or exchange.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7B8D8DE-D40C-4B57-8F2E-C8C0980E0383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81EA487-8AAD-4BEB-A3C1-C689078883A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8F81A4-F77F-4F69-88B5-28B35451946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A64A31E-1487-4742-B66B-EAA516E05E4C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the quotient by the divisor to check the result.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678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27B478F3-A1AC-4850-AB83-96E422BBA7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C7EDAE-8FA3-45BA-863D-EC8935C081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8083281-79A0-40F9-B8A4-C98EFDA7686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F6AC66-CD1D-43E9-BB9C-0867B77791C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795CA1-D64D-4496-B41A-DBD1182D2BE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0AAD51-3F84-48EE-B1FD-385A9394B9B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7669D7-649F-496D-B974-5808C651DF1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87BEDC-8222-44C2-BCDF-BF090BC0259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CE3D80-A9C8-44E1-B1B6-55D1EF86663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CC82C2-F541-4B45-832E-33F6E6839656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80DBFC-AAB6-4CE2-A5A9-2E5D9BCA67CF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About 300; exactly 308.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BC3FD10-C3A8-48AF-86CE-FC2C04CF79D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CDEB03-74F2-4B6B-A740-38EC126D80D3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Multiply the quotient by the divisor to check the result.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C3E938-7C69-4280-BCD7-70D5E24F540F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21561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36800258-972A-4B65-9CD7-17E1CCD97B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DF39A5-9365-437B-B173-92C9763A78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07782C4-9693-451A-8EF4-F586960316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356D5-8B2D-4DB0-889B-3ED51BEC574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C4F8F3-389C-498C-B6DE-3CD993E12B6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F8BF14-BD50-4599-A0D1-10D86AF87A5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EACC12-A4D7-451B-ABB8-84391488274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822C42-4E64-44A9-9C35-286A2BF8DFC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21E265-84A4-4B83-9141-15035164252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B402B1E-B9E7-40BD-BE17-A4406BC278CB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746BE07-713B-45F6-8CAA-3E62265BE404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52CF2F-AEF9-4642-86F7-558038EED137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9209BD-C914-478B-BE51-E9A41754E690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4AC003-F284-43B9-A482-17BCAFFBBBE9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A8E35E-4EC0-437D-9647-150ECC2966A5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About 200 because 6,000 / 30 is 200.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22935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0FB2E78-851D-45BB-B362-88DE0527D99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E13A1C7-173F-43D6-B5B2-A96B86A943B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CAC2617-B1D9-4882-B48A-051461DC38F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7C9AB4-3543-4B22-861A-A30CB244D0E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AD4958-6ECD-4F70-B7E0-7F1A5B34849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D9D785-7760-4A02-8003-A6C9CDE1B79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CBD462-26E6-4B9C-978F-122F5D24C0F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2A2788-E20F-4558-B6D2-231A601F13B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2DAD96-77EB-4EB0-9FAC-F204D04AE26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4DB66FC-8E74-4EC4-BA31-7D3BDD3053ED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02E0CE-CEBF-463E-BB3A-11AD05BE6C6F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estimates division by rounding only the dividend.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1D93BC-AA73-468E-A91B-8CE2F6B522BF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256B19-2C3D-44D7-AC2F-B3C1B21D1FD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5DDBF8-2024-4168-8B1F-C7D3E6841D5F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Round both numbers to compatible values that are easy to divide.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6013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FF485B5F-348F-439D-84A5-0D7FB3B1AF6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B2A5CE-FBB4-4DA9-8D0E-706F0778F7B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2F684BB-118B-41FE-9F6A-68BC421334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628E10-4161-4B9E-94C9-2A0BBB667B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031888-8810-4002-B42C-02CC0EB78D7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98298-3881-47A9-AA91-D4136EF20C3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A266EE7-919F-4A8B-A56A-34534D55D3A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56BDE3-2C7C-4CB7-BDF8-0462EAC8985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1AAEE5-9DE8-4141-A5A3-D6BFE57A99D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C354B2E-350D-4687-8B5B-5C976465B1E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971EB5-238E-423B-99B7-381DD9BE560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5B90F3F-6574-47CD-9B13-140C627EEEA2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7FAF16-73CF-4D52-83E6-C3AC1654EE9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5,985 / 31.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AC5DFE4-0192-4BAE-8F90-73BA3AA472A9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F06FD51-9AA0-48C5-8B2C-25C47CADB797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86702B-11F1-4B21-BBF1-47FF62852F6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335150-06AD-4D39-B8DE-EC98E81F900D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2CF2171-8B3F-4864-B672-52FC8A1C2A9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E01954C-9361-49D6-9304-898930E253AB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6F1F89-C71F-472C-AD22-F32CD33CF18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1DCFDD-9EDF-464C-B418-1A8EB40AA5F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About 200 because 6,000 / 30 is 200.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6D6E780-0065-4FF9-9822-24BC6C66DBDF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56532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45B4C85-B11F-47D9-B1B4-19B9D20E56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5A407D-2ED0-4C95-96F9-BDCF4B7AE3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AE4A2B2-82AF-4E68-AD80-86DD7B06251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505B99-6E36-491F-AD6C-19631874C51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163704-20A0-4451-9366-99721D8CD74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F351FE-196B-4E98-9983-FD456E4DEA6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043B34C-0DCF-4B94-B923-9C7EA3D50E6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00D7F8-10D4-4283-A3C1-6AB81E67A6B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A24F67-9AFE-416A-AC4D-66C07538FDA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EDF2FE5-DA32-4E34-8A54-4DE24F5B31F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165BE1-95D2-4852-B900-C70F7F61CF1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433271-12CB-40AA-A0BC-44EDE1F6A80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F08958-E5E4-490E-8CA7-C7436B52922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233470D-AFBB-4546-B9CC-99C33D8B9A5F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58CAEC5-2BC6-4BC4-B0AF-EEFF4D94932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437FDF-CD00-46F8-9E46-B630ACDE0BE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B4FDB41-ACF1-48C3-B9AE-6F94785BCA7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CC03A9F-75EC-421B-93AB-A37651D00D7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254254D-A7B5-42BE-9916-01B03A1BCB9E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C3B938C-CA48-4C51-818B-C4E3E025DAD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5AEB1F-EA7C-4B2F-A404-19065FC60AE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8153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0AD5B4D-4165-4C96-90A6-7425E5D3A11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EDFC0C-2DE4-4D14-878F-D9FC7F95AF5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DBB031E-E359-4E7E-B24F-E53AB5F9FA3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101D94B-CF92-4F1A-848D-93F28EDDE08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A0C4F1-840C-47E3-BC4F-D3ACFCEE06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CDCC14B-B80E-4F92-8638-BD22B8953ED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3141B5-EBA2-458F-9D1E-70F57FC94F1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95B25E-FED1-4E11-B298-82421CC14F6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F43C24-CE23-4B07-A48B-B37CEE617D3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7F3AB0-766A-4B06-A2E4-5F3814EFDC1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a divisor between 20 and 30 that makes 6,048 divide exactly.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256C75-FF00-42C4-AFC4-926A62B82292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78C5502-5872-48AF-BDE6-98EE788FFAA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1635A3-918B-4FBA-B579-43E92A4015C9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Possible answers include 21, 24 or 28.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33726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28D238D-B8CC-4CA2-82C1-B05343AACD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5057AE-F57A-4829-83E3-F799FB3F92B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B9C2A5F-74D5-4DBD-B0B0-9BBF572DF2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454430-F26C-46B1-97B8-90F7A952EB0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E2CC0-774E-4F03-A7FE-BA9751EDDCD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77F201-09F2-4E14-938F-0574F12A58F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254826-C6DD-42BE-AF4B-2529263F34C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8A31C1-CEBB-4232-A233-D565BE547C0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223B4F-56EE-4C8F-B470-26F11C93E67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CA80EFD-555E-46B5-ADF8-82CA1269EAC1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E66FC6D-B8E7-4C9E-9FC4-AC4C6E7A9222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6BA93A5-7942-4BC1-8E17-468F42F036C7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DAEB38E-712B-452D-8EF7-3028BBE10E9A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793014-32E8-43EA-90AE-DC1BBB0307C8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CEC852C-DCF5-45BF-A537-084990DDC280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9FA01F-E33A-4DD2-9F35-0247FF263A6A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200.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A69DE1B-EEDA-4C90-BE74-E73063538ABB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4F3565-C71F-4D4A-B1A8-17FE94B1309B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035068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4F91EFDF-4BF5-4C3E-9A0D-D3186675CB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19C899-FDF7-4E00-A2A9-0987F97D5B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9234BFC-A970-42A6-9366-2094D5859CB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AB9B5BC-D364-4458-95D7-124C19DF407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54AD59-477D-4A10-BB87-2EC8D359BAC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FC0A00-8D8B-4B2F-A031-A3D185F3F6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90A5A5-8C08-4191-AFB1-F17631CF104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3064C2-0484-4509-91DA-9F959621492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400EFD-6266-40A9-8B3E-8A07E05B308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Estimate quotients using multiples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E5F8FB4-FE9A-4D20-8FD9-6CC7FB6B5524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04CF39E-C71E-4485-B49B-A0C5F93ED10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65ECBE-C960-4AFE-AA19-296A7EB2C91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688221A-E946-466B-81DE-A3B49B2D35DB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a better estimate for 8,316 / 42: 20, 200 or 2,000?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62802FF-1C28-4233-9314-6CD3C4F6ACA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EA4ABF0-5C26-45C4-A580-090E103E1A1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3AB0D6-0B80-4E7D-9B04-9306BC99E74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7324B-E731-4B0F-A28B-A90495DF003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estimates division by rounding only the dividend.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231D16-CB0C-407A-A2DD-C2A9EED1EE7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67BBFD4-527C-4D78-9481-3419EBCF5AD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057DA6-0DDA-46B3-ADD5-036D8F7B51A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7124209-3182-4B91-B101-DBE1A656F66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40EB589-E34E-4816-8D38-D81C5125A60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46348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1152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2026-09-09T10:56:07Z</dcterms:created>
  <dcterms:modified xsi:type="dcterms:W3CDTF">2026-09-09T11:04:04Z</dcterms:modified>
</cp:coreProperties>
</file>