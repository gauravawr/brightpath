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7b6664ced640fc" /><Relationship Type="http://schemas.openxmlformats.org/officeDocument/2006/relationships/extended-properties" Target="/docProps/app.xml" Id="R66b0fce811714ed4" /><Relationship Type="http://schemas.openxmlformats.org/officeDocument/2006/relationships/officeDocument" Target="/ppt/presentation.xml" Id="R03383b907f134c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0be59565c54b6d"/>
  </p:sldMasterIdLst>
  <p:notesMasterIdLst>
    <p:notesMasterId xmlns:r="http://schemas.openxmlformats.org/officeDocument/2006/relationships" r:id="R75813d0f214c46de"/>
  </p:notesMasterIdLst>
  <p:sldIdLst>
    <p:sldId xmlns:r="http://schemas.openxmlformats.org/officeDocument/2006/relationships" id="256" r:id="Rbb0aa7195e7b48f3"/>
    <p:sldId xmlns:r="http://schemas.openxmlformats.org/officeDocument/2006/relationships" id="257" r:id="R68d9475a18644993"/>
    <p:sldId xmlns:r="http://schemas.openxmlformats.org/officeDocument/2006/relationships" id="258" r:id="R8cf19e29108a4fd3"/>
    <p:sldId xmlns:r="http://schemas.openxmlformats.org/officeDocument/2006/relationships" id="259" r:id="R8e8b64aace3d490d"/>
    <p:sldId xmlns:r="http://schemas.openxmlformats.org/officeDocument/2006/relationships" id="260" r:id="R222f935191d44629"/>
    <p:sldId xmlns:r="http://schemas.openxmlformats.org/officeDocument/2006/relationships" id="261" r:id="R90a88e4e983e4ad2"/>
    <p:sldId xmlns:r="http://schemas.openxmlformats.org/officeDocument/2006/relationships" id="262" r:id="R2d25e203b5164adf"/>
    <p:sldId xmlns:r="http://schemas.openxmlformats.org/officeDocument/2006/relationships" id="263" r:id="Rffe02042b2134a6f"/>
    <p:sldId xmlns:r="http://schemas.openxmlformats.org/officeDocument/2006/relationships" id="264" r:id="Reb4aee7a5a2c4e13"/>
    <p:sldId xmlns:r="http://schemas.openxmlformats.org/officeDocument/2006/relationships" id="265" r:id="R48e700d2497c48c3"/>
    <p:sldId xmlns:r="http://schemas.openxmlformats.org/officeDocument/2006/relationships" id="266" r:id="R8d29c8dba1f844a7"/>
    <p:sldId xmlns:r="http://schemas.openxmlformats.org/officeDocument/2006/relationships" id="267" r:id="R067e9094bfa042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6cd83408464ca3" /><Relationship Type="http://schemas.openxmlformats.org/officeDocument/2006/relationships/slideMaster" Target="/ppt/slideMasters/slideMaster1.xml" Id="R240be59565c54b6d" /><Relationship Type="http://schemas.openxmlformats.org/officeDocument/2006/relationships/notesMaster" Target="/ppt/notesMasters/notesMaster1.xml" Id="R75813d0f214c46de" /><Relationship Type="http://schemas.openxmlformats.org/officeDocument/2006/relationships/presProps" Target="/ppt/presProps.xml" Id="R4dca501323e24e00" /><Relationship Type="http://schemas.openxmlformats.org/officeDocument/2006/relationships/tableStyles" Target="/ppt/tableStyles.xml" Id="R1a4739b355524147" /><Relationship Type="http://schemas.openxmlformats.org/officeDocument/2006/relationships/slide" Target="/ppt/slides/slide1.xml" Id="Rbb0aa7195e7b48f3" /><Relationship Type="http://schemas.openxmlformats.org/officeDocument/2006/relationships/slide" Target="/ppt/slides/slide2.xml" Id="R68d9475a18644993" /><Relationship Type="http://schemas.openxmlformats.org/officeDocument/2006/relationships/slide" Target="/ppt/slides/slide3.xml" Id="R8cf19e29108a4fd3" /><Relationship Type="http://schemas.openxmlformats.org/officeDocument/2006/relationships/slide" Target="/ppt/slides/slide4.xml" Id="R8e8b64aace3d490d" /><Relationship Type="http://schemas.openxmlformats.org/officeDocument/2006/relationships/slide" Target="/ppt/slides/slide5.xml" Id="R222f935191d44629" /><Relationship Type="http://schemas.openxmlformats.org/officeDocument/2006/relationships/slide" Target="/ppt/slides/slide6.xml" Id="R90a88e4e983e4ad2" /><Relationship Type="http://schemas.openxmlformats.org/officeDocument/2006/relationships/slide" Target="/ppt/slides/slide7.xml" Id="R2d25e203b5164adf" /><Relationship Type="http://schemas.openxmlformats.org/officeDocument/2006/relationships/slide" Target="/ppt/slides/slide8.xml" Id="Rffe02042b2134a6f" /><Relationship Type="http://schemas.openxmlformats.org/officeDocument/2006/relationships/slide" Target="/ppt/slides/slide9.xml" Id="Reb4aee7a5a2c4e13" /><Relationship Type="http://schemas.openxmlformats.org/officeDocument/2006/relationships/slide" Target="/ppt/slides/slide10.xml" Id="R48e700d2497c48c3" /><Relationship Type="http://schemas.openxmlformats.org/officeDocument/2006/relationships/slide" Target="/ppt/slides/slide11.xml" Id="R8d29c8dba1f844a7" /><Relationship Type="http://schemas.openxmlformats.org/officeDocument/2006/relationships/slide" Target="/ppt/slides/slide12.xml" Id="R067e9094bfa042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f47df97fbb44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c6eecb72f04057" /><Relationship Type="http://schemas.openxmlformats.org/officeDocument/2006/relationships/notesMaster" Target="/ppt/notesMasters/notesMaster1.xml" Id="R414d3d52a9534f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2bebf60a7441e0" /><Relationship Type="http://schemas.openxmlformats.org/officeDocument/2006/relationships/notesMaster" Target="/ppt/notesMasters/notesMaster1.xml" Id="R1124047b340a45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acb8f650fa4997" /><Relationship Type="http://schemas.openxmlformats.org/officeDocument/2006/relationships/notesMaster" Target="/ppt/notesMasters/notesMaster1.xml" Id="R0b2c1a5e24b241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4cbe4cf33842a6" /><Relationship Type="http://schemas.openxmlformats.org/officeDocument/2006/relationships/notesMaster" Target="/ppt/notesMasters/notesMaster1.xml" Id="R7c77f3e440944c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0744ca2e794cb5" /><Relationship Type="http://schemas.openxmlformats.org/officeDocument/2006/relationships/notesMaster" Target="/ppt/notesMasters/notesMaster1.xml" Id="R8a15959e58c242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3b329998c44f2d" /><Relationship Type="http://schemas.openxmlformats.org/officeDocument/2006/relationships/notesMaster" Target="/ppt/notesMasters/notesMaster1.xml" Id="Rb2425b40a2ae4a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0c9c35a3934d5e" /><Relationship Type="http://schemas.openxmlformats.org/officeDocument/2006/relationships/notesMaster" Target="/ppt/notesMasters/notesMaster1.xml" Id="Rf771bc08137e4a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0206d4d0f9421d" /><Relationship Type="http://schemas.openxmlformats.org/officeDocument/2006/relationships/notesMaster" Target="/ppt/notesMasters/notesMaster1.xml" Id="R038b229a638245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e94755fb8c4577" /><Relationship Type="http://schemas.openxmlformats.org/officeDocument/2006/relationships/notesMaster" Target="/ppt/notesMasters/notesMaster1.xml" Id="R959be0aa43c04f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b487ae367154b94" /><Relationship Type="http://schemas.openxmlformats.org/officeDocument/2006/relationships/notesMaster" Target="/ppt/notesMasters/notesMaster1.xml" Id="R9e358ac215a34a4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36c4db1ad94913" /><Relationship Type="http://schemas.openxmlformats.org/officeDocument/2006/relationships/notesMaster" Target="/ppt/notesMasters/notesMaster1.xml" Id="R34dab5e39929430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987b6a975a145d2" /><Relationship Type="http://schemas.openxmlformats.org/officeDocument/2006/relationships/notesMaster" Target="/ppt/notesMasters/notesMaster1.xml" Id="R410df4c07a8f41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About 200 because 6,000 / 30 is 200. | Estimate the quotient using a nearby multiple. | Round both numbers to compatible values that are easy to divide.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About 300; exactly 308.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About 200 because 6,000 / 30 is 200.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Round both numbers to compatible values that are easy to divide.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About 200 because 6,000 / 30 is 200..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Possible answers include 21, 24 or 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200. | Round both numbers to compatible values that are easy to divide.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3226dfd1fd49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9d78c59e854d29" /><Relationship Type="http://schemas.openxmlformats.org/officeDocument/2006/relationships/slideLayout" Target="/ppt/slideLayouts/slideLayout1.xml" Id="Rbc35cd19eb9b48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35cd19eb9b48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28a7736a3422b" /><Relationship Type="http://schemas.openxmlformats.org/officeDocument/2006/relationships/notesSlide" Target="/ppt/notesSlides/notesSlide1.xml" Id="R5a91506b36f240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5742ce65e4929" /><Relationship Type="http://schemas.openxmlformats.org/officeDocument/2006/relationships/notesSlide" Target="/ppt/notesSlides/notesSlide2.xml" Id="R358e5ed3861a47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d8b76620b450a" /><Relationship Type="http://schemas.openxmlformats.org/officeDocument/2006/relationships/notesSlide" Target="/ppt/notesSlides/notesSlide3.xml" Id="Rf25f685c3dcc4f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840c3c97946cf" /><Relationship Type="http://schemas.openxmlformats.org/officeDocument/2006/relationships/notesSlide" Target="/ppt/notesSlides/notesSlide4.xml" Id="Ra687131f49ed48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d0ec3858749f3" /><Relationship Type="http://schemas.openxmlformats.org/officeDocument/2006/relationships/notesSlide" Target="/ppt/notesSlides/notesSlide5.xml" Id="Rc4994df1b3d04c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cc6e86319c445e" /><Relationship Type="http://schemas.openxmlformats.org/officeDocument/2006/relationships/notesSlide" Target="/ppt/notesSlides/notesSlide6.xml" Id="R5738daf93b5d4f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0e7eba72748f4" /><Relationship Type="http://schemas.openxmlformats.org/officeDocument/2006/relationships/image" Target="/ppt/media/image.png" Id="Rfda05882f19d4c5d" /><Relationship Type="http://schemas.openxmlformats.org/officeDocument/2006/relationships/notesSlide" Target="/ppt/notesSlides/notesSlide7.xml" Id="Rbc232728a41d4d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771e731f74027" /><Relationship Type="http://schemas.openxmlformats.org/officeDocument/2006/relationships/notesSlide" Target="/ppt/notesSlides/notesSlide8.xml" Id="R76b678a6c43c43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43263acec4847" /><Relationship Type="http://schemas.openxmlformats.org/officeDocument/2006/relationships/notesSlide" Target="/ppt/notesSlides/notesSlide9.xml" Id="R008208381692462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2ba0c902d4af0" /><Relationship Type="http://schemas.openxmlformats.org/officeDocument/2006/relationships/notesSlide" Target="/ppt/notesSlides/notesSlide10.xml" Id="R24b36d384ca448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70beafc6084f78" /><Relationship Type="http://schemas.openxmlformats.org/officeDocument/2006/relationships/notesSlide" Target="/ppt/notesSlides/notesSlide11.xml" Id="R6772d19cc5fc41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38a2f48794571" /><Relationship Type="http://schemas.openxmlformats.org/officeDocument/2006/relationships/notesSlide" Target="/ppt/notesSlides/notesSlide12.xml" Id="R64dee9418b2e48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4A6A7-1B13-4EF4-928C-4CEC5A14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0F39B8-E57F-47F8-A910-E9956F74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035C3-AE9C-450D-9AFE-C17A202D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72768-8887-4B96-87FD-9535457D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FDBD70-2C68-4AC3-BEA7-9F542F75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32D82A-8BA0-4CAD-B14B-BDD1CDD0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C5AD45-BE64-4EE2-8F27-75BAB2FF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BF3D27-A3DB-46C5-A815-6570BEA0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quotients before using a written method.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BDF744-E1C7-4DA1-984E-13FA4598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6EE6A5-300E-45E4-A142-D3D0618C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725378-EEEA-4760-A090-E059D0112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331008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1DAFD-25AB-4DF6-AB7E-B3C0DADD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3FC56C-E772-4999-934C-56289663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723F96-F54D-45D1-BBCA-A1D1C05A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B515C-4D62-4028-8070-2AA6074F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4AA87A-1B5A-4890-B154-9F3C177D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474289-B0D6-4B5D-AC5A-0FA006B1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F67BB-06D9-4B50-A74C-5BEB5691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4273A-C268-45E0-B5BA-EDADFB96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50499-5538-43E2-AE41-BCD0D1BE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A52DDC-F6AB-4A5B-B7AB-DD982C5B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A5668A-8780-4EA6-8361-1E12DDA0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02DFF3-4E4D-4187-A80E-8F12673D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D8B83A-0142-48C1-86EE-9B7B2EDA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67411F-E321-4AC7-A254-48489287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3743DE-BF51-4329-9F90-FA461E65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C2702F-F21E-4E63-8F08-3AB16B2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0CCEBA-8E57-43B4-B11A-254A9FFF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262EE9-5675-4696-BD8D-05301B3F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5B2BA5-5307-41D5-9CBC-16315985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6D2ED3-75E6-493D-85DB-4BECEABB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A5456F-5D52-4799-A023-EA3687EB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and then calculate 7,392 / 24.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5DE6AE-4EB3-415A-A73C-A927DDC0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9236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3B5AE-9328-4295-AFC7-DEFC6610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B3AFD4-FF1A-4EFD-B2A8-C386687A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E7AFC9-8C21-41B9-A37D-B516404A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9ADCB0-D947-47F3-89DC-5C292C21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C37827-290B-43E9-8F02-14E94DC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1EB2CE-6743-4FB6-8FB2-53FD3AE6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6CE69A-2E60-43B3-B6C0-6835B4D7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5E8E41-BCA3-4E5A-A6D9-47E9451F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A77DD-93BC-4F33-B4FC-C836BFC6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D74E8-AD01-43BB-ACD3-EC4C39D3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quotients before using a written method.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2B191-EDDB-4478-BE21-247B6CD3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26020-C62C-4D98-A83B-203AAE03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031D39-F8F8-4B9B-921F-28C27B36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3AD72E-FC25-4377-B027-94E14842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7F69CD-B8D9-4165-996D-EEFD917F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5947955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79071-A0C5-47BB-95F3-3C4663F7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524EB-6A9E-48F3-BB73-524ADCBF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645496-06B7-44FF-93EE-70E3DC9F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21010A-9F75-44A5-90D8-26572024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69C15-4FB1-4133-BDB6-EE3B35CB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C6CA4-422F-4DD7-B674-FB6B3542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20116-3344-440F-93B6-6B56EB3C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A74FD7-80BA-4EEC-BE9F-AA735B84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D70D90-A12B-43B8-B92E-C28A70CE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0041D7-8D20-43B4-8C04-1EB8383D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and then calculate 7,392 /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DB46B8-5AAD-4615-94A0-26A032D5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905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F5320-0F6F-4F57-A841-05154199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Useful multiples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CE1B1B-8FFC-4847-AC55-D82BFEAE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× 24 = 24     2 × 24 = 48     3 × 24 = 72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37A33-05AA-4D0A-8219-EB382AA0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 × 24 = 96     5 × 24 = 120     6 × 24 = 144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313C56-4899-41B7-B3AA-936A0D92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86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 × 24 = 168     8 × 24 = 192     9 × 24 = 216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68629A-E24A-4424-A990-10DDF8DE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47900"/>
            <a:ext cx="66484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2383">
            <a:solidFill>
              <a:srgbClr val="D9E0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268C35-A35E-4CD9-99C4-B1710950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0030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1. 73 ÷ 24 = 3. Write 3; subtract 72; remainder 1. Bring down 9.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974615-2038-4D2E-A18D-2E134B97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337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2. 19 ÷ 24 = 0. Write 0; subtract 0; remainder 19. Bring down 2.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4A18EB-6BE8-431E-A018-575FC1D0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671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3. 192 ÷ 24 = 8. Write 8; subtract 192; remainder 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95C636-DD6F-4966-80D9-2FB09383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0057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4. Quotient 308. Check: 308 × 24 = 7392.</a:t>
            </a:r>
          </a:p>
        </p:txBody>
      </p:sp>
    </p:spTree>
    <p:extLst>
      <p:ext uri="{BB962C8B-B14F-4D97-AF65-F5344CB8AC3E}">
        <p14:creationId xmlns:p14="http://schemas.microsoft.com/office/powerpoint/2010/main" val="15540467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5A1AC5-F9A7-4F38-8980-C1A770E0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958C18-2C04-4875-A0F2-F84057E3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F5522-92AF-47A2-9B8D-C086C753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696F3-A726-4773-84FA-BD42B2B7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15441-8042-4DA7-9F29-A408E3F5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78C4E5-A2A3-450E-BCA6-6082F1B8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50A13A-88D7-4D45-B97E-79C7535E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236055-2803-4DB3-9D41-48D5C32C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A85AA-3E03-46AF-8811-C89CA826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B1799B-2E1B-4BD7-A047-39C3D5EE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2AADB-99B7-4BA6-B831-7C181DD6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About 300; exactly 308.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CFAC2-9D51-4ECB-8A6B-9D2081C3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5A611-0B85-445C-A91C-0ED5A68C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E86DF2-EF0E-4027-9DC7-A38585E9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975592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3E92D1-4875-47A5-BDA5-75424E87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528B2-06A3-4B30-A670-D762AD68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EA344F-B153-4A2F-82F9-FCA9024D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5F7E3-1552-41D1-833E-A1EAE70D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EE91F3-3571-498D-A20B-0A900A55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AC4840-7577-4534-B18D-94D7B9D8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011963-BB9B-44AE-B929-A6C2CD81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7EF2BF-12C0-439C-A92A-8D786D37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3E9134-3E38-4387-8FA8-43FFAA64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0BDFBB-675D-436A-9F9F-B769F91D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22E99-3513-46CB-A16D-A6073030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822373-03AF-4074-8F71-2E6054AC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AE37A8-3796-4D7F-8774-F3257591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6F68AB-1E70-4572-ACAE-3EEF20D1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5E1C96-51C0-4D46-82B0-7C7652FC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About 200 because 6,000 / 30 is 200.</a:t>
            </a:r>
          </a:p>
        </p:txBody>
      </p:sp>
    </p:spTree>
    <p:extLst>
      <p:ext uri="{BB962C8B-B14F-4D97-AF65-F5344CB8AC3E}">
        <p14:creationId xmlns:p14="http://schemas.microsoft.com/office/powerpoint/2010/main" val="15418211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EFDDF9-E13D-4705-99FB-397F2731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B93FF0-A339-4209-A2BA-9EC1D4CB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222D2-DB6A-454D-A392-948CE22A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5EABB-6E55-4632-9DF3-866491BB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15036-6576-43BB-B09F-2A82B3A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A0266-AB71-4A5E-8BDE-097B514B2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D2BB1D-F688-4563-B205-567515B2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A83FB7-CC58-4308-873B-C95870D4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B1172-5A8F-4914-A4BC-3B2D8CD0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05882f19d4c5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B0A36-8FBC-4E7C-9A66-E3EC5375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A39BE-F753-434C-93FD-03714662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division by rounding only the dividend.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92F899-E2D2-4708-AC84-E50CB2DA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129AEE-A222-4051-8B63-50B37AB0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C41360-5757-4480-B0E3-8A9D3691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Round both numbers to compatible values that are easy to divide.</a:t>
            </a:r>
          </a:p>
        </p:txBody>
      </p:sp>
    </p:spTree>
    <p:extLst>
      <p:ext uri="{BB962C8B-B14F-4D97-AF65-F5344CB8AC3E}">
        <p14:creationId xmlns:p14="http://schemas.microsoft.com/office/powerpoint/2010/main" val="8825410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321A28-506B-441A-8556-1F245C06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0BF1B-1966-4DA5-A6BA-E447FC40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E3E81B-BC88-4BE4-A885-71D72510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F65A37-37CB-434F-A4FF-D089188A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62368E-B69E-4402-8404-619B2E2E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25FCF-5BD1-4B23-8568-7D25F472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0C64C4-8F1B-4741-9B8F-D81A324B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559207-61CD-4C69-B220-E515C472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06E65B-8B15-4202-93BC-90396CF6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E3D2F5-B914-46AB-B274-7999DF0A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EE5367-0518-4A2E-A0A9-D6636C71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FE91D-3E3C-4A7F-8BE6-D22EC8C5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B2B44D-9E29-4009-8E01-8D87F360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7BAE6F-E68D-4685-945B-54B23FAF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90E842-04F2-4BC2-B31A-E0BA724D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9D0BE-EB41-4B0D-8B9D-C21DE9AA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1B8ED5-11B4-4A45-B815-68172FB7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4656BD-2634-489E-AF5A-443826D3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07739B-173F-4E0E-B6B1-B01C7545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0B5A85-EDD5-4A72-AA06-11FA9074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866086-2F20-4788-8B97-65A02458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About 200 because 6,000 / 30 is 200.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133C3B-1E91-47AD-8AE1-6DD9432E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493829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E3D464-2913-48AB-AD39-A5AC8CAD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DBDB11-7978-49B6-A29B-1C6D3B38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5B3E4A-AE48-47F1-A523-EB1F7157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AE2E0-4DDF-4517-9450-BD6AB37E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D3361E-507F-4B53-8EB7-0CA58FEE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1B963-3BF0-4F0B-AC6A-758CE27F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20417B-5E98-476F-8B12-6D7230D6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D93A4E-1C67-4D11-853C-DE13BCAF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762B0-AF60-4EC4-BD0B-5ABB0C32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F5943B-71B0-4E9E-A778-9A6A5108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2692D-8FF2-4C6C-8763-7866AEDB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9A5850-4FE9-4009-8B5C-53DA152F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FDB411-2EA3-4270-A1C1-1D00BDC3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F410BE-36EC-4FF9-9E81-77874AE9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4AE7CA-BFA1-41B2-A73D-F11671BD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8CB4FF-0732-4FD0-94B7-B71E6A0C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E4997C-04DD-420D-B878-E04573EF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17C6A9-2FAE-4307-8E8B-EA273068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AE1FE9-78E8-4D6D-A252-AFCD7322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FEAEA1-E4B9-4467-90B3-A6B95D52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9FC8D8-AC54-4C7A-9E25-42B3B83A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431832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179799-99B7-4790-8C29-4960234F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A25BE5-FEB5-438F-BC3D-7CF9616B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39CEE0-B024-43B5-B914-DCA73FDE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17FB66-69B1-481C-94AD-0899C09C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DC334-6748-4C4E-84F7-85E073E7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DDFE52-B1B6-46C6-95CC-F750C86E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365897-C37A-4003-8547-A75DD9FB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97619B-5FB5-4D41-AA15-9629C2ED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B4F249-7D19-40F5-8FEE-33D80226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B5BEA-7BE7-4F38-BCA8-347BCD1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divisor between 20 and 30 that makes 6,048 divide exactly.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BB5119-E67D-446A-9152-386F18CF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A06C00-2579-4D27-91B3-D3703880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F27B7E-751B-4B5E-A842-DF897552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Possible answers include 21, 24 or 28.</a:t>
            </a:r>
          </a:p>
        </p:txBody>
      </p:sp>
    </p:spTree>
    <p:extLst>
      <p:ext uri="{BB962C8B-B14F-4D97-AF65-F5344CB8AC3E}">
        <p14:creationId xmlns:p14="http://schemas.microsoft.com/office/powerpoint/2010/main" val="4583813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772ECF-96D3-43FF-AF1D-6276B922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D86993-FD34-48ED-99D3-FC7B4433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1F4D52-ADEE-47A4-A290-ED758650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BF07F-DACD-43BD-A288-1116A2C5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E9512-321E-4408-B329-863E458B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90D3EB-4CC4-4DF4-BC43-8BD450FE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11812F-2C1F-425A-9A87-0A9FB43E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FACDF1-F2EA-4DF7-9294-D66B071E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349E5D-8BBB-47D7-A624-EAE4ECDF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A8BE84-534C-42CF-9E3B-ED5AC8E2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989871-1B64-4D44-AE06-657A9D71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5E1D8-0FE2-44F3-81DA-AFA4CDA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E1CCA9-FF4A-422D-8C9B-E549CE97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5ADD8D-3793-423A-9FAE-B3A9A6EC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9B49BA-5780-45C6-BA69-C947E9E6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57F1DD-4219-460C-BAA9-71EC16AF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C54B5E-4A50-4F5F-B5F8-D6E20CE0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3FDCEC-480F-4638-9A40-F8C775E6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816285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F237E2-B835-4CE2-B0D9-2FC15B0E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37464-CAEC-4792-80B4-F226127D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5AE02-A702-4AA9-B149-E548DA67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1961DC-60B5-4F2F-8D6F-21647E1F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6B69ED-E869-46F1-9BB9-24EB8058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C6CF4C-DE11-4274-B2F5-D07ACC4C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F808C-B047-438B-85D3-2303E9EA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758BB4-7E39-453C-895B-34B2CCA2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C085F7-0FA5-430B-92C5-27F67F56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BA5840-F1E6-4F33-B4C0-0C395999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C35DB-C223-4595-B3DD-62142F4E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8D1667-C1C8-40D2-8E1E-5D524D4B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9B5CC-716E-46A0-937D-E63545D9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0380F3-5200-4BBD-AB6E-E8D467B8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4623D6-DACC-4F96-853B-38DFE418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3D4BCC-F673-48A1-8746-046A1026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908699-395A-4582-859A-2A69887F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division by rounding only the dividend.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2B5D37-7E5A-4283-BB2E-5D35DC9B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D1E2BD-10A9-42C6-87F9-1C665E49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8655EF-8FA8-495C-8B17-C829D4E5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0D87C8-5494-44DC-BFAA-C144F45B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4976C2-B09E-4CBE-94F5-FA68E9C0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327755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2026-09-09T20:45:12.7760000Z</dcterms:created>
  <dcterms:modified xsi:type="dcterms:W3CDTF">2026-09-09T20:45:12.7760000Z</dcterms:modified>
</coreProperties>
</file>