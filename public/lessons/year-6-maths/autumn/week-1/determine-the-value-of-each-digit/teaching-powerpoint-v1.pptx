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Determine the value of each digit.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I do. Move each digit from the number into its place-value column. Read the three-digit periods.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You do. Pause before clicking. Let pupils try independently, then reveal and discuss every step. Move each digit from the number into its place-value column. Read the three-digit periods.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I do. Move each digit from the number into its place-value column. Read the three-digit periods.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You do. Pause before clicking. Let pupils try independently, then reveal and discuss every step. Move each digit from the number into its place-value column. Read the three-digit periods.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Determine the value of each digit.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9A7932C5-0580-4E3D-AB56-BD303040A9D7}"/>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Determine the value of each digit</a:t>
            </a:r>
          </a:p>
        </p:txBody>
      </p:sp>
      <p:sp>
        <p:nvSpPr>
          <p:cNvPr id="2" name="object-2">
            <a:extLst>
              <a:ext uri="{FF2B5EF4-FFF2-40B4-BE49-F238E27FC236}">
                <a16:creationId xmlns:a16="http://schemas.microsoft.com/office/drawing/2014/main" id="{B1B1EA3A-44BC-42B0-9E40-2D5C181E2E20}"/>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4FF6B15F-6EBC-478D-95E1-EE292B7EE90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1CDA0E0-A545-4697-908D-604745B3A5D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5" name="object-5">
            <a:extLst>
              <a:ext uri="{FF2B5EF4-FFF2-40B4-BE49-F238E27FC236}">
                <a16:creationId xmlns:a16="http://schemas.microsoft.com/office/drawing/2014/main" id="{80C395C5-4D45-40DB-92B1-B5A475614DB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82BCFC7A-741B-4282-8C83-128082764651}"/>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identify and explain the value of digits in numbers to 10,000,000.</a:t>
            </a:r>
          </a:p>
        </p:txBody>
      </p:sp>
    </p:spTree>
    <p:extLst>
      <p:ext uri="{BB962C8B-B14F-4D97-AF65-F5344CB8AC3E}">
        <p14:creationId xmlns:p14="http://schemas.microsoft.com/office/powerpoint/2010/main" val="17424586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object-1">
            <a:extLst>
              <a:ext uri="{FF2B5EF4-FFF2-40B4-BE49-F238E27FC236}">
                <a16:creationId xmlns:a16="http://schemas.microsoft.com/office/drawing/2014/main" id="{4674CDAE-8C73-439D-A728-35B9C01DBA7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7EEE2BB-6593-434D-831A-F66DC1191AA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What is the value of 3 in 8,364,219?</a:t>
            </a:r>
          </a:p>
        </p:txBody>
      </p:sp>
      <p:sp>
        <p:nvSpPr>
          <p:cNvPr id="3" name="object-3">
            <a:extLst>
              <a:ext uri="{FF2B5EF4-FFF2-40B4-BE49-F238E27FC236}">
                <a16:creationId xmlns:a16="http://schemas.microsoft.com/office/drawing/2014/main" id="{AC07E652-B1F0-4B84-8219-939EE5593E4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B173EA4-461B-48CF-9B9F-AFCBF491433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5" name="object-5">
            <a:extLst>
              <a:ext uri="{FF2B5EF4-FFF2-40B4-BE49-F238E27FC236}">
                <a16:creationId xmlns:a16="http://schemas.microsoft.com/office/drawing/2014/main" id="{CD334D25-8064-4EDF-B25E-F230118D702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EA18A749-6A21-4818-A6F9-45FD4AD65B8E}"/>
              </a:ext>
            </a:extLst>
          </p:cNvPr>
          <p:cNvSpPr>
            <a:spLocks noGrp="1"/>
          </p:cNvSpPr>
          <p:nvPr/>
        </p:nvSpPr>
        <p:spPr>
          <a:xfrm>
            <a:off x="833438" y="3988594"/>
            <a:ext cx="1939018" cy="1785938"/>
          </a:xfrm>
          <a:prstGeom prst="rect">
            <a:avLst/>
          </a:prstGeom>
          <a:solidFill>
            <a:srgbClr val="EFF6FF"/>
          </a:solidFill>
          <a:ln w="11906">
            <a:solidFill>
              <a:srgbClr val="BCD0EA"/>
            </a:solidFill>
          </a:ln>
        </p:spPr>
      </p:sp>
      <p:sp>
        <p:nvSpPr>
          <p:cNvPr id="7" name="object-7">
            <a:extLst>
              <a:ext uri="{FF2B5EF4-FFF2-40B4-BE49-F238E27FC236}">
                <a16:creationId xmlns:a16="http://schemas.microsoft.com/office/drawing/2014/main" id="{042E2261-D998-42C6-BFE3-50B40EDA20A4}"/>
              </a:ext>
            </a:extLst>
          </p:cNvPr>
          <p:cNvSpPr>
            <a:spLocks noGrp="1"/>
          </p:cNvSpPr>
          <p:nvPr/>
        </p:nvSpPr>
        <p:spPr>
          <a:xfrm>
            <a:off x="833438"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8" name="object-8">
            <a:extLst>
              <a:ext uri="{FF2B5EF4-FFF2-40B4-BE49-F238E27FC236}">
                <a16:creationId xmlns:a16="http://schemas.microsoft.com/office/drawing/2014/main" id="{C31E3A26-2756-4BBE-86A7-A20A27D81963}"/>
              </a:ext>
            </a:extLst>
          </p:cNvPr>
          <p:cNvSpPr>
            <a:spLocks noGrp="1"/>
          </p:cNvSpPr>
          <p:nvPr/>
        </p:nvSpPr>
        <p:spPr>
          <a:xfrm>
            <a:off x="833438"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8</a:t>
            </a:r>
          </a:p>
        </p:txBody>
      </p:sp>
      <p:sp>
        <p:nvSpPr>
          <p:cNvPr id="9" name="object-9">
            <a:extLst>
              <a:ext uri="{FF2B5EF4-FFF2-40B4-BE49-F238E27FC236}">
                <a16:creationId xmlns:a16="http://schemas.microsoft.com/office/drawing/2014/main" id="{168629DF-0902-4286-917C-5478BCB1A64A}"/>
              </a:ext>
            </a:extLst>
          </p:cNvPr>
          <p:cNvSpPr>
            <a:spLocks noGrp="1"/>
          </p:cNvSpPr>
          <p:nvPr/>
        </p:nvSpPr>
        <p:spPr>
          <a:xfrm>
            <a:off x="2772455" y="3988594"/>
            <a:ext cx="1939018" cy="1785938"/>
          </a:xfrm>
          <a:prstGeom prst="rect">
            <a:avLst/>
          </a:prstGeom>
          <a:solidFill>
            <a:srgbClr val="EFF6FF"/>
          </a:solidFill>
          <a:ln w="11906">
            <a:solidFill>
              <a:srgbClr val="BCD0EA"/>
            </a:solidFill>
          </a:ln>
        </p:spPr>
      </p:sp>
      <p:sp>
        <p:nvSpPr>
          <p:cNvPr id="10" name="object-10">
            <a:extLst>
              <a:ext uri="{FF2B5EF4-FFF2-40B4-BE49-F238E27FC236}">
                <a16:creationId xmlns:a16="http://schemas.microsoft.com/office/drawing/2014/main" id="{38F0CAE9-E4BC-4DC4-9688-5F546E8DE8F4}"/>
              </a:ext>
            </a:extLst>
          </p:cNvPr>
          <p:cNvSpPr>
            <a:spLocks noGrp="1"/>
          </p:cNvSpPr>
          <p:nvPr/>
        </p:nvSpPr>
        <p:spPr>
          <a:xfrm>
            <a:off x="2772455"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1" name="object-11">
            <a:extLst>
              <a:ext uri="{FF2B5EF4-FFF2-40B4-BE49-F238E27FC236}">
                <a16:creationId xmlns:a16="http://schemas.microsoft.com/office/drawing/2014/main" id="{04F7C085-A372-484D-B7A7-ED08B65E7527}"/>
              </a:ext>
            </a:extLst>
          </p:cNvPr>
          <p:cNvSpPr>
            <a:spLocks noGrp="1"/>
          </p:cNvSpPr>
          <p:nvPr/>
        </p:nvSpPr>
        <p:spPr>
          <a:xfrm>
            <a:off x="2772455"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97871E52-7047-4812-BDEA-ACA90C72E8F6}"/>
              </a:ext>
            </a:extLst>
          </p:cNvPr>
          <p:cNvSpPr>
            <a:spLocks noGrp="1"/>
          </p:cNvSpPr>
          <p:nvPr/>
        </p:nvSpPr>
        <p:spPr>
          <a:xfrm>
            <a:off x="4711473" y="3988594"/>
            <a:ext cx="1939018" cy="1785938"/>
          </a:xfrm>
          <a:prstGeom prst="rect">
            <a:avLst/>
          </a:prstGeom>
          <a:solidFill>
            <a:srgbClr val="EFF6FF"/>
          </a:solidFill>
          <a:ln w="11906">
            <a:solidFill>
              <a:srgbClr val="BCD0EA"/>
            </a:solidFill>
          </a:ln>
        </p:spPr>
      </p:sp>
      <p:sp>
        <p:nvSpPr>
          <p:cNvPr id="13" name="object-13">
            <a:extLst>
              <a:ext uri="{FF2B5EF4-FFF2-40B4-BE49-F238E27FC236}">
                <a16:creationId xmlns:a16="http://schemas.microsoft.com/office/drawing/2014/main" id="{21FBD672-E232-40B0-A9C2-008CFD817D1E}"/>
              </a:ext>
            </a:extLst>
          </p:cNvPr>
          <p:cNvSpPr>
            <a:spLocks noGrp="1"/>
          </p:cNvSpPr>
          <p:nvPr/>
        </p:nvSpPr>
        <p:spPr>
          <a:xfrm>
            <a:off x="4711473"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4" name="object-14">
            <a:extLst>
              <a:ext uri="{FF2B5EF4-FFF2-40B4-BE49-F238E27FC236}">
                <a16:creationId xmlns:a16="http://schemas.microsoft.com/office/drawing/2014/main" id="{B1CA19C6-757B-4534-9AC6-EDC280A6DB9A}"/>
              </a:ext>
            </a:extLst>
          </p:cNvPr>
          <p:cNvSpPr>
            <a:spLocks noGrp="1"/>
          </p:cNvSpPr>
          <p:nvPr/>
        </p:nvSpPr>
        <p:spPr>
          <a:xfrm>
            <a:off x="4711473"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6</a:t>
            </a:r>
          </a:p>
        </p:txBody>
      </p:sp>
      <p:sp>
        <p:nvSpPr>
          <p:cNvPr id="15" name="object-15">
            <a:extLst>
              <a:ext uri="{FF2B5EF4-FFF2-40B4-BE49-F238E27FC236}">
                <a16:creationId xmlns:a16="http://schemas.microsoft.com/office/drawing/2014/main" id="{5E454793-8040-4B50-A6BC-861CBA0DF09E}"/>
              </a:ext>
            </a:extLst>
          </p:cNvPr>
          <p:cNvSpPr>
            <a:spLocks noGrp="1"/>
          </p:cNvSpPr>
          <p:nvPr/>
        </p:nvSpPr>
        <p:spPr>
          <a:xfrm>
            <a:off x="6650491" y="3988594"/>
            <a:ext cx="1939018" cy="1785938"/>
          </a:xfrm>
          <a:prstGeom prst="rect">
            <a:avLst/>
          </a:prstGeom>
          <a:solidFill>
            <a:srgbClr val="EFF6FF"/>
          </a:solidFill>
          <a:ln w="11906">
            <a:solidFill>
              <a:srgbClr val="BCD0EA"/>
            </a:solidFill>
          </a:ln>
        </p:spPr>
      </p:sp>
      <p:sp>
        <p:nvSpPr>
          <p:cNvPr id="16" name="object-16">
            <a:extLst>
              <a:ext uri="{FF2B5EF4-FFF2-40B4-BE49-F238E27FC236}">
                <a16:creationId xmlns:a16="http://schemas.microsoft.com/office/drawing/2014/main" id="{8698DCBD-40A7-49DE-B3C4-8BE8CF17BDEB}"/>
              </a:ext>
            </a:extLst>
          </p:cNvPr>
          <p:cNvSpPr>
            <a:spLocks noGrp="1"/>
          </p:cNvSpPr>
          <p:nvPr/>
        </p:nvSpPr>
        <p:spPr>
          <a:xfrm>
            <a:off x="6650491"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7" name="object-17">
            <a:extLst>
              <a:ext uri="{FF2B5EF4-FFF2-40B4-BE49-F238E27FC236}">
                <a16:creationId xmlns:a16="http://schemas.microsoft.com/office/drawing/2014/main" id="{7780581B-6EB8-44EA-A298-C4ECF384D43C}"/>
              </a:ext>
            </a:extLst>
          </p:cNvPr>
          <p:cNvSpPr>
            <a:spLocks noGrp="1"/>
          </p:cNvSpPr>
          <p:nvPr/>
        </p:nvSpPr>
        <p:spPr>
          <a:xfrm>
            <a:off x="6650491"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4</a:t>
            </a:r>
          </a:p>
        </p:txBody>
      </p:sp>
      <p:sp>
        <p:nvSpPr>
          <p:cNvPr id="18" name="object-18">
            <a:extLst>
              <a:ext uri="{FF2B5EF4-FFF2-40B4-BE49-F238E27FC236}">
                <a16:creationId xmlns:a16="http://schemas.microsoft.com/office/drawing/2014/main" id="{C7E0CADE-B415-454C-A72D-12CD8F3B26E1}"/>
              </a:ext>
            </a:extLst>
          </p:cNvPr>
          <p:cNvSpPr>
            <a:spLocks noGrp="1"/>
          </p:cNvSpPr>
          <p:nvPr/>
        </p:nvSpPr>
        <p:spPr>
          <a:xfrm>
            <a:off x="8589509" y="3988594"/>
            <a:ext cx="1939018" cy="1785938"/>
          </a:xfrm>
          <a:prstGeom prst="rect">
            <a:avLst/>
          </a:prstGeom>
          <a:solidFill>
            <a:srgbClr val="EFF6FF"/>
          </a:solidFill>
          <a:ln w="11906">
            <a:solidFill>
              <a:srgbClr val="BCD0EA"/>
            </a:solidFill>
          </a:ln>
        </p:spPr>
      </p:sp>
      <p:sp>
        <p:nvSpPr>
          <p:cNvPr id="19" name="object-19">
            <a:extLst>
              <a:ext uri="{FF2B5EF4-FFF2-40B4-BE49-F238E27FC236}">
                <a16:creationId xmlns:a16="http://schemas.microsoft.com/office/drawing/2014/main" id="{E736259C-A344-483C-9F82-32C18EC90A03}"/>
              </a:ext>
            </a:extLst>
          </p:cNvPr>
          <p:cNvSpPr>
            <a:spLocks noGrp="1"/>
          </p:cNvSpPr>
          <p:nvPr/>
        </p:nvSpPr>
        <p:spPr>
          <a:xfrm>
            <a:off x="8589509"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hundreds</a:t>
            </a:r>
          </a:p>
        </p:txBody>
      </p:sp>
      <p:sp>
        <p:nvSpPr>
          <p:cNvPr id="20" name="object-20">
            <a:extLst>
              <a:ext uri="{FF2B5EF4-FFF2-40B4-BE49-F238E27FC236}">
                <a16:creationId xmlns:a16="http://schemas.microsoft.com/office/drawing/2014/main" id="{98CB438F-FF98-40AC-9AF9-55D570A49118}"/>
              </a:ext>
            </a:extLst>
          </p:cNvPr>
          <p:cNvSpPr>
            <a:spLocks noGrp="1"/>
          </p:cNvSpPr>
          <p:nvPr/>
        </p:nvSpPr>
        <p:spPr>
          <a:xfrm>
            <a:off x="8589509"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2</a:t>
            </a:r>
          </a:p>
        </p:txBody>
      </p:sp>
      <p:sp>
        <p:nvSpPr>
          <p:cNvPr id="21" name="object-21">
            <a:extLst>
              <a:ext uri="{FF2B5EF4-FFF2-40B4-BE49-F238E27FC236}">
                <a16:creationId xmlns:a16="http://schemas.microsoft.com/office/drawing/2014/main" id="{C2894504-50E0-44DC-B1C7-6BD75BB00794}"/>
              </a:ext>
            </a:extLst>
          </p:cNvPr>
          <p:cNvSpPr>
            <a:spLocks noGrp="1"/>
          </p:cNvSpPr>
          <p:nvPr/>
        </p:nvSpPr>
        <p:spPr>
          <a:xfrm>
            <a:off x="10528527" y="3988594"/>
            <a:ext cx="1939018" cy="1785938"/>
          </a:xfrm>
          <a:prstGeom prst="rect">
            <a:avLst/>
          </a:prstGeom>
          <a:solidFill>
            <a:srgbClr val="EFF6FF"/>
          </a:solidFill>
          <a:ln w="11906">
            <a:solidFill>
              <a:srgbClr val="BCD0EA"/>
            </a:solidFill>
          </a:ln>
        </p:spPr>
      </p:sp>
      <p:sp>
        <p:nvSpPr>
          <p:cNvPr id="22" name="object-22">
            <a:extLst>
              <a:ext uri="{FF2B5EF4-FFF2-40B4-BE49-F238E27FC236}">
                <a16:creationId xmlns:a16="http://schemas.microsoft.com/office/drawing/2014/main" id="{7F304688-2E6A-49FB-BE43-CD341576A3A7}"/>
              </a:ext>
            </a:extLst>
          </p:cNvPr>
          <p:cNvSpPr>
            <a:spLocks noGrp="1"/>
          </p:cNvSpPr>
          <p:nvPr/>
        </p:nvSpPr>
        <p:spPr>
          <a:xfrm>
            <a:off x="10528527"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tens</a:t>
            </a:r>
          </a:p>
        </p:txBody>
      </p:sp>
      <p:sp>
        <p:nvSpPr>
          <p:cNvPr id="23" name="object-23">
            <a:extLst>
              <a:ext uri="{FF2B5EF4-FFF2-40B4-BE49-F238E27FC236}">
                <a16:creationId xmlns:a16="http://schemas.microsoft.com/office/drawing/2014/main" id="{F34B85D1-9B67-4210-982D-7E1A9C07DAB6}"/>
              </a:ext>
            </a:extLst>
          </p:cNvPr>
          <p:cNvSpPr>
            <a:spLocks noGrp="1"/>
          </p:cNvSpPr>
          <p:nvPr/>
        </p:nvSpPr>
        <p:spPr>
          <a:xfrm>
            <a:off x="10528527"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24" name="object-24">
            <a:extLst>
              <a:ext uri="{FF2B5EF4-FFF2-40B4-BE49-F238E27FC236}">
                <a16:creationId xmlns:a16="http://schemas.microsoft.com/office/drawing/2014/main" id="{088F1D23-FDBC-498E-B042-39375E7B3110}"/>
              </a:ext>
            </a:extLst>
          </p:cNvPr>
          <p:cNvSpPr>
            <a:spLocks noGrp="1"/>
          </p:cNvSpPr>
          <p:nvPr/>
        </p:nvSpPr>
        <p:spPr>
          <a:xfrm>
            <a:off x="12467545" y="3988594"/>
            <a:ext cx="1939018" cy="1785938"/>
          </a:xfrm>
          <a:prstGeom prst="rect">
            <a:avLst/>
          </a:prstGeom>
          <a:solidFill>
            <a:srgbClr val="EFF6FF"/>
          </a:solidFill>
          <a:ln w="11906">
            <a:solidFill>
              <a:srgbClr val="BCD0EA"/>
            </a:solidFill>
          </a:ln>
        </p:spPr>
      </p:sp>
      <p:sp>
        <p:nvSpPr>
          <p:cNvPr id="25" name="object-25">
            <a:extLst>
              <a:ext uri="{FF2B5EF4-FFF2-40B4-BE49-F238E27FC236}">
                <a16:creationId xmlns:a16="http://schemas.microsoft.com/office/drawing/2014/main" id="{AC343189-2D9E-4A0E-9171-958290BE4578}"/>
              </a:ext>
            </a:extLst>
          </p:cNvPr>
          <p:cNvSpPr>
            <a:spLocks noGrp="1"/>
          </p:cNvSpPr>
          <p:nvPr/>
        </p:nvSpPr>
        <p:spPr>
          <a:xfrm>
            <a:off x="12467545"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ones</a:t>
            </a:r>
          </a:p>
        </p:txBody>
      </p:sp>
      <p:sp>
        <p:nvSpPr>
          <p:cNvPr id="26" name="object-26">
            <a:extLst>
              <a:ext uri="{FF2B5EF4-FFF2-40B4-BE49-F238E27FC236}">
                <a16:creationId xmlns:a16="http://schemas.microsoft.com/office/drawing/2014/main" id="{9415D06F-D5D4-4792-836E-FBCEA6C63867}"/>
              </a:ext>
            </a:extLst>
          </p:cNvPr>
          <p:cNvSpPr>
            <a:spLocks noGrp="1"/>
          </p:cNvSpPr>
          <p:nvPr/>
        </p:nvSpPr>
        <p:spPr>
          <a:xfrm>
            <a:off x="12467545"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9</a:t>
            </a:r>
          </a:p>
        </p:txBody>
      </p:sp>
      <p:sp>
        <p:nvSpPr>
          <p:cNvPr id="27" name="object-27">
            <a:extLst>
              <a:ext uri="{FF2B5EF4-FFF2-40B4-BE49-F238E27FC236}">
                <a16:creationId xmlns:a16="http://schemas.microsoft.com/office/drawing/2014/main" id="{B861E105-885C-4F7A-8526-EF761D9C9A6D}"/>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 100,000 = 300,000</a:t>
            </a:r>
          </a:p>
        </p:txBody>
      </p:sp>
    </p:spTree>
    <p:extLst>
      <p:ext uri="{BB962C8B-B14F-4D97-AF65-F5344CB8AC3E}">
        <p14:creationId xmlns:p14="http://schemas.microsoft.com/office/powerpoint/2010/main" val="206796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2916667 E" pathEditMode="relative" ptsTypes="">
                                      <p:cBhvr>
                                        <p:cTn id="6" dur="800" fill="hold"/>
                                        <p:tgtEl>
                                          <p:spTgt spid="8"/>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2916667 E" pathEditMode="relative" ptsTypes="">
                                      <p:cBhvr>
                                        <p:cTn id="10" dur="800" fill="hold"/>
                                        <p:tgtEl>
                                          <p:spTgt spid="11"/>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2916667 E" pathEditMode="relative" ptsTypes="">
                                      <p:cBhvr>
                                        <p:cTn id="14" dur="800" fill="hold"/>
                                        <p:tgtEl>
                                          <p:spTgt spid="14"/>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grpId="0" nodeType="clickEffect">
                                  <p:stCondLst>
                                    <p:cond delay="0"/>
                                  </p:stCondLst>
                                  <p:childTnLst>
                                    <p:animMotion origin="layout" path="M 0 0 L 0 0.22916667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63" presetClass="path" presetSubtype="0" accel="50000" decel="50000" fill="hold" grpId="0" nodeType="clickEffect">
                                  <p:stCondLst>
                                    <p:cond delay="0"/>
                                  </p:stCondLst>
                                  <p:childTnLst>
                                    <p:animMotion origin="layout" path="M 0 0 L 0 0.22916667 E" pathEditMode="relative" ptsTypes="">
                                      <p:cBhvr>
                                        <p:cTn id="22" dur="800" fill="hold"/>
                                        <p:tgtEl>
                                          <p:spTgt spid="20"/>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63" presetClass="path" presetSubtype="0" accel="50000" decel="50000" fill="hold" grpId="0" nodeType="clickEffect">
                                  <p:stCondLst>
                                    <p:cond delay="0"/>
                                  </p:stCondLst>
                                  <p:childTnLst>
                                    <p:animMotion origin="layout" path="M 0 0 L 0 0.22916667 E" pathEditMode="relative" ptsTypes="">
                                      <p:cBhvr>
                                        <p:cTn id="26" dur="800" fill="hold"/>
                                        <p:tgtEl>
                                          <p:spTgt spid="23"/>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63" presetClass="path" presetSubtype="0" accel="50000" decel="50000" fill="hold" grpId="0" nodeType="clickEffect">
                                  <p:stCondLst>
                                    <p:cond delay="0"/>
                                  </p:stCondLst>
                                  <p:childTnLst>
                                    <p:animMotion origin="layout" path="M 0 0 L 0 0.22916667 E" pathEditMode="relative" ptsTypes="">
                                      <p:cBhvr>
                                        <p:cTn id="30" dur="800" fill="hold"/>
                                        <p:tgtEl>
                                          <p:spTgt spid="26"/>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4" grpId="0"/>
      <p:bldP spid="17" grpId="0"/>
      <p:bldP spid="20" grpId="0"/>
      <p:bldP spid="23" grpId="0"/>
      <p:bldP spid="26" grpId="0"/>
      <p:bldP spid="27"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object-1">
            <a:extLst>
              <a:ext uri="{FF2B5EF4-FFF2-40B4-BE49-F238E27FC236}">
                <a16:creationId xmlns:a16="http://schemas.microsoft.com/office/drawing/2014/main" id="{B680756A-3C87-41AD-A78F-AA52F1B5A11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9B580D7-5367-448B-AB0C-7D7CDFBF47D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F3AB7A6-3EBC-4B4C-8213-CC75446C735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What is the value of 3 in 9,364,219?</a:t>
            </a:r>
          </a:p>
        </p:txBody>
      </p:sp>
      <p:sp>
        <p:nvSpPr>
          <p:cNvPr id="4" name="object-4">
            <a:extLst>
              <a:ext uri="{FF2B5EF4-FFF2-40B4-BE49-F238E27FC236}">
                <a16:creationId xmlns:a16="http://schemas.microsoft.com/office/drawing/2014/main" id="{D3EFC197-BAE2-4AE7-9BB6-759293764A1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03C51F3-6113-4AD1-8797-9FC5D42778E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6" name="object-6">
            <a:extLst>
              <a:ext uri="{FF2B5EF4-FFF2-40B4-BE49-F238E27FC236}">
                <a16:creationId xmlns:a16="http://schemas.microsoft.com/office/drawing/2014/main" id="{30583CB5-74D7-4AA4-8BF6-35C995E2C0C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6DE367A-6420-4BE2-A6CC-4EDD5A89C379}"/>
              </a:ext>
            </a:extLst>
          </p:cNvPr>
          <p:cNvSpPr>
            <a:spLocks noGrp="1"/>
          </p:cNvSpPr>
          <p:nvPr/>
        </p:nvSpPr>
        <p:spPr>
          <a:xfrm>
            <a:off x="833438" y="3988594"/>
            <a:ext cx="1939018" cy="1785938"/>
          </a:xfrm>
          <a:prstGeom prst="rect">
            <a:avLst/>
          </a:prstGeom>
          <a:solidFill>
            <a:srgbClr val="EFF6FF"/>
          </a:solidFill>
          <a:ln w="11906">
            <a:solidFill>
              <a:srgbClr val="BCD0EA"/>
            </a:solidFill>
          </a:ln>
        </p:spPr>
      </p:sp>
      <p:sp>
        <p:nvSpPr>
          <p:cNvPr id="8" name="object-8">
            <a:extLst>
              <a:ext uri="{FF2B5EF4-FFF2-40B4-BE49-F238E27FC236}">
                <a16:creationId xmlns:a16="http://schemas.microsoft.com/office/drawing/2014/main" id="{7F06B84D-C315-4E8F-96AC-206D44E12310}"/>
              </a:ext>
            </a:extLst>
          </p:cNvPr>
          <p:cNvSpPr>
            <a:spLocks noGrp="1"/>
          </p:cNvSpPr>
          <p:nvPr/>
        </p:nvSpPr>
        <p:spPr>
          <a:xfrm>
            <a:off x="833438"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9" name="object-9">
            <a:extLst>
              <a:ext uri="{FF2B5EF4-FFF2-40B4-BE49-F238E27FC236}">
                <a16:creationId xmlns:a16="http://schemas.microsoft.com/office/drawing/2014/main" id="{EA78A126-E328-433F-8527-D2B0D32B90BE}"/>
              </a:ext>
            </a:extLst>
          </p:cNvPr>
          <p:cNvSpPr>
            <a:spLocks noGrp="1"/>
          </p:cNvSpPr>
          <p:nvPr/>
        </p:nvSpPr>
        <p:spPr>
          <a:xfrm>
            <a:off x="833438"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9</a:t>
            </a:r>
          </a:p>
        </p:txBody>
      </p:sp>
      <p:sp>
        <p:nvSpPr>
          <p:cNvPr id="10" name="object-10">
            <a:extLst>
              <a:ext uri="{FF2B5EF4-FFF2-40B4-BE49-F238E27FC236}">
                <a16:creationId xmlns:a16="http://schemas.microsoft.com/office/drawing/2014/main" id="{893116E9-1C37-479F-A185-E8FE73769277}"/>
              </a:ext>
            </a:extLst>
          </p:cNvPr>
          <p:cNvSpPr>
            <a:spLocks noGrp="1"/>
          </p:cNvSpPr>
          <p:nvPr/>
        </p:nvSpPr>
        <p:spPr>
          <a:xfrm>
            <a:off x="2772455" y="3988594"/>
            <a:ext cx="1939018" cy="1785938"/>
          </a:xfrm>
          <a:prstGeom prst="rect">
            <a:avLst/>
          </a:prstGeom>
          <a:solidFill>
            <a:srgbClr val="EFF6FF"/>
          </a:solidFill>
          <a:ln w="11906">
            <a:solidFill>
              <a:srgbClr val="BCD0EA"/>
            </a:solidFill>
          </a:ln>
        </p:spPr>
      </p:sp>
      <p:sp>
        <p:nvSpPr>
          <p:cNvPr id="11" name="object-11">
            <a:extLst>
              <a:ext uri="{FF2B5EF4-FFF2-40B4-BE49-F238E27FC236}">
                <a16:creationId xmlns:a16="http://schemas.microsoft.com/office/drawing/2014/main" id="{3D174991-5E01-410C-8989-43E4C416FB10}"/>
              </a:ext>
            </a:extLst>
          </p:cNvPr>
          <p:cNvSpPr>
            <a:spLocks noGrp="1"/>
          </p:cNvSpPr>
          <p:nvPr/>
        </p:nvSpPr>
        <p:spPr>
          <a:xfrm>
            <a:off x="2772455"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2" name="object-12">
            <a:extLst>
              <a:ext uri="{FF2B5EF4-FFF2-40B4-BE49-F238E27FC236}">
                <a16:creationId xmlns:a16="http://schemas.microsoft.com/office/drawing/2014/main" id="{3F3C2022-B885-49F7-AC14-1AC33BCABBE1}"/>
              </a:ext>
            </a:extLst>
          </p:cNvPr>
          <p:cNvSpPr>
            <a:spLocks noGrp="1"/>
          </p:cNvSpPr>
          <p:nvPr/>
        </p:nvSpPr>
        <p:spPr>
          <a:xfrm>
            <a:off x="2772455"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3</a:t>
            </a:r>
          </a:p>
        </p:txBody>
      </p:sp>
      <p:sp>
        <p:nvSpPr>
          <p:cNvPr id="13" name="object-13">
            <a:extLst>
              <a:ext uri="{FF2B5EF4-FFF2-40B4-BE49-F238E27FC236}">
                <a16:creationId xmlns:a16="http://schemas.microsoft.com/office/drawing/2014/main" id="{4F0D2DCF-A8F4-4391-B7B1-7095E7016F0E}"/>
              </a:ext>
            </a:extLst>
          </p:cNvPr>
          <p:cNvSpPr>
            <a:spLocks noGrp="1"/>
          </p:cNvSpPr>
          <p:nvPr/>
        </p:nvSpPr>
        <p:spPr>
          <a:xfrm>
            <a:off x="4711473" y="3988594"/>
            <a:ext cx="1939018" cy="1785938"/>
          </a:xfrm>
          <a:prstGeom prst="rect">
            <a:avLst/>
          </a:prstGeom>
          <a:solidFill>
            <a:srgbClr val="EFF6FF"/>
          </a:solidFill>
          <a:ln w="11906">
            <a:solidFill>
              <a:srgbClr val="BCD0EA"/>
            </a:solidFill>
          </a:ln>
        </p:spPr>
      </p:sp>
      <p:sp>
        <p:nvSpPr>
          <p:cNvPr id="14" name="object-14">
            <a:extLst>
              <a:ext uri="{FF2B5EF4-FFF2-40B4-BE49-F238E27FC236}">
                <a16:creationId xmlns:a16="http://schemas.microsoft.com/office/drawing/2014/main" id="{8D63525D-2406-4F3B-8D42-1B530E0F988F}"/>
              </a:ext>
            </a:extLst>
          </p:cNvPr>
          <p:cNvSpPr>
            <a:spLocks noGrp="1"/>
          </p:cNvSpPr>
          <p:nvPr/>
        </p:nvSpPr>
        <p:spPr>
          <a:xfrm>
            <a:off x="4711473"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5" name="object-15">
            <a:extLst>
              <a:ext uri="{FF2B5EF4-FFF2-40B4-BE49-F238E27FC236}">
                <a16:creationId xmlns:a16="http://schemas.microsoft.com/office/drawing/2014/main" id="{767CF5EE-E5DB-414D-81DE-CD30D892BB5B}"/>
              </a:ext>
            </a:extLst>
          </p:cNvPr>
          <p:cNvSpPr>
            <a:spLocks noGrp="1"/>
          </p:cNvSpPr>
          <p:nvPr/>
        </p:nvSpPr>
        <p:spPr>
          <a:xfrm>
            <a:off x="4711473"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6</a:t>
            </a:r>
          </a:p>
        </p:txBody>
      </p:sp>
      <p:sp>
        <p:nvSpPr>
          <p:cNvPr id="16" name="object-16">
            <a:extLst>
              <a:ext uri="{FF2B5EF4-FFF2-40B4-BE49-F238E27FC236}">
                <a16:creationId xmlns:a16="http://schemas.microsoft.com/office/drawing/2014/main" id="{D9FE32C5-3126-49F3-8658-50490E7DD507}"/>
              </a:ext>
            </a:extLst>
          </p:cNvPr>
          <p:cNvSpPr>
            <a:spLocks noGrp="1"/>
          </p:cNvSpPr>
          <p:nvPr/>
        </p:nvSpPr>
        <p:spPr>
          <a:xfrm>
            <a:off x="6650491" y="3988594"/>
            <a:ext cx="1939018" cy="1785938"/>
          </a:xfrm>
          <a:prstGeom prst="rect">
            <a:avLst/>
          </a:prstGeom>
          <a:solidFill>
            <a:srgbClr val="EFF6FF"/>
          </a:solidFill>
          <a:ln w="11906">
            <a:solidFill>
              <a:srgbClr val="BCD0EA"/>
            </a:solidFill>
          </a:ln>
        </p:spPr>
      </p:sp>
      <p:sp>
        <p:nvSpPr>
          <p:cNvPr id="17" name="object-17">
            <a:extLst>
              <a:ext uri="{FF2B5EF4-FFF2-40B4-BE49-F238E27FC236}">
                <a16:creationId xmlns:a16="http://schemas.microsoft.com/office/drawing/2014/main" id="{23BB9C82-2F44-40C7-903B-C6062CA6D469}"/>
              </a:ext>
            </a:extLst>
          </p:cNvPr>
          <p:cNvSpPr>
            <a:spLocks noGrp="1"/>
          </p:cNvSpPr>
          <p:nvPr/>
        </p:nvSpPr>
        <p:spPr>
          <a:xfrm>
            <a:off x="6650491"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8" name="object-18">
            <a:extLst>
              <a:ext uri="{FF2B5EF4-FFF2-40B4-BE49-F238E27FC236}">
                <a16:creationId xmlns:a16="http://schemas.microsoft.com/office/drawing/2014/main" id="{25DEC20D-6FBE-4C51-8A7F-176E5566F4C0}"/>
              </a:ext>
            </a:extLst>
          </p:cNvPr>
          <p:cNvSpPr>
            <a:spLocks noGrp="1"/>
          </p:cNvSpPr>
          <p:nvPr/>
        </p:nvSpPr>
        <p:spPr>
          <a:xfrm>
            <a:off x="6650491"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4</a:t>
            </a:r>
          </a:p>
        </p:txBody>
      </p:sp>
      <p:sp>
        <p:nvSpPr>
          <p:cNvPr id="19" name="object-19">
            <a:extLst>
              <a:ext uri="{FF2B5EF4-FFF2-40B4-BE49-F238E27FC236}">
                <a16:creationId xmlns:a16="http://schemas.microsoft.com/office/drawing/2014/main" id="{757F569A-6607-4D2E-A754-C08F01A4837F}"/>
              </a:ext>
            </a:extLst>
          </p:cNvPr>
          <p:cNvSpPr>
            <a:spLocks noGrp="1"/>
          </p:cNvSpPr>
          <p:nvPr/>
        </p:nvSpPr>
        <p:spPr>
          <a:xfrm>
            <a:off x="8589509" y="3988594"/>
            <a:ext cx="1939018" cy="1785938"/>
          </a:xfrm>
          <a:prstGeom prst="rect">
            <a:avLst/>
          </a:prstGeom>
          <a:solidFill>
            <a:srgbClr val="EFF6FF"/>
          </a:solidFill>
          <a:ln w="11906">
            <a:solidFill>
              <a:srgbClr val="BCD0EA"/>
            </a:solidFill>
          </a:ln>
        </p:spPr>
      </p:sp>
      <p:sp>
        <p:nvSpPr>
          <p:cNvPr id="20" name="object-20">
            <a:extLst>
              <a:ext uri="{FF2B5EF4-FFF2-40B4-BE49-F238E27FC236}">
                <a16:creationId xmlns:a16="http://schemas.microsoft.com/office/drawing/2014/main" id="{EFF7304B-53F5-427B-902D-774991ACB819}"/>
              </a:ext>
            </a:extLst>
          </p:cNvPr>
          <p:cNvSpPr>
            <a:spLocks noGrp="1"/>
          </p:cNvSpPr>
          <p:nvPr/>
        </p:nvSpPr>
        <p:spPr>
          <a:xfrm>
            <a:off x="8589509"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hundreds</a:t>
            </a:r>
          </a:p>
        </p:txBody>
      </p:sp>
      <p:sp>
        <p:nvSpPr>
          <p:cNvPr id="21" name="object-21">
            <a:extLst>
              <a:ext uri="{FF2B5EF4-FFF2-40B4-BE49-F238E27FC236}">
                <a16:creationId xmlns:a16="http://schemas.microsoft.com/office/drawing/2014/main" id="{122CBEBB-1217-4D46-85AB-C5A0FAC7773C}"/>
              </a:ext>
            </a:extLst>
          </p:cNvPr>
          <p:cNvSpPr>
            <a:spLocks noGrp="1"/>
          </p:cNvSpPr>
          <p:nvPr/>
        </p:nvSpPr>
        <p:spPr>
          <a:xfrm>
            <a:off x="8589509"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2</a:t>
            </a:r>
          </a:p>
        </p:txBody>
      </p:sp>
      <p:sp>
        <p:nvSpPr>
          <p:cNvPr id="22" name="object-22">
            <a:extLst>
              <a:ext uri="{FF2B5EF4-FFF2-40B4-BE49-F238E27FC236}">
                <a16:creationId xmlns:a16="http://schemas.microsoft.com/office/drawing/2014/main" id="{99C747B6-8C2B-42D6-A7AF-2702DC610414}"/>
              </a:ext>
            </a:extLst>
          </p:cNvPr>
          <p:cNvSpPr>
            <a:spLocks noGrp="1"/>
          </p:cNvSpPr>
          <p:nvPr/>
        </p:nvSpPr>
        <p:spPr>
          <a:xfrm>
            <a:off x="10528527" y="3988594"/>
            <a:ext cx="1939018" cy="1785938"/>
          </a:xfrm>
          <a:prstGeom prst="rect">
            <a:avLst/>
          </a:prstGeom>
          <a:solidFill>
            <a:srgbClr val="EFF6FF"/>
          </a:solidFill>
          <a:ln w="11906">
            <a:solidFill>
              <a:srgbClr val="BCD0EA"/>
            </a:solidFill>
          </a:ln>
        </p:spPr>
      </p:sp>
      <p:sp>
        <p:nvSpPr>
          <p:cNvPr id="23" name="object-23">
            <a:extLst>
              <a:ext uri="{FF2B5EF4-FFF2-40B4-BE49-F238E27FC236}">
                <a16:creationId xmlns:a16="http://schemas.microsoft.com/office/drawing/2014/main" id="{869A699A-9F2F-467A-B94B-AB35522F4C03}"/>
              </a:ext>
            </a:extLst>
          </p:cNvPr>
          <p:cNvSpPr>
            <a:spLocks noGrp="1"/>
          </p:cNvSpPr>
          <p:nvPr/>
        </p:nvSpPr>
        <p:spPr>
          <a:xfrm>
            <a:off x="10528527"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tens</a:t>
            </a:r>
          </a:p>
        </p:txBody>
      </p:sp>
      <p:sp>
        <p:nvSpPr>
          <p:cNvPr id="24" name="object-24">
            <a:extLst>
              <a:ext uri="{FF2B5EF4-FFF2-40B4-BE49-F238E27FC236}">
                <a16:creationId xmlns:a16="http://schemas.microsoft.com/office/drawing/2014/main" id="{3731D38A-9D2E-4C61-B429-0A2E712E5770}"/>
              </a:ext>
            </a:extLst>
          </p:cNvPr>
          <p:cNvSpPr>
            <a:spLocks noGrp="1"/>
          </p:cNvSpPr>
          <p:nvPr/>
        </p:nvSpPr>
        <p:spPr>
          <a:xfrm>
            <a:off x="10528527"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25" name="object-25">
            <a:extLst>
              <a:ext uri="{FF2B5EF4-FFF2-40B4-BE49-F238E27FC236}">
                <a16:creationId xmlns:a16="http://schemas.microsoft.com/office/drawing/2014/main" id="{DE44425B-3331-4C22-A4C8-237B86BB12FA}"/>
              </a:ext>
            </a:extLst>
          </p:cNvPr>
          <p:cNvSpPr>
            <a:spLocks noGrp="1"/>
          </p:cNvSpPr>
          <p:nvPr/>
        </p:nvSpPr>
        <p:spPr>
          <a:xfrm>
            <a:off x="12467545" y="3988594"/>
            <a:ext cx="1939018" cy="1785938"/>
          </a:xfrm>
          <a:prstGeom prst="rect">
            <a:avLst/>
          </a:prstGeom>
          <a:solidFill>
            <a:srgbClr val="EFF6FF"/>
          </a:solidFill>
          <a:ln w="11906">
            <a:solidFill>
              <a:srgbClr val="BCD0EA"/>
            </a:solidFill>
          </a:ln>
        </p:spPr>
      </p:sp>
      <p:sp>
        <p:nvSpPr>
          <p:cNvPr id="26" name="object-26">
            <a:extLst>
              <a:ext uri="{FF2B5EF4-FFF2-40B4-BE49-F238E27FC236}">
                <a16:creationId xmlns:a16="http://schemas.microsoft.com/office/drawing/2014/main" id="{3A6AFA28-4E7A-4702-B8DC-2224A79CE571}"/>
              </a:ext>
            </a:extLst>
          </p:cNvPr>
          <p:cNvSpPr>
            <a:spLocks noGrp="1"/>
          </p:cNvSpPr>
          <p:nvPr/>
        </p:nvSpPr>
        <p:spPr>
          <a:xfrm>
            <a:off x="12467545" y="3155156"/>
            <a:ext cx="1939018"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ones</a:t>
            </a:r>
          </a:p>
        </p:txBody>
      </p:sp>
      <p:sp>
        <p:nvSpPr>
          <p:cNvPr id="27" name="object-27">
            <a:extLst>
              <a:ext uri="{FF2B5EF4-FFF2-40B4-BE49-F238E27FC236}">
                <a16:creationId xmlns:a16="http://schemas.microsoft.com/office/drawing/2014/main" id="{C2D5E898-66CA-4299-8A1A-A300F29B3E6D}"/>
              </a:ext>
            </a:extLst>
          </p:cNvPr>
          <p:cNvSpPr>
            <a:spLocks noGrp="1"/>
          </p:cNvSpPr>
          <p:nvPr/>
        </p:nvSpPr>
        <p:spPr>
          <a:xfrm>
            <a:off x="12467545" y="2559844"/>
            <a:ext cx="1939018"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9</a:t>
            </a:r>
          </a:p>
        </p:txBody>
      </p:sp>
      <p:sp>
        <p:nvSpPr>
          <p:cNvPr id="28" name="object-28">
            <a:extLst>
              <a:ext uri="{FF2B5EF4-FFF2-40B4-BE49-F238E27FC236}">
                <a16:creationId xmlns:a16="http://schemas.microsoft.com/office/drawing/2014/main" id="{8FBBA536-CCE8-4C4D-BBDA-9E9590F5E830}"/>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 100,000 = 300,000</a:t>
            </a:r>
          </a:p>
        </p:txBody>
      </p:sp>
    </p:spTree>
    <p:extLst>
      <p:ext uri="{BB962C8B-B14F-4D97-AF65-F5344CB8AC3E}">
        <p14:creationId xmlns:p14="http://schemas.microsoft.com/office/powerpoint/2010/main" val="834306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2916667 E" pathEditMode="relative" ptsTypes="">
                                      <p:cBhvr>
                                        <p:cTn id="6" dur="8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2916667 E" pathEditMode="relative" ptsTypes="">
                                      <p:cBhvr>
                                        <p:cTn id="10" dur="800" fill="hold"/>
                                        <p:tgtEl>
                                          <p:spTgt spid="12"/>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2916667 E" pathEditMode="relative" ptsTypes="">
                                      <p:cBhvr>
                                        <p:cTn id="14" dur="8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grpId="0" nodeType="clickEffect">
                                  <p:stCondLst>
                                    <p:cond delay="0"/>
                                  </p:stCondLst>
                                  <p:childTnLst>
                                    <p:animMotion origin="layout" path="M 0 0 L 0 0.22916667 E" pathEditMode="relative" ptsTypes="">
                                      <p:cBhvr>
                                        <p:cTn id="18" dur="800" fill="hold"/>
                                        <p:tgtEl>
                                          <p:spTgt spid="1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63" presetClass="path" presetSubtype="0" accel="50000" decel="50000" fill="hold" grpId="0" nodeType="clickEffect">
                                  <p:stCondLst>
                                    <p:cond delay="0"/>
                                  </p:stCondLst>
                                  <p:childTnLst>
                                    <p:animMotion origin="layout" path="M 0 0 L 0 0.22916667 E" pathEditMode="relative" ptsTypes="">
                                      <p:cBhvr>
                                        <p:cTn id="22" dur="800" fill="hold"/>
                                        <p:tgtEl>
                                          <p:spTgt spid="21"/>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63" presetClass="path" presetSubtype="0" accel="50000" decel="50000" fill="hold" grpId="0" nodeType="clickEffect">
                                  <p:stCondLst>
                                    <p:cond delay="0"/>
                                  </p:stCondLst>
                                  <p:childTnLst>
                                    <p:animMotion origin="layout" path="M 0 0 L 0 0.22916667 E" pathEditMode="relative" ptsTypes="">
                                      <p:cBhvr>
                                        <p:cTn id="26" dur="800" fill="hold"/>
                                        <p:tgtEl>
                                          <p:spTgt spid="24"/>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63" presetClass="path" presetSubtype="0" accel="50000" decel="50000" fill="hold" grpId="0" nodeType="clickEffect">
                                  <p:stCondLst>
                                    <p:cond delay="0"/>
                                  </p:stCondLst>
                                  <p:childTnLst>
                                    <p:animMotion origin="layout" path="M 0 0 L 0 0.22916667 E" pathEditMode="relative" ptsTypes="">
                                      <p:cBhvr>
                                        <p:cTn id="30" dur="800" fill="hold"/>
                                        <p:tgtEl>
                                          <p:spTgt spid="27"/>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5" grpId="0"/>
      <p:bldP spid="18" grpId="0"/>
      <p:bldP spid="21" grpId="0"/>
      <p:bldP spid="24" grpId="0"/>
      <p:bldP spid="27" grpId="0"/>
      <p:bldP spid="2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object-1">
            <a:extLst>
              <a:ext uri="{FF2B5EF4-FFF2-40B4-BE49-F238E27FC236}">
                <a16:creationId xmlns:a16="http://schemas.microsoft.com/office/drawing/2014/main" id="{D0C5CFEE-8921-48D7-AA6C-E326AC01CF8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0960198B-2CD9-48AC-A1AB-1DDC4713ABA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What is the value of 3 in 10,364,219?</a:t>
            </a:r>
          </a:p>
        </p:txBody>
      </p:sp>
      <p:sp>
        <p:nvSpPr>
          <p:cNvPr id="3" name="object-3">
            <a:extLst>
              <a:ext uri="{FF2B5EF4-FFF2-40B4-BE49-F238E27FC236}">
                <a16:creationId xmlns:a16="http://schemas.microsoft.com/office/drawing/2014/main" id="{70701FAC-CE92-490F-B9BE-BBFD28E150D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8683A65-F1C5-4CA8-B57D-0181DC8622D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5" name="object-5">
            <a:extLst>
              <a:ext uri="{FF2B5EF4-FFF2-40B4-BE49-F238E27FC236}">
                <a16:creationId xmlns:a16="http://schemas.microsoft.com/office/drawing/2014/main" id="{D354C60C-5AC7-439C-8275-D00C334C0E4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78774A91-0227-4285-9B77-5641B69F460E}"/>
              </a:ext>
            </a:extLst>
          </p:cNvPr>
          <p:cNvSpPr>
            <a:spLocks noGrp="1"/>
          </p:cNvSpPr>
          <p:nvPr/>
        </p:nvSpPr>
        <p:spPr>
          <a:xfrm>
            <a:off x="833438" y="3988594"/>
            <a:ext cx="1696641" cy="1785938"/>
          </a:xfrm>
          <a:prstGeom prst="rect">
            <a:avLst/>
          </a:prstGeom>
          <a:solidFill>
            <a:srgbClr val="EFF6FF"/>
          </a:solidFill>
          <a:ln w="11906">
            <a:solidFill>
              <a:srgbClr val="BCD0EA"/>
            </a:solidFill>
          </a:ln>
        </p:spPr>
      </p:sp>
      <p:sp>
        <p:nvSpPr>
          <p:cNvPr id="7" name="object-7">
            <a:extLst>
              <a:ext uri="{FF2B5EF4-FFF2-40B4-BE49-F238E27FC236}">
                <a16:creationId xmlns:a16="http://schemas.microsoft.com/office/drawing/2014/main" id="{145D31E0-9DB7-4F62-8855-DD77FBF2AA2E}"/>
              </a:ext>
            </a:extLst>
          </p:cNvPr>
          <p:cNvSpPr>
            <a:spLocks noGrp="1"/>
          </p:cNvSpPr>
          <p:nvPr/>
        </p:nvSpPr>
        <p:spPr>
          <a:xfrm>
            <a:off x="833438"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8" name="object-8">
            <a:extLst>
              <a:ext uri="{FF2B5EF4-FFF2-40B4-BE49-F238E27FC236}">
                <a16:creationId xmlns:a16="http://schemas.microsoft.com/office/drawing/2014/main" id="{A95E7016-6A03-4568-BEFD-93146A409F9A}"/>
              </a:ext>
            </a:extLst>
          </p:cNvPr>
          <p:cNvSpPr>
            <a:spLocks noGrp="1"/>
          </p:cNvSpPr>
          <p:nvPr/>
        </p:nvSpPr>
        <p:spPr>
          <a:xfrm>
            <a:off x="833438"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9" name="object-9">
            <a:extLst>
              <a:ext uri="{FF2B5EF4-FFF2-40B4-BE49-F238E27FC236}">
                <a16:creationId xmlns:a16="http://schemas.microsoft.com/office/drawing/2014/main" id="{9A1F84FA-9CC0-49A2-8D57-EEE58CF4AA2D}"/>
              </a:ext>
            </a:extLst>
          </p:cNvPr>
          <p:cNvSpPr>
            <a:spLocks noGrp="1"/>
          </p:cNvSpPr>
          <p:nvPr/>
        </p:nvSpPr>
        <p:spPr>
          <a:xfrm>
            <a:off x="2530078" y="3988594"/>
            <a:ext cx="1696641" cy="1785938"/>
          </a:xfrm>
          <a:prstGeom prst="rect">
            <a:avLst/>
          </a:prstGeom>
          <a:solidFill>
            <a:srgbClr val="EFF6FF"/>
          </a:solidFill>
          <a:ln w="11906">
            <a:solidFill>
              <a:srgbClr val="BCD0EA"/>
            </a:solidFill>
          </a:ln>
        </p:spPr>
      </p:sp>
      <p:sp>
        <p:nvSpPr>
          <p:cNvPr id="10" name="object-10">
            <a:extLst>
              <a:ext uri="{FF2B5EF4-FFF2-40B4-BE49-F238E27FC236}">
                <a16:creationId xmlns:a16="http://schemas.microsoft.com/office/drawing/2014/main" id="{89F62E43-DA59-47DF-8A85-A3BF3D9C80F8}"/>
              </a:ext>
            </a:extLst>
          </p:cNvPr>
          <p:cNvSpPr>
            <a:spLocks noGrp="1"/>
          </p:cNvSpPr>
          <p:nvPr/>
        </p:nvSpPr>
        <p:spPr>
          <a:xfrm>
            <a:off x="2530078"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11" name="object-11">
            <a:extLst>
              <a:ext uri="{FF2B5EF4-FFF2-40B4-BE49-F238E27FC236}">
                <a16:creationId xmlns:a16="http://schemas.microsoft.com/office/drawing/2014/main" id="{3502099B-47DD-42C0-8B12-D680393C9BCC}"/>
              </a:ext>
            </a:extLst>
          </p:cNvPr>
          <p:cNvSpPr>
            <a:spLocks noGrp="1"/>
          </p:cNvSpPr>
          <p:nvPr/>
        </p:nvSpPr>
        <p:spPr>
          <a:xfrm>
            <a:off x="2530078"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0</a:t>
            </a:r>
          </a:p>
        </p:txBody>
      </p:sp>
      <p:sp>
        <p:nvSpPr>
          <p:cNvPr id="12" name="object-12">
            <a:extLst>
              <a:ext uri="{FF2B5EF4-FFF2-40B4-BE49-F238E27FC236}">
                <a16:creationId xmlns:a16="http://schemas.microsoft.com/office/drawing/2014/main" id="{81CEDEBC-654B-48D2-9863-925532B341BC}"/>
              </a:ext>
            </a:extLst>
          </p:cNvPr>
          <p:cNvSpPr>
            <a:spLocks noGrp="1"/>
          </p:cNvSpPr>
          <p:nvPr/>
        </p:nvSpPr>
        <p:spPr>
          <a:xfrm>
            <a:off x="4226719" y="3988594"/>
            <a:ext cx="1696641" cy="1785938"/>
          </a:xfrm>
          <a:prstGeom prst="rect">
            <a:avLst/>
          </a:prstGeom>
          <a:solidFill>
            <a:srgbClr val="EFF6FF"/>
          </a:solidFill>
          <a:ln w="11906">
            <a:solidFill>
              <a:srgbClr val="BCD0EA"/>
            </a:solidFill>
          </a:ln>
        </p:spPr>
      </p:sp>
      <p:sp>
        <p:nvSpPr>
          <p:cNvPr id="13" name="object-13">
            <a:extLst>
              <a:ext uri="{FF2B5EF4-FFF2-40B4-BE49-F238E27FC236}">
                <a16:creationId xmlns:a16="http://schemas.microsoft.com/office/drawing/2014/main" id="{D8A4E567-A990-415B-9E5F-FB1F91FC5FF6}"/>
              </a:ext>
            </a:extLst>
          </p:cNvPr>
          <p:cNvSpPr>
            <a:spLocks noGrp="1"/>
          </p:cNvSpPr>
          <p:nvPr/>
        </p:nvSpPr>
        <p:spPr>
          <a:xfrm>
            <a:off x="4226719"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4" name="object-14">
            <a:extLst>
              <a:ext uri="{FF2B5EF4-FFF2-40B4-BE49-F238E27FC236}">
                <a16:creationId xmlns:a16="http://schemas.microsoft.com/office/drawing/2014/main" id="{58EE6E95-F0F2-4CE0-8497-3577077919AD}"/>
              </a:ext>
            </a:extLst>
          </p:cNvPr>
          <p:cNvSpPr>
            <a:spLocks noGrp="1"/>
          </p:cNvSpPr>
          <p:nvPr/>
        </p:nvSpPr>
        <p:spPr>
          <a:xfrm>
            <a:off x="4226719"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3</a:t>
            </a:r>
          </a:p>
        </p:txBody>
      </p:sp>
      <p:sp>
        <p:nvSpPr>
          <p:cNvPr id="15" name="object-15">
            <a:extLst>
              <a:ext uri="{FF2B5EF4-FFF2-40B4-BE49-F238E27FC236}">
                <a16:creationId xmlns:a16="http://schemas.microsoft.com/office/drawing/2014/main" id="{A0528092-2980-4634-AE74-562B0767D428}"/>
              </a:ext>
            </a:extLst>
          </p:cNvPr>
          <p:cNvSpPr>
            <a:spLocks noGrp="1"/>
          </p:cNvSpPr>
          <p:nvPr/>
        </p:nvSpPr>
        <p:spPr>
          <a:xfrm>
            <a:off x="5923359" y="3988594"/>
            <a:ext cx="1696641" cy="1785938"/>
          </a:xfrm>
          <a:prstGeom prst="rect">
            <a:avLst/>
          </a:prstGeom>
          <a:solidFill>
            <a:srgbClr val="EFF6FF"/>
          </a:solidFill>
          <a:ln w="11906">
            <a:solidFill>
              <a:srgbClr val="BCD0EA"/>
            </a:solidFill>
          </a:ln>
        </p:spPr>
      </p:sp>
      <p:sp>
        <p:nvSpPr>
          <p:cNvPr id="16" name="object-16">
            <a:extLst>
              <a:ext uri="{FF2B5EF4-FFF2-40B4-BE49-F238E27FC236}">
                <a16:creationId xmlns:a16="http://schemas.microsoft.com/office/drawing/2014/main" id="{DB747F7B-B325-4895-A67C-8691BF37C64A}"/>
              </a:ext>
            </a:extLst>
          </p:cNvPr>
          <p:cNvSpPr>
            <a:spLocks noGrp="1"/>
          </p:cNvSpPr>
          <p:nvPr/>
        </p:nvSpPr>
        <p:spPr>
          <a:xfrm>
            <a:off x="5923359"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7" name="object-17">
            <a:extLst>
              <a:ext uri="{FF2B5EF4-FFF2-40B4-BE49-F238E27FC236}">
                <a16:creationId xmlns:a16="http://schemas.microsoft.com/office/drawing/2014/main" id="{B240FDCE-3964-4E84-BAC6-AB94A1330FF7}"/>
              </a:ext>
            </a:extLst>
          </p:cNvPr>
          <p:cNvSpPr>
            <a:spLocks noGrp="1"/>
          </p:cNvSpPr>
          <p:nvPr/>
        </p:nvSpPr>
        <p:spPr>
          <a:xfrm>
            <a:off x="5923359"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8184F129-90E2-4348-ABED-575957F96D97}"/>
              </a:ext>
            </a:extLst>
          </p:cNvPr>
          <p:cNvSpPr>
            <a:spLocks noGrp="1"/>
          </p:cNvSpPr>
          <p:nvPr/>
        </p:nvSpPr>
        <p:spPr>
          <a:xfrm>
            <a:off x="7620000" y="3988594"/>
            <a:ext cx="1696641" cy="1785938"/>
          </a:xfrm>
          <a:prstGeom prst="rect">
            <a:avLst/>
          </a:prstGeom>
          <a:solidFill>
            <a:srgbClr val="EFF6FF"/>
          </a:solidFill>
          <a:ln w="11906">
            <a:solidFill>
              <a:srgbClr val="BCD0EA"/>
            </a:solidFill>
          </a:ln>
        </p:spPr>
      </p:sp>
      <p:sp>
        <p:nvSpPr>
          <p:cNvPr id="19" name="object-19">
            <a:extLst>
              <a:ext uri="{FF2B5EF4-FFF2-40B4-BE49-F238E27FC236}">
                <a16:creationId xmlns:a16="http://schemas.microsoft.com/office/drawing/2014/main" id="{2F685282-5BA4-4C2B-BD4A-549358B99B75}"/>
              </a:ext>
            </a:extLst>
          </p:cNvPr>
          <p:cNvSpPr>
            <a:spLocks noGrp="1"/>
          </p:cNvSpPr>
          <p:nvPr/>
        </p:nvSpPr>
        <p:spPr>
          <a:xfrm>
            <a:off x="7620000"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20" name="object-20">
            <a:extLst>
              <a:ext uri="{FF2B5EF4-FFF2-40B4-BE49-F238E27FC236}">
                <a16:creationId xmlns:a16="http://schemas.microsoft.com/office/drawing/2014/main" id="{BBE6C558-A0E9-4C61-BDEB-33C30551737A}"/>
              </a:ext>
            </a:extLst>
          </p:cNvPr>
          <p:cNvSpPr>
            <a:spLocks noGrp="1"/>
          </p:cNvSpPr>
          <p:nvPr/>
        </p:nvSpPr>
        <p:spPr>
          <a:xfrm>
            <a:off x="7620000"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4</a:t>
            </a:r>
          </a:p>
        </p:txBody>
      </p:sp>
      <p:sp>
        <p:nvSpPr>
          <p:cNvPr id="21" name="object-21">
            <a:extLst>
              <a:ext uri="{FF2B5EF4-FFF2-40B4-BE49-F238E27FC236}">
                <a16:creationId xmlns:a16="http://schemas.microsoft.com/office/drawing/2014/main" id="{A6334CE4-B4B6-40C4-BB40-129713A2D229}"/>
              </a:ext>
            </a:extLst>
          </p:cNvPr>
          <p:cNvSpPr>
            <a:spLocks noGrp="1"/>
          </p:cNvSpPr>
          <p:nvPr/>
        </p:nvSpPr>
        <p:spPr>
          <a:xfrm>
            <a:off x="9316641" y="3988594"/>
            <a:ext cx="1696641" cy="1785938"/>
          </a:xfrm>
          <a:prstGeom prst="rect">
            <a:avLst/>
          </a:prstGeom>
          <a:solidFill>
            <a:srgbClr val="EFF6FF"/>
          </a:solidFill>
          <a:ln w="11906">
            <a:solidFill>
              <a:srgbClr val="BCD0EA"/>
            </a:solidFill>
          </a:ln>
        </p:spPr>
      </p:sp>
      <p:sp>
        <p:nvSpPr>
          <p:cNvPr id="22" name="object-22">
            <a:extLst>
              <a:ext uri="{FF2B5EF4-FFF2-40B4-BE49-F238E27FC236}">
                <a16:creationId xmlns:a16="http://schemas.microsoft.com/office/drawing/2014/main" id="{EBC7124F-7301-436A-8543-B35DDF041A4C}"/>
              </a:ext>
            </a:extLst>
          </p:cNvPr>
          <p:cNvSpPr>
            <a:spLocks noGrp="1"/>
          </p:cNvSpPr>
          <p:nvPr/>
        </p:nvSpPr>
        <p:spPr>
          <a:xfrm>
            <a:off x="9316641"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hundreds</a:t>
            </a:r>
          </a:p>
        </p:txBody>
      </p:sp>
      <p:sp>
        <p:nvSpPr>
          <p:cNvPr id="23" name="object-23">
            <a:extLst>
              <a:ext uri="{FF2B5EF4-FFF2-40B4-BE49-F238E27FC236}">
                <a16:creationId xmlns:a16="http://schemas.microsoft.com/office/drawing/2014/main" id="{5DD21D1D-38E0-401C-B8D0-0D0D9CBCB4FB}"/>
              </a:ext>
            </a:extLst>
          </p:cNvPr>
          <p:cNvSpPr>
            <a:spLocks noGrp="1"/>
          </p:cNvSpPr>
          <p:nvPr/>
        </p:nvSpPr>
        <p:spPr>
          <a:xfrm>
            <a:off x="9316641"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2</a:t>
            </a:r>
          </a:p>
        </p:txBody>
      </p:sp>
      <p:sp>
        <p:nvSpPr>
          <p:cNvPr id="24" name="object-24">
            <a:extLst>
              <a:ext uri="{FF2B5EF4-FFF2-40B4-BE49-F238E27FC236}">
                <a16:creationId xmlns:a16="http://schemas.microsoft.com/office/drawing/2014/main" id="{A19B849D-C63A-4D44-9301-D0E3919B8B49}"/>
              </a:ext>
            </a:extLst>
          </p:cNvPr>
          <p:cNvSpPr>
            <a:spLocks noGrp="1"/>
          </p:cNvSpPr>
          <p:nvPr/>
        </p:nvSpPr>
        <p:spPr>
          <a:xfrm>
            <a:off x="11013281" y="3988594"/>
            <a:ext cx="1696641" cy="1785938"/>
          </a:xfrm>
          <a:prstGeom prst="rect">
            <a:avLst/>
          </a:prstGeom>
          <a:solidFill>
            <a:srgbClr val="EFF6FF"/>
          </a:solidFill>
          <a:ln w="11906">
            <a:solidFill>
              <a:srgbClr val="BCD0EA"/>
            </a:solidFill>
          </a:ln>
        </p:spPr>
      </p:sp>
      <p:sp>
        <p:nvSpPr>
          <p:cNvPr id="25" name="object-25">
            <a:extLst>
              <a:ext uri="{FF2B5EF4-FFF2-40B4-BE49-F238E27FC236}">
                <a16:creationId xmlns:a16="http://schemas.microsoft.com/office/drawing/2014/main" id="{862E6423-6B69-4F6D-A576-FF5B65AE5499}"/>
              </a:ext>
            </a:extLst>
          </p:cNvPr>
          <p:cNvSpPr>
            <a:spLocks noGrp="1"/>
          </p:cNvSpPr>
          <p:nvPr/>
        </p:nvSpPr>
        <p:spPr>
          <a:xfrm>
            <a:off x="11013281"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tens</a:t>
            </a:r>
          </a:p>
        </p:txBody>
      </p:sp>
      <p:sp>
        <p:nvSpPr>
          <p:cNvPr id="26" name="object-26">
            <a:extLst>
              <a:ext uri="{FF2B5EF4-FFF2-40B4-BE49-F238E27FC236}">
                <a16:creationId xmlns:a16="http://schemas.microsoft.com/office/drawing/2014/main" id="{E122DEBC-A6AC-4AC5-8195-6E3CCAF155CC}"/>
              </a:ext>
            </a:extLst>
          </p:cNvPr>
          <p:cNvSpPr>
            <a:spLocks noGrp="1"/>
          </p:cNvSpPr>
          <p:nvPr/>
        </p:nvSpPr>
        <p:spPr>
          <a:xfrm>
            <a:off x="11013281"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27" name="object-27">
            <a:extLst>
              <a:ext uri="{FF2B5EF4-FFF2-40B4-BE49-F238E27FC236}">
                <a16:creationId xmlns:a16="http://schemas.microsoft.com/office/drawing/2014/main" id="{A37D8E89-7D89-41EF-9481-2A410708E074}"/>
              </a:ext>
            </a:extLst>
          </p:cNvPr>
          <p:cNvSpPr>
            <a:spLocks noGrp="1"/>
          </p:cNvSpPr>
          <p:nvPr/>
        </p:nvSpPr>
        <p:spPr>
          <a:xfrm>
            <a:off x="12709922" y="3988594"/>
            <a:ext cx="1696641" cy="1785938"/>
          </a:xfrm>
          <a:prstGeom prst="rect">
            <a:avLst/>
          </a:prstGeom>
          <a:solidFill>
            <a:srgbClr val="EFF6FF"/>
          </a:solidFill>
          <a:ln w="11906">
            <a:solidFill>
              <a:srgbClr val="BCD0EA"/>
            </a:solidFill>
          </a:ln>
        </p:spPr>
      </p:sp>
      <p:sp>
        <p:nvSpPr>
          <p:cNvPr id="28" name="object-28">
            <a:extLst>
              <a:ext uri="{FF2B5EF4-FFF2-40B4-BE49-F238E27FC236}">
                <a16:creationId xmlns:a16="http://schemas.microsoft.com/office/drawing/2014/main" id="{49954B0E-0F0C-485B-BF87-BDBC70986D18}"/>
              </a:ext>
            </a:extLst>
          </p:cNvPr>
          <p:cNvSpPr>
            <a:spLocks noGrp="1"/>
          </p:cNvSpPr>
          <p:nvPr/>
        </p:nvSpPr>
        <p:spPr>
          <a:xfrm>
            <a:off x="12709922"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ones</a:t>
            </a:r>
          </a:p>
        </p:txBody>
      </p:sp>
      <p:sp>
        <p:nvSpPr>
          <p:cNvPr id="29" name="object-29">
            <a:extLst>
              <a:ext uri="{FF2B5EF4-FFF2-40B4-BE49-F238E27FC236}">
                <a16:creationId xmlns:a16="http://schemas.microsoft.com/office/drawing/2014/main" id="{9E93B16C-71B6-4B29-A81F-D3A02FF0DFC8}"/>
              </a:ext>
            </a:extLst>
          </p:cNvPr>
          <p:cNvSpPr>
            <a:spLocks noGrp="1"/>
          </p:cNvSpPr>
          <p:nvPr/>
        </p:nvSpPr>
        <p:spPr>
          <a:xfrm>
            <a:off x="12709922"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9</a:t>
            </a:r>
          </a:p>
        </p:txBody>
      </p:sp>
      <p:sp>
        <p:nvSpPr>
          <p:cNvPr id="30" name="object-30">
            <a:extLst>
              <a:ext uri="{FF2B5EF4-FFF2-40B4-BE49-F238E27FC236}">
                <a16:creationId xmlns:a16="http://schemas.microsoft.com/office/drawing/2014/main" id="{15854E21-DCB1-4A8B-9A5D-E558705F7A75}"/>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 100,000 = 300,000</a:t>
            </a:r>
          </a:p>
        </p:txBody>
      </p:sp>
    </p:spTree>
    <p:extLst>
      <p:ext uri="{BB962C8B-B14F-4D97-AF65-F5344CB8AC3E}">
        <p14:creationId xmlns:p14="http://schemas.microsoft.com/office/powerpoint/2010/main" val="1381574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2916667 E" pathEditMode="relative" ptsTypes="">
                                      <p:cBhvr>
                                        <p:cTn id="6" dur="800" fill="hold"/>
                                        <p:tgtEl>
                                          <p:spTgt spid="8"/>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2916667 E" pathEditMode="relative" ptsTypes="">
                                      <p:cBhvr>
                                        <p:cTn id="10" dur="800" fill="hold"/>
                                        <p:tgtEl>
                                          <p:spTgt spid="11"/>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2916667 E" pathEditMode="relative" ptsTypes="">
                                      <p:cBhvr>
                                        <p:cTn id="14" dur="800" fill="hold"/>
                                        <p:tgtEl>
                                          <p:spTgt spid="14"/>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grpId="0" nodeType="clickEffect">
                                  <p:stCondLst>
                                    <p:cond delay="0"/>
                                  </p:stCondLst>
                                  <p:childTnLst>
                                    <p:animMotion origin="layout" path="M 0 0 L 0 0.22916667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63" presetClass="path" presetSubtype="0" accel="50000" decel="50000" fill="hold" grpId="0" nodeType="clickEffect">
                                  <p:stCondLst>
                                    <p:cond delay="0"/>
                                  </p:stCondLst>
                                  <p:childTnLst>
                                    <p:animMotion origin="layout" path="M 0 0 L 0 0.22916667 E" pathEditMode="relative" ptsTypes="">
                                      <p:cBhvr>
                                        <p:cTn id="22" dur="800" fill="hold"/>
                                        <p:tgtEl>
                                          <p:spTgt spid="20"/>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63" presetClass="path" presetSubtype="0" accel="50000" decel="50000" fill="hold" grpId="0" nodeType="clickEffect">
                                  <p:stCondLst>
                                    <p:cond delay="0"/>
                                  </p:stCondLst>
                                  <p:childTnLst>
                                    <p:animMotion origin="layout" path="M 0 0 L 0 0.22916667 E" pathEditMode="relative" ptsTypes="">
                                      <p:cBhvr>
                                        <p:cTn id="26" dur="800" fill="hold"/>
                                        <p:tgtEl>
                                          <p:spTgt spid="23"/>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63" presetClass="path" presetSubtype="0" accel="50000" decel="50000" fill="hold" grpId="0" nodeType="clickEffect">
                                  <p:stCondLst>
                                    <p:cond delay="0"/>
                                  </p:stCondLst>
                                  <p:childTnLst>
                                    <p:animMotion origin="layout" path="M 0 0 L 0 0.22916667 E" pathEditMode="relative" ptsTypes="">
                                      <p:cBhvr>
                                        <p:cTn id="30" dur="800" fill="hold"/>
                                        <p:tgtEl>
                                          <p:spTgt spid="26"/>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63" presetClass="path" presetSubtype="0" accel="50000" decel="50000" fill="hold" grpId="0" nodeType="clickEffect">
                                  <p:stCondLst>
                                    <p:cond delay="0"/>
                                  </p:stCondLst>
                                  <p:childTnLst>
                                    <p:animMotion origin="layout" path="M 0 0 L 0 0.22916667 E" pathEditMode="relative" ptsTypes="">
                                      <p:cBhvr>
                                        <p:cTn id="34" dur="800" fill="hold"/>
                                        <p:tgtEl>
                                          <p:spTgt spid="29"/>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4" grpId="0"/>
      <p:bldP spid="17" grpId="0"/>
      <p:bldP spid="20" grpId="0"/>
      <p:bldP spid="23" grpId="0"/>
      <p:bldP spid="26" grpId="0"/>
      <p:bldP spid="29" grpId="0"/>
      <p:bldP spid="30"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object-1">
            <a:extLst>
              <a:ext uri="{FF2B5EF4-FFF2-40B4-BE49-F238E27FC236}">
                <a16:creationId xmlns:a16="http://schemas.microsoft.com/office/drawing/2014/main" id="{08012566-1170-43FC-BD1F-31E33D05CB9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C379D13-10CC-4637-8C3B-3E0D2689908F}"/>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910B2ABE-7ADE-487B-A2A0-F11F65B9D5E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What is the value of 3 in 11,364,219?</a:t>
            </a:r>
          </a:p>
        </p:txBody>
      </p:sp>
      <p:sp>
        <p:nvSpPr>
          <p:cNvPr id="4" name="object-4">
            <a:extLst>
              <a:ext uri="{FF2B5EF4-FFF2-40B4-BE49-F238E27FC236}">
                <a16:creationId xmlns:a16="http://schemas.microsoft.com/office/drawing/2014/main" id="{E3A307EF-5C08-4BC7-95E0-F622058D951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A7F162A-9B3E-4EC8-9FBF-536F2E97F10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6" name="object-6">
            <a:extLst>
              <a:ext uri="{FF2B5EF4-FFF2-40B4-BE49-F238E27FC236}">
                <a16:creationId xmlns:a16="http://schemas.microsoft.com/office/drawing/2014/main" id="{7F8C7819-38CF-49DC-9941-11AFC4D3E8F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AC5C140A-9741-4469-AA8F-281EA4142D66}"/>
              </a:ext>
            </a:extLst>
          </p:cNvPr>
          <p:cNvSpPr>
            <a:spLocks noGrp="1"/>
          </p:cNvSpPr>
          <p:nvPr/>
        </p:nvSpPr>
        <p:spPr>
          <a:xfrm>
            <a:off x="833438" y="3988594"/>
            <a:ext cx="1696641" cy="1785938"/>
          </a:xfrm>
          <a:prstGeom prst="rect">
            <a:avLst/>
          </a:prstGeom>
          <a:solidFill>
            <a:srgbClr val="EFF6FF"/>
          </a:solidFill>
          <a:ln w="11906">
            <a:solidFill>
              <a:srgbClr val="BCD0EA"/>
            </a:solidFill>
          </a:ln>
        </p:spPr>
      </p:sp>
      <p:sp>
        <p:nvSpPr>
          <p:cNvPr id="8" name="object-8">
            <a:extLst>
              <a:ext uri="{FF2B5EF4-FFF2-40B4-BE49-F238E27FC236}">
                <a16:creationId xmlns:a16="http://schemas.microsoft.com/office/drawing/2014/main" id="{73A96EBC-B533-48A2-836B-0EC32896DA21}"/>
              </a:ext>
            </a:extLst>
          </p:cNvPr>
          <p:cNvSpPr>
            <a:spLocks noGrp="1"/>
          </p:cNvSpPr>
          <p:nvPr/>
        </p:nvSpPr>
        <p:spPr>
          <a:xfrm>
            <a:off x="833438"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9" name="object-9">
            <a:extLst>
              <a:ext uri="{FF2B5EF4-FFF2-40B4-BE49-F238E27FC236}">
                <a16:creationId xmlns:a16="http://schemas.microsoft.com/office/drawing/2014/main" id="{7F0C9651-7659-4B1C-8B6C-3C867E257829}"/>
              </a:ext>
            </a:extLst>
          </p:cNvPr>
          <p:cNvSpPr>
            <a:spLocks noGrp="1"/>
          </p:cNvSpPr>
          <p:nvPr/>
        </p:nvSpPr>
        <p:spPr>
          <a:xfrm>
            <a:off x="833438"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10" name="object-10">
            <a:extLst>
              <a:ext uri="{FF2B5EF4-FFF2-40B4-BE49-F238E27FC236}">
                <a16:creationId xmlns:a16="http://schemas.microsoft.com/office/drawing/2014/main" id="{1F255628-0E1A-4A5D-829D-491460FEC869}"/>
              </a:ext>
            </a:extLst>
          </p:cNvPr>
          <p:cNvSpPr>
            <a:spLocks noGrp="1"/>
          </p:cNvSpPr>
          <p:nvPr/>
        </p:nvSpPr>
        <p:spPr>
          <a:xfrm>
            <a:off x="2530078" y="3988594"/>
            <a:ext cx="1696641" cy="1785938"/>
          </a:xfrm>
          <a:prstGeom prst="rect">
            <a:avLst/>
          </a:prstGeom>
          <a:solidFill>
            <a:srgbClr val="EFF6FF"/>
          </a:solidFill>
          <a:ln w="11906">
            <a:solidFill>
              <a:srgbClr val="BCD0EA"/>
            </a:solidFill>
          </a:ln>
        </p:spPr>
      </p:sp>
      <p:sp>
        <p:nvSpPr>
          <p:cNvPr id="11" name="object-11">
            <a:extLst>
              <a:ext uri="{FF2B5EF4-FFF2-40B4-BE49-F238E27FC236}">
                <a16:creationId xmlns:a16="http://schemas.microsoft.com/office/drawing/2014/main" id="{7C6FD37F-FD87-435E-8021-BBC220BBFB4A}"/>
              </a:ext>
            </a:extLst>
          </p:cNvPr>
          <p:cNvSpPr>
            <a:spLocks noGrp="1"/>
          </p:cNvSpPr>
          <p:nvPr/>
        </p:nvSpPr>
        <p:spPr>
          <a:xfrm>
            <a:off x="2530078"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millions</a:t>
            </a:r>
          </a:p>
        </p:txBody>
      </p:sp>
      <p:sp>
        <p:nvSpPr>
          <p:cNvPr id="12" name="object-12">
            <a:extLst>
              <a:ext uri="{FF2B5EF4-FFF2-40B4-BE49-F238E27FC236}">
                <a16:creationId xmlns:a16="http://schemas.microsoft.com/office/drawing/2014/main" id="{6AC2678A-3CCB-48B2-A61E-07E26ABB6F3C}"/>
              </a:ext>
            </a:extLst>
          </p:cNvPr>
          <p:cNvSpPr>
            <a:spLocks noGrp="1"/>
          </p:cNvSpPr>
          <p:nvPr/>
        </p:nvSpPr>
        <p:spPr>
          <a:xfrm>
            <a:off x="2530078"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13" name="object-13">
            <a:extLst>
              <a:ext uri="{FF2B5EF4-FFF2-40B4-BE49-F238E27FC236}">
                <a16:creationId xmlns:a16="http://schemas.microsoft.com/office/drawing/2014/main" id="{68238814-4958-4A67-BC02-37BA97E404C2}"/>
              </a:ext>
            </a:extLst>
          </p:cNvPr>
          <p:cNvSpPr>
            <a:spLocks noGrp="1"/>
          </p:cNvSpPr>
          <p:nvPr/>
        </p:nvSpPr>
        <p:spPr>
          <a:xfrm>
            <a:off x="4226719" y="3988594"/>
            <a:ext cx="1696641" cy="1785938"/>
          </a:xfrm>
          <a:prstGeom prst="rect">
            <a:avLst/>
          </a:prstGeom>
          <a:solidFill>
            <a:srgbClr val="EFF6FF"/>
          </a:solidFill>
          <a:ln w="11906">
            <a:solidFill>
              <a:srgbClr val="BCD0EA"/>
            </a:solidFill>
          </a:ln>
        </p:spPr>
      </p:sp>
      <p:sp>
        <p:nvSpPr>
          <p:cNvPr id="14" name="object-14">
            <a:extLst>
              <a:ext uri="{FF2B5EF4-FFF2-40B4-BE49-F238E27FC236}">
                <a16:creationId xmlns:a16="http://schemas.microsoft.com/office/drawing/2014/main" id="{B46CE317-4E81-431F-9424-9DDF7A2D76D3}"/>
              </a:ext>
            </a:extLst>
          </p:cNvPr>
          <p:cNvSpPr>
            <a:spLocks noGrp="1"/>
          </p:cNvSpPr>
          <p:nvPr/>
        </p:nvSpPr>
        <p:spPr>
          <a:xfrm>
            <a:off x="4226719"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5" name="object-15">
            <a:extLst>
              <a:ext uri="{FF2B5EF4-FFF2-40B4-BE49-F238E27FC236}">
                <a16:creationId xmlns:a16="http://schemas.microsoft.com/office/drawing/2014/main" id="{B1AC28BC-347C-4E71-BD19-F9498A5CF102}"/>
              </a:ext>
            </a:extLst>
          </p:cNvPr>
          <p:cNvSpPr>
            <a:spLocks noGrp="1"/>
          </p:cNvSpPr>
          <p:nvPr/>
        </p:nvSpPr>
        <p:spPr>
          <a:xfrm>
            <a:off x="4226719"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3</a:t>
            </a:r>
          </a:p>
        </p:txBody>
      </p:sp>
      <p:sp>
        <p:nvSpPr>
          <p:cNvPr id="16" name="object-16">
            <a:extLst>
              <a:ext uri="{FF2B5EF4-FFF2-40B4-BE49-F238E27FC236}">
                <a16:creationId xmlns:a16="http://schemas.microsoft.com/office/drawing/2014/main" id="{F036A97C-CABB-47F3-8294-A5D9525315AD}"/>
              </a:ext>
            </a:extLst>
          </p:cNvPr>
          <p:cNvSpPr>
            <a:spLocks noGrp="1"/>
          </p:cNvSpPr>
          <p:nvPr/>
        </p:nvSpPr>
        <p:spPr>
          <a:xfrm>
            <a:off x="5923359" y="3988594"/>
            <a:ext cx="1696641" cy="1785938"/>
          </a:xfrm>
          <a:prstGeom prst="rect">
            <a:avLst/>
          </a:prstGeom>
          <a:solidFill>
            <a:srgbClr val="EFF6FF"/>
          </a:solidFill>
          <a:ln w="11906">
            <a:solidFill>
              <a:srgbClr val="BCD0EA"/>
            </a:solidFill>
          </a:ln>
        </p:spPr>
      </p:sp>
      <p:sp>
        <p:nvSpPr>
          <p:cNvPr id="17" name="object-17">
            <a:extLst>
              <a:ext uri="{FF2B5EF4-FFF2-40B4-BE49-F238E27FC236}">
                <a16:creationId xmlns:a16="http://schemas.microsoft.com/office/drawing/2014/main" id="{A9078DA5-AED1-476A-BAD1-040AA4C0EA08}"/>
              </a:ext>
            </a:extLst>
          </p:cNvPr>
          <p:cNvSpPr>
            <a:spLocks noGrp="1"/>
          </p:cNvSpPr>
          <p:nvPr/>
        </p:nvSpPr>
        <p:spPr>
          <a:xfrm>
            <a:off x="5923359"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a:t>
            </a:r>
          </a:p>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18" name="object-18">
            <a:extLst>
              <a:ext uri="{FF2B5EF4-FFF2-40B4-BE49-F238E27FC236}">
                <a16:creationId xmlns:a16="http://schemas.microsoft.com/office/drawing/2014/main" id="{3A2A4CF3-4552-450A-A9ED-E4CECDF97EC7}"/>
              </a:ext>
            </a:extLst>
          </p:cNvPr>
          <p:cNvSpPr>
            <a:spLocks noGrp="1"/>
          </p:cNvSpPr>
          <p:nvPr/>
        </p:nvSpPr>
        <p:spPr>
          <a:xfrm>
            <a:off x="5923359"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6</a:t>
            </a:r>
          </a:p>
        </p:txBody>
      </p:sp>
      <p:sp>
        <p:nvSpPr>
          <p:cNvPr id="19" name="object-19">
            <a:extLst>
              <a:ext uri="{FF2B5EF4-FFF2-40B4-BE49-F238E27FC236}">
                <a16:creationId xmlns:a16="http://schemas.microsoft.com/office/drawing/2014/main" id="{5DE0814D-8453-4AA8-98B9-4398C092AE0D}"/>
              </a:ext>
            </a:extLst>
          </p:cNvPr>
          <p:cNvSpPr>
            <a:spLocks noGrp="1"/>
          </p:cNvSpPr>
          <p:nvPr/>
        </p:nvSpPr>
        <p:spPr>
          <a:xfrm>
            <a:off x="7620000" y="3988594"/>
            <a:ext cx="1696641" cy="1785938"/>
          </a:xfrm>
          <a:prstGeom prst="rect">
            <a:avLst/>
          </a:prstGeom>
          <a:solidFill>
            <a:srgbClr val="EFF6FF"/>
          </a:solidFill>
          <a:ln w="11906">
            <a:solidFill>
              <a:srgbClr val="BCD0EA"/>
            </a:solidFill>
          </a:ln>
        </p:spPr>
      </p:sp>
      <p:sp>
        <p:nvSpPr>
          <p:cNvPr id="20" name="object-20">
            <a:extLst>
              <a:ext uri="{FF2B5EF4-FFF2-40B4-BE49-F238E27FC236}">
                <a16:creationId xmlns:a16="http://schemas.microsoft.com/office/drawing/2014/main" id="{17F3E45D-3C18-4AEA-9137-50880D704B6C}"/>
              </a:ext>
            </a:extLst>
          </p:cNvPr>
          <p:cNvSpPr>
            <a:spLocks noGrp="1"/>
          </p:cNvSpPr>
          <p:nvPr/>
        </p:nvSpPr>
        <p:spPr>
          <a:xfrm>
            <a:off x="7620000"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thousands</a:t>
            </a:r>
          </a:p>
        </p:txBody>
      </p:sp>
      <p:sp>
        <p:nvSpPr>
          <p:cNvPr id="21" name="object-21">
            <a:extLst>
              <a:ext uri="{FF2B5EF4-FFF2-40B4-BE49-F238E27FC236}">
                <a16:creationId xmlns:a16="http://schemas.microsoft.com/office/drawing/2014/main" id="{6B103653-5D7C-42F6-A985-9070EAAC0950}"/>
              </a:ext>
            </a:extLst>
          </p:cNvPr>
          <p:cNvSpPr>
            <a:spLocks noGrp="1"/>
          </p:cNvSpPr>
          <p:nvPr/>
        </p:nvSpPr>
        <p:spPr>
          <a:xfrm>
            <a:off x="7620000"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4</a:t>
            </a:r>
          </a:p>
        </p:txBody>
      </p:sp>
      <p:sp>
        <p:nvSpPr>
          <p:cNvPr id="22" name="object-22">
            <a:extLst>
              <a:ext uri="{FF2B5EF4-FFF2-40B4-BE49-F238E27FC236}">
                <a16:creationId xmlns:a16="http://schemas.microsoft.com/office/drawing/2014/main" id="{620D0B88-46C4-4E20-B122-DAEF887473E0}"/>
              </a:ext>
            </a:extLst>
          </p:cNvPr>
          <p:cNvSpPr>
            <a:spLocks noGrp="1"/>
          </p:cNvSpPr>
          <p:nvPr/>
        </p:nvSpPr>
        <p:spPr>
          <a:xfrm>
            <a:off x="9316641" y="3988594"/>
            <a:ext cx="1696641" cy="1785938"/>
          </a:xfrm>
          <a:prstGeom prst="rect">
            <a:avLst/>
          </a:prstGeom>
          <a:solidFill>
            <a:srgbClr val="EFF6FF"/>
          </a:solidFill>
          <a:ln w="11906">
            <a:solidFill>
              <a:srgbClr val="BCD0EA"/>
            </a:solidFill>
          </a:ln>
        </p:spPr>
      </p:sp>
      <p:sp>
        <p:nvSpPr>
          <p:cNvPr id="23" name="object-23">
            <a:extLst>
              <a:ext uri="{FF2B5EF4-FFF2-40B4-BE49-F238E27FC236}">
                <a16:creationId xmlns:a16="http://schemas.microsoft.com/office/drawing/2014/main" id="{7BA5C4EA-3FB8-4E01-A60F-A7375175ACD1}"/>
              </a:ext>
            </a:extLst>
          </p:cNvPr>
          <p:cNvSpPr>
            <a:spLocks noGrp="1"/>
          </p:cNvSpPr>
          <p:nvPr/>
        </p:nvSpPr>
        <p:spPr>
          <a:xfrm>
            <a:off x="9316641"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hundreds</a:t>
            </a:r>
          </a:p>
        </p:txBody>
      </p:sp>
      <p:sp>
        <p:nvSpPr>
          <p:cNvPr id="24" name="object-24">
            <a:extLst>
              <a:ext uri="{FF2B5EF4-FFF2-40B4-BE49-F238E27FC236}">
                <a16:creationId xmlns:a16="http://schemas.microsoft.com/office/drawing/2014/main" id="{3F027C7D-35E8-4642-896F-700B7AA1F99F}"/>
              </a:ext>
            </a:extLst>
          </p:cNvPr>
          <p:cNvSpPr>
            <a:spLocks noGrp="1"/>
          </p:cNvSpPr>
          <p:nvPr/>
        </p:nvSpPr>
        <p:spPr>
          <a:xfrm>
            <a:off x="9316641"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2</a:t>
            </a:r>
          </a:p>
        </p:txBody>
      </p:sp>
      <p:sp>
        <p:nvSpPr>
          <p:cNvPr id="25" name="object-25">
            <a:extLst>
              <a:ext uri="{FF2B5EF4-FFF2-40B4-BE49-F238E27FC236}">
                <a16:creationId xmlns:a16="http://schemas.microsoft.com/office/drawing/2014/main" id="{986C590F-54DC-4CAB-A3F8-6F9678F18789}"/>
              </a:ext>
            </a:extLst>
          </p:cNvPr>
          <p:cNvSpPr>
            <a:spLocks noGrp="1"/>
          </p:cNvSpPr>
          <p:nvPr/>
        </p:nvSpPr>
        <p:spPr>
          <a:xfrm>
            <a:off x="11013281" y="3988594"/>
            <a:ext cx="1696641" cy="1785938"/>
          </a:xfrm>
          <a:prstGeom prst="rect">
            <a:avLst/>
          </a:prstGeom>
          <a:solidFill>
            <a:srgbClr val="EFF6FF"/>
          </a:solidFill>
          <a:ln w="11906">
            <a:solidFill>
              <a:srgbClr val="BCD0EA"/>
            </a:solidFill>
          </a:ln>
        </p:spPr>
      </p:sp>
      <p:sp>
        <p:nvSpPr>
          <p:cNvPr id="26" name="object-26">
            <a:extLst>
              <a:ext uri="{FF2B5EF4-FFF2-40B4-BE49-F238E27FC236}">
                <a16:creationId xmlns:a16="http://schemas.microsoft.com/office/drawing/2014/main" id="{FA66C7AA-84A8-41D0-B267-9EFD1981C0BF}"/>
              </a:ext>
            </a:extLst>
          </p:cNvPr>
          <p:cNvSpPr>
            <a:spLocks noGrp="1"/>
          </p:cNvSpPr>
          <p:nvPr/>
        </p:nvSpPr>
        <p:spPr>
          <a:xfrm>
            <a:off x="11013281"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tens</a:t>
            </a:r>
          </a:p>
        </p:txBody>
      </p:sp>
      <p:sp>
        <p:nvSpPr>
          <p:cNvPr id="27" name="object-27">
            <a:extLst>
              <a:ext uri="{FF2B5EF4-FFF2-40B4-BE49-F238E27FC236}">
                <a16:creationId xmlns:a16="http://schemas.microsoft.com/office/drawing/2014/main" id="{CD1AFD20-F58D-4706-905E-321D5B079B7C}"/>
              </a:ext>
            </a:extLst>
          </p:cNvPr>
          <p:cNvSpPr>
            <a:spLocks noGrp="1"/>
          </p:cNvSpPr>
          <p:nvPr/>
        </p:nvSpPr>
        <p:spPr>
          <a:xfrm>
            <a:off x="11013281"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1</a:t>
            </a:r>
          </a:p>
        </p:txBody>
      </p:sp>
      <p:sp>
        <p:nvSpPr>
          <p:cNvPr id="28" name="object-28">
            <a:extLst>
              <a:ext uri="{FF2B5EF4-FFF2-40B4-BE49-F238E27FC236}">
                <a16:creationId xmlns:a16="http://schemas.microsoft.com/office/drawing/2014/main" id="{023372C1-E980-40DE-AD13-8D6A0CF1307F}"/>
              </a:ext>
            </a:extLst>
          </p:cNvPr>
          <p:cNvSpPr>
            <a:spLocks noGrp="1"/>
          </p:cNvSpPr>
          <p:nvPr/>
        </p:nvSpPr>
        <p:spPr>
          <a:xfrm>
            <a:off x="12709922" y="3988594"/>
            <a:ext cx="1696641" cy="1785938"/>
          </a:xfrm>
          <a:prstGeom prst="rect">
            <a:avLst/>
          </a:prstGeom>
          <a:solidFill>
            <a:srgbClr val="EFF6FF"/>
          </a:solidFill>
          <a:ln w="11906">
            <a:solidFill>
              <a:srgbClr val="BCD0EA"/>
            </a:solidFill>
          </a:ln>
        </p:spPr>
      </p:sp>
      <p:sp>
        <p:nvSpPr>
          <p:cNvPr id="29" name="object-29">
            <a:extLst>
              <a:ext uri="{FF2B5EF4-FFF2-40B4-BE49-F238E27FC236}">
                <a16:creationId xmlns:a16="http://schemas.microsoft.com/office/drawing/2014/main" id="{AFDF34C3-219B-424A-B92D-663B629A9950}"/>
              </a:ext>
            </a:extLst>
          </p:cNvPr>
          <p:cNvSpPr>
            <a:spLocks noGrp="1"/>
          </p:cNvSpPr>
          <p:nvPr/>
        </p:nvSpPr>
        <p:spPr>
          <a:xfrm>
            <a:off x="12709922" y="3155156"/>
            <a:ext cx="1696641" cy="773906"/>
          </a:xfrm>
          <a:prstGeom prst="rect">
            <a:avLst/>
          </a:prstGeom>
          <a:noFill/>
          <a:ln w="0">
            <a:noFill/>
          </a:ln>
        </p:spPr>
        <p:txBody>
          <a:bodyPr anchor="ctr">
            <a:noAutofit/>
          </a:bodyPr>
          <a:lstStyle/>
          <a:p>
            <a:pPr algn="ctr">
              <a:defRPr sz="1781" b="0">
                <a:solidFill>
                  <a:srgbClr val="52647A"/>
                </a:solidFill>
                <a:latin typeface="Arial"/>
                <a:ea typeface="Arial"/>
                <a:cs typeface="Arial"/>
              </a:defRPr>
            </a:pPr>
            <a:r>
              <a:rPr sz="1781" b="0">
                <a:solidFill>
                  <a:srgbClr val="52647A"/>
                </a:solidFill>
                <a:latin typeface="Arial"/>
                <a:ea typeface="Arial"/>
                <a:cs typeface="Arial"/>
              </a:rPr>
              <a:t>ones</a:t>
            </a:r>
          </a:p>
        </p:txBody>
      </p:sp>
      <p:sp>
        <p:nvSpPr>
          <p:cNvPr id="30" name="object-30">
            <a:extLst>
              <a:ext uri="{FF2B5EF4-FFF2-40B4-BE49-F238E27FC236}">
                <a16:creationId xmlns:a16="http://schemas.microsoft.com/office/drawing/2014/main" id="{EA463729-7611-4311-B5B9-7D32C24E2832}"/>
              </a:ext>
            </a:extLst>
          </p:cNvPr>
          <p:cNvSpPr>
            <a:spLocks noGrp="1"/>
          </p:cNvSpPr>
          <p:nvPr/>
        </p:nvSpPr>
        <p:spPr>
          <a:xfrm>
            <a:off x="12709922" y="2559844"/>
            <a:ext cx="1696641" cy="773906"/>
          </a:xfrm>
          <a:prstGeom prst="rect">
            <a:avLst/>
          </a:prstGeom>
          <a:noFill/>
          <a:ln w="0">
            <a:noFill/>
          </a:ln>
        </p:spPr>
        <p:txBody>
          <a:bodyPr anchor="ctr">
            <a:noAutofit/>
          </a:bodyPr>
          <a:lstStyle/>
          <a:p>
            <a:pPr algn="ctr">
              <a:defRPr sz="4875" b="1">
                <a:solidFill>
                  <a:srgbClr val="1D4ED8"/>
                </a:solidFill>
                <a:latin typeface="Arial"/>
                <a:ea typeface="Arial"/>
                <a:cs typeface="Arial"/>
              </a:defRPr>
            </a:pPr>
            <a:r>
              <a:rPr sz="4875" b="1">
                <a:solidFill>
                  <a:srgbClr val="1D4ED8"/>
                </a:solidFill>
                <a:latin typeface="Arial"/>
                <a:ea typeface="Arial"/>
                <a:cs typeface="Arial"/>
              </a:rPr>
              <a:t>9</a:t>
            </a:r>
          </a:p>
        </p:txBody>
      </p:sp>
      <p:sp>
        <p:nvSpPr>
          <p:cNvPr id="31" name="object-31">
            <a:extLst>
              <a:ext uri="{FF2B5EF4-FFF2-40B4-BE49-F238E27FC236}">
                <a16:creationId xmlns:a16="http://schemas.microsoft.com/office/drawing/2014/main" id="{CF4D7EEA-A45B-4D11-B3D3-A2B34EC8029D}"/>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 100,000 = 300,000</a:t>
            </a:r>
          </a:p>
        </p:txBody>
      </p:sp>
    </p:spTree>
    <p:extLst>
      <p:ext uri="{BB962C8B-B14F-4D97-AF65-F5344CB8AC3E}">
        <p14:creationId xmlns:p14="http://schemas.microsoft.com/office/powerpoint/2010/main" val="455758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grpId="0" nodeType="clickEffect">
                                  <p:stCondLst>
                                    <p:cond delay="0"/>
                                  </p:stCondLst>
                                  <p:childTnLst>
                                    <p:animMotion origin="layout" path="M 0 0 L 0 0.22916667 E" pathEditMode="relative" ptsTypes="">
                                      <p:cBhvr>
                                        <p:cTn id="6" dur="8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grpId="0" nodeType="clickEffect">
                                  <p:stCondLst>
                                    <p:cond delay="0"/>
                                  </p:stCondLst>
                                  <p:childTnLst>
                                    <p:animMotion origin="layout" path="M 0 0 L 0 0.22916667 E" pathEditMode="relative" ptsTypes="">
                                      <p:cBhvr>
                                        <p:cTn id="10" dur="800" fill="hold"/>
                                        <p:tgtEl>
                                          <p:spTgt spid="12"/>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grpId="0" nodeType="clickEffect">
                                  <p:stCondLst>
                                    <p:cond delay="0"/>
                                  </p:stCondLst>
                                  <p:childTnLst>
                                    <p:animMotion origin="layout" path="M 0 0 L 0 0.22916667 E" pathEditMode="relative" ptsTypes="">
                                      <p:cBhvr>
                                        <p:cTn id="14" dur="8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grpId="0" nodeType="clickEffect">
                                  <p:stCondLst>
                                    <p:cond delay="0"/>
                                  </p:stCondLst>
                                  <p:childTnLst>
                                    <p:animMotion origin="layout" path="M 0 0 L 0 0.22916667 E" pathEditMode="relative" ptsTypes="">
                                      <p:cBhvr>
                                        <p:cTn id="18" dur="800" fill="hold"/>
                                        <p:tgtEl>
                                          <p:spTgt spid="1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63" presetClass="path" presetSubtype="0" accel="50000" decel="50000" fill="hold" grpId="0" nodeType="clickEffect">
                                  <p:stCondLst>
                                    <p:cond delay="0"/>
                                  </p:stCondLst>
                                  <p:childTnLst>
                                    <p:animMotion origin="layout" path="M 0 0 L 0 0.22916667 E" pathEditMode="relative" ptsTypes="">
                                      <p:cBhvr>
                                        <p:cTn id="22" dur="800" fill="hold"/>
                                        <p:tgtEl>
                                          <p:spTgt spid="21"/>
                                        </p:tgtEl>
                                        <p:attrNameLst>
                                          <p:attrName>ppt_x</p:attrName>
                                          <p:attrName>ppt_y</p:attrName>
                                        </p:attrNameLst>
                                      </p:cBhvr>
                                    </p:animMotion>
                                  </p:childTnLst>
                                </p:cTn>
                              </p:par>
                            </p:childTnLst>
                          </p:cTn>
                        </p:par>
                      </p:childTnLst>
                    </p:cTn>
                  </p:par>
                  <p:par>
                    <p:cTn id="23" fill="hold">
                      <p:stCondLst>
                        <p:cond delay="indefinite"/>
                      </p:stCondLst>
                      <p:childTnLst>
                        <p:par>
                          <p:cTn id="24" fill="hold">
                            <p:stCondLst>
                              <p:cond delay="0"/>
                            </p:stCondLst>
                            <p:childTnLst>
                              <p:par>
                                <p:cTn id="25" presetID="63" presetClass="path" presetSubtype="0" accel="50000" decel="50000" fill="hold" grpId="0" nodeType="clickEffect">
                                  <p:stCondLst>
                                    <p:cond delay="0"/>
                                  </p:stCondLst>
                                  <p:childTnLst>
                                    <p:animMotion origin="layout" path="M 0 0 L 0 0.22916667 E" pathEditMode="relative" ptsTypes="">
                                      <p:cBhvr>
                                        <p:cTn id="26" dur="800" fill="hold"/>
                                        <p:tgtEl>
                                          <p:spTgt spid="24"/>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63" presetClass="path" presetSubtype="0" accel="50000" decel="50000" fill="hold" grpId="0" nodeType="clickEffect">
                                  <p:stCondLst>
                                    <p:cond delay="0"/>
                                  </p:stCondLst>
                                  <p:childTnLst>
                                    <p:animMotion origin="layout" path="M 0 0 L 0 0.22916667 E" pathEditMode="relative" ptsTypes="">
                                      <p:cBhvr>
                                        <p:cTn id="30" dur="800" fill="hold"/>
                                        <p:tgtEl>
                                          <p:spTgt spid="27"/>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63" presetClass="path" presetSubtype="0" accel="50000" decel="50000" fill="hold" grpId="0" nodeType="clickEffect">
                                  <p:stCondLst>
                                    <p:cond delay="0"/>
                                  </p:stCondLst>
                                  <p:childTnLst>
                                    <p:animMotion origin="layout" path="M 0 0 L 0 0.22916667 E" pathEditMode="relative" ptsTypes="">
                                      <p:cBhvr>
                                        <p:cTn id="34" dur="800" fill="hold"/>
                                        <p:tgtEl>
                                          <p:spTgt spid="3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5" grpId="0"/>
      <p:bldP spid="18" grpId="0"/>
      <p:bldP spid="21" grpId="0"/>
      <p:bldP spid="24" grpId="0"/>
      <p:bldP spid="27" grpId="0"/>
      <p:bldP spid="30" grpId="0"/>
      <p:bldP spid="3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6E5369F4-9165-4C8B-A0E3-A854DB506EA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F613592-62BA-4044-8C5C-514ED86146D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8EB1E71-1854-4727-A61F-A8B0F8B5F54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8821DC39-5C3D-424D-9064-5CF82400179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76DB488-A2AF-4C51-BA7E-95BFF4E4DE8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6" name="object-6">
            <a:extLst>
              <a:ext uri="{FF2B5EF4-FFF2-40B4-BE49-F238E27FC236}">
                <a16:creationId xmlns:a16="http://schemas.microsoft.com/office/drawing/2014/main" id="{1644B344-C779-44EB-900E-7AC18F436A7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F1FC5BA8-212D-4835-9370-E5DF852BE97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5D20028B-4F1D-450E-B69D-A338547FF08A}"/>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What is the value of 3 in 8,364,219?</a:t>
            </a:r>
          </a:p>
        </p:txBody>
      </p:sp>
      <p:sp>
        <p:nvSpPr>
          <p:cNvPr id="9" name="object-9">
            <a:extLst>
              <a:ext uri="{FF2B5EF4-FFF2-40B4-BE49-F238E27FC236}">
                <a16:creationId xmlns:a16="http://schemas.microsoft.com/office/drawing/2014/main" id="{97A5DB4F-4893-46ED-B9BD-9C048DBDCA5F}"/>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2D3D8723-EF95-473B-85C1-D16B1F957183}"/>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Partition 5,082,407.</a:t>
            </a:r>
          </a:p>
        </p:txBody>
      </p:sp>
      <p:sp>
        <p:nvSpPr>
          <p:cNvPr id="11" name="object-11">
            <a:extLst>
              <a:ext uri="{FF2B5EF4-FFF2-40B4-BE49-F238E27FC236}">
                <a16:creationId xmlns:a16="http://schemas.microsoft.com/office/drawing/2014/main" id="{9E4A1B58-2B48-4E47-A641-0477442F5D4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36DEF85-2813-4A11-9BA6-0DC8C00C65A0}"/>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What is the value of 7 in 4,271,650?</a:t>
            </a:r>
          </a:p>
        </p:txBody>
      </p:sp>
      <p:sp>
        <p:nvSpPr>
          <p:cNvPr id="13" name="object-13">
            <a:extLst>
              <a:ext uri="{FF2B5EF4-FFF2-40B4-BE49-F238E27FC236}">
                <a16:creationId xmlns:a16="http://schemas.microsoft.com/office/drawing/2014/main" id="{E3AFF0FA-73B9-447B-8F71-707960DE4AE2}"/>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42538EA8-C0AF-4686-B7B0-13D02D7EB558}"/>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What is the value of 3 in 8,364,219?</a:t>
            </a:r>
          </a:p>
        </p:txBody>
      </p:sp>
      <p:sp>
        <p:nvSpPr>
          <p:cNvPr id="15" name="object-15">
            <a:extLst>
              <a:ext uri="{FF2B5EF4-FFF2-40B4-BE49-F238E27FC236}">
                <a16:creationId xmlns:a16="http://schemas.microsoft.com/office/drawing/2014/main" id="{8DE7726D-00DA-4CAF-85CA-930DD8DBC0CF}"/>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F55BE71F-D68B-49E9-84A0-157B409863A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Partition 5,082,407.</a:t>
            </a:r>
          </a:p>
        </p:txBody>
      </p:sp>
      <p:sp>
        <p:nvSpPr>
          <p:cNvPr id="17" name="object-17">
            <a:extLst>
              <a:ext uri="{FF2B5EF4-FFF2-40B4-BE49-F238E27FC236}">
                <a16:creationId xmlns:a16="http://schemas.microsoft.com/office/drawing/2014/main" id="{DFF1C49F-87AA-4DC2-AB21-3730D55C92AA}"/>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5E80107D-1A4B-462E-9EA6-74B7264105A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What is the value of 7 in 4,271,650?</a:t>
            </a:r>
          </a:p>
        </p:txBody>
      </p:sp>
      <p:sp>
        <p:nvSpPr>
          <p:cNvPr id="19" name="object-19">
            <a:extLst>
              <a:ext uri="{FF2B5EF4-FFF2-40B4-BE49-F238E27FC236}">
                <a16:creationId xmlns:a16="http://schemas.microsoft.com/office/drawing/2014/main" id="{C9FC0CB8-C77C-4472-926F-9BAE2F79A4DF}"/>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EF1F7E2-0C87-4D55-850D-B9EB8215627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number has 6 millions, 4 ten-thousands, 9 hundreds and 2 ones. What is it?</a:t>
            </a:r>
          </a:p>
        </p:txBody>
      </p:sp>
      <p:sp>
        <p:nvSpPr>
          <p:cNvPr id="21" name="object-21">
            <a:extLst>
              <a:ext uri="{FF2B5EF4-FFF2-40B4-BE49-F238E27FC236}">
                <a16:creationId xmlns:a16="http://schemas.microsoft.com/office/drawing/2014/main" id="{598E907A-13F6-4DBD-B4ED-978651E749D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21645619-722C-4F18-B73D-126951C01AA7}"/>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says the 8 in 5,082,407 is worth 8,000.</a:t>
            </a:r>
          </a:p>
        </p:txBody>
      </p:sp>
      <p:sp>
        <p:nvSpPr>
          <p:cNvPr id="23" name="object-23">
            <a:extLst>
              <a:ext uri="{FF2B5EF4-FFF2-40B4-BE49-F238E27FC236}">
                <a16:creationId xmlns:a16="http://schemas.microsoft.com/office/drawing/2014/main" id="{39DECB11-C1D3-4D7D-9EDE-79CD76FEC3C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C877A041-5BBA-4262-82DF-1E48EF280D3B}"/>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E143C15C-9D43-4F40-B4DE-5EEC6317FB72}"/>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B558A32C-34DB-4862-B09F-0ACDDA5965B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What is the value of 7 in 4,271,650?</a:t>
            </a:r>
          </a:p>
        </p:txBody>
      </p:sp>
    </p:spTree>
    <p:extLst>
      <p:ext uri="{BB962C8B-B14F-4D97-AF65-F5344CB8AC3E}">
        <p14:creationId xmlns:p14="http://schemas.microsoft.com/office/powerpoint/2010/main" val="133649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975C0A98-A0BA-4A3B-AE19-E70CF74624F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116CF58B-1D2F-4D4E-8CEC-19B360A61F1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CD0EECCA-8BB0-4B27-8DA0-41559823913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F794EA0-5978-4998-B4A7-D127B6D3E6B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Determine the value of each digit</a:t>
            </a:r>
          </a:p>
        </p:txBody>
      </p:sp>
      <p:sp>
        <p:nvSpPr>
          <p:cNvPr id="5" name="object-5">
            <a:extLst>
              <a:ext uri="{FF2B5EF4-FFF2-40B4-BE49-F238E27FC236}">
                <a16:creationId xmlns:a16="http://schemas.microsoft.com/office/drawing/2014/main" id="{88C61138-ED31-4C16-842C-09AA2F1BA01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68120957-C1D2-4C78-B3BE-72B4AA2C536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443BE8B0-6708-4809-A8FE-68649BB3056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300,000.</a:t>
            </a:r>
          </a:p>
        </p:txBody>
      </p:sp>
      <p:sp>
        <p:nvSpPr>
          <p:cNvPr id="8" name="object-8">
            <a:extLst>
              <a:ext uri="{FF2B5EF4-FFF2-40B4-BE49-F238E27FC236}">
                <a16:creationId xmlns:a16="http://schemas.microsoft.com/office/drawing/2014/main" id="{D62DDB11-F99C-4B82-9CD0-8551203EF3B0}"/>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5901A381-C570-4D7C-A49E-31B7CDDE893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5,000,000 + 80,000 + 2,000 + 400 + 7.</a:t>
            </a:r>
          </a:p>
        </p:txBody>
      </p:sp>
      <p:sp>
        <p:nvSpPr>
          <p:cNvPr id="10" name="object-10">
            <a:extLst>
              <a:ext uri="{FF2B5EF4-FFF2-40B4-BE49-F238E27FC236}">
                <a16:creationId xmlns:a16="http://schemas.microsoft.com/office/drawing/2014/main" id="{3CDAD0B1-DB9F-45D9-8C46-7023D102D7DE}"/>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035CA0AF-4A07-47A5-81F2-5C9C3C12B07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70,000.</a:t>
            </a:r>
          </a:p>
        </p:txBody>
      </p:sp>
      <p:sp>
        <p:nvSpPr>
          <p:cNvPr id="12" name="object-12">
            <a:extLst>
              <a:ext uri="{FF2B5EF4-FFF2-40B4-BE49-F238E27FC236}">
                <a16:creationId xmlns:a16="http://schemas.microsoft.com/office/drawing/2014/main" id="{E7B7DA83-46A4-47EA-8526-B93E1F1F1FE0}"/>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715FF42B-C12F-4A8E-A541-A87FC620F800}"/>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300,000.</a:t>
            </a:r>
          </a:p>
        </p:txBody>
      </p:sp>
      <p:sp>
        <p:nvSpPr>
          <p:cNvPr id="14" name="object-14">
            <a:extLst>
              <a:ext uri="{FF2B5EF4-FFF2-40B4-BE49-F238E27FC236}">
                <a16:creationId xmlns:a16="http://schemas.microsoft.com/office/drawing/2014/main" id="{EDCAB2C4-C81B-4677-B3F3-27877DFAAF84}"/>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5EB23FD5-FFB8-44FA-9690-718374A65604}"/>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5,000,000 + 80,000 + 2,000 + 400 + 7. Method or representation may vary.</a:t>
            </a:r>
          </a:p>
        </p:txBody>
      </p:sp>
      <p:sp>
        <p:nvSpPr>
          <p:cNvPr id="16" name="object-16">
            <a:extLst>
              <a:ext uri="{FF2B5EF4-FFF2-40B4-BE49-F238E27FC236}">
                <a16:creationId xmlns:a16="http://schemas.microsoft.com/office/drawing/2014/main" id="{06E9D839-CD28-4C55-96B3-A03B6A3DC57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7CF258AC-25AA-415D-9208-56B55373588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70,000. A valid check must be shown.</a:t>
            </a:r>
          </a:p>
        </p:txBody>
      </p:sp>
      <p:sp>
        <p:nvSpPr>
          <p:cNvPr id="18" name="object-18">
            <a:extLst>
              <a:ext uri="{FF2B5EF4-FFF2-40B4-BE49-F238E27FC236}">
                <a16:creationId xmlns:a16="http://schemas.microsoft.com/office/drawing/2014/main" id="{7A4ED08E-445C-4F10-BC42-CB23B71AE8A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E4A944F9-0BD6-477C-8AEB-A90E2AA98C8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6,040,902.</a:t>
            </a:r>
          </a:p>
        </p:txBody>
      </p:sp>
      <p:sp>
        <p:nvSpPr>
          <p:cNvPr id="20" name="object-20">
            <a:extLst>
              <a:ext uri="{FF2B5EF4-FFF2-40B4-BE49-F238E27FC236}">
                <a16:creationId xmlns:a16="http://schemas.microsoft.com/office/drawing/2014/main" id="{D07D8DD7-034E-4190-B457-0F3101C08782}"/>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15A7D508-1EE4-466E-8897-C39433B15040}"/>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The 8 sits in the ten-thousands column, so it is worth 80,000.</a:t>
            </a:r>
          </a:p>
        </p:txBody>
      </p:sp>
      <p:sp>
        <p:nvSpPr>
          <p:cNvPr id="22" name="object-22">
            <a:extLst>
              <a:ext uri="{FF2B5EF4-FFF2-40B4-BE49-F238E27FC236}">
                <a16:creationId xmlns:a16="http://schemas.microsoft.com/office/drawing/2014/main" id="{063BD84B-3D72-4222-82C1-60184EBA5508}"/>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5A1DAEE5-EBF6-41D4-89D1-C127D2ACAF9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06D12D28-6BD2-4251-88EA-7AD53A735B6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931ACBF4-681B-498E-9C66-511DB2E8EDE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98167854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960</Words>
  <Application>Microsoft Office PowerPoint</Application>
  <DocSecurity>0</DocSecurity>
  <PresentationFormat>Custom</PresentationFormat>
  <Paragraphs>160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2026-09-14T13:19:09Z</dcterms:created>
  <dcterms:modified xsi:type="dcterms:W3CDTF">2026-09-14T13:19:25Z</dcterms:modified>
</cp:coreProperties>
</file>