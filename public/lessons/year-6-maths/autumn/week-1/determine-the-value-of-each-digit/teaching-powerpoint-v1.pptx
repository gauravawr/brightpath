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5,000,000 + 80,000 + 2,000 + 400 + 7. | Read the number in three-digit periods from left to right. | The 8 sits in the ten-thousands column, so it is worth 80,000.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value of 3 in 8,364,219? Answer: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5,000,000 + 80,000 + 2,000 + 400 + 7.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8 sits in the ten-thousands column, so it is worth 80,000.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5,000,000 + 80,000 + 2,000 + 400 + 7..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6,040,902.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Partition 5,082,407. Expected: What is the value of 7 in 4,271,650? Higher: A number has 6 millions, 4 ten-thousands, 9 hundreds and 2 ones. What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70,000. | The 8 sits in the ten-thousands column, so it is worth 80,000.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11BF06E-A56E-4D66-8CBD-012EB0B724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13DCB0-F819-4787-A3AF-24BCC566B4F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C34D80-D131-435E-AE6B-D7C8DFEFBEB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280655-EE57-410E-8384-C8560956D01B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A120E-36C6-4588-8F9E-B49A8906AAA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EFF606-9F05-4496-AA1E-59AC2048C7B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5ABC83-1A0A-4BDC-AB44-9769D7881249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666D5C-F03D-4928-AC60-5544DE35BBC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8955EB-83D4-4BE3-9574-27C2967348F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772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57D172-806F-4A0F-AAA3-E62E73A6F57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F6F641-7100-488B-B73B-7004CA51B07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685ABE-873F-4260-8DAA-0767A7090C3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90737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13569A6-B681-4E9C-9AAA-A42267ABD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AC6249-F232-496A-986D-76E827E2017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5809E8-C7CC-4577-B064-86459569DE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A0520E-E12A-4D02-8A72-65B6B7F365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E673CD-002E-4901-90CF-EAB60F1CDE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4A25D0-6D8D-4808-8045-A0503BBFBF2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C39EC4-923B-4911-BFC1-3EAF3F124C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4187FC-F259-4417-9C1B-80E0121C57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BE16DB-FA24-494F-8DE2-6FB3728FF4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2B64E6-C8F1-4233-8790-78EFFD9A5D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31BE4CD-4F35-44FB-AC3E-3EBA5FAA576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D3DD092-679C-443B-AEE3-2D94BDC4EA5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F119ED-9842-48C5-89BA-0097BDFB564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11E5CE-E9B6-4066-99C8-6DE5B205B07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CD7BC8-5588-42A8-9B5D-718594A0252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BE306F7-4180-48EF-B504-42165AD9D72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D35BD3-59F3-44BF-BD1B-EFD133F5B5A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8AECBE-1DD2-4924-A604-2AD36EF095D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01313CE-F86D-4ADF-BF94-9440FEB762A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9683FA-871A-4C81-8806-2D79903B523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582001-53A9-48F7-B8AA-1A86AA9676D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FC0343-CD90-4E6A-82B0-203CDC55D01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value of 3 in 8,364,219?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FFBCBB-3122-4CC9-90D7-342699D529A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13440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89BB11-0AD9-41FD-BB82-DCAF015BE6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B238D-FD4D-4118-904E-34F2AAFBC59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FADEE0-FCEF-4412-87E4-D0D73F0CBA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04FE90-E228-4C48-8682-BFF9C0CAC13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121054-E8E6-4AA9-8F8E-02E5ECF01DC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39A9E5-927D-41AB-B746-74A76B6B9B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5F8990-8A96-4B47-A4A1-5CF7108C03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7CF8C4-28BF-4B1C-80B3-3B60C6C1F07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033DCF-E5EB-4FB2-BF85-028AB5C6C0E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8D1FEE-888D-479A-9F90-C13F0B38C8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1F8A09-1FEC-4ECA-A588-7263E0A493C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DC13C6-7FEA-4DD0-829F-58F005A45C1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1A78F4-9771-4DE8-A380-4AFC9E12A44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1636B6-422D-4F28-AC4E-4783CA0BD9F1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56CF2E-C8C0-43CB-925F-9588B0E3174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D39DC5-DE22-499D-9B89-9D5B4F71C3E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62801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FD373C7-951E-404E-9136-64043DB809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8157A5-A35F-4E8D-B203-D48CAC2D7CC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F5C065-9157-4976-85A3-1CF6B37D3A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EFC8CE7-0D24-44FE-B31E-C84ABB6312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041D7E-27A5-45DD-A124-CD8731BF075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6A5F2E-222F-4C11-823C-A4DE427BB9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E55BF8-5506-4A97-AEE3-DB7F2C83EE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69F326-3A30-4CC9-80F3-EA98C22CA5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84858-E285-4631-BD31-BFBE9EC8D59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77706D-C940-4E36-9A70-D4C679EBAF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9AC833-EE34-42F0-BCD0-C194BE89842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3 in 8,364,219?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487EFA-A7AD-433B-993C-6AE1DED817D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DB8C038-3F9C-46BA-9620-974A1BC8A30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D35657-90B1-48BA-903D-94A85EE9664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FCB7C8-DD52-4695-82E6-3BB7649FB11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FE3BC6-F748-4E11-B451-64596CEFE76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131632-F679-4D0D-AE60-8927C88C584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A469F2-CBC1-4818-82FD-91245F5B263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B58537-1A03-4B48-991D-4FA7F2E5168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16A0D7-0F07-4E02-B055-0618DBF9951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C2EB0E7-7A74-4F72-ADF2-C6A25E3B659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DCA4D4-91DF-4B08-8503-CEC2F09A7D3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834C03C-BA7D-41E8-9781-0C98E327BF5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74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1623738-DA57-49C6-9057-160BAFD6D4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9913E6-3DA1-4DC7-94A6-0DA6E4A7DB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28B319-A6A7-415C-8BD1-B964783AA1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E71793-D429-4C31-839F-A25CADB802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75AE6-3C6D-465F-BF0D-78DC7A45526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033FA9-2CD7-43FB-964B-6B752E40FB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C949BE-6037-4F35-B004-03A2AB7743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077E46-738D-4E3C-8CAA-3FAB1F6BE81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1DF850-900C-4A6D-BD23-6D0BF59A3E8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CA7343-9988-46FD-95E5-919456EB95E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FF792C-9894-473C-A88A-9D94AB05503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28E21-4D6E-40B8-B367-AFA1BD9E1679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41CF78-43FA-4C26-8DA4-C038667A27B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7D8213-CA0F-44D0-8963-7B62BE528BE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154037-0E81-422B-B007-9B99C66B129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0704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4C9F447-64D0-46BA-A434-BAFFD8F5BF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ADDFD8-30A4-4D82-A049-980B8850D5F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653FC-9131-4CE3-BE99-E8D6B039DE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096550-5E58-46ED-976C-5F7A749B12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C8833A-FC9A-43B2-8259-FA27020B34A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CC7B0-C2B1-4F0B-8531-ECCEE591C3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1033B8-7552-48C7-9109-B202E6B1396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903161-9F93-48A9-BAE2-19DE088FDF4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EC2012-5437-43F6-8964-C97C8CFB53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EE1934-35F7-41E5-AEBC-932CF78EA0D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EE0182-425A-4237-BF80-0BB2327DC3B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85D4F3-F254-4D94-BDC7-53753ACBA91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5FCF44-3C51-4ABE-BE0B-2CAFEF9F8DD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C4384B-B10E-4EA1-9288-70FBD9E034D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AAF716-3471-4878-A5B2-CCAC84B27B7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2220B9-DE67-4091-8E26-2F1E6A0B610B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5,000,000 + 80,000 + 2,000 + 400 + 7.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81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627C769-D0F9-4EE7-869C-1BF6448D8E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9505DA-B394-455D-825E-C6FE87521DA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CC4C09-CE87-40B2-BDA3-AB9798CED4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A723FF-C0DA-4006-9099-A5C39BFEE9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1F9548-EF46-41C6-98AD-5724AC6D19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8F541C-F8FE-4FBB-B010-6891D9C33D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D08370-51B1-4D2F-B44C-4B7A42526D6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50DD4F-3E0A-4DA6-A69E-6028954F03B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D5A0BA-9CEE-4DAC-95E6-A714C663612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B62742-19AA-4856-A5F3-9081F42BBE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6E8969-81DA-424A-BE86-25C94CAF57C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109D92-DF34-41E7-AA19-5D3B0053038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the 8 in 5,082,407 is worth 8,000.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3A915B-576C-4DE7-9ED1-C2070BCD60F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52DA67-C73B-4B66-8EF1-5CEAF89B12D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73DEC3-FBDB-4CC8-AD62-EC02D0DC613C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8 sits in the ten-thousands column, so it is worth 80,000.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349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BD91507-47E8-479A-BEF6-B775611041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C5B87B-6735-47A6-8612-49CA0149903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4EEC46-8A33-4E3E-B65D-AC89D9A493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B3570D-60AF-4AC4-88D2-CBCE0D81C5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6B8F56-F29D-43F6-9B62-DB02985E19A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265D4-5728-4FA7-94E0-F3D80B72EBA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52B4EE-D424-4169-814C-865A72F9484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EE5E49-0909-4836-A6C8-6D859F21587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4FBDCD-BCBF-4F07-A00C-FABC5B28207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214E79-4001-4674-8E4B-D3826A2511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A3A6E8-F357-4C38-B09C-38C9D9B747E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A79972-BE35-4D04-B8D9-8DB12459BC3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1169BE-FDFD-4467-8346-44462A7C16D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4F271C-DE86-4B4B-B7EC-50EB183CFC8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C34FE5-BF28-4BF6-BC7D-0DE244A51F9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CDB2D6C-9113-4557-B8DA-BA9E3E21D50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E65C3A-8751-4E76-AB50-96EC390072A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7FC99D-27E1-4AF5-9571-AB9CEC795E1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2F09682-EE40-4CC4-A9BB-2E9DAB681F9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7FB13B1-AAAB-4494-A336-B89993C7099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3FA6AF-DD7C-4639-9E1F-FA818CD7740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7D1A1F1-C6C2-4971-B75A-42B11C207DC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5,000,000 + 80,000 + 2,000 + 400 + 7.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59AEFA-00AE-4235-B9D9-42B05625970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8841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74EDCAA-3CFB-498F-BEE6-30441CCF35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4FCDFE-7049-484D-A0AE-4F3C1464DED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E28CF6-F216-4B60-ADB6-074EE989505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886909-153A-4605-9C12-486C4C9BEC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4F8DD8-3A65-40E1-9275-6652C081D73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1E43DD-EE8A-45AC-BFA2-1CACF03FDEE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3CAC6-82EE-4217-9C16-759C077C66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CB88C3-8FF8-44D7-A29C-257CEC7C31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F064D2-E8F9-4621-9F1A-AC752A9A587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640D7F-AD8C-433C-803D-50A428F53AF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636E0D-3B97-4E97-9532-41EA5050064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34B797D-AB05-40D0-829D-DF0B0E087F8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67CA3E-51B5-4B4B-99F7-9925490F02D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296A06-2B85-4DDA-BFA1-1A9BD81320A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9D3063-DA58-4CE2-A6C5-B41137D9469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726D96-2E22-4EE1-A6C3-E032706B3FF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9CF795-F0A3-48CB-B3A9-BB3D01D57A7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7E8ADF-D1F1-4BF6-AB7F-7FFF5EE39EE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C8D40EB-77C6-4EE5-9A21-318701A9E2E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1D83D1-17D1-43AD-957B-9D60A122F29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FD69AA-0EDE-4AB7-B70A-B48FDBAD08E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9AB7AC-CF2A-4F59-9448-591CA138B6D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047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DE0AEB6-0CCE-4505-93FA-4C10474516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95494E-BFD4-4F58-B481-285C1294DFF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05ADDD-F167-47C4-920E-87894E483B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EF984A-EA67-4837-B1F4-31C8C5F1A1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8D09A1-46A6-46F9-BD48-37580FB69A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EC047C-94A0-4E5C-BA6D-A823B19F681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CD0FF2-8B0E-4827-85BE-521A13B0A0A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DEF21-8556-4902-9918-4BD99B0EB6B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F8655-1EF6-4DDA-8BE3-EE63209F1C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20B923-78A1-4B1E-9B1D-4BA7035AAC4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B665E-4F90-42C4-AEA0-182CF717DC8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has 6 millions, 4 ten-thousands, 9 hundreds and 2 ones. What is 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4BB511-2667-4AFB-A6D9-A9FDAF22BAE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9B8BFA-D341-4A72-9F10-1BB577F81F6A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0AC281-9429-4EA5-9516-9940D1D19AB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6,040,902.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4198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17DF0E3D-C716-4107-8484-FDA60DF33D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02D322-BCF6-46FA-A1D2-F2345350D1C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51443-BC7C-413C-8E7F-FAB9FA6161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78A767-1812-4907-9FDB-E2F4739359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63770F-B69C-4CD6-807F-F332B4F7435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E4A17-0A20-4860-BA1A-BECBCA8B48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14FA7B-8B06-44D1-B066-BCA83D677E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0B9E32-5609-4DAB-ACFB-0B5301B9519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E4234B-8438-4E10-8671-3A0ABFFE22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F27DD8-46AE-464B-8165-D228325847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2C4DAC-D68D-4295-BF74-146B0252124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5DEBB8-33E3-4BB4-AEEF-D242C82EA6E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99ACF8-B0DD-4F24-A148-D4601FD0DFDF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FB17C-17D3-42AF-92B6-E63FB89542ED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4F65A1-4EC8-4095-B69A-C3B17C1DAC05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B01A35-0D18-4D8A-A64C-7B9162214C2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C1BBFA4-495F-4079-BB6F-EB08981C52AD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CEA2B4-E1FE-41DF-A9F2-9340A3ED183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3BA236-B65F-423F-9520-EF7E336D9630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D6192D-3F4B-4FB4-9293-290531EFDEC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31F8E1-48C3-4BC0-9E13-59FFA0799DC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0BB53F6-CA34-421E-8964-F4FD5D76A22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8E7693-A2AA-4626-B735-2FFAE56AB6E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9AAEF6-1AB6-480C-8B5E-6B0FB8371448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FBC9C-5BD9-41F2-AFC0-955702767290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E1F34C-60C0-441E-834E-07E1C37CB4D9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32273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2343DE5-30C9-492D-BE40-6B32C408E3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47D8F4-F0DB-4474-BA96-3759675064A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707D76-AB1B-4A2B-9FD4-0EA4FD028CB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2258C1-58EC-496E-9D48-CD8796D93C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E9D99A-022C-430C-B6A4-93C0F3D984B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2A3BB4-88E7-4299-8A7B-7B833927D48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8FC535-A456-4BD4-88E3-CE2DDFF6A2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EF1F70-CC0C-4B63-B718-AC3AA44A155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79B546-A873-4FC1-8A2B-827AB52E9A0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C3282B-CBB8-4DFC-A21F-4EF539F0F60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A452ED8-C463-4316-B221-7B39E0124FB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E836ADC-A355-4A27-BDD5-EA96B62E666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71FF78-CE88-4554-A9C0-EB42FB59BF3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5F22D7-BB18-49ED-B0D2-E13FC6988D6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35C334-C3B5-43B9-9378-F7DA969EEE0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74B6475-BFBB-4A95-834E-776AF3DA10D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8BD7C1-68A6-40D2-ABB5-F407C82C356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5D21EE-6E0B-4407-98C3-E78F5507317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the 8 in 5,082,407 is worth 8,000.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5B8A0D1-89CF-4AF1-A5D0-7366FF65460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AF75101-F1FF-4844-B5BD-43702FC014D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59A8CF-0DEC-443E-9B32-623E894709D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D4DC78-1415-4B2F-B890-5D931850265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401D92-7243-4274-8019-1B98CF6FFDD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50756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1367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2026-09-08T22:34:07Z</dcterms:created>
  <dcterms:modified xsi:type="dcterms:W3CDTF">2026-09-08T22:40:08Z</dcterms:modified>
</cp:coreProperties>
</file>