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5,000,000 + 80,000 + 2,000 + 400 + 7. | Read the number in three-digit periods from left to right. | The 8 sits in the ten-thousands column, so it is worth 80,000.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What is the value of 3 in 8,364,219? Answer: 300,000.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5,000,000 + 80,000 + 2,000 + 400 + 7.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8 sits in the ten-thousands column, so it is worth 80,000.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5,000,000 + 80,000 + 2,000 + 400 + 7..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70,000..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6,040,902.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70,000.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70,000. | The 8 sits in the ten-thousands column, so it is worth 80,000.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555023-01BA-4ADB-B91D-D724D3BC42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BF3A0-A011-40D2-A396-55D737D4429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4D9203C-E63E-4510-A3CD-0E6FB8373473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9137A2-6683-4EC6-A73F-B2A355AA0916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CEE588-2FCC-4AD0-A923-C7A95683328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CE84FAD-36A8-4C97-B25D-35FC0A6EAEFB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7E24C1-6CF4-4CF0-A1AE-12B38CA715A9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93F90F-6B77-43FF-B8F5-DDCCD8969759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772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explain the value of digits in numbers to 10,000,000.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AE2038-0494-432F-9A09-B3EAA560B1CA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64CEDD-B13D-4265-A43D-1956B18FCEBA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A41AFD-3C4E-4BE6-9FEB-4A15F11648A8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66273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A0A3A60-0836-4D2B-AB90-F1AA46C86D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BF4DCD-1475-4564-8E9D-C91F7765A8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73E5EEC-6464-4330-9A28-236446C8C43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2A3B8B-6431-4EE2-809C-D3016C72D42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C31870-43C2-463B-810E-3EF7EAB2E92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D4589E-E343-4779-A03E-99C1DA5DFF4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EB03D3-9C4E-49C8-98C9-E196CB076C0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0E337D-33E0-4207-8E0D-89E08D2D3F8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EE70FB-7623-4CD0-9059-F6474468196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2F90BCE-B344-4868-AD8F-8F91BA35F5C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67EDB1D-E06B-4B62-9AC8-F957F75D2B4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0F26F8-8F26-431F-A057-7F1EF9D56B4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FB723C-8465-4267-96B3-701240C51A4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58CB7AE-2430-41A2-9093-F4755FFE97C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35B550B-FD26-44DD-8C23-E94A3600807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DB9920-AD95-4CEA-B245-06094FD0C14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2D8E2C-89CF-41A2-9E7E-FB614C3CA72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Partition 5,082,407.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EAE04D4-B55C-4702-9859-B32888858BB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E24AB2A-5A7D-49B4-A7E2-623EB06ABE8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F555E56-46E5-47CA-B236-24259D7069E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941CE3-AD01-4EC4-99B6-DAEAA15436B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What is the value of 3 in 8,364,219?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7BC892-78DE-4358-B6EF-5955453CA74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2262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1842B3B-8A48-4188-90F4-056C4E8ED0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4C83C3-A338-4F67-BD4B-8145F4D0855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A37512-034E-4414-9FE8-8A8EF73C55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EA4A1B-58B5-408C-9676-2B6AE29FAB5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7FAD48-AFC7-4D5D-BCBE-EF77BFD7ADF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DC3028-0C15-495C-B532-EAED1DC1BA0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07B5EB-DF83-4ECE-895F-A9A7F7AA063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A2D45-FF53-448E-BC48-81CCF2046F8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CD3829-850D-45D6-A782-7E556F27BD2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3B5F71-BD6F-4477-906B-F317889D861C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explain the value of digits in numbers to 10,000,000.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1AD465-16E3-4AF1-977E-8101D36098CF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EFA037-9BFE-4A54-9FFE-C1F94565AE46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A441DD-AF37-4306-930B-5DDD06E5B703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9C531E-DB1F-47AC-B346-44A154B031BE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B918B5-4224-4BE1-8987-F9AA72EAE6C3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621052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5D29A61-CF45-43E8-9D78-82592D740A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6DF3C5-365D-4C2D-AE69-2DC7C260AD8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EDFEFA-D44C-4A33-A6FA-E30DF822937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471014-C467-499E-9531-43AEEF9A146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DECF58-3EA2-4DA7-B197-52B36915408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F193F7-11C0-48D6-8375-4F7800FF61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0BE2FB-F473-4D7B-B074-6616D9E28C5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233E4E-F894-4067-8D5E-6DEE531680E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0E617B-09F1-431C-8D1E-DE195902FEA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407CE-A3D6-4B7D-B5FA-0C2A0969578C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3 in 8,364,219?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B653A-7211-46BA-9BFD-2A6F4D1A7B4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CC1F3BB-3AF7-461F-8EA6-DB1C075CE9E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F2A530-F699-4E20-8BA2-8AF9BA2A66E6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0A2A03-F265-4DE1-9112-513FF1ADF85B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number in three-digit periods from left to right.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F89BFF-0F47-4412-9CCC-E15D4F1C8CE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6D0E191-583D-490B-B97F-A4869E5F758B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93D3A8-B74F-4F62-85FC-3E184075F034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BFE4B1-B934-451D-89D7-D21B127C750D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each digit in the correct place-value column.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B605A1A-FFAB-4378-B177-A0F3A793E95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9726D00-CD88-4B7E-84D5-E4F3C343566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142FE3-9CE5-4550-874C-28375E74A084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EE7855-B16A-4458-A5F4-2159AFB80856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value of every zero and compare from the greatest place.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453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E3AF923-9079-4A59-933A-B95B448E2C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D0DD120-2A2B-4204-B9E8-82E44C89054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A729EC-73D8-49D9-8343-3A822A27B4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E725E9-DB44-4183-9DD4-041C505C833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61E7E0-8922-4B8C-9276-E84767AD2AF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91D676-E1B5-445A-8E78-AFDAE0AC216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C21667-92DF-4675-9DE7-D190CD86060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9C4206-13E8-442E-A43F-4939126032B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3AA9A8-1B50-41B5-A54D-CE0B948B2C5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391F56-B307-4E53-987A-D93571ED9AC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CBF1C8-53E2-4F0B-B8D1-559FCAE702A4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300,000.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82B165-2DA8-432E-BB3C-021590337604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2BB20C-BDD0-47EE-8C5C-7E852FDAA056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4B1CFD-0555-4D5A-8A94-0875D9807A91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916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5A44399-B07C-415B-BDF9-55B91C70A3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B503DE-E11D-4E83-9913-22E19E09BC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D1A9AD-0B96-4080-964F-8128B9D1F03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6D7C99-7594-40A6-8F65-E3D07ED6700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00FC7E-B3F4-4C8E-B506-B7196080D44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7CC184-C925-4353-9C56-8C821E9A53A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4AA130-936C-4217-BA3E-115EDC137CB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05FF1C-5114-474E-A3C5-9F2674B5D83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68FA62-8BA3-4958-8561-BCBFDBB11A5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825D66-4CE3-4A7B-97E1-8C6087DFF540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Partition 5,082,407.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240EA1-55D7-4DC4-96B3-4D279956FFE2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709F81-324B-4FA5-9974-6B595F13FDD1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824B83-42CC-4324-B0DF-D3882BB517EF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E5C3E1-F6DD-4FFF-80DD-C9B3406F2F7E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4FCD676-C058-4A3B-A800-281756ED9ABA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5,000,000 + 80,000 + 2,000 + 400 + 7.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4757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4829A1F-A909-43E1-A80B-6D8BF8270D5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35542-0AE5-4983-A608-39B8F2FB939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19BEA9-2B19-40BD-AA16-AED6D7080B8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8337D8-84D8-46CD-95F1-5440F5B02C4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AEF9E7-A572-4B42-8042-2FC35C95C1D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92AB0B-AA20-427F-9626-E20AB864CFF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760900-F070-4637-BB83-D1840AA27FD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5C8583-0D28-41E3-B68B-54B40DB8DAA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E4FCCE-D39B-43AC-8288-41BE927D84A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234B2C0-0FE6-4E85-A3FE-9685BA3A08BA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0090BE-C145-403C-B1F8-25AAF924FC6D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says the 8 in 5,082,407 is worth 8,000.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DE39A2-F193-4F9C-879A-7285C4B5AC7E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63A669-0FB0-4EF4-8F04-CEF258A7A66B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7E3807-0C4E-4DC1-A5F0-B4207F9025D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8 sits in the ten-thousands column, so it is worth 80,000.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9215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88EE46F-CABB-42D9-AD6D-A2DE5B72A4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120E28-9460-44E5-B99F-DE722C36C63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A4E74AA-75AC-4EAF-A849-9E7882C3EF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90D5A3-95A1-4014-A6D6-861BDB9A6F4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C3A7A7-67FE-478B-BEAA-F886891200B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6B99FC-4DE6-4DB2-B9F2-14094FFA4CC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317D84-3352-409F-B62C-69448849C93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BE26BF-153F-4CB2-9DFC-EAAFDA587CB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10E7E9-5803-4970-A9BA-3416326340B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98A0628-B3E5-481F-8F02-C122FCC06CB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5A7C66C-9CFE-433A-AC57-27E92CA5872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A9CD55-7D6A-44FF-9FF9-C6A999C7112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0F0B96-12B2-4606-9898-24797CEA419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Partition 5,082,407.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D225ABA-A8B9-4783-BAED-51022BDC975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1F1BAAD-4D78-49A8-B328-B8BCA687DA6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D878E5-566A-4F26-9A44-45D66BB62FC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2F9188-BD33-46D8-8B6E-1318093B030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8A337DB-5D27-4544-B5AB-299B259F4EE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6345F01-6EE0-4240-A340-23E14141E1A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5AE7D80-34D6-44CC-B4CC-2135D28088E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4AA5C5-6CFC-47AB-821F-DBD0C2E169A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5,000,000 + 80,000 + 2,000 + 400 + 7.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CB848A9-3CB6-46A6-9D45-DEA737A9FC9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62914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9084B036-C387-4C39-BB4C-532154F8B2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97E0C4-2ECE-4C3E-9DD3-1795C9AA218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AA744BC-5859-4686-A0E5-6104247F04C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9142B2-5C99-4A6B-8528-D32EF44ABAF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1DEF42-401E-4059-A903-1648436A3E3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06D091-14B2-4A8D-B329-10DDB1E5210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2CC706-9390-4939-BCB5-5683F10CD93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A49263-CE25-44CC-BED5-23EE2508C39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957419-3CE7-4307-8A5E-68CCEBACE84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A991AC2-2745-415A-B889-A177B7B7D0A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E5F2919-150B-4F46-95BB-1BC0BD3C76B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7A77F8-CCD5-42B5-8698-8D1E50EFF6B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1F7D7E-4F85-45EC-A094-E2CE2F120AB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7 in 4,271,650?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C2E58FB-E14A-4B1F-A72B-DB6A97E66C7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6C486E4-2DD7-47B0-9874-FA652B114E1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4798C8-9CE5-4E8B-BC61-8FD67756D39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9C4F67-3639-4F81-A343-EC5144A9B5B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F656E69-AD92-4DBF-A775-90B695D58C1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A6D05D-6364-4A5F-8B58-668559D48A3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0859788-49C8-4C5E-B707-56391E93F3A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600F68-7478-46D6-ADF3-C7025A59690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508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23895C6-C5B1-4321-B961-E10031FD3B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088DE0-AC14-4486-A3DB-1B6B48DB043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CB0935-1918-4094-A426-EB976FBFAFC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AB4786-B849-41A9-A419-B61C36EAEBE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562966-34E8-43CF-AA41-F0A39550913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7BF903-85CF-41C4-A76B-8DCE0472C9C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50FCA8-B222-428F-BDDB-33840498C27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35DB56-4D92-4BF5-8CC6-3CAD460BEFC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9932FA-45F8-478E-A9F8-F3B743A749F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883205-8A21-42B7-9C53-33ED72D779E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has 6 millions, 4 ten-thousands, 9 hundreds and 2 ones. What is it?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6CD454-9A34-4E6E-A30A-A6B11E2CEFD6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62ABD3-31C6-4AE5-B368-BB4A754BDBA6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E8D16F-045D-42E5-9E9C-96DBBDA5073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6,040,902.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3698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E68605E-AA4A-4FA4-8268-E39FB870C1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716D12-DE0E-4580-A30E-9E9DEDCD2C8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1819140-B7AD-437A-987A-CD1E3F569A6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2DF66A-E3BC-4B7A-8178-6E66228DCB0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2AAAAE-04BF-4A82-B8BC-BF8E22F4DAD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7DAA24-EB25-49E0-A873-EC8128ED96F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022BA7-B4F4-4962-A21B-0A83321FE37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319727-4024-40B4-B50B-84C4B023F68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B2D0DE-C420-4183-8827-640D77F106C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A4E30C-A19A-45F6-A1C1-D4AEB8732492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64C7003-1A0E-426B-987F-12ED62B8E962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BA5A29-C55A-4C8B-A230-FADBD159BA97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7 in 4,271,650?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08EDE2-CD7A-4471-A640-975FA547F8E2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06F5A8-264C-4FD2-B1B7-863F6162E865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7A20E68-A14D-4507-A517-3503BDFB7706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EB216D-41F8-4E89-B2EF-F0404CC7D81F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70,000.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DB907C2-97EE-4424-8AC2-ABDD02E7770E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E2797A-208F-4EAF-B500-AB97BB03D635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14519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BB7EF0A-20E9-4A48-B338-823F998F83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E1150C2-ACEC-44B4-AA24-F86F7A6CD4C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D844972-2681-47DB-89D5-835A408314C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1BD69B-85A4-46F3-9F6D-9732D0D9DED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A8D781-3D68-4AC5-9E3A-AEF5BA58818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7FF8AE-CEEA-4268-B74A-576EC8612E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D181E6-2BED-4F40-B042-3AF70598238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E4AF1E-350F-4CAC-8047-5FAEE2BCB80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B69913-AD43-4C45-9288-9C572E0FB3F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Determine the value of each digit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91CBF61-ABF6-4C50-8926-8E6771DC42B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7E8E660-849B-4FC9-8263-9EFECC670CF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D81615-3D6F-4C30-A11E-33ED7F27D42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352C0A-1403-4AA1-B6D0-01B17E52AC6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the value of 7 in 4,271,650?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E057A-D538-4B3E-863D-4B257E1F7F1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2378E04-7C2B-458A-BD15-E94A8884764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9A65E7-D31D-49A7-BDF2-5A3C98EC554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FF6A11-A54C-4110-BC68-5F4CEC5D31C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says the 8 in 5,082,407 is worth 8,000.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AF4C17B-B945-425B-BAEE-DD063FED910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FEE2AD2-B9A7-483D-BCAA-EBD316A3460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D8F1FB-A13E-420F-A9F4-34506C2CEF5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645678-7B84-4FE0-9D02-0E017B50E46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B5DF72-5672-4C87-9A53-3D967254977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60169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1181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2026-09-09T10:55:46Z</dcterms:created>
  <dcterms:modified xsi:type="dcterms:W3CDTF">2026-09-09T10:58:57Z</dcterms:modified>
</cp:coreProperties>
</file>