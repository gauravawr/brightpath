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5b95a09d7b44666" /><Relationship Type="http://schemas.openxmlformats.org/officeDocument/2006/relationships/extended-properties" Target="/docProps/app.xml" Id="R6b3492afaf434748" /><Relationship Type="http://schemas.openxmlformats.org/officeDocument/2006/relationships/officeDocument" Target="/ppt/presentation.xml" Id="R620d1159ae264c2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64e1266ea974664"/>
  </p:sldMasterIdLst>
  <p:notesMasterIdLst>
    <p:notesMasterId xmlns:r="http://schemas.openxmlformats.org/officeDocument/2006/relationships" r:id="R054e0d2ecab545ba"/>
  </p:notesMasterIdLst>
  <p:sldIdLst>
    <p:sldId xmlns:r="http://schemas.openxmlformats.org/officeDocument/2006/relationships" id="256" r:id="R56f4ad7af3ac4bac"/>
    <p:sldId xmlns:r="http://schemas.openxmlformats.org/officeDocument/2006/relationships" id="257" r:id="R066191eee2ab4018"/>
    <p:sldId xmlns:r="http://schemas.openxmlformats.org/officeDocument/2006/relationships" id="258" r:id="Re36267b9a3a94563"/>
    <p:sldId xmlns:r="http://schemas.openxmlformats.org/officeDocument/2006/relationships" id="259" r:id="R561d1372d74d4857"/>
    <p:sldId xmlns:r="http://schemas.openxmlformats.org/officeDocument/2006/relationships" id="260" r:id="Rdf52841ee59340d1"/>
    <p:sldId xmlns:r="http://schemas.openxmlformats.org/officeDocument/2006/relationships" id="261" r:id="Ree9be1ab78f04bbe"/>
    <p:sldId xmlns:r="http://schemas.openxmlformats.org/officeDocument/2006/relationships" id="262" r:id="R9234aa5c72084d73"/>
    <p:sldId xmlns:r="http://schemas.openxmlformats.org/officeDocument/2006/relationships" id="263" r:id="Raa76f7da8d784b0c"/>
    <p:sldId xmlns:r="http://schemas.openxmlformats.org/officeDocument/2006/relationships" id="264" r:id="Re3c7685902d74eb1"/>
    <p:sldId xmlns:r="http://schemas.openxmlformats.org/officeDocument/2006/relationships" id="265" r:id="R242ef4325f774501"/>
    <p:sldId xmlns:r="http://schemas.openxmlformats.org/officeDocument/2006/relationships" id="266" r:id="R601fcbbf03884715"/>
    <p:sldId xmlns:r="http://schemas.openxmlformats.org/officeDocument/2006/relationships" id="267" r:id="R19df061b256e470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c55c2c14ffd4658" /><Relationship Type="http://schemas.openxmlformats.org/officeDocument/2006/relationships/slideMaster" Target="/ppt/slideMasters/slideMaster1.xml" Id="R364e1266ea974664" /><Relationship Type="http://schemas.openxmlformats.org/officeDocument/2006/relationships/notesMaster" Target="/ppt/notesMasters/notesMaster1.xml" Id="R054e0d2ecab545ba" /><Relationship Type="http://schemas.openxmlformats.org/officeDocument/2006/relationships/presProps" Target="/ppt/presProps.xml" Id="R4d782cb29eec467c" /><Relationship Type="http://schemas.openxmlformats.org/officeDocument/2006/relationships/tableStyles" Target="/ppt/tableStyles.xml" Id="R009376cd29c740a1" /><Relationship Type="http://schemas.openxmlformats.org/officeDocument/2006/relationships/slide" Target="/ppt/slides/slide1.xml" Id="R56f4ad7af3ac4bac" /><Relationship Type="http://schemas.openxmlformats.org/officeDocument/2006/relationships/slide" Target="/ppt/slides/slide2.xml" Id="R066191eee2ab4018" /><Relationship Type="http://schemas.openxmlformats.org/officeDocument/2006/relationships/slide" Target="/ppt/slides/slide3.xml" Id="Re36267b9a3a94563" /><Relationship Type="http://schemas.openxmlformats.org/officeDocument/2006/relationships/slide" Target="/ppt/slides/slide4.xml" Id="R561d1372d74d4857" /><Relationship Type="http://schemas.openxmlformats.org/officeDocument/2006/relationships/slide" Target="/ppt/slides/slide5.xml" Id="Rdf52841ee59340d1" /><Relationship Type="http://schemas.openxmlformats.org/officeDocument/2006/relationships/slide" Target="/ppt/slides/slide6.xml" Id="Ree9be1ab78f04bbe" /><Relationship Type="http://schemas.openxmlformats.org/officeDocument/2006/relationships/slide" Target="/ppt/slides/slide7.xml" Id="R9234aa5c72084d73" /><Relationship Type="http://schemas.openxmlformats.org/officeDocument/2006/relationships/slide" Target="/ppt/slides/slide8.xml" Id="Raa76f7da8d784b0c" /><Relationship Type="http://schemas.openxmlformats.org/officeDocument/2006/relationships/slide" Target="/ppt/slides/slide9.xml" Id="Re3c7685902d74eb1" /><Relationship Type="http://schemas.openxmlformats.org/officeDocument/2006/relationships/slide" Target="/ppt/slides/slide10.xml" Id="R242ef4325f774501" /><Relationship Type="http://schemas.openxmlformats.org/officeDocument/2006/relationships/slide" Target="/ppt/slides/slide11.xml" Id="R601fcbbf03884715" /><Relationship Type="http://schemas.openxmlformats.org/officeDocument/2006/relationships/slide" Target="/ppt/slides/slide12.xml" Id="R19df061b256e470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df3142ead424e1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db78366af7d4873" /><Relationship Type="http://schemas.openxmlformats.org/officeDocument/2006/relationships/notesMaster" Target="/ppt/notesMasters/notesMaster1.xml" Id="R8be9f867113b41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d1ddd6cfcd443e2" /><Relationship Type="http://schemas.openxmlformats.org/officeDocument/2006/relationships/notesMaster" Target="/ppt/notesMasters/notesMaster1.xml" Id="Rc222231f919a468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a9bf7a879334bde" /><Relationship Type="http://schemas.openxmlformats.org/officeDocument/2006/relationships/notesMaster" Target="/ppt/notesMasters/notesMaster1.xml" Id="Rac5664dd80a240b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e5db4a7bb924730" /><Relationship Type="http://schemas.openxmlformats.org/officeDocument/2006/relationships/notesMaster" Target="/ppt/notesMasters/notesMaster1.xml" Id="Rea73c947c8524e5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263ab5fb859467f" /><Relationship Type="http://schemas.openxmlformats.org/officeDocument/2006/relationships/notesMaster" Target="/ppt/notesMasters/notesMaster1.xml" Id="R2cde8374b9414b4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5953aa8627049fb" /><Relationship Type="http://schemas.openxmlformats.org/officeDocument/2006/relationships/notesMaster" Target="/ppt/notesMasters/notesMaster1.xml" Id="Re6fd4e889ff94f6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36f0875d09d4973" /><Relationship Type="http://schemas.openxmlformats.org/officeDocument/2006/relationships/notesMaster" Target="/ppt/notesMasters/notesMaster1.xml" Id="Ra5b7d72b676c410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480e0e8f09f40a3" /><Relationship Type="http://schemas.openxmlformats.org/officeDocument/2006/relationships/notesMaster" Target="/ppt/notesMasters/notesMaster1.xml" Id="R221dd8f095444e4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8a2e17edee04767" /><Relationship Type="http://schemas.openxmlformats.org/officeDocument/2006/relationships/notesMaster" Target="/ppt/notesMasters/notesMaster1.xml" Id="Rd1d76c9c659c4aa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6d95ce6f8d74ef2" /><Relationship Type="http://schemas.openxmlformats.org/officeDocument/2006/relationships/notesMaster" Target="/ppt/notesMasters/notesMaster1.xml" Id="Rb98320f871ec492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de0abb1129041c1" /><Relationship Type="http://schemas.openxmlformats.org/officeDocument/2006/relationships/notesMaster" Target="/ppt/notesMasters/notesMaster1.xml" Id="R0d65d30a7cd84cb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258ad09c664473e" /><Relationship Type="http://schemas.openxmlformats.org/officeDocument/2006/relationships/notesMaster" Target="/ppt/notesMasters/notesMaster1.xml" Id="R300512732340411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Place value chart to ten million, digit cards, number line crossing zero,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5,000,000 + 80,000 + 2,000 + 400 + 7. | Read the number in three-digit periods from left to right. | The 8 sits in the ten-thousands column, so it is worth 80,000.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million, place value, digit, partition, compare, negative.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300,000.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5,000,000 + 80,000 + 2,000 + 400 + 7.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The 8 sits in the ten-thousands column, so it is worth 80,000.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5,000,000 + 80,000 + 2,000 + 400 + 7..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70,000..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6,040,902.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70,000.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70,000. | The 8 sits in the ten-thousands column, so it is worth 80,000.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0b2445592b4a8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630197515d34847" /><Relationship Type="http://schemas.openxmlformats.org/officeDocument/2006/relationships/slideLayout" Target="/ppt/slideLayouts/slideLayout1.xml" Id="Rca5c1d7dcf724d3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a5c1d7dcf724d3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9046f9d7704fb2" /><Relationship Type="http://schemas.openxmlformats.org/officeDocument/2006/relationships/notesSlide" Target="/ppt/notesSlides/notesSlide1.xml" Id="Rf986373c6f8747e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4a523890a34c48" /><Relationship Type="http://schemas.openxmlformats.org/officeDocument/2006/relationships/notesSlide" Target="/ppt/notesSlides/notesSlide2.xml" Id="Rdb7ee1572d8a4f9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670492ace94478" /><Relationship Type="http://schemas.openxmlformats.org/officeDocument/2006/relationships/notesSlide" Target="/ppt/notesSlides/notesSlide3.xml" Id="Rf05780d23c074db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f3e010542f454d" /><Relationship Type="http://schemas.openxmlformats.org/officeDocument/2006/relationships/notesSlide" Target="/ppt/notesSlides/notesSlide4.xml" Id="R3b220a7244064fd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329a9c7f714ca8" /><Relationship Type="http://schemas.openxmlformats.org/officeDocument/2006/relationships/notesSlide" Target="/ppt/notesSlides/notesSlide5.xml" Id="R6b1a76cecbb241a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d599cf1d374ec2" /><Relationship Type="http://schemas.openxmlformats.org/officeDocument/2006/relationships/notesSlide" Target="/ppt/notesSlides/notesSlide6.xml" Id="Rf0de9de30e074e4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25bbbd5f1c4aaf" /><Relationship Type="http://schemas.openxmlformats.org/officeDocument/2006/relationships/image" Target="/ppt/media/image.png" Id="Re7a17d6bc8f64173" /><Relationship Type="http://schemas.openxmlformats.org/officeDocument/2006/relationships/notesSlide" Target="/ppt/notesSlides/notesSlide7.xml" Id="R3ab14a0c2c12481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0fbea1094c40bc" /><Relationship Type="http://schemas.openxmlformats.org/officeDocument/2006/relationships/notesSlide" Target="/ppt/notesSlides/notesSlide8.xml" Id="R18ceb12beda9434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fbf51cf3d94c2f" /><Relationship Type="http://schemas.openxmlformats.org/officeDocument/2006/relationships/notesSlide" Target="/ppt/notesSlides/notesSlide9.xml" Id="R63969d60973c454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c256ddb7494075" /><Relationship Type="http://schemas.openxmlformats.org/officeDocument/2006/relationships/notesSlide" Target="/ppt/notesSlides/notesSlide10.xml" Id="Rb0ec515fb8474bf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0de0aeee454acf" /><Relationship Type="http://schemas.openxmlformats.org/officeDocument/2006/relationships/notesSlide" Target="/ppt/notesSlides/notesSlide11.xml" Id="Rfa075d28a608425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4f81b5c3274244" /><Relationship Type="http://schemas.openxmlformats.org/officeDocument/2006/relationships/notesSlide" Target="/ppt/notesSlides/notesSlide12.xml" Id="R2accbf322f8f483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6B2339-A4CF-4E4E-B1E2-9A4E30EE0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0357AB-6F1B-4469-A197-683967FDF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060E49-A1E8-440E-B73B-82ABEBBB5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3E9335-61E8-4183-825E-F6AA901F8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161CC0-DF76-465E-9DC1-EF4B5E1D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662463-E07E-44D7-A44F-7BF64C68F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68C1C1-C8BC-4895-BCB7-64E7BEA7A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AAA662-03F6-4CA9-91F6-E72AAA222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772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and explain the value of digits in numbers to 10,000,000.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19CB90-AC31-41B2-87F4-853BDC76C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4F2E56-BF6F-4E0C-9CF0-5C8431C39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 value chart to ten million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E892E2-0A88-4CFC-B8B3-735343BC8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9570744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FEAB44-8331-43B0-B24B-E696D0221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2A87B3-8C08-4A6F-BC98-D6BDC609B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F0F65A-7460-43BB-8B7D-A87F17E59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5B058D-8F61-44AB-82DF-BAA472B29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A29C84-7149-42ED-ABB9-903521217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46DF84-6669-4B09-BE54-59602485A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50B6CC-A874-4646-B954-B2A991315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8F8F4E-31C6-4FA2-8C97-EE94F5515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226A89-A8CC-4D89-8F7F-98609067C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C9760C-1D1D-4AEC-B3C2-A1B542EA7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2A51F8-5217-4311-A2A3-E97CCB6E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52C7D0-6224-4EC6-8985-AE892F168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57F335-3575-4956-88B9-5C2E0CB64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Read, write, order and compare numbers to 1,000,000 and use negative numbers in familiar contexts.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7E78E8-8A00-4F4B-8EC5-3AC2145F3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8D7D75-5360-4D1C-96B3-C98866A01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BD4F75-84D7-4B53-8C1E-435F8D004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F8F41E-B2BF-467A-AD69-E58ECD78A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Partition 5,082,407.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56B8A8-773A-4C5D-B054-89F40893E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DE17E1-CE3C-4D67-9A39-A3DCDB7DD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310E37-9ACE-4C94-9AE2-07DDD7984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C1FD9A-054D-46CA-9ED4-78FD85822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What is the value of 3 in 8,364,219?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C9E656-75B4-4321-8816-3F48DCE0E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77485151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4EA816-B192-42DB-95A7-992666E58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B2546F-578B-4F0F-AD4C-20493894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5B298B-6FFD-497C-8A06-2B1C51DFE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A8A4DC-7359-4C17-A011-5D72FA016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1BC5E2-8767-401F-B609-2285FB6C0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52AB47-5630-47D4-B8BB-B2A047A6F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567813-5781-4932-A40E-21A2373C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0C5517-47AA-429D-AD45-B80EA860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22A602-825C-4635-9BC9-B65A10557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096E0F-916B-473A-A44E-012D2610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and explain the value of digits in numbers to 10,000,000.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8CC51-E724-4079-BCDF-7CBB33076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031338-704F-4AF5-B824-74229DBE4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number in three-digit periods from left to right.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0A0931-892C-4D82-BFB5-E9CDFE2C5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Record each digit in the correct place-value column.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85C92B-A943-4107-8396-D483F948E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value of every zero and compare from the greatest place.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51CD2A-0B26-479F-AF34-44E416F1C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million  |  place value  |  digit  |  partition  |  compare  |  negative</a:t>
            </a:r>
          </a:p>
        </p:txBody>
      </p:sp>
    </p:spTree>
    <p:extLst>
      <p:ext uri="{BB962C8B-B14F-4D97-AF65-F5344CB8AC3E}">
        <p14:creationId xmlns:p14="http://schemas.microsoft.com/office/powerpoint/2010/main" val="2932401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746885-A45F-4F86-A803-CE2C6A383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ABC8D3-909E-47F1-8110-33569EB25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7EE5D4-45CF-4B35-8709-2E74BB85A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D86570-AA8B-442D-887C-C361D5732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A7FE69-FA68-4881-A71E-4981B62C7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B653C4-3199-4570-9F0E-A8FB36A37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F5CF2F-12E5-416B-AB9F-AAB8E0B30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2E419B-0249-49A7-B336-36EF3C647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4E2B7D-08F7-4F9F-8F14-84218B9F9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53808F-A6E9-43B2-89F0-EC1068000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is the value of 3 in 8,364,219?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2842A-19F6-4842-8613-54970324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D6A84A-DA8C-448A-BCF0-8426363CD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6B7BAB-4895-4E1E-A05C-A36006030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Read the number in three-digit periods from left to right.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20249B-D6D9-4DD2-961F-E77C8EF60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6B005B-B906-42C7-A71C-84C553056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34457E-B837-470E-AE8B-66196F5A9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Record each digit in the correct place-value column.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8B287E-2F0C-4AE4-8349-BA4099971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408C76-686A-43B8-8DB1-D8722CB4E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48A040-E0BB-42AF-8D5B-1E5DFAEBD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300,000.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E61631-4D2E-4B2D-93D4-2BB2D7C9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296305-884D-4C4D-999A-BC876B248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BC1697-6948-4978-8B02-2FB196272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value of every zero and compare from the greatest place.</a:t>
            </a:r>
          </a:p>
        </p:txBody>
      </p:sp>
    </p:spTree>
    <p:extLst>
      <p:ext uri="{BB962C8B-B14F-4D97-AF65-F5344CB8AC3E}">
        <p14:creationId xmlns:p14="http://schemas.microsoft.com/office/powerpoint/2010/main" val="60954692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BCDA7C-B56D-4F57-9D07-90866FF8C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B1A8A1-CD8F-4410-A6E7-0B12623C9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89494D-A748-4133-97AA-96B2302B3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3933F6-D0A1-4234-8415-2E1B7A467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44640C-9F33-4842-9B18-A4C7F7469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522273-AC64-4F92-BE59-98E81D27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190F57-0645-4F17-9C0B-A9DAA1495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A0C7ED-94AA-4AE2-AE74-6BA2F6337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FF96C5-86B0-46E1-9BEA-A3677499A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712314-06F9-49FA-B6A0-4BF20005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66AF39-6E4D-4FE0-A429-71EFA323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300,000.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4340E2-6F70-4B9F-8E5F-4243BD30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6B2E21-E3F4-4001-98B1-02089569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value of every zero and compare from the greatest place.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CEF92A-8C57-4041-97AD-BD73E6C5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90511889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92D4EB-CC58-4210-82CE-01114FCD2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CE6601-5ADB-4234-8CD8-63DCF92DA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393298-A07B-448D-93A8-AF089FD78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E6C1E6-2C12-4D61-9286-8ABD534F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65FD72-F8C8-4747-BECB-B8D12C933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D8BF41-0EC9-46EF-92AE-A714E2FFC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F29AA2-5CF4-4011-9871-3E1315F9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459162-3D05-48B3-AEA2-1F2442542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204B8A-DD70-4304-85D1-550CDF8AC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70203C-1B0B-4174-A850-7294E28D2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Partition 5,082,407.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5938B9-B771-4375-B731-308D4DCAE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690CC5-45ED-470B-9070-045BA995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ABF913-E201-4F49-9911-80CC25CE4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182118-BA7D-4C3E-8F50-3D149090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A7C33E-9E29-44AA-9D0B-6DB183372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5,000,000 + 80,000 + 2,000 + 400 + 7.</a:t>
            </a:r>
          </a:p>
        </p:txBody>
      </p:sp>
    </p:spTree>
    <p:extLst>
      <p:ext uri="{BB962C8B-B14F-4D97-AF65-F5344CB8AC3E}">
        <p14:creationId xmlns:p14="http://schemas.microsoft.com/office/powerpoint/2010/main" val="141184665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077A5B-D7E3-4472-8A69-644E70821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5F8196-8627-4243-9FA6-86D364F1A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E9F0FE-9BD6-4C68-B071-A3F2823AC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938974-0186-4B7A-9E02-78150D4B1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9F5860-63A6-4073-BC15-4F9F03A0F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F65441-D2CF-4C07-96C6-4DC648818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1D7D31-D6B7-4CD5-A3FD-03E5E0AC5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DC68C6-5335-4E09-8F35-D0DBD86B0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04ABC9-DB01-4C82-B0BD-5C58081E9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a17d6bc8f64173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D3845F-C0C4-463B-8551-5921E566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D05033-20E3-4060-BF08-28A47E90C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says the 8 in 5,082,407 is worth 8,000.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FFAF5F-7D38-4B0B-94E7-0DAAD783B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F5A385-3DCF-417B-A27F-D89926779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623A37-9169-467F-A4BD-42EF8B4F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The 8 sits in the ten-thousands column, so it is worth 80,000.</a:t>
            </a:r>
          </a:p>
        </p:txBody>
      </p:sp>
    </p:spTree>
    <p:extLst>
      <p:ext uri="{BB962C8B-B14F-4D97-AF65-F5344CB8AC3E}">
        <p14:creationId xmlns:p14="http://schemas.microsoft.com/office/powerpoint/2010/main" val="37627786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E4E721-03EC-48EE-AB6B-39D1D3B4B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D298E2-4B4C-49FB-93C2-F73F6D744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03CA04-872E-4864-9035-8E1CFB37A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FD1B87-0F00-47A6-B65F-2E4BBA492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68007A-77B2-4488-A8CA-A771691ED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5C3E9A-43DE-41F5-A8D4-F10994B3E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2A335C-BC89-4586-A38E-0E7A95B42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BBB380-2AEE-493E-9CD1-E0F844C7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A6891E-F820-4AA9-BACC-4B2E3B7A4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BA6F2-6E87-4963-9D4E-FEE12F3B8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F6CF04-EB56-4459-92BB-998A9F6D5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F170F1-9817-475C-9FF7-5DBF80937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4D4883-004A-4428-AD6F-32B0C1BB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Partition 5,082,407.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50F14F-98E9-4F31-A473-EA9CE9D60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DC0DCA-16F5-4940-9138-67B997DD1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371189-067A-4530-ACD2-62B08A358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3DC26E-F716-4C0C-86D0-E7DB23DE7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6C5DA1-9DCF-4B7C-9BF3-2E4EBEC57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9D09B0-CEBF-40DC-A230-0FD406D16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16F010-822E-4956-BF24-05DAD4563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418053-A17B-4342-81F2-E5D0757E0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5,000,000 + 80,000 + 2,000 + 400 + 7.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612A2F-E2AB-49A7-8BD9-944B27191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04867276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B5A90D-E753-4438-BFA6-B76C1C19A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A6F132-384B-4466-9A7C-5F5E6FA3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8CDAFA-C6EB-4959-BC3B-FA9BC080D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9014F6-3C4E-4F18-905E-686BCCBE1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D40F16-C7BD-4C74-AE4F-D88511368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AD67F9-54C9-48D4-A87D-1A462E11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E72582-0BA3-4AD9-9130-28F66D8D7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A45019-F525-4B75-B5ED-49F350784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93BC2E-BFE0-4D61-84CF-8E1BFA29C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AB7594-6F72-4065-9B46-14557322D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9EF706-5314-4908-8706-10DA8797D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FE1FA0-231E-46CF-852A-928A97D1B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A53965-48E4-4DFB-8899-035E646C6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is the value of 7 in 4,271,650?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E6AB72-A6C7-478E-BDDA-56ED33A6E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F8044D-69FF-44D6-860D-D4769D7F0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8D997D-5C05-420A-B984-0995EDC58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DD8D3F-B19B-474C-945C-B77381673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96D154-B64F-4C30-8E6D-C847477F9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8B6956-5602-4556-8CF3-CAC618BFF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E02E62-F4E4-4B22-AC62-931BDFC4E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085D60-37FA-4A6E-9445-6BE2A2461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75413363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57FDB2-13A1-4B33-9CA1-ADBC03CA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7404BF-C8BE-42D6-A45D-CCA8BB794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2F9347-E903-4A8E-89FB-2753703EA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31B978-1A2D-47B6-92A6-8541DC3D3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BA9B09-1D96-4955-89F4-F9529E249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DC2A42-7BDB-4FF2-98C5-1257CD6FD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A9BEC6-36B9-46EE-954F-5F8BEFE28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C8A363-B401-4AB3-AEFE-666CC9A01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AB215E-446B-4734-A331-78CE08A40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A42E30-B83E-4316-B117-3C792378F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has 6 millions, 4 ten-thousands, 9 hundreds and 2 ones. What is it?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EAE914-A0AF-43E4-A2FB-45869CD3D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BB15FC-31D2-49D3-A5C7-9A5D0AD4E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09A991-09A1-44C0-97AF-58EAA6905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6,040,902.</a:t>
            </a:r>
          </a:p>
        </p:txBody>
      </p:sp>
    </p:spTree>
    <p:extLst>
      <p:ext uri="{BB962C8B-B14F-4D97-AF65-F5344CB8AC3E}">
        <p14:creationId xmlns:p14="http://schemas.microsoft.com/office/powerpoint/2010/main" val="16983209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F85263-2506-4D13-A53E-6CFF41100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BCDCA2-C9CE-4554-9F64-57DCBF137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312C36-7C6C-458B-9653-3524C97A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A3F4D0-7D74-4B98-974C-DD313F2D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CFAE72-A25B-46B4-9AD5-7E2334AD1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7A40C8-04DA-4AFB-8E02-504070284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BEE9D5-1527-4FAD-9F21-D85165159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7A384E-BCBA-48DE-888E-F5A7BE5AD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BC9724-E1F2-4AC7-A24D-9685A473C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8D8282-9D17-490C-9786-537C1D455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5D64EC-4EF1-41D4-A8F3-C81A6D06F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4DEE06-50E5-4852-8792-3F7917085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is the value of 7 in 4,271,650?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F3E968-2864-4293-A78E-AAF55FBB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1E4C66-45BA-457A-B063-EB85C9E6A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9BFCC1-A4B6-472C-9568-D05C1BC3E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0C89C3-92D9-4EFB-8ACD-777EE1D05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70,000.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CF4A96-EFA7-44DE-8475-A57755D25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9D40F3-3B54-4371-B686-877806F4C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3072076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1B8E8D-9C65-4929-97A0-CB4EA1455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5BF408-3970-4FDA-B2EA-042955A2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E5037C-8A3F-477B-BA8E-3EEEEF42E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31FB38-4246-4766-A22B-123E3126B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ED2556-C2DB-40BB-8092-078F142A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3AB9AA-32CD-4CAC-970E-D608787AE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F1FC83-1D94-42C0-A5D2-949A828F2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27A211-9F95-4E9A-A4F9-C54D2E2B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473A6A-6F3B-43EC-966E-FBA46951E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1057EB-F933-4E2C-B1D8-34400F022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5E85F6-6E2B-4910-8A8F-82B2D9C40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FC41D8-D2C4-4528-94D6-84EC0615A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55A6BB-CB55-4F42-B2C8-13671B9D1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is the value of 7 in 4,271,650?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5E4924-DD3A-4897-B514-507A65A07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5A20D6-AB73-4C10-A562-8628283D7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CD2AB0-3646-41FB-9D7D-6FC908EFC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AE54CB-312C-447B-A47F-C8F8509BD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says the 8 in 5,082,407 is worth 8,000.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EF8D91-7E64-4603-AA9F-3F248A69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53F9D3-08C2-4FD6-87BA-013A14182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F260F3-E566-4F43-B67F-DC47F0748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5D46AB-C672-4076-8A86-DE36D351B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9746A6-E10D-413E-84EE-9917F491E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92690143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2026-09-09T20:44:49.0150000Z</dcterms:created>
  <dcterms:modified xsi:type="dcterms:W3CDTF">2026-09-09T20:44:49.0150000Z</dcterms:modified>
</coreProperties>
</file>