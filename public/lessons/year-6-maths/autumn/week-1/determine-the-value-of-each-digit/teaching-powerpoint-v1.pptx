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fea9b85290447a" /><Relationship Type="http://schemas.openxmlformats.org/officeDocument/2006/relationships/extended-properties" Target="/docProps/app.xml" Id="Rc25d80ec409c4358" /><Relationship Type="http://schemas.openxmlformats.org/officeDocument/2006/relationships/officeDocument" Target="/ppt/presentation.xml" Id="Re01e1214b4b44d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e2a9d4e8e441eb"/>
  </p:sldMasterIdLst>
  <p:notesMasterIdLst>
    <p:notesMasterId xmlns:r="http://schemas.openxmlformats.org/officeDocument/2006/relationships" r:id="Rd4ee2546addd4dd5"/>
  </p:notesMasterIdLst>
  <p:sldIdLst>
    <p:sldId xmlns:r="http://schemas.openxmlformats.org/officeDocument/2006/relationships" id="256" r:id="Rb224257dc6564fd1"/>
    <p:sldId xmlns:r="http://schemas.openxmlformats.org/officeDocument/2006/relationships" id="257" r:id="Rc1acb787ba0b4a64"/>
    <p:sldId xmlns:r="http://schemas.openxmlformats.org/officeDocument/2006/relationships" id="258" r:id="Ra36c364a64754a75"/>
    <p:sldId xmlns:r="http://schemas.openxmlformats.org/officeDocument/2006/relationships" id="259" r:id="R6d23b87dab5b4910"/>
    <p:sldId xmlns:r="http://schemas.openxmlformats.org/officeDocument/2006/relationships" id="260" r:id="Rb9f5e4dccfa545e5"/>
    <p:sldId xmlns:r="http://schemas.openxmlformats.org/officeDocument/2006/relationships" id="261" r:id="R1b65c9c432f8485f"/>
    <p:sldId xmlns:r="http://schemas.openxmlformats.org/officeDocument/2006/relationships" id="262" r:id="Rb5bd5cd86ab7445f"/>
    <p:sldId xmlns:r="http://schemas.openxmlformats.org/officeDocument/2006/relationships" id="263" r:id="R52371f3456874beb"/>
    <p:sldId xmlns:r="http://schemas.openxmlformats.org/officeDocument/2006/relationships" id="264" r:id="Rf09d46723ce2408f"/>
    <p:sldId xmlns:r="http://schemas.openxmlformats.org/officeDocument/2006/relationships" id="265" r:id="Re8f32c64301a4191"/>
    <p:sldId xmlns:r="http://schemas.openxmlformats.org/officeDocument/2006/relationships" id="266" r:id="Rd16427d133a640ca"/>
    <p:sldId xmlns:r="http://schemas.openxmlformats.org/officeDocument/2006/relationships" id="267" r:id="R4eb9efa3e17b46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535ce37dc24af1" /><Relationship Type="http://schemas.openxmlformats.org/officeDocument/2006/relationships/slideMaster" Target="/ppt/slideMasters/slideMaster1.xml" Id="R66e2a9d4e8e441eb" /><Relationship Type="http://schemas.openxmlformats.org/officeDocument/2006/relationships/notesMaster" Target="/ppt/notesMasters/notesMaster1.xml" Id="Rd4ee2546addd4dd5" /><Relationship Type="http://schemas.openxmlformats.org/officeDocument/2006/relationships/presProps" Target="/ppt/presProps.xml" Id="R00ed80f0314b42eb" /><Relationship Type="http://schemas.openxmlformats.org/officeDocument/2006/relationships/tableStyles" Target="/ppt/tableStyles.xml" Id="R892aa797f6124da8" /><Relationship Type="http://schemas.openxmlformats.org/officeDocument/2006/relationships/slide" Target="/ppt/slides/slide1.xml" Id="Rb224257dc6564fd1" /><Relationship Type="http://schemas.openxmlformats.org/officeDocument/2006/relationships/slide" Target="/ppt/slides/slide2.xml" Id="Rc1acb787ba0b4a64" /><Relationship Type="http://schemas.openxmlformats.org/officeDocument/2006/relationships/slide" Target="/ppt/slides/slide3.xml" Id="Ra36c364a64754a75" /><Relationship Type="http://schemas.openxmlformats.org/officeDocument/2006/relationships/slide" Target="/ppt/slides/slide4.xml" Id="R6d23b87dab5b4910" /><Relationship Type="http://schemas.openxmlformats.org/officeDocument/2006/relationships/slide" Target="/ppt/slides/slide5.xml" Id="Rb9f5e4dccfa545e5" /><Relationship Type="http://schemas.openxmlformats.org/officeDocument/2006/relationships/slide" Target="/ppt/slides/slide6.xml" Id="R1b65c9c432f8485f" /><Relationship Type="http://schemas.openxmlformats.org/officeDocument/2006/relationships/slide" Target="/ppt/slides/slide7.xml" Id="Rb5bd5cd86ab7445f" /><Relationship Type="http://schemas.openxmlformats.org/officeDocument/2006/relationships/slide" Target="/ppt/slides/slide8.xml" Id="R52371f3456874beb" /><Relationship Type="http://schemas.openxmlformats.org/officeDocument/2006/relationships/slide" Target="/ppt/slides/slide9.xml" Id="Rf09d46723ce2408f" /><Relationship Type="http://schemas.openxmlformats.org/officeDocument/2006/relationships/slide" Target="/ppt/slides/slide10.xml" Id="Re8f32c64301a4191" /><Relationship Type="http://schemas.openxmlformats.org/officeDocument/2006/relationships/slide" Target="/ppt/slides/slide11.xml" Id="Rd16427d133a640ca" /><Relationship Type="http://schemas.openxmlformats.org/officeDocument/2006/relationships/slide" Target="/ppt/slides/slide12.xml" Id="R4eb9efa3e17b46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21162af07543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226e821a0c48f3" /><Relationship Type="http://schemas.openxmlformats.org/officeDocument/2006/relationships/notesMaster" Target="/ppt/notesMasters/notesMaster1.xml" Id="R87ed6197a29e4c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b62b6200754ccf" /><Relationship Type="http://schemas.openxmlformats.org/officeDocument/2006/relationships/notesMaster" Target="/ppt/notesMasters/notesMaster1.xml" Id="R3c18acaa008a41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941ad6f9a5437d" /><Relationship Type="http://schemas.openxmlformats.org/officeDocument/2006/relationships/notesMaster" Target="/ppt/notesMasters/notesMaster1.xml" Id="R4a53e95a941c4a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17df156eca4f45" /><Relationship Type="http://schemas.openxmlformats.org/officeDocument/2006/relationships/notesMaster" Target="/ppt/notesMasters/notesMaster1.xml" Id="Rec9242175e7840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f2658073e94618" /><Relationship Type="http://schemas.openxmlformats.org/officeDocument/2006/relationships/notesMaster" Target="/ppt/notesMasters/notesMaster1.xml" Id="R6fff11b656e54c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723b5b57de452f" /><Relationship Type="http://schemas.openxmlformats.org/officeDocument/2006/relationships/notesMaster" Target="/ppt/notesMasters/notesMaster1.xml" Id="R4e363c097bc144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4abc1947e04ef0" /><Relationship Type="http://schemas.openxmlformats.org/officeDocument/2006/relationships/notesMaster" Target="/ppt/notesMasters/notesMaster1.xml" Id="Rbd5e22a1eb104f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88710c5bac4787" /><Relationship Type="http://schemas.openxmlformats.org/officeDocument/2006/relationships/notesMaster" Target="/ppt/notesMasters/notesMaster1.xml" Id="Rcf97749b310642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adf90abf574be3" /><Relationship Type="http://schemas.openxmlformats.org/officeDocument/2006/relationships/notesMaster" Target="/ppt/notesMasters/notesMaster1.xml" Id="R4ccad9ccc5f644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56540da02a54eaa" /><Relationship Type="http://schemas.openxmlformats.org/officeDocument/2006/relationships/notesMaster" Target="/ppt/notesMasters/notesMaster1.xml" Id="R0109fbda989e475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508a8155f54c5a" /><Relationship Type="http://schemas.openxmlformats.org/officeDocument/2006/relationships/notesMaster" Target="/ppt/notesMasters/notesMaster1.xml" Id="R833efd61e4a9466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7402bbfb6e14712" /><Relationship Type="http://schemas.openxmlformats.org/officeDocument/2006/relationships/notesMaster" Target="/ppt/notesMasters/notesMaster1.xml" Id="R414b72855d9848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Place value chart to ten million, digit cards, number line crossing zero,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5,000,000 + 80,000 + 2,000 + 400 + 7. | Read the number in three-digit periods from left to right. | The 8 sits in the ten-thousands column, so it is worth 80,000.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million, place value, digit, partition, compare, negative.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300,000.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5,000,000 + 80,000 + 2,000 + 400 + 7.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The 8 sits in the ten-thousands column, so it is worth 80,000.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5,000,000 + 80,000 + 2,000 + 400 + 7..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70,000..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6,040,902.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70,000.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70,000. | The 8 sits in the ten-thousands column, so it is worth 80,000.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333efdeab847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8cf220f44e40bb" /><Relationship Type="http://schemas.openxmlformats.org/officeDocument/2006/relationships/slideLayout" Target="/ppt/slideLayouts/slideLayout1.xml" Id="R287024300e7748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7024300e7748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ef070586948f9" /><Relationship Type="http://schemas.openxmlformats.org/officeDocument/2006/relationships/notesSlide" Target="/ppt/notesSlides/notesSlide1.xml" Id="R05060e1910b541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12897397e499d" /><Relationship Type="http://schemas.openxmlformats.org/officeDocument/2006/relationships/notesSlide" Target="/ppt/notesSlides/notesSlide2.xml" Id="R06c8163aafd240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ab9719dd54cc3" /><Relationship Type="http://schemas.openxmlformats.org/officeDocument/2006/relationships/notesSlide" Target="/ppt/notesSlides/notesSlide3.xml" Id="R0509cf35d31f42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969b19c6ef440f" /><Relationship Type="http://schemas.openxmlformats.org/officeDocument/2006/relationships/notesSlide" Target="/ppt/notesSlides/notesSlide4.xml" Id="R5703e41fa3e549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e9a1933694547" /><Relationship Type="http://schemas.openxmlformats.org/officeDocument/2006/relationships/notesSlide" Target="/ppt/notesSlides/notesSlide5.xml" Id="Re2d386963a9145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48a7f35574442" /><Relationship Type="http://schemas.openxmlformats.org/officeDocument/2006/relationships/notesSlide" Target="/ppt/notesSlides/notesSlide6.xml" Id="R7691e63ae8c44c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c236c3556413b" /><Relationship Type="http://schemas.openxmlformats.org/officeDocument/2006/relationships/image" Target="/ppt/media/image.png" Id="R65c2a987f6b74a21" /><Relationship Type="http://schemas.openxmlformats.org/officeDocument/2006/relationships/notesSlide" Target="/ppt/notesSlides/notesSlide7.xml" Id="R09d8c015c90c41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8c96870e542da" /><Relationship Type="http://schemas.openxmlformats.org/officeDocument/2006/relationships/notesSlide" Target="/ppt/notesSlides/notesSlide8.xml" Id="Rf57b6db6261d41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c7a39e19874d2f" /><Relationship Type="http://schemas.openxmlformats.org/officeDocument/2006/relationships/notesSlide" Target="/ppt/notesSlides/notesSlide9.xml" Id="Reaa02a35078b4f3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b1dc8124a24ef4" /><Relationship Type="http://schemas.openxmlformats.org/officeDocument/2006/relationships/notesSlide" Target="/ppt/notesSlides/notesSlide10.xml" Id="Raed93b3e90d4493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270ad0b2f4aaf" /><Relationship Type="http://schemas.openxmlformats.org/officeDocument/2006/relationships/notesSlide" Target="/ppt/notesSlides/notesSlide11.xml" Id="Rfd3dbbba6a894e7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1d5319db034bff" /><Relationship Type="http://schemas.openxmlformats.org/officeDocument/2006/relationships/notesSlide" Target="/ppt/notesSlides/notesSlide12.xml" Id="R2862091cef8042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587028-1B6B-4354-A618-C303C1BC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AB4CAE-2B63-4889-BEE5-D13A91B5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A62F17-FC93-4E27-9CB9-5D14BDBC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F47531-9C44-42B3-8817-FEB61F8D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49B95A-2260-459A-9E14-C52415E7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Determine the value of each digit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F7B92D-57CC-46C0-B138-399B6AF8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D14D2B-043D-45EE-B051-E80F466B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72389E-E3DF-4FA4-8A2A-CC4A0A12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772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identify and explain the value of digits in numbers to 10,000,000.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A8A811-8B59-4D49-9915-19FCD274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86F3AC-E81B-4EA7-A2A7-BD48EA55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Place value chart to ten million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881966-9791-4A48-AD3F-478CA605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18901680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C1932D-DFDB-4F95-8CAB-F55DBE50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2E8B2E-D37D-4EF4-BC69-1F61C639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0C5D8F-9E06-45B4-9674-66B5058E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4663D-33EF-478B-B830-3E186761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DF5178-E014-48D2-95F4-792F8F89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81960-EEFC-4B3D-B536-35CE65F9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2E13C1-2EB6-4914-9EB2-A1189C2C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A1DEE9-8515-4E5D-A22D-9618B776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9E7501-DC5F-44C7-8103-AF3D6DAF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Determine the value of each digit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80D7AA-6E52-4419-824B-EBBA4735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C9181D-BCCF-46B7-9498-CCC73E79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EDAE33-05D2-4848-9F21-69AC6F27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8A8F79-FCAA-4074-A67D-1082DCC6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Read, write, order and compare numbers to 1,000,000 and use negative numbers in familiar contexts.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D81AD2-51AB-4BD1-9FA8-16EA552D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23E666-CA79-48E1-9FDB-156D0243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4E43FE-8ACD-46E7-95B1-1B64F2A7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E213ED-D713-4854-A6FA-A8200317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Partition 5,082,407.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ABFCFF-7797-4C26-883E-DA41748A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52C570-5CBC-4572-BD50-3F32A1DA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06FBBD-B908-4D4E-97AA-A35319C6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9F6EA1-8BC9-44DC-9C34-D97ADED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What is the value of 3 in 8,364,219?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88AA07-45A3-4EEF-97C2-5EBE1D0D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66359190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53D51D-5BB0-4D66-B3A5-65D753BF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098D27-876B-40CB-BFE4-BE30B2A1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96C0AA-DE79-41D0-B3BD-E5816606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0B439-6F8D-4F29-80F0-9B5EAE26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937CC6-B139-45DF-BB47-311C2EA7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E77808-29E0-4B50-83B8-546F810D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338E42-F960-4829-A12A-A4B56A33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2827EB-E2A7-49EC-AE48-0B8C6323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BF1024-3B76-47B9-9EB0-52D69D3A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Determine the value of each digit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E0638B-8CB6-4F75-99F3-46D9075F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identify and explain the value of digits in numbers to 10,000,000.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EB922A-45F8-4DB5-B2BE-61F4A700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5DA575-9440-4ED5-8978-1775A88A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Read the number in three-digit periods from left to right.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BE7003-F34E-44F3-8586-060AA152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Record each digit in the correct place-value column.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9CC055-61F0-4A2E-88CB-5957D90A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Check the value of every zero and compare from the greatest place.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B52286-3C99-4401-8953-73D3569F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million  |  place value  |  digit  |  partition  |  compare  |  negative</a:t>
            </a:r>
          </a:p>
        </p:txBody>
      </p:sp>
    </p:spTree>
    <p:extLst>
      <p:ext uri="{BB962C8B-B14F-4D97-AF65-F5344CB8AC3E}">
        <p14:creationId xmlns:p14="http://schemas.microsoft.com/office/powerpoint/2010/main" val="113488797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992D36-EE4C-4CCC-825E-E7D67A86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15816F-29C0-427E-97BD-75F30CED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E834E-3685-445A-8AF1-589052E9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D528CB-673D-41D1-B3A9-79944245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B77765-EEA4-4C9C-A972-0C309C07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85A598-6BB2-421B-A08C-F6C54C5F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3EAF2-5632-4871-8F87-FD7EB827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0A4502-95CE-4F48-8C06-983973FF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D46163-CD0A-4CC5-94AE-287E25FC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Determine the value of each digit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EBCB0D-AFDA-4E25-912D-D010B06F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is the value of 3 in 8,364,219?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6FE9D7-B97D-488F-A64A-71AA9171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408005-C217-4659-BB67-C96DB271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83766C-7C77-466D-A953-1FB9369F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8,364,219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93A651-3AC7-485B-AAAD-EBC73469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B78D8A-A0B7-4B9C-A519-6AC6F189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56C0B1-3C8D-456F-B8B2-45E1DBA6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3 is in the hundred-thousands column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55D25D-6FA0-479D-B504-CA7E87B6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5757E5-1F27-4AF7-A2D8-07C28E7F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DC6414-B379-48DE-8D87-EBBCF0DC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3 × 100,000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983694-1F3D-4F9D-96D6-35F569D9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489D8F-22D4-4715-8331-DC9A27B8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4D0B28-A716-433E-94A6-7E558F9D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300,000</a:t>
            </a:r>
          </a:p>
        </p:txBody>
      </p:sp>
    </p:spTree>
    <p:extLst>
      <p:ext uri="{BB962C8B-B14F-4D97-AF65-F5344CB8AC3E}">
        <p14:creationId xmlns:p14="http://schemas.microsoft.com/office/powerpoint/2010/main" val="176915182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4EEF28-E930-4916-87E7-698B6C80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94BCF-4476-4436-B8FB-F138357E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659D9A-0E80-4701-9033-5EF2925E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1606A8-5A3D-4B98-B86B-C601EAB3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0C2A0-70D0-4560-898D-6EA3C4C2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BDB084-2EAA-4486-A8A2-A7BBBDFB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6BB0E6-5F2B-42C9-AE4F-A96EC89C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44EA38-D58A-4ABA-B295-7B6E08A3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5188F8-5AA0-4246-BC02-7E06D0D2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Determine the value of each digit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49BA8B-D6CE-440C-B668-A050CA53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2EEA1D-3D53-4B38-B710-3D50DA01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300,000.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ACCFBA-5904-487A-8E31-5C03A830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8F6CD1-74F5-4836-9CBB-0AACC3C9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Check the value of every zero and compare from the greatest place.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3B581C-609F-4B60-8FFE-9E4F919B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102911047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C5B521-BA04-4255-BCE3-714897CF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14FD8-C06C-4AA9-A875-DA9C16F6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B21F7C-0B6D-4715-9202-9B29D2FB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5201B4-A67E-4BB5-89D2-CC87C521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19483E-315B-4377-B5A6-AA2C32AC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D6F9F7-49DB-41A1-B60B-F4CF84A8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CEBED-1AE5-4310-87EE-7C820435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340836-ED36-4C62-AFE3-C68FDC6A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0EA00A-0697-4BC4-85F1-3A05EB22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Determine the value of each digit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FD8CB-7721-4EA0-B7C7-87EC210A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Partition 5,082,407.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9D0830-5822-4253-879D-8DF5B688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F67E74-CB48-42FA-8FE0-C59FCA44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2C74C9-95BA-4450-9255-92029816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112673-061C-4B63-AF74-89EEC8B6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C6FFE7-B82E-4E91-9D84-F60B44DB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5,000,000 + 80,000 + 2,000 + 400 + 7.</a:t>
            </a:r>
          </a:p>
        </p:txBody>
      </p:sp>
    </p:spTree>
    <p:extLst>
      <p:ext uri="{BB962C8B-B14F-4D97-AF65-F5344CB8AC3E}">
        <p14:creationId xmlns:p14="http://schemas.microsoft.com/office/powerpoint/2010/main" val="199481606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57553A-9835-488B-AE42-9DE4E25A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AE9DC1-2657-47F7-B158-DFAC2446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77C025-FC52-461E-B707-1DA0FE84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E56ABF-0957-440E-B089-80B421D1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DB5D47-DF8E-43F6-8D4E-6508F3AE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31F1B8-4B3E-4CAD-B989-3B31B1AB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5BAD8-2917-4176-B27E-43CA287D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5F417F-4AF4-4BF5-9E33-AD51E73E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D05B25-2691-4D24-8EA7-821A2061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Determine the value of each digit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c2a987f6b74a21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DE7C12-8E98-4469-87C7-D924821D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37872B-9992-4660-ACD3-8FCEF4AA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says the 8 in 5,082,407 is worth 8,000.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9D9E16-5B6C-4718-AD25-C9C63791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95FE9B-5518-4837-979C-FA7E4C7C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750C2D-9B5E-4946-AFA2-B88CD9F4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The 8 sits in the ten-thousands column, so it is worth 80,000.</a:t>
            </a:r>
          </a:p>
        </p:txBody>
      </p:sp>
    </p:spTree>
    <p:extLst>
      <p:ext uri="{BB962C8B-B14F-4D97-AF65-F5344CB8AC3E}">
        <p14:creationId xmlns:p14="http://schemas.microsoft.com/office/powerpoint/2010/main" val="207142230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DE14E7-601C-4981-85AE-F62902BC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34CD7-6C36-401B-9957-175EDFB6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45ED13-5913-471A-8473-1402464E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4F2964-7F8B-4827-B0A6-BC5B3D02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B49D2E-88CE-4ADC-8C83-B49B0BF1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A12A83-1B96-4F38-883A-36B63CE6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E00FD2-A722-4CD5-B866-DDFBA9CE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8E53C-1246-4249-AC1B-B51A1597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46742-7F61-4A07-876F-D407F89C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Determine the value of each digit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7037DA-084D-4852-8576-E1CD71DC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409D01-00D2-47E1-AB43-18011227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07FAEC-5350-4CA5-94DD-90A3E175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D6C8A2-A777-4885-A71C-E3897C07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Partition 5,082,407.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271019-C436-44E7-BB35-EE54DC2B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4DC191-AF7F-406A-B383-05AC8C58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B30A71-34F3-4535-91E0-DC18AB87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61D635-3A13-4630-8E5A-9B32E3D0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1F5CFD-B446-43FA-A965-23545479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758F04-7084-4399-B671-A76206DD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71D608-989E-46A3-AE94-4D3C5626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5C016C-D879-48A3-92FD-08FA49A0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5,000,000 + 80,000 + 2,000 + 400 + 7.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C9B6E9-0CCD-4CFA-A2AE-88EBBE60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47887107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5268F8-4657-403F-AAE7-6A45E8DC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57533E-7B8B-4817-A1AB-E56A0B1B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01C9B-F157-4F34-A73E-F8C7BB8A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D6904D-34BE-445B-BD0A-7E9F1237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B937C5-E6DD-4298-9854-577C0FC0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69E502-546C-43A5-BEDE-EA56833A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C99509-18EC-46E0-B9CA-D6291A67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0AA3E6-6DC5-4AF6-9B42-894BA525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82EEE7-D7EF-4136-A1A7-7FD4F4C0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Determine the value of each digit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FECB5-6B73-47D4-9E72-EFEF194B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F173B8-E21F-4866-949B-1A72181C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1E6965-2058-403F-9982-DEF5585D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3177CB-1D0B-49FB-A87B-CE7DAB2E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is the value of 7 in 4,271,650?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19F2AB-CEAE-42C4-9643-F44AB04E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DDC997-DEEC-4DA1-A2F5-2FB1E79D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B198CC-256A-4D6B-8019-01FF80A3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171307-0985-4253-97C4-DECDEC6D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A96B0C-A8E7-4AA0-A955-E2C92763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9C88F6-2815-4CA1-91B2-CB52B00F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0F6C1A-0999-4CA4-93FA-0523BE85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B09097-C95D-41D4-AB55-6B1B33A4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181859074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4C2F51-C008-447A-853E-9A4DDCA5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03F24-5966-4427-9C01-B859F5FC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5B7C0A-5795-4848-A5C9-0924A66E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B26EAA-ACCF-439D-9A0D-6B1A9A08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DA61A-123E-4807-8D92-C3795874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4471BE-59B3-4B84-A7B0-5F16C051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B0286-3FE3-4719-B6D9-E967B892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F32DC-E80F-40CD-993F-67904A11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F20442-801A-483A-81B6-3A025E64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Determine the value of each digit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A693EC-039D-4576-ADD9-970B91B6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number has 6 millions, 4 ten-thousands, 9 hundreds and 2 ones. What is it?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C6FB81-3320-4124-A973-DDC8B0C2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6F5916-A92E-4DFA-9090-49453467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BECEFC-5AE6-4014-9BD1-CB157986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6,040,902.</a:t>
            </a:r>
          </a:p>
        </p:txBody>
      </p:sp>
    </p:spTree>
    <p:extLst>
      <p:ext uri="{BB962C8B-B14F-4D97-AF65-F5344CB8AC3E}">
        <p14:creationId xmlns:p14="http://schemas.microsoft.com/office/powerpoint/2010/main" val="99978869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3710DF-92EC-4E8C-A562-A6939246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771621-EEFA-44D8-B005-E53A410A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3F153-3154-450F-9FD2-EE645467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B4D6D7-2F6D-4266-AF94-5FA49A14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C1015-9CD4-4A77-8DC2-E2282529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F75E8-99C4-44D2-A383-7D90BA26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605AD9-1828-478F-A16C-2AF3C52E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B2F3C-8438-4136-AFA1-990E4A70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07A5F2-F9A6-481C-8E97-E4DA967F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Determine the value of each digit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500A1D-351F-411E-B1D9-32D17649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FDEF7F-57C7-486D-AB7A-32A31F94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1AD227-AA23-4D68-82AF-F59C16AC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is the value of 7 in 4,271,650?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E366E0-FA06-419F-B31E-2CFC6482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A5A077-83BD-459F-88DE-824BD3B3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64BF35-C622-4F81-A3DF-7E254C3B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2AA9E2-E180-4B29-9732-61152C44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70,000.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7006F5-9B70-4303-A1ED-E5817696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5F80EC-8F60-41F8-8551-30E4AB67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47479720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EDB18F-4A1C-4300-9DAE-BA3D4296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4BD560-2C8C-4041-94CE-30FC6F3D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134434-6C80-4B39-B8F2-8765D21C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C859CC-814F-44A1-979D-2D83031A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97C4C1-5A09-4686-8E13-206A0F0D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D849B6-3A9D-402C-8197-A506940D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43705D-C39C-4497-A6A5-AF952A8E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7C13CC-E892-4B3D-800A-32E20766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87C318-BF31-45DF-8750-64D8D192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Determine the value of each digit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1A8452-BDB6-479E-B52C-FCA243C5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ED3240-E537-4D91-AF6F-F4FF08E1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62E369-F7F2-44EF-8505-4355D080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F76DF9-029B-48FC-8EB9-265BE66B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is the value of 7 in 4,271,650?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EF837F-CD31-4C8C-8D5D-323CB7BA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D3EF80-4F03-42CA-869A-E64CCE53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3BE2E9-CDFE-49E4-8BB8-F812E7F8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234DC0-7FCB-4F4F-A6AF-1D9390DE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says the 8 in 5,082,407 is worth 8,000.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71395A-9085-4DCA-8CC1-B6720EC2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B523FA-AE2C-4FB0-8A00-026AF7FA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09DC90-D6C5-4BED-B07B-11B59888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0124D4-0BE4-4C84-A01E-B0EC1C82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B741D4-2BC3-4F79-A1BC-23EFE587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178916111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2026-09-09T22:13:25.6640000Z</dcterms:created>
  <dcterms:modified xsi:type="dcterms:W3CDTF">2026-09-09T22:13:25.6640000Z</dcterms:modified>
</coreProperties>
</file>