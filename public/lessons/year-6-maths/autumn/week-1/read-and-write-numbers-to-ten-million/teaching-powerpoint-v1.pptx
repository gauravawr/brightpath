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Eight million, thirty thousand and six. | Read the number in three-digit periods from left to right. | The zero holds the ten-thousands place, so the middle period is four hundred and seven thousand.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Read 6,407,215 aloud and write it in words. Answer: Six million, four hundred and seven thousand, two hundred and fifteen.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Eight million, thirty thousand and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zero holds the ten-thousands place, so the middle period is four hundred and seven thousand.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Eight million, thirty thousand and six..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5,200,019..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1,003,588.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5,200,019.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5,200,019. | The zero holds the ten-thousands place, so the middle period is four hundred and seven thousand.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1A21B30-11C3-46EA-8297-F71BE04AEB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D025FB-9548-4ABB-9424-FFF239518E0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142232C-A2B8-4D2D-A1E4-CD64C85619E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99CABA-F7A2-4CF0-8E1C-A440987C9881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7CEC77-BF4C-4C54-94F5-3CB194E0DBC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DE120AD-6DEB-4E07-8BC5-728BDF33070A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ED5EF0-6C06-435F-8442-E2EB23476AD2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4F7E07-BE35-4DC1-BF9F-AACAB6104571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write numbers up to 10,000,000 accurately.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1DB442-6354-4669-A830-6C4BECD817E8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83105E-B682-4E4B-87AD-5532CEF11CF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96861B-1760-4FA5-A898-E215BFA013A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62945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50A74BD-372F-411C-B586-A2CCE95262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D99A6D-16F0-4A14-BDE4-1EBCDB12C15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76ED1AF-BF37-44F8-9672-E32D3407236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FCDFC6-C9B1-4C9D-A097-D3EEFAC5290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AC9793-86E1-4E50-85F9-C2AE8D8725F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073CBC-979B-49ED-99B4-CDEFCA89685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416B91-001D-4070-8479-F42DDCBD9CE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AAA281-630B-4D36-B98C-87C9BB3997D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1840FC-08BC-4B5E-9768-FBB45C10AF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2F817DA-CCA5-45F1-8908-BBDD5BA8695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3D0DA6-5F19-4184-BE1D-69F11FDB7F2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0771F6-9B38-4027-9924-B56A9742D74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1BEF05-4CF5-4767-B7E6-8ED5D964B6B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EBE50F3-7313-4DD5-AC04-DCF2439D3E5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7065764-4AE0-4F3A-98B7-8002C13976B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CFBC7F-6CA9-4AA0-A6BD-B3816990B56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392E6BE-7EE7-4287-8E28-AE020DA8C83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0392DE-BDF8-4FCD-A793-475126C9AAE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58F0CE-2732-40CC-8C1C-A4B46243363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03E626-0A65-49C2-83BD-61BAB8B16AD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1FA783-64F5-4501-A938-76539943872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Read 6,407,215 aloud and write it in words.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CBFF36-42AE-405E-8534-D4009A2516A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8598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5632EEE-960E-4586-8D8D-A8044CDB78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61B40D-630A-436A-8F1D-67172CF4350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5BE0E8-97AF-4244-8F47-67E0B28440A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FAC656-F586-4665-B96A-99CAEDB92C7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4E4735-5E49-4DA6-B1D3-FDC15C6586D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CA1D37-380F-48BD-957C-5664FEDE2A2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BE8BB-9133-4CF1-AAB2-A6BF227A38C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229DDF-27F2-4A88-9649-7A743B1A3AC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7A2FDA-DA0E-4881-9040-4F2572066C8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D2E324-6C98-411F-A175-D24D8F7CC2A6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write numbers up to 10,000,000 accurately.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8A9959-16ED-4643-AF6F-437761ED0C66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355479-32E2-46D6-BF87-B9353F57080F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44BA7B-6130-4CFE-A440-107B5D7D2740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21169C-0597-4EF6-AAFD-4CB77847319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1C196D2-156B-4297-8164-92E2AFE22406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297813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B92AE1D-B08F-4A4E-BD02-E20378A008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58FE7D-A945-48F1-9650-06BCC74B8B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AB28A2-E1A2-4CA5-B72A-3ADA28DE94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C9F674-4680-42EC-A460-5909267238C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2DCAD6-F021-4B2B-B77B-8A3547C7AFC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D9749D-C7CF-44BC-95F6-B456004E49B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D6B71C-3794-43E6-9505-312A220D123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963125-FE0A-4748-9919-7151820F2A4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9CC15-4AE4-40C3-8894-0CAEFBEA148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ECFCC9-9A14-4216-95A8-8917413B0FB6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6,407,215 aloud and write it in words.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3C264D-AAF7-4400-80A7-359DB9954F7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22D44C-2CC5-4339-91CC-C8900621943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B25161-0739-4B61-AFFF-FCAAE2E3E419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05F098-AC0B-44FB-898A-BBB88B8D693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721291-6434-41A9-8EFE-C2A96F4D2D6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99B613B-931F-4AA2-9EF1-08451307D11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1386107-2557-4284-BBD0-C4A850D6CDFB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8CB7F7-3D37-4BD2-A5BB-BAB164AF6EFE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0E1CA3-A1B8-4D70-AD9F-9078E2D7012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ABBC65-ADC3-4591-ACE6-9413CB4C31A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839B58-4D1F-49DB-A47A-80C56DF1124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F5687-6CAB-417D-8F30-5BCDB9B6F1D8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0464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DEFC4FD-D1BD-4414-BC66-DB231E2196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F34C1D-3F05-4FC8-B2DB-EF64F296F9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45FCD-E3A8-4BD3-967E-589FF722AD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D6E21D-B192-4F65-9955-4C9ED5521DE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4DED2B-6720-4784-8123-03C29FC38E1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6123D0-C50E-44A8-9CB6-6B901479AE0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B700FC-52D7-4EC6-BEB8-9A62A86189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365D39-F7B6-477A-882C-AC71F2FF2FA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48F513-C9CC-4378-B332-792E8D85515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CF062D-4938-46D5-9C17-DD5FF92A942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80C042-8BB1-4F86-A87F-1B7678D692ED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Six million, four hundred and seven thousand, two hundred and fifteen.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F1458-9897-4890-A7A2-5A9BF0B4C2D1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8F26A5-8C67-433C-86C4-CE59340C8EA4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815595-BE45-49E4-A7B3-8363C2982D2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493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0F24A31-4207-4614-9753-EF3A7064D2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03EF23-F7BB-4F9C-B313-17D96D68F19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7854F96-1A07-4344-9AC4-E7E212BA552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BF960D-56D5-4951-BBB7-F4C2E6DC9E9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C0BD35-8A0C-4893-8107-2AAE8C392E7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C95933-E59D-4FB6-B8B8-5BF15C1DE07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2CA4F0-65F6-4C65-B8EF-0F9151BCDD4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C731D8-0BFB-485A-8A16-9DC459ACC35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F1F9A7-DAFA-49D4-BDC7-1020C4BECBF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ED4D62-F8AA-4C47-99F3-E6950F95B29F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4C933F-F3BF-4256-B2AC-D4DD11721CA8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274F1E-4881-4614-891C-6A6DE0347FF6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F61096-1DAB-4ACB-BA34-ACFBE9E6905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344D5-9471-4806-9173-3DFF046ADCF7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2A4DD1-D8BE-47DB-9F6F-6068413D21E0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Eight million, thirty thousand and six.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814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5BCDD56-1E27-433D-8CFD-7F0449B9F0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8056B4-46DA-49CC-8766-0AD3812A96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E2729DE-F624-465E-90C6-77FEFE51157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5D8785-BD77-4EC7-AF86-77CDBACC68E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FAD2D4-8C28-47D1-96F2-37A5435A938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60AEED-7434-4B98-904B-3F2D61F37CD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1973EB-A658-4D6D-9A93-E7928FC6022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187E6-CEB3-4541-9E24-146744F6F4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6499A5-BB73-47A3-8332-5F823C2F02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AACC4FB-6D2E-4D38-81C7-D12E78F05FED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433296-FD06-4537-8C4C-386C02139C38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reads 6,407,215 as six million, forty-seven thousand, two hundred and fifteen.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059B79-9CF5-42DC-BBEB-DB04FEDE4A6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D1F427-1A6B-4668-B17E-6F684F1238A7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014FB4-4EF6-4E2E-89AC-3897F209173A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zero holds the ten-thousands place, so the middle period is four hundred and seven thousand.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7524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CC21CFB-97CD-4321-8780-FA2CDBE5C2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8100B2-B753-47BA-BA6B-B668E7FB25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E146235-19DE-4D33-A8ED-C9B616A8E13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B34ADA-2C97-4F53-96B4-49A9F52ED16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381B7A-6828-47E8-A44C-0235EF5D127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59712F-4086-401C-9D12-7D4AEFBD6FF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DAB862-E819-4276-8276-D61C1DEDBC4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A1F481-B426-44EC-B793-14721864536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EEEC6B-39A8-4562-BD45-4D1D9BAB7A3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E8949DF-0612-4E40-A40E-3A22F9FB627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8448829-5846-47F2-BFCF-A8A616D8FB0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E45980-A334-4F5B-A992-C2E2A7D9FC7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B07307-2962-46ED-954C-653B6B20A59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BA4A08-DE7D-401E-A85E-2000CB87C92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585262E-ADB6-430C-B54A-C3AC66D7D3D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0D6A38-A2B7-4A79-B7F6-8100288200E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5DA405-C1F9-48AD-98F6-D72704A8B71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214E60-5574-437C-825F-4C835483EC0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270EE9A-2725-48A0-8C5D-0F333BE37D9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0E65DB-2EDB-40E3-9CD4-6B2B499524C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4C8254-238B-4418-90B0-E5AC95CA684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Eight million, thirty thousand and six.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F43E88-16D3-4E70-B384-945DCA25E97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099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62D8DEB-7573-46C9-8092-DC13A84118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3036B3-D552-4059-9943-00D7FBC36E9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115D077-FEB4-4D8E-8553-73A12B5C5D7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5428EE-6ED4-497E-BBDE-B7AA0A95819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FAE0C0-AC5B-46A4-95CE-CB68B1C1F78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04B921-97D6-4C05-BEE4-862037779FF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33314F-CB0D-42AE-9FE4-221D2C8F03D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1ACB06-6529-42E3-BD2E-53AC03D6AC1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548692-C137-47E8-BFD2-E6B5EAE8EED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7F15303-D68C-48F9-9AB8-D48628009DC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19F592E-5333-4653-8192-558A6A3941B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B79448-911F-4671-A94D-CB8E56CA525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74A44D-DA59-4DB1-97A0-41082BA0122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60FCB72-BAD1-4FF1-AF85-D9F1F79AB22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33CBBD5-DB8D-442F-9F78-BC45E78E91A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787420-E83D-4D77-88D3-08AE24A2451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B5B5979-232B-4540-9C5D-5E828730B42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1A121B9-F9C7-4F61-AD19-1E7B7BAC518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30310DD-FC91-4EC4-8AAA-EA7C5762462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BBC016-8898-4ADE-9D0F-8E7719D238C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896F96-E2D8-4D6F-AD2F-79F19B2C563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4006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9900CAE-448F-4D54-9791-9BB741A828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8A3244-9C17-4BCF-B5C6-8AE823E5BDC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2DBC89B-AEC0-417E-8636-71D3E103F4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6A364D-F5F1-4EC2-9C88-2EE1359652F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1C0B35-DE46-4213-BE21-F46E9B99D59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66639E-7DFC-4E8A-9D67-2709A45899F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6E45F0-47E7-4354-99BE-F9E9EF8F31E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69C14C-E9C1-4591-82BF-CC43F6C7B41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85ADC6-A34E-41E5-86CC-E5B7046EE0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CF09B6-CDBB-4A4B-863F-12B69879024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8, 8, 0, 0, 3, 1 and 5 once each to make the smallest seven-digit number.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0A9A05-5D59-469D-BDBB-EB35686F9BBE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80A30B-1ADD-4FAC-BB3C-361684623A3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6DD8AE-BCA8-42D8-A42C-7BAC315A27A4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1,003,588.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191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4063B44-1556-40CC-9694-F52188848D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EEBEB2-8AE5-46B3-B6C6-ACC2E4110E7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5C16ED5-B108-4883-BCB6-3A106BD8F0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53B303-8FC5-48FB-804E-5541CA77408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BEDFE0-C91B-4937-A498-21988C82E8B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A451EE-01E2-4302-828C-0AAB592583C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C134B1-B40C-443F-8408-C88859C02D2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D21DE1-A588-45F3-A88E-E6210E0A969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90099E-2C83-4973-9CF7-58D973A0E8D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96F61A-714F-4618-8B2D-5AF9760DADB0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6EA507-2066-4576-89FF-7DB17981E070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139A2-DAFB-4402-891A-86CCEC3834E8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B3234C-FC0E-41E6-A8F2-6DC9F1B32C5F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EBEA3F-913A-42A0-8BF4-EBF7BD8B55ED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B837B76-65C7-4DBC-A2BE-64746AC3E006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F9FBE2-491B-4BAE-BEEF-18E2D20AE470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5,200,019.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2E9B8F-D5D8-4675-BF1B-1A826512F8FF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2F8A86-B2D1-4CAC-8D2C-049A64F83789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43536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15835D3-8710-4327-9D63-0E231918FA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4906E5-2A31-4183-ABE9-5C66069AF1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D422EDE-0D0A-496B-ABD7-C39306EC47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4F668B-5E9D-4FDE-9449-4EC7972182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931FC8-CD9A-4100-A351-96C72D6829F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44EC5A-682D-4E8D-83D4-FD313A6153B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0A771D-AA5D-4A7C-8969-86FBB2714D2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8384C2-DF81-433A-B199-82E5689F9A7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70EE4D-BC32-4E45-A596-54558DF077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EC0E998-81B1-49C3-9887-081BD7D5557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036DFF-DECC-4492-8763-752461E080F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C6C74A-3287-4990-B386-8AFAAB58D69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18872B-9F21-4151-952F-C683FE3CFF1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2160B0B-986C-44A8-9906-65E1958FE16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18D9094-A2F1-489A-ACE1-9706DC3A56B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7931B4-CB4A-4BCF-94F2-921C8C19B81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F1000C-3227-4874-A3AF-C9ED3CA8E52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reads 6,407,215 as six million, forty-seven thousand, two hundred and fifteen.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02C22D8-E371-437B-B9C5-0BADE971F4E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0281C8-0FFB-4B11-B8A8-20B69D66573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5ADBA2-9BBA-4779-BBAF-79BFB2D26B5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2C5F54-36AA-456C-909D-D18E46AFE2D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B4F10F-6643-41A8-A0E0-8C8A7DBC5A4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67272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1249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2026-09-09T10:55:44Z</dcterms:created>
  <dcterms:modified xsi:type="dcterms:W3CDTF">2026-09-09T10:58:35Z</dcterms:modified>
</cp:coreProperties>
</file>