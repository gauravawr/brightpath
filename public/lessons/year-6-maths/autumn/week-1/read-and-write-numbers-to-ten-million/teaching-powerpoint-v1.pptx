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689228042a4385" /><Relationship Type="http://schemas.openxmlformats.org/officeDocument/2006/relationships/extended-properties" Target="/docProps/app.xml" Id="Re23e463eff9f4620" /><Relationship Type="http://schemas.openxmlformats.org/officeDocument/2006/relationships/officeDocument" Target="/ppt/presentation.xml" Id="Rcb42c1dbcd274e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600d507b474021"/>
  </p:sldMasterIdLst>
  <p:notesMasterIdLst>
    <p:notesMasterId xmlns:r="http://schemas.openxmlformats.org/officeDocument/2006/relationships" r:id="Rf43edf4fdd704bc3"/>
  </p:notesMasterIdLst>
  <p:sldIdLst>
    <p:sldId xmlns:r="http://schemas.openxmlformats.org/officeDocument/2006/relationships" id="256" r:id="Rb633820ef92e436c"/>
    <p:sldId xmlns:r="http://schemas.openxmlformats.org/officeDocument/2006/relationships" id="257" r:id="R90229101c3454ca9"/>
    <p:sldId xmlns:r="http://schemas.openxmlformats.org/officeDocument/2006/relationships" id="258" r:id="R6025b7c640094092"/>
    <p:sldId xmlns:r="http://schemas.openxmlformats.org/officeDocument/2006/relationships" id="259" r:id="R189dbbb836654264"/>
    <p:sldId xmlns:r="http://schemas.openxmlformats.org/officeDocument/2006/relationships" id="260" r:id="Re59ddbaf61f84777"/>
    <p:sldId xmlns:r="http://schemas.openxmlformats.org/officeDocument/2006/relationships" id="261" r:id="Rb3cf85be90a443c6"/>
    <p:sldId xmlns:r="http://schemas.openxmlformats.org/officeDocument/2006/relationships" id="262" r:id="R3f0b77a2964e4a2c"/>
    <p:sldId xmlns:r="http://schemas.openxmlformats.org/officeDocument/2006/relationships" id="263" r:id="Rbe9d8c0b75ca4a92"/>
    <p:sldId xmlns:r="http://schemas.openxmlformats.org/officeDocument/2006/relationships" id="264" r:id="Rc13912d06bcb42c5"/>
    <p:sldId xmlns:r="http://schemas.openxmlformats.org/officeDocument/2006/relationships" id="265" r:id="R01627e055619456d"/>
    <p:sldId xmlns:r="http://schemas.openxmlformats.org/officeDocument/2006/relationships" id="266" r:id="R81c6f3f3a8f54691"/>
    <p:sldId xmlns:r="http://schemas.openxmlformats.org/officeDocument/2006/relationships" id="267" r:id="Rb3ecc421316c4d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d2e17931e24fe1" /><Relationship Type="http://schemas.openxmlformats.org/officeDocument/2006/relationships/slideMaster" Target="/ppt/slideMasters/slideMaster1.xml" Id="Ref600d507b474021" /><Relationship Type="http://schemas.openxmlformats.org/officeDocument/2006/relationships/notesMaster" Target="/ppt/notesMasters/notesMaster1.xml" Id="Rf43edf4fdd704bc3" /><Relationship Type="http://schemas.openxmlformats.org/officeDocument/2006/relationships/presProps" Target="/ppt/presProps.xml" Id="Rcb3601168d804281" /><Relationship Type="http://schemas.openxmlformats.org/officeDocument/2006/relationships/tableStyles" Target="/ppt/tableStyles.xml" Id="Rfd0871c0f7d44385" /><Relationship Type="http://schemas.openxmlformats.org/officeDocument/2006/relationships/slide" Target="/ppt/slides/slide1.xml" Id="Rb633820ef92e436c" /><Relationship Type="http://schemas.openxmlformats.org/officeDocument/2006/relationships/slide" Target="/ppt/slides/slide2.xml" Id="R90229101c3454ca9" /><Relationship Type="http://schemas.openxmlformats.org/officeDocument/2006/relationships/slide" Target="/ppt/slides/slide3.xml" Id="R6025b7c640094092" /><Relationship Type="http://schemas.openxmlformats.org/officeDocument/2006/relationships/slide" Target="/ppt/slides/slide4.xml" Id="R189dbbb836654264" /><Relationship Type="http://schemas.openxmlformats.org/officeDocument/2006/relationships/slide" Target="/ppt/slides/slide5.xml" Id="Re59ddbaf61f84777" /><Relationship Type="http://schemas.openxmlformats.org/officeDocument/2006/relationships/slide" Target="/ppt/slides/slide6.xml" Id="Rb3cf85be90a443c6" /><Relationship Type="http://schemas.openxmlformats.org/officeDocument/2006/relationships/slide" Target="/ppt/slides/slide7.xml" Id="R3f0b77a2964e4a2c" /><Relationship Type="http://schemas.openxmlformats.org/officeDocument/2006/relationships/slide" Target="/ppt/slides/slide8.xml" Id="Rbe9d8c0b75ca4a92" /><Relationship Type="http://schemas.openxmlformats.org/officeDocument/2006/relationships/slide" Target="/ppt/slides/slide9.xml" Id="Rc13912d06bcb42c5" /><Relationship Type="http://schemas.openxmlformats.org/officeDocument/2006/relationships/slide" Target="/ppt/slides/slide10.xml" Id="R01627e055619456d" /><Relationship Type="http://schemas.openxmlformats.org/officeDocument/2006/relationships/slide" Target="/ppt/slides/slide11.xml" Id="R81c6f3f3a8f54691" /><Relationship Type="http://schemas.openxmlformats.org/officeDocument/2006/relationships/slide" Target="/ppt/slides/slide12.xml" Id="Rb3ecc421316c4d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a0088ebc814b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0f066cf07143b3" /><Relationship Type="http://schemas.openxmlformats.org/officeDocument/2006/relationships/notesMaster" Target="/ppt/notesMasters/notesMaster1.xml" Id="R1d868fa43f114d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2f70fb7df64d81" /><Relationship Type="http://schemas.openxmlformats.org/officeDocument/2006/relationships/notesMaster" Target="/ppt/notesMasters/notesMaster1.xml" Id="R178436b6254547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aa18efc13240d0" /><Relationship Type="http://schemas.openxmlformats.org/officeDocument/2006/relationships/notesMaster" Target="/ppt/notesMasters/notesMaster1.xml" Id="Rb0db19aea9cd4a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22d795cf704034" /><Relationship Type="http://schemas.openxmlformats.org/officeDocument/2006/relationships/notesMaster" Target="/ppt/notesMasters/notesMaster1.xml" Id="Re8205db659714b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5c8d51ef5548c0" /><Relationship Type="http://schemas.openxmlformats.org/officeDocument/2006/relationships/notesMaster" Target="/ppt/notesMasters/notesMaster1.xml" Id="R652e174df61540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c755abd7a145b1" /><Relationship Type="http://schemas.openxmlformats.org/officeDocument/2006/relationships/notesMaster" Target="/ppt/notesMasters/notesMaster1.xml" Id="Rbaa80b2b553e47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54e9790d1c4b7a" /><Relationship Type="http://schemas.openxmlformats.org/officeDocument/2006/relationships/notesMaster" Target="/ppt/notesMasters/notesMaster1.xml" Id="R2afb071edeeb42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75e33d973e490b" /><Relationship Type="http://schemas.openxmlformats.org/officeDocument/2006/relationships/notesMaster" Target="/ppt/notesMasters/notesMaster1.xml" Id="Rc2159e7677c549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f9a8d8591e4a8a" /><Relationship Type="http://schemas.openxmlformats.org/officeDocument/2006/relationships/notesMaster" Target="/ppt/notesMasters/notesMaster1.xml" Id="Ra2c1336cbf1e4f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16cd708f4c44c0" /><Relationship Type="http://schemas.openxmlformats.org/officeDocument/2006/relationships/notesMaster" Target="/ppt/notesMasters/notesMaster1.xml" Id="Redc2f60227f44e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9356f490d24cd2" /><Relationship Type="http://schemas.openxmlformats.org/officeDocument/2006/relationships/notesMaster" Target="/ppt/notesMasters/notesMaster1.xml" Id="Rd3c88696fa0946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ba511fe7d2c4cb7" /><Relationship Type="http://schemas.openxmlformats.org/officeDocument/2006/relationships/notesMaster" Target="/ppt/notesMasters/notesMaster1.xml" Id="R112fd1050c0546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Eight million, thirty thousand and six. | Read the number in three-digit periods from left to right. |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Six million, four hundred and seven thousand, two hundred and fifteen.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Eight million, thirty thousand and six.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Eight million, thirty thousand and six..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5,200,019..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1,003,588.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5,200,019.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5,200,019. | The zero holds the ten-thousands place, so the middle period is four hundred and seven thousand.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084f90594041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2c43479f0d4360" /><Relationship Type="http://schemas.openxmlformats.org/officeDocument/2006/relationships/slideLayout" Target="/ppt/slideLayouts/slideLayout1.xml" Id="R658dcea41f3d4a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8dcea41f3d4a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e058d7e4948de" /><Relationship Type="http://schemas.openxmlformats.org/officeDocument/2006/relationships/notesSlide" Target="/ppt/notesSlides/notesSlide1.xml" Id="R1a7f6b29b5a74c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7ec5e15f842bf" /><Relationship Type="http://schemas.openxmlformats.org/officeDocument/2006/relationships/notesSlide" Target="/ppt/notesSlides/notesSlide2.xml" Id="Rfa409aff29444a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4005d4e714759" /><Relationship Type="http://schemas.openxmlformats.org/officeDocument/2006/relationships/notesSlide" Target="/ppt/notesSlides/notesSlide3.xml" Id="R6665389b570540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4e9b2b57d411e" /><Relationship Type="http://schemas.openxmlformats.org/officeDocument/2006/relationships/notesSlide" Target="/ppt/notesSlides/notesSlide4.xml" Id="Rec1370bde83c42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dbeb5b1fb4d6b" /><Relationship Type="http://schemas.openxmlformats.org/officeDocument/2006/relationships/notesSlide" Target="/ppt/notesSlides/notesSlide5.xml" Id="R9f8a6bc525d242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0ba18fd3648f9" /><Relationship Type="http://schemas.openxmlformats.org/officeDocument/2006/relationships/notesSlide" Target="/ppt/notesSlides/notesSlide6.xml" Id="R4129eb3334a04a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2261f88b0465b" /><Relationship Type="http://schemas.openxmlformats.org/officeDocument/2006/relationships/image" Target="/ppt/media/image.png" Id="R074248dcc4154ea0" /><Relationship Type="http://schemas.openxmlformats.org/officeDocument/2006/relationships/notesSlide" Target="/ppt/notesSlides/notesSlide7.xml" Id="R52394cca35e543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35235ebff4e4e" /><Relationship Type="http://schemas.openxmlformats.org/officeDocument/2006/relationships/notesSlide" Target="/ppt/notesSlides/notesSlide8.xml" Id="R526d945782d247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44be740634c0b" /><Relationship Type="http://schemas.openxmlformats.org/officeDocument/2006/relationships/notesSlide" Target="/ppt/notesSlides/notesSlide9.xml" Id="Rc94dfa97e67443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ce32c0572400a" /><Relationship Type="http://schemas.openxmlformats.org/officeDocument/2006/relationships/notesSlide" Target="/ppt/notesSlides/notesSlide10.xml" Id="R0ce3586cff484c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ce44a04224360" /><Relationship Type="http://schemas.openxmlformats.org/officeDocument/2006/relationships/notesSlide" Target="/ppt/notesSlides/notesSlide11.xml" Id="Rddc07644cb0f41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e561ab8ea4dd7" /><Relationship Type="http://schemas.openxmlformats.org/officeDocument/2006/relationships/notesSlide" Target="/ppt/notesSlides/notesSlide12.xml" Id="Rb2f9751ca7b845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71C67-1D53-4013-9AB6-6022ED5F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FD622-D859-4F8B-9427-9574B795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70AE6-8AEE-49C3-A556-E94F6955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9C540-6C2D-4C25-8583-3EF7F3FF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659E2-74E4-4E06-BF34-BDCAEE3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8BBB6-1D19-4E03-BDE2-4D7B3BBD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6EB7D-34D5-4383-B3FC-8217AE3F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EABB-3048-4585-8365-008EEE99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0B438-1DB1-4B6E-83EA-8267CCD8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F2E94-ECA1-4982-8B04-758CDAFD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B0F2B-5336-443E-A0B7-717917B2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224317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CAF005-6003-49F4-8DE2-174F5B89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3F2E7-C977-4525-9364-BEE0D49C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42591-C7C8-408A-BB5E-8004E541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ED194-DB1B-43C3-BE16-E6E72904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EEF17-0AA3-4AC5-9030-7103FA5E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67E2F-6144-45A4-A880-8437F958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40A27C-3785-4876-82F7-F51A066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8D0AD-A10C-4B16-B358-16013718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73FBE-EE9C-409F-8869-F0FB5729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3B293-E9A4-4A79-BACE-FCE96D32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50135-875C-4F87-B357-DE8259D3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02D05D-09E4-4FE6-8861-71D60400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9324A-ABF2-4394-9490-5C38F772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B9D874-9F1D-4A83-A1F5-4323E50E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F1CED3-2BD2-4DD7-9A18-58E8F40B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4F2684-0BCF-4602-99E1-94177408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92C8AF-5F12-4FB6-A1E3-4D73DF75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369C8-F03B-411D-9D68-15E2321E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BAA428-1EEE-47FA-B25D-BF23917E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ECBEC0-7786-4EB6-B9A5-829BA73F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6BCC6-3A4F-4F99-B399-5E865E87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Read 6,407,215 aloud and write it in words.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CDEA5F-9A34-4047-B4DE-10DC7AB1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427019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C4D725-5080-4E50-8D35-A76DCD4B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D28C1-85FE-4853-B8D8-BED3E244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BE8109-59C3-418B-A7F6-73C98AC2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912E7-9FBE-479D-8800-EF26A96E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E96357-8403-4B41-B917-026F9B9D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81249-FD34-4A57-9065-5081160C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E2498-6C57-4709-A1D7-3ACCA7D7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DDCB0-E797-4087-B3FC-10B25E05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70CC29-4D75-4BDC-B28C-356A6C49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A2EBB-B49D-4C2B-A225-A3170CBB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05004-288F-49B2-B376-4F29DD0A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3EFB7-A7F5-4FF0-BF8A-4F621BB4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D3B3DC-877F-4C0C-AD15-E53B9162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8D9DB-15BF-42C3-B598-2FD8658A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6AB21-0A16-4B03-AA05-923223B8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3267966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61C167-CE0D-4435-BD73-3AAD04B3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B4818-91A4-45EE-A0CD-C3986B86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3EBFC-8C1F-4347-BCEC-3C94C3E7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0AF61-7499-4A8E-AC69-C9ECD3F0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4CA5D5-3412-41F7-90B8-9257B772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34621-794A-4B77-BDD5-4B954FDD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4C11C-4C6A-4822-AAF0-B09B93A1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54A468-D704-4E32-9297-7F9DF489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4533C-B214-42E5-88CA-92744E93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E79E0E-8C99-4E8F-ABBC-290723E9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6,407,215 aloud and write it in words.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80D57-D74C-460C-9F59-F0323EF1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9DBA2-47EF-40E8-9BCA-7109A0FD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16097-2FAC-46F5-B23B-B5512BCC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6,407,215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43EDA-A9D9-4705-A029-46273433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4CC29-F2AF-4A3D-A24C-231E4F57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E47F5-994C-4B86-8F09-AE09525B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6,000,000 + 400,000 + 7,000 + 200 + 10 + 5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53BEEC-82F9-40DC-8473-5BDA8DD3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C8DBE-66DE-4B5A-8B94-C6E09158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8749F7-A9C7-4939-9209-827FBCB1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 million, 407 thousand, 215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BC77F-C6E8-48A4-9AD7-0B88065C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B8A79F-5C9A-4DB3-A8B6-C5A8AC31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C2CC59-B1FA-4068-99C4-8CF2BED8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Six million, four hundred and seven thousand, two hundred and fifteen</a:t>
            </a:r>
          </a:p>
        </p:txBody>
      </p:sp>
    </p:spTree>
    <p:extLst>
      <p:ext uri="{BB962C8B-B14F-4D97-AF65-F5344CB8AC3E}">
        <p14:creationId xmlns:p14="http://schemas.microsoft.com/office/powerpoint/2010/main" val="10234949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370E5-5B07-4EF4-A660-2B635E45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FAE43-1208-4CE5-B35F-DEC50BD7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35572-7264-4B89-BC61-CCE530E9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CB0BF-2879-41B9-879F-4786FFAA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62F16-8282-4CC5-B105-90FA02E8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69188-A597-4420-A58C-C19B14F0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8B526-90A4-463C-A16E-3EF00E55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58C3F-C205-4D71-96DA-5D062368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A9EB34-8CD8-407B-8892-B3CE4715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4F3149-FD2D-4DD0-9C05-032344D1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92B64-2761-499E-9B84-FAEC1885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Six million, four hundred and seven thousand, two hundred and fifteen.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E66EF-44DC-490A-9533-1AA13891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04AA51-4868-46B8-97A2-A35AC914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8DD31-18EF-40DE-8A5F-39FBD001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793199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9ACE7-CF81-4126-883F-4ABC909D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A5496-6A86-4D8A-81FE-91E9D417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926B3-BE68-4429-81C6-26D08B9E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9A259-3804-41E7-B16C-85A78AD5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D205F-043E-4A5D-A74E-24214C2A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5E3F2A-2A14-45BA-B952-28D874D5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3384A-AAA1-4191-AFEF-C4558716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D6EF3-106E-49FE-970C-E77A1D50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A717D-4E62-4E09-8890-7D584030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6F98D-329B-4B15-9D8B-C0B9C3F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16019-4050-4790-8F3E-8110F451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D832C3-E60F-425C-B1E7-8DB796E4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690947-D04A-4CB6-A940-548263D2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8EAF96-72CC-4D0E-BB20-9714BD06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141C5B-089A-4E6D-AAE8-F404931A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Eight million, thirty thousand and six.</a:t>
            </a:r>
          </a:p>
        </p:txBody>
      </p:sp>
    </p:spTree>
    <p:extLst>
      <p:ext uri="{BB962C8B-B14F-4D97-AF65-F5344CB8AC3E}">
        <p14:creationId xmlns:p14="http://schemas.microsoft.com/office/powerpoint/2010/main" val="15844967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C3AD51-CF6E-484A-BAA2-4485313F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71F2B-2123-4D91-8DCF-D7BEB15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D680D-6898-4622-8CBF-4C85E028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E7BE3-1D43-4D09-8E2C-61BEBB73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8A16B-CB97-4D13-B7B9-70A5D1D5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40782-67B8-4586-A418-013EE330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C67B1E-9F91-4DBF-844C-4BCF8315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16D1A3-EDFE-4C14-98C7-5C5B2710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A0F60-964D-46A5-BD14-147CA772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248dcc4154ea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35EFE-2689-45A9-90E8-BDAF35B1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1DF65-E53A-4514-A21C-EBD11670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6,407,215 as six million, forty-seven thousand, two hundred and fifteen.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1C10D4-D1A0-4455-BE31-567A6882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5114C3-6320-4D29-B8C2-28E0D780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31F56-6529-454A-B749-F885BD47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zero holds the ten-thousands place, so the middle period is four hundred and seven thousand.</a:t>
            </a:r>
          </a:p>
        </p:txBody>
      </p:sp>
    </p:spTree>
    <p:extLst>
      <p:ext uri="{BB962C8B-B14F-4D97-AF65-F5344CB8AC3E}">
        <p14:creationId xmlns:p14="http://schemas.microsoft.com/office/powerpoint/2010/main" val="9993586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E56D74-5DF4-46DC-B1CC-B7DA6595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1D79D3-5FE8-422D-A36E-C32E53AF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C7975-3A7F-47E7-861E-DC57A561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B2582-DFFF-437D-9738-44F688E5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EB1AB-CB30-4A8D-9A73-0D073FC3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2F45-65A9-4F49-9599-285E426D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1250B-2C4A-47CC-B4D4-82E4704E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ABE4CE-F117-45CF-87F8-EC531E53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8AEF6-14B2-4826-A027-FA1411F3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6DFB6-7C9B-4C02-A943-DFAD5BB8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B41F46-6D3D-4426-BA24-DBE5F132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F2A2F-8D2A-43B7-BDAD-B130A77C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2287C-2ACE-48B8-8CB5-9744A610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6871C3-A629-496E-9019-42AB08EF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7A5EF-8D4D-4222-882C-1FEDD19F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DF62A-F86D-4027-9A2C-741B075B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BAB53-010A-42C4-83D4-B49293E8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2DCE8B-24FB-4D8F-B5DB-BCC12AF0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61858F-0F3B-4C72-BF60-76036190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3584C-154A-443E-85D1-5592E914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632B80-6AF0-43BC-93FC-4BC2B2C6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Eight million, thirty thousand and six.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14D442-E371-4B1A-9418-7AB8E7A4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564923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D9E45B-9219-4FD3-892E-64DB9031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10F4E-8947-4723-82FC-A72DB816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3DD74-5586-44A6-9A49-468EE822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65D613-9F20-4BF1-967C-D3478548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ACF98-A684-4684-9CC4-B04B9CAA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9560E-CD17-4639-A074-18321B8B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4B247-D556-486D-80D8-8304439C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4C3BF-3187-46B6-B742-92EC4306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13C35-2F1C-4A92-96CF-EA52D60A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D7081-0DD1-4D19-9E1B-2AFF42DC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9A017-3570-45F1-9949-CCE03D31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4B1698-AC42-4FFA-8CF4-172A6292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71C20F-96CA-4B72-8767-D99DC1BE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87466-1C91-465B-A2AE-B19605B2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4910F-867C-431C-933C-1EAED9D7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8A59C-DC20-4AA0-8AB0-0FDE5BDC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8CD82-EE5F-4007-A818-A1EB24FD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953CDD-8B3B-42EF-96DE-520018F6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E87C9-AA9F-4069-BFA2-DCB65E7F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3E4A9-BD47-471C-9370-94E721FD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9064A4-AA59-41D6-8611-36C6AC0F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659925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7B823-81A7-4613-93FB-49954F26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50E92-7DDF-4E37-AAAB-915000AD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D6E65F-77E2-4034-A697-562A1F2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53384-C02F-4A4B-B1C9-57DD95F3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D9FDF-2EE7-4677-84A1-8C331096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581C9-6A9F-4F2E-9E61-4A5BAFA8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B7C50D-3A30-46AF-B3BD-880F071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7916B-F99A-4C86-A349-8908614D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A6B36-65D5-4974-BB7A-E978105B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34307-36E3-4D82-9D3D-7DD56ADC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8, 8, 0, 0, 3, 1 and 5 once each to make the smallest seven-digit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59DB1-C7ED-41DE-A35D-E53F76C2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B98AFB-65F3-445F-B9A4-FFA1A714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1E339A-A775-4160-AC78-571B2C03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1,003,588.</a:t>
            </a:r>
          </a:p>
        </p:txBody>
      </p:sp>
    </p:spTree>
    <p:extLst>
      <p:ext uri="{BB962C8B-B14F-4D97-AF65-F5344CB8AC3E}">
        <p14:creationId xmlns:p14="http://schemas.microsoft.com/office/powerpoint/2010/main" val="16998688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3216A-ACC1-4B02-A6E4-812D9930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E17DF-604E-45EF-B158-CE5D0885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343B44-1AEF-4018-9F23-E7A9EFE0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AF203-0791-4AFE-A4E6-C9215759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A0AE4-10FB-417A-909D-A4552A8C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6AE05-B0C5-4997-BDFA-79AD3975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77D38-620B-44A7-A717-00C4F378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44A0C-3DA2-4381-84B4-2A2A4855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10F06-952A-4EA6-B1F7-AC45C1C1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75905-AB9F-44BD-A758-50E9A038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8D272-703A-4C4D-BE82-64DC209A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F88DF7-10A8-44B5-9FF0-A3FCE1AA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382A57-C990-405D-B297-08C202FC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C5B8C-5859-42AB-8215-3655359D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52904-F8AA-4B56-BD51-D7756374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85F56-4180-4991-8C8E-0D54B9D8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5,200,019.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44D2E9-65F0-4E0A-873A-21E6C431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F72035-E759-420C-93F1-90C5B944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471744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FD4F53-8B85-4D84-8D43-23D4F8A0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BEBEF3-4029-48DB-AB57-3835D5A8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CCA65-9254-4D40-BE34-BBDE9248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62759-7247-4FB2-B91F-3485ABFB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CB68D-7476-4813-9420-DC745605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009B7-7193-41CC-9DDF-4FB602D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E2440-7F34-40DC-A71B-EB817876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E21918-067F-42BD-A070-62C677BE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6A4996-4350-42AA-A23B-67A1F74D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CB084-98FD-4845-8FDB-ACF134A5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F95E8-1073-4F70-91CF-BF1BCC09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6FE75-DF48-4A07-B254-C6F60DEA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025C1-32FF-400A-A56B-28015600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90CB1-61FD-4722-A05A-38FD4686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1C442-C87B-4D28-BC92-72E036F2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16638A-600F-4680-930F-CE9CFEF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5294B6-495A-4C54-8706-8F71D241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6,407,215 as six million, forty-seven thousand, two hundred and fifteen.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478441-E422-4415-9CBF-90B307F1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D7C27-3CC6-478B-8CB1-558BB87E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6C19D0-ED7B-4E2E-9677-FD26729E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6F29EA-C8E4-4435-A160-7AD17C3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5E8670-A260-46CE-8C57-4870AAD0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727722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2026-09-09T22:13:23.0490000Z</dcterms:created>
  <dcterms:modified xsi:type="dcterms:W3CDTF">2026-09-09T22:13:23.0500000Z</dcterms:modified>
</coreProperties>
</file>