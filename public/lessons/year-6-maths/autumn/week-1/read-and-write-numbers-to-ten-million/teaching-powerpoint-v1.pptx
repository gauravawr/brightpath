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0e69670d264930" /><Relationship Type="http://schemas.openxmlformats.org/officeDocument/2006/relationships/extended-properties" Target="/docProps/app.xml" Id="Rb89bf5820d69480f" /><Relationship Type="http://schemas.openxmlformats.org/officeDocument/2006/relationships/officeDocument" Target="/ppt/presentation.xml" Id="Re0675733331440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72e4b9c52745f1"/>
  </p:sldMasterIdLst>
  <p:notesMasterIdLst>
    <p:notesMasterId xmlns:r="http://schemas.openxmlformats.org/officeDocument/2006/relationships" r:id="Rdce8e3ba34af4937"/>
  </p:notesMasterIdLst>
  <p:sldIdLst>
    <p:sldId xmlns:r="http://schemas.openxmlformats.org/officeDocument/2006/relationships" id="256" r:id="Ree767a92abb64f1a"/>
    <p:sldId xmlns:r="http://schemas.openxmlformats.org/officeDocument/2006/relationships" id="257" r:id="R1230b5eb6c1f4289"/>
    <p:sldId xmlns:r="http://schemas.openxmlformats.org/officeDocument/2006/relationships" id="258" r:id="R925176dc1cf94977"/>
    <p:sldId xmlns:r="http://schemas.openxmlformats.org/officeDocument/2006/relationships" id="259" r:id="R11a0f2002ef1472a"/>
    <p:sldId xmlns:r="http://schemas.openxmlformats.org/officeDocument/2006/relationships" id="260" r:id="R26c39032d75e45c1"/>
    <p:sldId xmlns:r="http://schemas.openxmlformats.org/officeDocument/2006/relationships" id="261" r:id="R289fd61a6e7d4721"/>
    <p:sldId xmlns:r="http://schemas.openxmlformats.org/officeDocument/2006/relationships" id="262" r:id="R3d3fa0ac23764256"/>
    <p:sldId xmlns:r="http://schemas.openxmlformats.org/officeDocument/2006/relationships" id="263" r:id="R741ac27d9b154585"/>
    <p:sldId xmlns:r="http://schemas.openxmlformats.org/officeDocument/2006/relationships" id="264" r:id="R4afe8901917647b7"/>
    <p:sldId xmlns:r="http://schemas.openxmlformats.org/officeDocument/2006/relationships" id="265" r:id="Re504fe8aee4644ea"/>
    <p:sldId xmlns:r="http://schemas.openxmlformats.org/officeDocument/2006/relationships" id="266" r:id="Rbb5f04a32f3a4326"/>
    <p:sldId xmlns:r="http://schemas.openxmlformats.org/officeDocument/2006/relationships" id="267" r:id="R2ac32fb1954140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aecabf8cd64d87" /><Relationship Type="http://schemas.openxmlformats.org/officeDocument/2006/relationships/slideMaster" Target="/ppt/slideMasters/slideMaster1.xml" Id="R1972e4b9c52745f1" /><Relationship Type="http://schemas.openxmlformats.org/officeDocument/2006/relationships/notesMaster" Target="/ppt/notesMasters/notesMaster1.xml" Id="Rdce8e3ba34af4937" /><Relationship Type="http://schemas.openxmlformats.org/officeDocument/2006/relationships/presProps" Target="/ppt/presProps.xml" Id="R69e1c0cbae17484c" /><Relationship Type="http://schemas.openxmlformats.org/officeDocument/2006/relationships/tableStyles" Target="/ppt/tableStyles.xml" Id="R6b50baf564244380" /><Relationship Type="http://schemas.openxmlformats.org/officeDocument/2006/relationships/slide" Target="/ppt/slides/slide1.xml" Id="Ree767a92abb64f1a" /><Relationship Type="http://schemas.openxmlformats.org/officeDocument/2006/relationships/slide" Target="/ppt/slides/slide2.xml" Id="R1230b5eb6c1f4289" /><Relationship Type="http://schemas.openxmlformats.org/officeDocument/2006/relationships/slide" Target="/ppt/slides/slide3.xml" Id="R925176dc1cf94977" /><Relationship Type="http://schemas.openxmlformats.org/officeDocument/2006/relationships/slide" Target="/ppt/slides/slide4.xml" Id="R11a0f2002ef1472a" /><Relationship Type="http://schemas.openxmlformats.org/officeDocument/2006/relationships/slide" Target="/ppt/slides/slide5.xml" Id="R26c39032d75e45c1" /><Relationship Type="http://schemas.openxmlformats.org/officeDocument/2006/relationships/slide" Target="/ppt/slides/slide6.xml" Id="R289fd61a6e7d4721" /><Relationship Type="http://schemas.openxmlformats.org/officeDocument/2006/relationships/slide" Target="/ppt/slides/slide7.xml" Id="R3d3fa0ac23764256" /><Relationship Type="http://schemas.openxmlformats.org/officeDocument/2006/relationships/slide" Target="/ppt/slides/slide8.xml" Id="R741ac27d9b154585" /><Relationship Type="http://schemas.openxmlformats.org/officeDocument/2006/relationships/slide" Target="/ppt/slides/slide9.xml" Id="R4afe8901917647b7" /><Relationship Type="http://schemas.openxmlformats.org/officeDocument/2006/relationships/slide" Target="/ppt/slides/slide10.xml" Id="Re504fe8aee4644ea" /><Relationship Type="http://schemas.openxmlformats.org/officeDocument/2006/relationships/slide" Target="/ppt/slides/slide11.xml" Id="Rbb5f04a32f3a4326" /><Relationship Type="http://schemas.openxmlformats.org/officeDocument/2006/relationships/slide" Target="/ppt/slides/slide12.xml" Id="R2ac32fb1954140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717464d72e419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5e8f8db9ab4c52" /><Relationship Type="http://schemas.openxmlformats.org/officeDocument/2006/relationships/notesMaster" Target="/ppt/notesMasters/notesMaster1.xml" Id="Rea0f50ee6c8a43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cc89a1cc494a9a" /><Relationship Type="http://schemas.openxmlformats.org/officeDocument/2006/relationships/notesMaster" Target="/ppt/notesMasters/notesMaster1.xml" Id="R4e7273159bc248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cc5157484c4afb" /><Relationship Type="http://schemas.openxmlformats.org/officeDocument/2006/relationships/notesMaster" Target="/ppt/notesMasters/notesMaster1.xml" Id="Rf1ff5d117aa04e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47514bfd754010" /><Relationship Type="http://schemas.openxmlformats.org/officeDocument/2006/relationships/notesMaster" Target="/ppt/notesMasters/notesMaster1.xml" Id="Rc11a4e1dd6f444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7351557eb24d5a" /><Relationship Type="http://schemas.openxmlformats.org/officeDocument/2006/relationships/notesMaster" Target="/ppt/notesMasters/notesMaster1.xml" Id="R96b426de3ac44e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bab49922a64f27" /><Relationship Type="http://schemas.openxmlformats.org/officeDocument/2006/relationships/notesMaster" Target="/ppt/notesMasters/notesMaster1.xml" Id="Rf2d4721bc3cd45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8a73a08b0b43a7" /><Relationship Type="http://schemas.openxmlformats.org/officeDocument/2006/relationships/notesMaster" Target="/ppt/notesMasters/notesMaster1.xml" Id="R53bbc9ced8624e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6b0310dd204d1e" /><Relationship Type="http://schemas.openxmlformats.org/officeDocument/2006/relationships/notesMaster" Target="/ppt/notesMasters/notesMaster1.xml" Id="R0b567eac10af4ea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a73029338a405e" /><Relationship Type="http://schemas.openxmlformats.org/officeDocument/2006/relationships/notesMaster" Target="/ppt/notesMasters/notesMaster1.xml" Id="R4823e6aaceb24b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0426116f0344aa" /><Relationship Type="http://schemas.openxmlformats.org/officeDocument/2006/relationships/notesMaster" Target="/ppt/notesMasters/notesMaster1.xml" Id="Rde28d6b8688c4b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96a8a67e1643aa" /><Relationship Type="http://schemas.openxmlformats.org/officeDocument/2006/relationships/notesMaster" Target="/ppt/notesMasters/notesMaster1.xml" Id="R3a24c40198bb4c4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1ab77f4e7b402f" /><Relationship Type="http://schemas.openxmlformats.org/officeDocument/2006/relationships/notesMaster" Target="/ppt/notesMasters/notesMaster1.xml" Id="R316112dddc0145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Eight million, thirty thousand and six. | Read the number in three-digit periods from left to right. |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Six million, four hundred and seven thousand, two hundred and fifteen.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Eight million, thirty thousand and six.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Eight million, thirty thousand and six..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5,200,019..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1,003,588.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5,200,019.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5,200,019. | The zero holds the ten-thousands place, so the middle period is four hundred and seven thousand.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f19242efef45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d59cdf78f94400" /><Relationship Type="http://schemas.openxmlformats.org/officeDocument/2006/relationships/slideLayout" Target="/ppt/slideLayouts/slideLayout1.xml" Id="Rfe369cfa594646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369cfa594646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e2d88aa954b99" /><Relationship Type="http://schemas.openxmlformats.org/officeDocument/2006/relationships/notesSlide" Target="/ppt/notesSlides/notesSlide1.xml" Id="Rab5fc12420464b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260e48d9c4ba2" /><Relationship Type="http://schemas.openxmlformats.org/officeDocument/2006/relationships/notesSlide" Target="/ppt/notesSlides/notesSlide2.xml" Id="R06dd26d9ae794c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3b9607430c4969" /><Relationship Type="http://schemas.openxmlformats.org/officeDocument/2006/relationships/notesSlide" Target="/ppt/notesSlides/notesSlide3.xml" Id="R888d52af31cf48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39bfa6e7443af" /><Relationship Type="http://schemas.openxmlformats.org/officeDocument/2006/relationships/notesSlide" Target="/ppt/notesSlides/notesSlide4.xml" Id="R0e5e6e20f5d645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e4d5c598c42e9" /><Relationship Type="http://schemas.openxmlformats.org/officeDocument/2006/relationships/notesSlide" Target="/ppt/notesSlides/notesSlide5.xml" Id="R2bd2048157674d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ad13ac68041c1" /><Relationship Type="http://schemas.openxmlformats.org/officeDocument/2006/relationships/notesSlide" Target="/ppt/notesSlides/notesSlide6.xml" Id="Rc9ffac0a5b7d46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a88f3693149ba" /><Relationship Type="http://schemas.openxmlformats.org/officeDocument/2006/relationships/image" Target="/ppt/media/image.png" Id="R26b7641df2c54802" /><Relationship Type="http://schemas.openxmlformats.org/officeDocument/2006/relationships/notesSlide" Target="/ppt/notesSlides/notesSlide7.xml" Id="R59a756ca4c3140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9728cb140463c" /><Relationship Type="http://schemas.openxmlformats.org/officeDocument/2006/relationships/notesSlide" Target="/ppt/notesSlides/notesSlide8.xml" Id="Ra57311dc2c5d4d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f62ce5c104e94" /><Relationship Type="http://schemas.openxmlformats.org/officeDocument/2006/relationships/notesSlide" Target="/ppt/notesSlides/notesSlide9.xml" Id="Rf076ed1e30fc44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ed6e370874674" /><Relationship Type="http://schemas.openxmlformats.org/officeDocument/2006/relationships/notesSlide" Target="/ppt/notesSlides/notesSlide10.xml" Id="R35bd0a7c1fcc48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f7a0556e44d69" /><Relationship Type="http://schemas.openxmlformats.org/officeDocument/2006/relationships/notesSlide" Target="/ppt/notesSlides/notesSlide11.xml" Id="R0a149cbc9c0348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6f8829d8b445c" /><Relationship Type="http://schemas.openxmlformats.org/officeDocument/2006/relationships/notesSlide" Target="/ppt/notesSlides/notesSlide12.xml" Id="Rb53a7eabb9844b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A582B7-FDC4-4A44-81C0-D917B380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ED061-A15E-4D2E-965A-A30601AEC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81392-CACC-4C10-B986-111A2989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E3385-1B4C-4A7E-BFFF-531795F0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4F767-2613-4F7D-972B-1AB26119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980ED-DEA3-4B9E-8648-DAD1F98A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728B39-61DA-4C10-BDB6-17CF9D5F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4B1D13-ABDB-44BE-9730-BDF118C6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BCEFA-6AF5-4552-B163-5E334033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E27F4-33BD-4A37-8023-8B5E76E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2046C1-6A7B-4EE0-B9BE-3EE05A46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663624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B4390C-C5D0-4A98-9C68-46A9EBB8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E4085-0A16-45FB-9F99-C390C453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4D820-9B60-45EC-85E6-EEAC40D9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EE558-C258-4843-A19F-17571C74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8F96F-EFA0-4797-BD8D-0F23B622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D0440-48C1-4A10-AFA9-408D7B12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9AEA6A-5DF7-41CE-A77E-00BD6BA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C4E6A-2A0E-49A5-B0A8-909D02B2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A176C-6C61-4B8F-8AAB-FA8B9DD1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4ABE7-15D2-414D-8CA4-ACA54335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BB596E-63D6-439D-BAC6-50F1CFBB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4ADB7-A7EF-4979-A638-12B31194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6112C-8C1E-4549-A476-D0CAE12D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1862A5-0984-45B8-A69A-C801DF97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AB1A21-C7E7-490D-AAB0-F523DD74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433CEE-60FD-4C51-9F54-1140A7B6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3361E-4D28-4F93-9B0F-CC52A468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1A2CE-C00C-4A1C-80E9-CEF79A43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FA9DE5-B07F-4E52-A919-F1DB204D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BEA3C7-DAD0-4801-8EAC-DFF572CB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2BEB0-5F57-423B-80A3-69ECB84E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Read 6,407,215 aloud and write it in words.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9485A7-8E0A-4342-B310-C41B46CB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400113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276D3-DE41-4340-9EC4-006BD0C7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29F47-6C17-4C7C-A414-04EFEB55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00CE8-BA21-4528-8A9B-4F7EAED2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299C07-98DC-4CC0-B35B-CEC4404BD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4A63F-2509-4EFA-9C18-F96DA2FB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2D120-8828-4A09-BAE3-E0783152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8CDDE-2E7F-4BE3-A92C-0DF34336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1F77E6-3E9D-43AF-A470-27A75E83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EF530-71A9-4934-91A9-466D93B9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9B354-9E59-4962-B40A-29EFED80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06D3F-5CA6-449C-AB7A-7E1B7F8B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1F549-67CC-4E32-B075-0D5FAAEC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F8A71-0200-4BB8-9F6C-93FD0515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5BFA3A-23B5-4B6A-AFC3-364FBA0A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996375-C26C-4DA4-BF30-098F0246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7870954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12E00D-1AC4-4120-8D83-EC4497E6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7DE2A-15C0-4392-AA36-38BD3BEA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D08F1-173F-4488-8609-48E90048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42783-1A01-4B1C-BFF7-615AC7BC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060F04-DA2F-4F2A-BF35-4F774B39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7B0D3B-9302-43C3-8F1C-32CD16E6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521F1-EE86-4582-9F4C-C2A20AFB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12C1F-F07E-422C-9D63-15A276AC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B82DD-288A-4357-A85A-47F60318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2B535B-E5D0-44EB-B86E-C3531BC4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6,407,215 aloud and write it in words.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9CCEA4-020A-47E0-83A1-A6CA06D7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0C698E-6557-4E29-8A3D-1CE3B2D0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209E7-B9F1-4D6F-A27F-FDAB3AC8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number in three-digit periods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3B28E-A3C5-434B-A097-39449A7A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F11B11-64F0-434D-8FC1-D01B1072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0CAFC-D0B7-4239-A458-604B59C5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Record each digit in the correct place-value column.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0E2191-93C7-44D2-8A21-84AEBFD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1211CC-7CB4-464C-9FE0-D6C30BC9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CC254F-79E5-473E-84AE-56F0BFB7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Six million, four hundred and seven thousand, two hundred and fifteen.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F7C072-1F46-4B48-B03D-10345E57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03A8D7-CE23-4558-BF79-763E6848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C6E59F-81AF-4DCD-B36C-CC0AB85D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value of every zero and compare from the greatest place.</a:t>
            </a:r>
          </a:p>
        </p:txBody>
      </p:sp>
    </p:spTree>
    <p:extLst>
      <p:ext uri="{BB962C8B-B14F-4D97-AF65-F5344CB8AC3E}">
        <p14:creationId xmlns:p14="http://schemas.microsoft.com/office/powerpoint/2010/main" val="11243730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94FCC-F30B-4996-8F7D-4A90C909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2980F-9D8E-42E3-9382-C33CDFAC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885C3-CCCD-4022-ABBE-4B1121835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F348A-88CB-47EF-A580-090DE85F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972C6-8679-4597-A9D4-3BABF044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5272C-2A7D-4235-BE87-F735917E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21BA3-3C6C-4511-A2B0-9D48B634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38048-2CF2-481B-BEBA-A62FC76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8E4A10-FA43-4BD7-B62E-93DF4F96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CE346-8E6E-4494-94DC-704EE270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BC636-1946-428D-BFE1-FA311FA3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Six million, four hundred and seven thousand, two hundred and fifteen.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4C35D-3F79-4FD7-A9C4-A7CEF4DB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677D6-D56E-4922-98CD-12451C9F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089D2-D5F8-4D0E-9AB6-3C5CEE7F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658587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992001-9E53-460C-97BC-6F1E07E0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E2D0A9-4B49-41E5-97D4-FD162F93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00B59-F912-4FE0-BFEE-796A34BF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AEA9F-7099-4E5F-9654-B5F03EA6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42653-EA5D-44C3-99D2-E7BD993E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54BB93-569C-4C1A-AA96-05A0D1BA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5C10F8-B089-4666-A865-2546916E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DDDC6-61D3-498F-8F10-1B123152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000EDC-6FCC-4D8B-8F37-445C00FE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3CB90-0C3C-48D2-A726-7E4DC7E1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2CE541-5085-47BC-AF66-793FB815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7C4581-21AD-44CF-85AD-A1DE1E7A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470CB-6B95-47CF-9E0B-FCBA51A5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9624AE-FACC-436D-8247-D1A4981E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F7C42B-6E94-4312-8CEA-A1D1386B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Eight million, thirty thousand and six.</a:t>
            </a:r>
          </a:p>
        </p:txBody>
      </p:sp>
    </p:spTree>
    <p:extLst>
      <p:ext uri="{BB962C8B-B14F-4D97-AF65-F5344CB8AC3E}">
        <p14:creationId xmlns:p14="http://schemas.microsoft.com/office/powerpoint/2010/main" val="15394586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5F30B4-BEC2-4360-A562-47456783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264DFA-2183-4CFE-AF83-8388744B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7F6B3-660C-4D6D-8D91-F238A713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3671F-6F70-49FE-9CF0-EA5CEEA1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888C4-13D4-4790-8DDE-09C87526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1CDABD-2BE9-4BF6-8FE4-E978E46A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F7BF6-B378-4DEB-81FB-D0BAE155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9FD3D-E4FE-44FC-A965-C2C17208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452966-206B-441B-83DC-3E83E9DB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7641df2c5480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A4693-79DA-4C5D-9E91-041832EA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AEF97-ECB2-4025-9026-D8C2632A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6,407,215 as six million, forty-seven thousand, two hundred and fifteen.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2FE5B1-5F67-4DFB-9FD9-4F866786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27DD2-012D-44CF-BE6E-1593B3B1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6C643-8FF7-4739-B3D7-DE05C6C5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zero holds the ten-thousands place, so the middle period is four hundred and seven thousand.</a:t>
            </a:r>
          </a:p>
        </p:txBody>
      </p:sp>
    </p:spTree>
    <p:extLst>
      <p:ext uri="{BB962C8B-B14F-4D97-AF65-F5344CB8AC3E}">
        <p14:creationId xmlns:p14="http://schemas.microsoft.com/office/powerpoint/2010/main" val="15582447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79F8BF-E0B9-4FE9-A6ED-F94AD869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6BC18-C7E9-44A7-A9A0-7491EB2BD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782654-74F8-41A4-9BC8-CA910D8D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4C1DD-9339-4569-8C23-7C7B1999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ED3F9-8C96-48C0-9D46-C8774A05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FCFE6-93A0-469A-A7A5-4ABFB491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2CDD4-7E12-46E6-984B-FE431309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415F5-B15D-485E-B1DA-5C3C6E3B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3177FA-9C11-48A9-A398-44B89970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79ECEA-60DB-4761-A5AC-6DDD479A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F7180-5BB8-4D35-8D26-042CD063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CCADC-24D4-47CB-A361-F78ECA9F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AF387-9586-4F25-ABF4-E1BAEF46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40DEE-4496-4F42-AAE9-AAACB5FD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023A5B-8275-475F-AA86-4A39B4B0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025E48-9CE8-43DA-93E0-0C4B3F3E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984005-4A35-4F62-8D80-66B39A4F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635674-C7B0-4B5C-9540-4C47DD79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32D4A-0EDB-436D-B749-77A9E6A7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B7E1D8-1DE1-4FDA-8023-43145741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F94220-55CE-498C-BE89-134E226A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Eight million, thirty thousand and six.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E4742A-F0A4-4EB6-867E-88BCDFA5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294753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D706F8-33DC-44D7-84DA-E41B9FBC2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A7BEA-EA17-46AB-9686-3C9D49C0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4A839-8EE3-4841-930F-1E863440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F40E93-9164-4102-9355-2C8A45A8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C232A-A254-4369-B254-D1AC51A7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43C5B0-5C49-47FD-88DA-9D834C31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6E06E-86BC-41E9-A558-3EA6E819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44B92-2ED4-4232-8085-1A46B95C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A5117-FBF1-4BF5-A204-9FF9077E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A7697-A554-4B07-A0E9-D52C745D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26A12-F5E1-4F97-85EF-F8CF60FA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D0D8E-F928-4C20-B290-C7419698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DF05F-78D6-42E4-BECC-B59432B6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DBD83F-A6A7-440E-BB26-F8AF1A90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873C1-C84B-4630-BAD3-DBBD9D6D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2F7C0-C4AD-4FF4-8B6C-50E28C4E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5F43E-B6FB-4FD1-A4A8-E680EBB0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5809F9-DEA2-4777-B02D-AB23AB1E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573C71-0423-44F5-8F22-1944B205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23C39-BD8B-40F2-BDFD-9B2B2B7A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2550C-2429-49ED-B1A1-D646D7EA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457375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BCD1F4-438A-4605-BF82-79885E9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92659-E140-4899-AEBF-308D74FF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E92EB-CB92-46DB-BA75-07BD0BC1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AC91A-E0D9-4A86-AEAB-B766F191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ACA74-E129-45A6-9797-63DB72D9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C7737-5544-4F04-BEC3-5B98EF7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85B67E-76E7-45E9-AA4B-7F406A26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0CBCA-7DD8-45A1-A6E7-2C807D92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2A3EA-D356-489D-9668-350BAA6C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32E70E-F57D-4B80-ABE8-AFD4D5C9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8, 8, 0, 0, 3, 1 and 5 once each to make the smallest seven-digit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816BC-9DD8-4DE3-A4F3-1AE6E846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F4F08-60DC-4653-A208-ACF6A602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6A368-F2FB-45BB-88B3-B0621638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1,003,588.</a:t>
            </a:r>
          </a:p>
        </p:txBody>
      </p:sp>
    </p:spTree>
    <p:extLst>
      <p:ext uri="{BB962C8B-B14F-4D97-AF65-F5344CB8AC3E}">
        <p14:creationId xmlns:p14="http://schemas.microsoft.com/office/powerpoint/2010/main" val="3190959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19A4C-72C9-4EE0-A909-A46C8D7E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96C0B-CE62-4A21-9497-220822CA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FE643-9189-424E-8961-DC67446B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FD4623-48C7-49D4-AD1F-22102E6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14EA91-C9DC-4D93-930C-9A82BCF5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8DF16-3B4E-40DB-A906-65FDD6E7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7EED8-04FD-4C2F-A9E5-9B30DF73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676AF-7A82-4281-8604-D6509E27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C948D-89A7-4AC9-8EBA-019B5238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A2D21D-AB23-432A-82A5-963AA2A4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D55183-B860-4933-9509-309F4953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6AB84-4EA2-4BBF-8563-2C994085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59B06-1FCD-4F6D-ADEC-9293AD3A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E1263-D532-4441-80A6-7673CEF9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EF3E9-0880-4C27-A9D6-DB8F22A0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71B7D4-14C7-4C50-9CD8-1B343F37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5,200,019.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875B5F-487C-43A8-B730-5080A7C9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D34C34-A015-4143-8CBF-EFB03AF1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108507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E4EB8-5CDE-4E62-BEA2-85D00C8F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70741-3BEF-421C-9E73-FAF1E2B5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1AAB4-F5F0-4AED-BA5A-C915F2F1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6F7333-CBF9-4F65-B31B-1AFF2C43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1DB7A-2FC0-482C-BEBC-0175E6B9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FFC40-96B2-48D7-9F3C-777A422E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F8B21-4848-4A17-B97E-1FF70AD5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B6ADAE-9D1E-4630-BA24-D88AA7AB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10EDC-897C-43AE-BBFE-4B638FC3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3E999-C6DE-4329-B21E-FE1DF566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8F3CF8-EFDA-4E6C-B95F-E4CADD41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530FE1-7963-4438-8884-2D247611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AD64AD-FB7A-4C80-9928-0A05B300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E3F4B-D675-4372-A10E-ADE6E093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75A8AE-BBC6-49A8-93E6-F7987147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50968-B448-482F-8EE0-A8A8D4E5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AD44CC-6018-4D47-A9C4-9DEE01FD4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6,407,215 as six million, forty-seven thousand, two hundred and fifteen.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BC91AF-687F-4F94-B33A-F477CD60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94BE1D-DC5D-4ACA-B00A-A18B2FF0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B8AA41-AC49-4261-AFB4-78307BB6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85CF00-7D0D-4E5C-917F-225AAF4B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F083E-2E8A-42A4-90E6-EE6A8A53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639253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2026-09-09T20:44:46.3330000Z</dcterms:created>
  <dcterms:modified xsi:type="dcterms:W3CDTF">2026-09-09T20:44:46.3330000Z</dcterms:modified>
</coreProperties>
</file>