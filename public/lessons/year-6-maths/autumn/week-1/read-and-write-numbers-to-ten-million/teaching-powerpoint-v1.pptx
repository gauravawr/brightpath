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Eight million, thirty thousand and six. | Read the number in three-digit periods from left to right. |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Read 6,407,215 aloud and write it in words. Answer: Six million, four hundred and seven thousand, two hundred and fifteen.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Eight million, thirty thousand and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zero holds the ten-thousands place, so the middle period is four hundred and seven thousand.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Eight million, thirty thousand and six..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5,200,019..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1,003,588.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Write 8,030,006 in words. Expected: Write in digits: five million, two hundred thousand and nineteen. Higher: Use 8, 8, 0, 0, 3, 1 and 5 once each to make the smallest seven-digit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5,200,019. | The zero holds the ten-thousands place, so the middle period is four hundred and seven thousand.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0C6E1FB-AF84-427C-AB27-44CA9B8496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AD60D0-9D77-4115-93E6-72061B1E21B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56C616-B637-4CF6-9C29-07E26195B2FE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E580F3-1193-4C98-B476-EBF62DA25242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D42F7-CDBB-464E-ADA8-C4B913C4EA0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4A76FF-9350-4647-9D8B-1FCF45936FF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D2AADDE-9DD7-4D26-9C1E-BDCDE4830FB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87E6D7-229A-4E39-97F8-E5FBF1EE2C6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DA6537-2C0E-4C51-A419-E136B819865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1A4731-CA9A-4DB0-AC93-5CC92D1BDA5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9066E-A1CA-49A2-9C7A-72E696420905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7825A3-D261-47C9-9C51-6A44209D8C7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349203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57AEDB8-AA60-4DE9-AB00-105E37C74F3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8E53D7-F172-4407-83CE-DCA6BDA247B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B761E9-F702-4976-9B1D-641CB81C48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E27FEC-8220-4938-8589-3AB9793F57F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7E39E2-2ABD-4AB6-8DF0-2C9C6653677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C0BAB2-F880-4305-8138-BF58265D68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A817E4-D965-4093-8CFA-0ACAE332658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5ED971-E484-49CC-9161-AFE2D5A06D6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1497D9-8AD2-4C16-84CC-9579A40D5D9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F2F326-8668-44F1-BC03-37C80CF0558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E899704-539A-4F8F-A2F0-02DC595E881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955EF76-DC3F-4195-B403-27E59A55E29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252F9F-4DA3-455A-8883-DC0D38E7BC7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0BE7F-D462-4E53-97C4-44D31C6F8DB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AF39AFE-44E7-4D35-9EAA-44696A221F4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11BC5AC-B252-4F15-8DFF-E3BB42E93E9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F09FA6-9A23-4AD4-9376-C99E98F5664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5E2E0C-FCEF-4AC9-8F19-A1085DCE197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33EAF13-CB6A-4152-9679-355DBB59E27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7AD8D1D-519A-4006-95C8-FA4860A8D0E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B718DF9-5FE7-4CE6-BDA3-F9ECC01471B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3A77C9-C9AD-4210-951D-0E72790D8AE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Read 6,407,215 aloud and write it in words.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7914671-40E7-43F0-8B5C-7ADCEE430E4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1775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7A698D7-A08A-48AA-8A94-CE4BEDE320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831142-9B05-49D4-BDEE-67D7DDDCC13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3233F-9648-4051-8E55-C1720B7697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D89B51C-0C82-4721-803B-ECFA7DE4CF2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0F1F13-5D91-46D9-A281-48ADC1A2D65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2CE894-A593-4384-94ED-726DFBE38DD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8D67DC-C938-4450-B02D-7C1A6CA1D0C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243520-EAA7-4FC9-A792-54420F6912F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29E1A7-4CF4-439E-AC10-253B777F8CD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88D918-A4D3-482D-A152-B1F175DA91B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F74B0F-0ABD-4E42-8462-0B2E4E4A1E5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read and write numbers up to 10,000,000 accurately.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2EC843-9705-49F0-B179-2ED058D488C0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6502F1-40BA-41C7-A543-38A14F31592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2EFDDB-BA95-42B1-B639-C5B336D6DEB8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6230C3-CBFE-43E8-B397-DA435AD39BB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DB138D-B16E-4473-B735-A12B3A7AE6DD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573017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C2B208A-3F34-45D3-A5D9-437B47007C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35F85C-21D6-4F51-BF43-2CA0F45F385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4F4208-222C-44BD-A2F1-CCD0BA0EF1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F4BCB7-B4A5-4C9D-AF1E-EC822BEE35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E8618A-AEC0-43C6-B5F9-3DF37960DD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E84C0B-E361-407C-B270-8EA55BE01A0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9DA379-71BB-4639-9768-182B4B6A13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D8C274-8D79-44F9-A637-059AC83D62C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96AF75-015F-4BB6-AA8B-9C1380DEB6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899391-AADB-4269-A22B-F0FF059C315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0411F-A7C5-4222-8415-5B7B5ECD8DA8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6,407,215 aloud and write it in words.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5518D2-5A4E-4172-A696-AAF26C35AA6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1DA0F80-B020-4060-B5BF-C0D1CAB99E5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7BE18B-8FEF-488B-854E-4438575D176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CB4D402-77A3-42A5-8083-1CCC8B5B355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9115EB-5D6C-4917-92E0-B516767DE70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CFEF139-008A-4294-A526-4ABDBFE1340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1A1434F-593F-4899-803C-9D4F16ED18D4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A07C7A2-C354-4B00-B460-1BB05E925718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AACC276-DECB-404E-87A2-B47E81E30AF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88094BB-D404-4589-BF40-2D13B07D0FD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BD226A-B0F2-4371-ABAA-4A442F8D84B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6B7BA4-D7C4-49F4-9E74-D1A8C841A890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887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3B30F1F-C474-44B2-97AF-C1650B3413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BE28B0-47E7-464C-903E-3C42EE67B67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FEC772-0796-49BC-BC88-CF2C726A8A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AAAD30-4CAB-422A-92F7-B6F57DD0C69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8EC0A6-815F-415F-A366-ADFC5EB563A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1080F3-215D-4411-8D0D-39E14480904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3EE2EF-8D7E-4E21-ADEF-E72F796AF5B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63105-E54B-4F15-8843-FAE6C8444C1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2FB2FA-90ED-46BD-A15F-43A70F2FE24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D2FCAD-FEEE-46A0-A7C1-365882AE6BD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48091D-D243-47A3-BC9A-844C2C9B842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A292C2-FE88-49EB-9EA1-E3821998C73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Six million, four hundred and seven thousand, two hundred and fifteen.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6D2883-7571-43B9-9288-0EFEE74397E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E3DFD5-EB80-4B7F-AE33-E6F38754E2A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326B9-C722-4B30-8142-A7A6DE9CA0D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465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F774751-C7B1-4344-886C-7EF7F1B5D8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BA5DDD-EDB4-4AFC-97E1-61ECEE91709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92874D-D4F3-4F3D-9288-5417490B8EE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9C10A93-E585-4E6A-9508-CC1B62ED69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11B21E-8DAF-461B-A6AF-AA8EED73C0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B470AB-FB96-4767-AFB7-0A2CBCEAEDE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45880A-FCA4-4A9B-905D-46B04E5AF5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1FA32A-EAA6-4BDE-9771-1BF96F01A72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C2A0D9-D5C6-43D7-B70C-CA3727518CB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7771E2-FDFE-433A-9301-ED3F580247E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DF0557-11F0-465B-BAB5-3F7B9024E22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E6639-258E-42A3-89BC-8CF7BECDD83F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9FABAB-853B-443D-A61A-68C57FE2EB97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0EF045-25C2-4C28-80DD-BB264C034A1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BEE6A0-373E-4290-8031-2E960ABC3DCB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C03AA4-6A84-4B39-ABE8-B63F644E6F78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Eight million, thirty thousand and six.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353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AC732EB-7C99-49AA-B71F-559322EE43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29BC63-FEBA-4B78-87BE-A17BC613D02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F66AF3-C77B-478E-A8B5-CFA42EE0FEE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7020154-2FEF-41EF-923E-D2B096B999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D0C00B-B567-44BF-B588-B427370840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0FA786-18FB-4D4C-97AA-0406E6078B5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8EB9D8-0D3F-4FAF-81DF-778C8FAB6F6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B3D3A1-DF3D-4F78-88FD-5DC97238A81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266264-9626-430D-8238-8D877DAAFC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7EDF52-AC4C-4403-932B-3F0A30CDDC9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5F7B65B-601E-4168-8189-36DE579E3CD0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2D0A0A-AC24-41F0-9BFD-FF473A463BE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reads 6,407,215 as six million, forty-seven thousand, two hundred and fifteen.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7B3A69-C73F-4E5B-AEAD-6EBFB75A8EC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9EC7F5-AA83-4A0C-AC8E-3FDF911A22C7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0BBBA5-D528-4207-9F33-E4C76B899DF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zero holds the ten-thousands place, so the middle period is four hundred and seven thousand.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800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020470A-6E0B-4975-A1CF-C9BF199004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BEB30B-736F-4467-85FD-A24046A0C33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5A08A-7A0F-42BD-AE0F-26588A6452B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ED9372-C422-4747-8EBA-AD73B4E0B1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432EA-C1CA-432B-90BE-07C46E9D0F1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272BB0-7E43-4571-85B5-20263A6F4BB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A6C0AD-646C-4A7E-96C5-CBF43BA08D4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E69B3F-F21C-45C8-B790-9CD876F7DA9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6CF45B-4495-45CD-844F-6507CDDFB43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53FFBC-9CC4-4ACC-B1B0-FF45E64ED62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D9059A-6970-4114-B3CD-C597059CB68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AB2E34A-08F4-4C5E-82D2-55D83A08BD0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391868-BDC3-4C50-9EBA-9EE1F8FAAAD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AB92E8-50CB-4E40-9660-AAD4D4EE638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8,030,006 in words.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136CFD7-CA0D-4FAA-B9CC-FEEB8B967F0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1446F62-899D-4576-8678-45341714AF2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F17012-BF93-4F1E-A2E2-696F28F470F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263514-44B2-41AE-A0D9-9EE48FFA380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07B5FC7-C6E8-4081-8B61-CEF05D0715E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52507D1-FF9E-4334-A43E-531C48D9285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006FC60-317A-422C-B04C-C23B7284B66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83F8E4-955E-4A29-BB14-A1124B1B2EE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Eight million, thirty thousand and six.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5ACD9F7-B251-4BBA-A7E4-75204B9F4A0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1424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DB9FA07-F31D-40A0-86A0-F86931F11A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BEE216-893E-4635-B212-89ECFCCE440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F3E0B2-98D4-431F-9199-569B02D449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1FB77A-28AF-4F69-9283-8BF9CCB023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9446BE-EB2B-460E-9362-28B2C2C4131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62D5DA-6C1E-4F25-A4B2-061A5BAF491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14562F-4674-43B9-A5CA-BE9CC215CE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8822E6-6C6A-4BC0-A473-8EBAB87C191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F6CD7-C1D2-4503-81E9-03AABDC87EA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A8D3D4-54E3-41EA-BF43-8F18E9CDC35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6FBFECC-D008-4702-AE41-455FD4CE8C5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B0BBEF1-9B3C-48A1-A87E-76569CB5067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0272DB-FA23-4E85-96C5-F71AFD315E4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DF6B9B-B646-4292-9B06-146EA9DA1D5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15BAF3-992B-4302-B384-B17390488B0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355E506-882F-4CC6-8D93-6EFFFDC2E7B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601834-F965-419C-B1EF-384D25BD138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AF01B-05E6-4742-9A60-2C3B6263F6C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6DFB4FA-5D80-4047-8300-94E6D11BC6F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C3F7171-B700-4EFE-8789-3A2129B3646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591F9B-0583-45F8-930B-BF088ED7A81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F11C5B-5208-4CBB-97D0-4AC1D9BF6FB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32146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6088DFC-E56B-4F9B-94A4-8420ADA8747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6F4473-B5BF-421A-A7DF-0750EA87D32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968FFE-D357-4433-8B8D-ED0AB8D74E1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CA29B48-850B-4742-89F6-27F25D83851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206164-A7A3-4A49-B041-8614CB60F3F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B211DB-5D9D-4873-B04B-F3670700D1A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2C37EB-3D0E-43E6-A94A-9D161797796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1B1C0E-2CBE-41FF-9229-7CF5582CEF9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B544C2-677B-4459-AF71-5FDB4927569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38C230-FDB4-42D5-9DB8-799919D5333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EB6EBB-1E83-4D6A-AC71-4F733548326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8, 8, 0, 0, 3, 1 and 5 once each to make the smallest seven-digit number.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F7390C-6B73-4590-B117-F822BE20A95A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E6545E-4F59-4535-8B9C-49A21BC242ED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D83E01-A38F-4389-9A98-EA5A6C748006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1,003,588.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64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8C401BDE-76A3-4B1E-B5FA-5253C9B8BD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4A8D97-7737-4253-BB73-D6AEC2B222B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0EE092-D316-413D-8FFC-F2381567C9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EEECE08-99A8-48B2-BA5D-6DB47EEC6EA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522E95-8AFB-4570-97F5-2107F94187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E0186A-4710-4CE7-BE5C-493F87166EB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1F91FD-1810-464F-8AF0-8B90414F23C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824F86-3EBD-4D5C-A3A1-60993028ADD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775277-E908-4ED1-BD39-24B65A7B603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3CDF46-E2A7-4DC1-BBD5-DB263149507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2B1542-FA57-4293-900D-798F515F5426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EA1BE53-5BC1-4400-B5E3-523D40001610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FB6592-2C09-46AB-96F4-772EAACCCC26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8D238C-E3E1-4583-9D88-9C922CDBE4A8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23FA46-23DB-4F17-A4BA-1C5CC01448C9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6401D9-45D6-4D06-A543-4650CC308397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DDCA894-93E8-4DE1-BB9D-D81C7A9CDDFE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54EC908-8587-49F7-B662-1F4594F91ED3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CE1F30-7313-468A-AA2C-F47527D9650C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A0396E4-EDE0-4B34-BB84-F4AB0485BB6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5AD3CE-C861-4066-9CDC-473D6F1B07F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D65193B-C9FF-43A1-AD89-96F96D71009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1EF0EE-B4D0-4567-89AD-723B9699A7E5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A7F314-26C0-44C3-B0F4-D839135CE3EE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3E8F0B-E3B0-419B-B846-4D9A915640EC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753DD7-73B0-4C0A-A525-08F196F18B12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258877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3048AFB-A18A-41FF-8566-A1E01BA850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35EFA2-9FA6-468B-A636-F61795AEB2C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48DABC-25FD-4C2B-B4F1-B3DA57F59BE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AA8FC0-0136-4A98-8B5F-F8CC4CF77F3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10203-D33D-4035-BA83-F889DE1D603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31C96C-CFCA-46C4-8B86-400AD64F045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FE467D-64F8-4DFB-A94B-BB85348AB79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0FD52-A8BD-4125-B961-DE4DCD37F7D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2E750B-BA87-43FF-B8EE-E589B24813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FAB3FA-8EFF-4B63-AC25-80A58865310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Read and write numbers to ten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C10EAE-8AF6-4788-977D-3937DCDB613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5AA5F97-7223-48F3-82E5-A0716A850AB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837D30-AAA9-4611-AED5-9448C627CF5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86E9D1-B3AC-4775-8BDB-0B5D9DF38C4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in digits: five million, two hundred thousand and nineteen.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539E0A2-850A-40C0-92E9-D656D2DEA0A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99AE2EC-BB17-4D6D-9D28-9FD7291A9CD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E96FC4-1A3F-43CC-AC58-64A698D5DEC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DEED5F-EBD0-46F8-9153-D01E83776A5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reads 6,407,215 as six million, forty-seven thousand, two hundred and fifteen.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4AAD98-94D6-41D6-8249-C7E6D784436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5FA2BFA-9907-478F-8DB6-97F83028EA2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266C6E-999F-4DED-B559-96FA5AF9FB7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863362-93F7-4BDE-BA1F-D6564FFA9E7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F5D12BF-693C-4448-A17D-5B663E51444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75343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1441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2026-09-08T22:33:55Z</dcterms:created>
  <dcterms:modified xsi:type="dcterms:W3CDTF">2026-09-08T22:39:59Z</dcterms:modified>
</cp:coreProperties>
</file>