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850275a96a45ae" /><Relationship Type="http://schemas.openxmlformats.org/officeDocument/2006/relationships/extended-properties" Target="/docProps/app.xml" Id="R69dbb45fd49849a1" /><Relationship Type="http://schemas.openxmlformats.org/officeDocument/2006/relationships/officeDocument" Target="/ppt/presentation.xml" Id="R453d523d01494a1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4b6cd93a984edd"/>
  </p:sldMasterIdLst>
  <p:notesMasterIdLst>
    <p:notesMasterId xmlns:r="http://schemas.openxmlformats.org/officeDocument/2006/relationships" r:id="R3dd117334ffb4eb5"/>
  </p:notesMasterIdLst>
  <p:sldIdLst>
    <p:sldId xmlns:r="http://schemas.openxmlformats.org/officeDocument/2006/relationships" id="256" r:id="Rf760737287c94e4d"/>
    <p:sldId xmlns:r="http://schemas.openxmlformats.org/officeDocument/2006/relationships" id="257" r:id="Re04ef42f64304132"/>
    <p:sldId xmlns:r="http://schemas.openxmlformats.org/officeDocument/2006/relationships" id="258" r:id="Re0b9e3e4bff24a99"/>
    <p:sldId xmlns:r="http://schemas.openxmlformats.org/officeDocument/2006/relationships" id="259" r:id="Rb49cd4da8c2342b6"/>
    <p:sldId xmlns:r="http://schemas.openxmlformats.org/officeDocument/2006/relationships" id="260" r:id="R5d868847b24341b9"/>
    <p:sldId xmlns:r="http://schemas.openxmlformats.org/officeDocument/2006/relationships" id="261" r:id="R36d4575329064fb3"/>
    <p:sldId xmlns:r="http://schemas.openxmlformats.org/officeDocument/2006/relationships" id="262" r:id="Rdd3ec1e0cea544d4"/>
    <p:sldId xmlns:r="http://schemas.openxmlformats.org/officeDocument/2006/relationships" id="263" r:id="R22c8335170e646e9"/>
    <p:sldId xmlns:r="http://schemas.openxmlformats.org/officeDocument/2006/relationships" id="264" r:id="Rab94c7fa382d4fc9"/>
    <p:sldId xmlns:r="http://schemas.openxmlformats.org/officeDocument/2006/relationships" id="265" r:id="R8657bcd5f8df439f"/>
    <p:sldId xmlns:r="http://schemas.openxmlformats.org/officeDocument/2006/relationships" id="266" r:id="Re428124a1c944a31"/>
    <p:sldId xmlns:r="http://schemas.openxmlformats.org/officeDocument/2006/relationships" id="267" r:id="R980844e6ac9244d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e69c6443ba4f17" /><Relationship Type="http://schemas.openxmlformats.org/officeDocument/2006/relationships/slideMaster" Target="/ppt/slideMasters/slideMaster1.xml" Id="Rd14b6cd93a984edd" /><Relationship Type="http://schemas.openxmlformats.org/officeDocument/2006/relationships/notesMaster" Target="/ppt/notesMasters/notesMaster1.xml" Id="R3dd117334ffb4eb5" /><Relationship Type="http://schemas.openxmlformats.org/officeDocument/2006/relationships/presProps" Target="/ppt/presProps.xml" Id="Re0e493ddccfd4f6e" /><Relationship Type="http://schemas.openxmlformats.org/officeDocument/2006/relationships/tableStyles" Target="/ppt/tableStyles.xml" Id="R94fbbaf8195c4d3f" /><Relationship Type="http://schemas.openxmlformats.org/officeDocument/2006/relationships/slide" Target="/ppt/slides/slide1.xml" Id="Rf760737287c94e4d" /><Relationship Type="http://schemas.openxmlformats.org/officeDocument/2006/relationships/slide" Target="/ppt/slides/slide2.xml" Id="Re04ef42f64304132" /><Relationship Type="http://schemas.openxmlformats.org/officeDocument/2006/relationships/slide" Target="/ppt/slides/slide3.xml" Id="Re0b9e3e4bff24a99" /><Relationship Type="http://schemas.openxmlformats.org/officeDocument/2006/relationships/slide" Target="/ppt/slides/slide4.xml" Id="Rb49cd4da8c2342b6" /><Relationship Type="http://schemas.openxmlformats.org/officeDocument/2006/relationships/slide" Target="/ppt/slides/slide5.xml" Id="R5d868847b24341b9" /><Relationship Type="http://schemas.openxmlformats.org/officeDocument/2006/relationships/slide" Target="/ppt/slides/slide6.xml" Id="R36d4575329064fb3" /><Relationship Type="http://schemas.openxmlformats.org/officeDocument/2006/relationships/slide" Target="/ppt/slides/slide7.xml" Id="Rdd3ec1e0cea544d4" /><Relationship Type="http://schemas.openxmlformats.org/officeDocument/2006/relationships/slide" Target="/ppt/slides/slide8.xml" Id="R22c8335170e646e9" /><Relationship Type="http://schemas.openxmlformats.org/officeDocument/2006/relationships/slide" Target="/ppt/slides/slide9.xml" Id="Rab94c7fa382d4fc9" /><Relationship Type="http://schemas.openxmlformats.org/officeDocument/2006/relationships/slide" Target="/ppt/slides/slide10.xml" Id="R8657bcd5f8df439f" /><Relationship Type="http://schemas.openxmlformats.org/officeDocument/2006/relationships/slide" Target="/ppt/slides/slide11.xml" Id="Re428124a1c944a31" /><Relationship Type="http://schemas.openxmlformats.org/officeDocument/2006/relationships/slide" Target="/ppt/slides/slide12.xml" Id="R980844e6ac9244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990b8990e349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ab1203a2ad4246" /><Relationship Type="http://schemas.openxmlformats.org/officeDocument/2006/relationships/notesMaster" Target="/ppt/notesMasters/notesMaster1.xml" Id="Rfdb41bf7fc5641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86186f4f3446c9" /><Relationship Type="http://schemas.openxmlformats.org/officeDocument/2006/relationships/notesMaster" Target="/ppt/notesMasters/notesMaster1.xml" Id="Rca453565ef9f4c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41e267f6b64fc8" /><Relationship Type="http://schemas.openxmlformats.org/officeDocument/2006/relationships/notesMaster" Target="/ppt/notesMasters/notesMaster1.xml" Id="R5fedceb0b901449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320dcad059f4510" /><Relationship Type="http://schemas.openxmlformats.org/officeDocument/2006/relationships/notesMaster" Target="/ppt/notesMasters/notesMaster1.xml" Id="R706e4a93131e41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c00e7ee27064296" /><Relationship Type="http://schemas.openxmlformats.org/officeDocument/2006/relationships/notesMaster" Target="/ppt/notesMasters/notesMaster1.xml" Id="R1a664b92feaf49a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ffef89cef8d459d" /><Relationship Type="http://schemas.openxmlformats.org/officeDocument/2006/relationships/notesMaster" Target="/ppt/notesMasters/notesMaster1.xml" Id="R7be983d8a54144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4c184af03b24625" /><Relationship Type="http://schemas.openxmlformats.org/officeDocument/2006/relationships/notesMaster" Target="/ppt/notesMasters/notesMaster1.xml" Id="R51fd69659b50419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01c91c7b99a40e4" /><Relationship Type="http://schemas.openxmlformats.org/officeDocument/2006/relationships/notesMaster" Target="/ppt/notesMasters/notesMaster1.xml" Id="R011fc83abf2c46c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26a90379e94423c" /><Relationship Type="http://schemas.openxmlformats.org/officeDocument/2006/relationships/notesMaster" Target="/ppt/notesMasters/notesMaster1.xml" Id="Rf928d1b9a65d4a0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1b496358f1d4f8e" /><Relationship Type="http://schemas.openxmlformats.org/officeDocument/2006/relationships/notesMaster" Target="/ppt/notesMasters/notesMaster1.xml" Id="Rc77f1b3d58ff4d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6586a70c0ec4624" /><Relationship Type="http://schemas.openxmlformats.org/officeDocument/2006/relationships/notesMaster" Target="/ppt/notesMasters/notesMaster1.xml" Id="Rbf4deb20e4ec4a9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3a9b273afe5440c" /><Relationship Type="http://schemas.openxmlformats.org/officeDocument/2006/relationships/notesMaster" Target="/ppt/notesMasters/notesMaster1.xml" Id="R90af0ba8249f48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 value chart to ten million, digit cards, number line crossing zero,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 C. | Read the number in three-digit periods from left to right. | Count the jumps between numbers: 4 jumps to zero and 7 more to reach 7, giving 11.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million, place value, digit, partition, compare, negative.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 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Count the jumps between numbers: 4 jumps to zero and 7 more to reach 7, giving 11.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 C..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17..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-1.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17. | Count the jumps between numbers: 4 jumps to zero and 7 more to reach 7, giving 11.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4dcb6e55d449d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0a0f15f8cf459c" /><Relationship Type="http://schemas.openxmlformats.org/officeDocument/2006/relationships/slideLayout" Target="/ppt/slideLayouts/slideLayout1.xml" Id="Rdd9bdd1e9b16433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9bdd1e9b16433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4783118f841bf" /><Relationship Type="http://schemas.openxmlformats.org/officeDocument/2006/relationships/notesSlide" Target="/ppt/notesSlides/notesSlide1.xml" Id="R53537bb31c5547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c53e2cdf62430d" /><Relationship Type="http://schemas.openxmlformats.org/officeDocument/2006/relationships/notesSlide" Target="/ppt/notesSlides/notesSlide2.xml" Id="R29e64c4924bc46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1827b73b4845b2" /><Relationship Type="http://schemas.openxmlformats.org/officeDocument/2006/relationships/notesSlide" Target="/ppt/notesSlides/notesSlide3.xml" Id="Rdecdc1fdcdb3465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c0833bb9a4e5a" /><Relationship Type="http://schemas.openxmlformats.org/officeDocument/2006/relationships/notesSlide" Target="/ppt/notesSlides/notesSlide4.xml" Id="Rb42b4138298b48e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90cc4d12a64619" /><Relationship Type="http://schemas.openxmlformats.org/officeDocument/2006/relationships/notesSlide" Target="/ppt/notesSlides/notesSlide5.xml" Id="R0e3ba44527954f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e1af544597496e" /><Relationship Type="http://schemas.openxmlformats.org/officeDocument/2006/relationships/notesSlide" Target="/ppt/notesSlides/notesSlide6.xml" Id="R11ef30a26f624e1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ee037ed4164c77" /><Relationship Type="http://schemas.openxmlformats.org/officeDocument/2006/relationships/image" Target="/ppt/media/image.png" Id="R8ab9ea4cb5674260" /><Relationship Type="http://schemas.openxmlformats.org/officeDocument/2006/relationships/notesSlide" Target="/ppt/notesSlides/notesSlide7.xml" Id="Rd1f5c51f196f4e8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46eedef35d4a5b" /><Relationship Type="http://schemas.openxmlformats.org/officeDocument/2006/relationships/notesSlide" Target="/ppt/notesSlides/notesSlide8.xml" Id="Rc4aa4ad0c6ff4c1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5f0ad8ad84242" /><Relationship Type="http://schemas.openxmlformats.org/officeDocument/2006/relationships/notesSlide" Target="/ppt/notesSlides/notesSlide9.xml" Id="Rb88c8caed4244b4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fd95549d1441ed" /><Relationship Type="http://schemas.openxmlformats.org/officeDocument/2006/relationships/notesSlide" Target="/ppt/notesSlides/notesSlide10.xml" Id="R1d6c2a5e14584e0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bf73f6373d4629" /><Relationship Type="http://schemas.openxmlformats.org/officeDocument/2006/relationships/notesSlide" Target="/ppt/notesSlides/notesSlide11.xml" Id="Rf8481b2849b64d4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a2369d42fb4417" /><Relationship Type="http://schemas.openxmlformats.org/officeDocument/2006/relationships/notesSlide" Target="/ppt/notesSlides/notesSlide12.xml" Id="R026087f2b6f8470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D4AA5F-A5DC-4822-973A-CF736FB4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44E1DE-CEEF-46A2-B371-DC84F3D2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9E4172-5ED1-4B2F-BB77-4EC007F75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EBF8D4-1D1F-4025-A59E-A57D0F05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DDF35B-BE38-4D01-A631-68BCFCD6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9F616F-73CD-40F5-A842-EDC2E0CE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1AFF25-0A58-4C41-9909-EC260F25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E50185-2DA7-46A9-880B-178B4761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negative numbers and calculate intervals across zero.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D60AFA-15A5-4D92-B882-C54D4A71C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001B48-8809-4A07-B8E6-9994723D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 value chart to ten million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4BC236-9A47-40DB-B886-485A4690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273196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3EE91B-21DB-4604-A4C5-CDFA89BA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C78FA3-CD80-4F41-9EB9-E9EEBB915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BDC0C0-2EE5-4F9A-9111-95340ADE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DE503-C407-4C8A-AF5C-0037330D3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EFC114-D736-43D7-9454-01C1E076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7BA0A9-AD1D-4B28-8F71-02B6098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64B055-8DA1-47FE-A7F9-D519D994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77EEBC-F749-4DF5-B360-C619151E5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473D1A-7CE8-4A76-A9E3-B3F173D3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34CB8C-C531-4B47-B4D9-CFC1BDF2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CB116D-B520-48EC-A564-5526DA9D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DAD0A3-356B-4EB4-9D93-C007B839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8073A5-D886-49BB-B49E-4EC975B5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order and compare numbers to 1,000,000 and use negative numbers in familiar contexts.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41259B-E082-408C-B854-F7F4E331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D7EA12-215B-484A-B8F0-AD94D76D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D14669-F746-4251-B766-B8B2EDEF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89331A-69FF-420D-94B7-A5A9C3D5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 temperature is -6 C and rises by 9 C. What is it now?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5E61A7-C6A6-44C2-AA6F-E8A0C3EC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2AAB05-EAF6-46CF-AD19-EC55341B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A79C86-9A9B-4FDA-8328-B32E2B32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2CD7C8-3EE0-4166-A2CD-29662EAD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What is the difference between -4 and 7?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71BC63-26D4-4E2C-810F-996FCC080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0715076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D46C7-1E93-400A-B19E-20E7C093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FAB59-EDB3-4F84-8212-1BC263FA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5D8A9C-029A-42BB-9354-1D4B807C5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0B17C9-4FC0-4A23-95E8-2636CA28C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67B570-8145-4F39-9735-07E7F9771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172E7E-2B4D-4000-9174-1086B27F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505CC2-D387-44FE-9C2B-919418A96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06B92B-ADEB-41BC-9E0A-A87449D0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B77402-35C6-46B1-B151-F242DA0E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009B77-7A06-42C5-AD2F-CAACB0780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negative numbers and calculate intervals across zero.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3457C7-111E-42F3-AD28-25128AF2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B5EC76-4B15-4E95-A51E-1ECD02A51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number in three-digit periods from left to right.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90DEE5-BA70-49C0-8AA9-EC2A330F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Record each digit in the correct place-value column.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DBAF2D-14D1-4028-AC0D-BCA5DB88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value of every zero and compare from the greatest place.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03494E-E77F-4FA9-AA27-E56A01A4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million  |  place value  |  digit  |  partition  |  compare  |  negative</a:t>
            </a:r>
          </a:p>
        </p:txBody>
      </p:sp>
    </p:spTree>
    <p:extLst>
      <p:ext uri="{BB962C8B-B14F-4D97-AF65-F5344CB8AC3E}">
        <p14:creationId xmlns:p14="http://schemas.microsoft.com/office/powerpoint/2010/main" val="5834300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4F85A6-9EA7-4DCF-81F1-89554304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DA5D39-38D9-42EC-BE55-2824939A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1B17C8-5566-4BA8-AF91-6CE231A0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925890-DA0B-440A-9AF5-818A3C8BC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25D54D-AA8D-4180-AB63-390B5BE0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7B369C-2F45-4614-AB30-4E5DE16FB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E79F40-912B-45E6-941E-B1E07EF6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DFCF79-4775-4E7A-9D9C-7DA5FC9F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C2DCFA-6BDA-4E8C-AD34-8A64B6E7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CAA575-D298-41BD-8ED9-5AC05D15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difference between -4 and 7?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0BDDE5-83AF-4052-96EF-76192337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F197FD-4C87-4080-8C57-48CA6681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228B97-CE19-4746-9ADF-6D8F10743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the number in three-digit periods from left to right.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CC50FA-122F-43E2-A81A-7A70AE5BE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94D09D-D390-4AA6-9E6C-65A41112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BAEEEB-2A68-4836-9C6A-CF458572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Record each digit in the correct place-value column.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04536C-AB3A-4F69-997F-5BCCE8613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A1E4B2-066D-41F0-BA53-D68AAFE7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F8E06F-AC4C-4EE3-88ED-2D8FBE33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11.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39D68D-12B9-4E85-9917-0DC8E878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89CB1F-7309-4033-B178-450EEEF5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EDEF26-5D7B-4684-92F1-CBDBB464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value of every zero and compare from the greatest place.</a:t>
            </a:r>
          </a:p>
        </p:txBody>
      </p:sp>
    </p:spTree>
    <p:extLst>
      <p:ext uri="{BB962C8B-B14F-4D97-AF65-F5344CB8AC3E}">
        <p14:creationId xmlns:p14="http://schemas.microsoft.com/office/powerpoint/2010/main" val="11109723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E72CF6-FC38-4FDE-BF3E-679556BB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CDBB98-1B0B-4AB4-83AD-87076402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58C03A-63CA-416D-ABD2-05727D26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A71F5C-68C9-4707-8207-9A9C83ED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94816-D412-40BE-9509-E2852E4B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427864-2DF4-4E36-A929-88656C49E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D98510-FEDC-4F19-A7FF-5E3B91A7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F7CDB5-6C6F-4F3C-99DA-D1FC902B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80042C-D772-45D3-A612-E33AB1249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EE6963-3188-493E-8BA0-B3BEE82DA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2AC408-457E-45CF-8E9D-B27CF670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11.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82F26-0E55-46F1-B271-436ED269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DB13BF-761A-46A0-87D8-135DD4B5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value of every zero and compare from the greatest place.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3B9EC9-73CE-4DDC-8A37-57EBCA71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8165916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F033C1-F3F5-4077-B259-A480D404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86F954-221C-44E4-A2EC-3F5D6D85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087B5F-9842-4946-918F-2AE33CEB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3187C-C6F3-47DA-9C83-D177D023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1A1009-04A6-495A-9C3E-11B71AA4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4C9F0A-236A-42F8-9073-5AA492620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74DA3E-84BD-45A0-A912-062F4C1F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FE501A-1A2C-4A87-8151-64B5F03E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EDDEF6-5572-4EF6-AE4F-FFCFEE83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99933-08E9-40AD-A2CE-2F57E7A7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 temperature is -6 C and rises by 9 C. What is it now?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E27F9D-013F-4CA0-ADE8-C60E9974F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A7A803-83F1-48C9-9DA8-5DA96CD5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D9DAAF-6057-4B46-B6F0-57D2C41DE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D0D345-FB70-45D5-A03D-390174E6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033F28-4041-481F-B8B7-68E0DDC1A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 C.</a:t>
            </a:r>
          </a:p>
        </p:txBody>
      </p:sp>
    </p:spTree>
    <p:extLst>
      <p:ext uri="{BB962C8B-B14F-4D97-AF65-F5344CB8AC3E}">
        <p14:creationId xmlns:p14="http://schemas.microsoft.com/office/powerpoint/2010/main" val="20331176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9235D2-CF35-455C-ADB9-16439B883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4CF470-CB81-497C-BB50-861A5224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333B7D-D837-471C-99BC-239FC20A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FC6037-3E80-4CDC-B2D7-F0BBF006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9FC816-D5F2-4B88-AAC1-AC8854DAA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59C692-51DE-4285-9D56-917E49CF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2C98F9-8AD8-4326-9934-C20B8F695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0DDA0C-993E-4C0E-8F38-125DE11A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9820A5-EE1A-43F2-9F1A-CFA2FD6FA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b9ea4cb567426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4F9EDA-ED0F-4C80-9ACF-35FDE759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E2684D-7EC1-40E2-8CC8-11B878F9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counts both zero and the starting number when finding the interval from -4 to 7.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1EC7A7-F3B1-4052-8B3A-3EC8A9AB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29A9C6-5E3F-4540-B544-E66869E60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B3FF52-84C1-4721-8A11-BBBC6D3F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Count the jumps between numbers: 4 jumps to zero and 7 more to reach 7, giving 11.</a:t>
            </a:r>
          </a:p>
        </p:txBody>
      </p:sp>
    </p:spTree>
    <p:extLst>
      <p:ext uri="{BB962C8B-B14F-4D97-AF65-F5344CB8AC3E}">
        <p14:creationId xmlns:p14="http://schemas.microsoft.com/office/powerpoint/2010/main" val="1559770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1F677D-4996-4041-9169-E64F5C7FF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CA274F-3722-493A-B5BE-C8DB45F2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CF545F-DB85-49B8-851E-F8B5B749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60CF1-9070-4102-AA08-A2AEF075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FC52A4-18BC-48CA-A34B-FD4F2D64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B24860-2A33-475B-8DC8-9CA618AF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0130AD-BE09-473D-9FDD-B11676B3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1A5ECE-0F54-474C-8883-A274667B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57411B-CDDF-421B-86C9-B210946FA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80CD00-EE4F-4170-B0F7-96A34156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59D883-9A63-46F0-9354-17D58C188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E842A7-73F9-4E28-BA42-63859C6E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280BE8-E2CE-467F-AE4C-7C52E517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 temperature is -6 C and rises by 9 C. What is it now?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0474F4-1E40-4515-96EC-3B2149828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119044-2373-413D-9EE2-E65F360F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BDB551-33BE-464A-8B9D-05E1B255C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113DCF-0539-49C1-A553-E2DC03E4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D95B72-EF79-48C4-A515-391E597D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6D5DD8-49BD-44E8-BD87-BEACDFD7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1B99A7-282F-479B-8BA5-CB606996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9F5978-0F1F-4A2B-BFDA-B122DF302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 C.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59D24D-762B-4560-BFE0-3EDE386B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3288863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5D4846-B332-4927-9AE4-D7FDF6CD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3D794B-9C57-4290-8D69-FDA90FC5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3F96DE-0C94-4EE9-ABFD-E662CFD1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6B031-7EAA-4692-B551-172D26FE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AA58F0-8B3C-461E-A8A5-B3155CCD2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BAA5A9-E9EC-415F-8A1B-1171B2EF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30717B-7A24-42AD-925C-4FB459DF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B23EE3-6E7A-415C-983F-33051452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6878D-7B66-4ADA-B4C9-EB9CA609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AAF271-83AA-4286-B660-668C9E21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A62647-3323-4CE3-8384-CA40A2712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24E8A1-EB6B-4B79-8932-226D0C24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C8B9DA-671E-43DD-9486-A90B208C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far is -12 from 5 on a number line?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9D47F6-7FE5-4C94-952D-067F14203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1D6E82-F156-46EA-8798-8DC81141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2D784F-A409-4F5B-8A06-D4B0B18F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0AD4DF-7658-4555-AE36-FBECEEFC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313BED-02E7-4D22-B319-729BBE79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C7684B-82BC-4BB6-8EE0-6E0B9B2E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852FAA-57E8-4DEA-93AE-3DED8FE74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F59373-795C-43C1-B503-1F433A53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034776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D9CA1E-48BF-45A3-8C75-77980B8F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3D9F3D-9C75-472B-986B-CBEC0BB9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21435B-AEDA-4509-95D5-57023900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2465CB-FFFE-45A9-9D57-DB337BF5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2E7F88-E28F-4579-9D54-A41D10A4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F94209-B425-47CA-BD4B-F2130D48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53F39E-14BA-4B08-9D20-90C54842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34581B-E423-4AC0-92C2-A6DC4242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268AC-1C66-4467-9C16-40CDD0F3F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688C05-73FC-4756-B27A-3FB15786C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number is halfway between -8 and 6?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F0E388-D78B-4860-8043-2A81167A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D94B88-5AE3-42D1-9024-C1CE8181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8FBA0E-0F98-458E-AFD3-76E1295A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-1.</a:t>
            </a:r>
          </a:p>
        </p:txBody>
      </p:sp>
    </p:spTree>
    <p:extLst>
      <p:ext uri="{BB962C8B-B14F-4D97-AF65-F5344CB8AC3E}">
        <p14:creationId xmlns:p14="http://schemas.microsoft.com/office/powerpoint/2010/main" val="18767018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411DAA-5E3A-4EEE-B843-CF1A22B3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291FD3-3905-4E99-BC92-CC2E3ED9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215335-5B7D-4D25-85BB-ECCC2BC9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C63071-FD05-41FE-8F55-EB08E3D41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6E9593-57EA-4AD0-8592-9F6FB6AF0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F08E66-C6A2-4232-971B-FF6B35C0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32ABF9-6E06-4E57-8EC2-D1E771EF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414E6C-CA0B-4B7C-A145-99A3CDBE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7D38DA-BE16-49EC-A21E-4709A100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D6BCC0-21B2-4D25-92BE-ACA6DD44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902F00-1F4C-44F6-9F69-C8D1CE51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846AA5-1561-4D23-897E-AA90CD4D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far is -12 from 5 on a number line?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341FB9-7B13-4ED8-B34B-5F39EB6E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BC7431-B5E1-4097-89B5-B7D000D7C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33F8B9-EB48-418A-BB99-F3CECE85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37FAB9-8438-4675-ABD8-51192AE7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17.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E74124-7B40-4054-BD2D-0FCBF857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37DADD-431D-4483-8476-43B113CB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116270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A802CE-8E50-4CA3-8FB9-D0DFA40D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BBEAEB-267D-495D-9E72-8D5302C9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DF67B0-A8E3-4C7D-B5B2-67393698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1507E-38E4-464A-B057-0BFFBE39D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4BAE88-3C47-485A-9C16-0E2CC9C7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A21A83-1DD2-48A4-9302-A05E10668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ECF66-8F4F-4FB0-8A82-AF285694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0BF24C-AEB0-4505-9CD1-071ECAA4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0283F3-0798-455C-AFE7-827DCE0FB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B55504-A8D5-4B94-ABBD-BBF837E74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0766D0-56A9-47E1-A9B1-DE7814C73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08D7C7-657F-4BBA-B050-239CACD9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890C50-F9C5-4E96-9DC0-7A5BEC31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far is -12 from 5 on a number line?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385C77-C7B8-49C7-A322-6D3B4931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C5CC51-504D-4C99-8AF5-F65C5730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A2B7DE-7D74-4DF4-A128-453271B6D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570541-9D6B-48C6-8F81-703B5E17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counts both zero and the starting number when finding the interval from -4 to 7.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D4FD4-8570-479A-96D4-190217FF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1199FB-66AD-4775-BEDC-7D290DB2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3DFE05-5C11-43E0-8344-FA1828E5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13656C-3A58-4FDE-97C0-BD346DC8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B29417-D828-48D0-8183-7C5C2173E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141331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2026-09-09T20:44:52.3850000Z</dcterms:created>
  <dcterms:modified xsi:type="dcterms:W3CDTF">2026-09-09T20:44:52.3850000Z</dcterms:modified>
</coreProperties>
</file>