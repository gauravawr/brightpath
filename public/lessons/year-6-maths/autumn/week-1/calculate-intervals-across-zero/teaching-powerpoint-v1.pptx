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 C. | Read the number in three-digit periods from left to right. |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What is the difference between -4 and 7? Answer: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Count the jumps between numbers: 4 jumps to zero and 7 more to reach 7, giving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 C..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17..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The temperature is -6 C and rises by 9 C. What is it now? Expected: How far is -12 from 5 on a number line? Higher: What number is halfway between -8 and 6?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17. | Count the jumps between numbers: 4 jumps to zero and 7 more to reach 7, giving 11.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B0A9755-9D34-4282-8D35-5E7A8045FB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2367E3-4A2F-4028-8B8D-61BF2D72447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E4937C7-7326-43E4-847E-E73E259E3496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358934-11F2-47DA-8A7D-BD8794BDDEB0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0CB4F8-D8E6-4C63-AF49-6E7778006B0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66B79-A326-4A2B-9706-9A37482981D0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DA1766C-23A3-46A9-AA12-3D22EB43E145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FC500-07AD-4364-B610-1E6C96A10256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20C767-4C0D-4CF3-A55C-FE27689C4F3E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6ED474-33AB-4DF6-B75F-3F9C93D09E41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58101E-C45D-4202-AE57-747EF831A581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E7DF08-11AD-4853-A406-407D085E7E04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88799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47BEECC-FF54-423C-86D7-89A46CD0BD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29F34E-85EA-456C-9D42-A8992E71127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B47561-0B37-427B-9114-252A485831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101F9F-50E9-4586-83A2-F9E051E1FC2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0CF4E5-BD1A-4C60-B641-CE8926C3AA4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8119A2-24E9-460A-B9DB-EAD7D63AF64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7AF177-61E5-43F2-AB52-395E1E3A2D6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3FF1FB-18F5-45F5-9EB2-819E53223D9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48409E-121A-401A-8D8D-A21022F3124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8D63C4-4731-4963-B8F5-D5BF5C307B4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9C7D76-A711-4A38-BED1-B29DAA2F76F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FB8564F-FF59-4E94-84FE-ECEE913D972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54DFCD-C57C-46ED-8528-D10FAA85390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CE112E-FD37-472E-946A-B319D21BA9F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4D1BCDE-51B5-460C-8B5E-6921E39B7FB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AAE0D2-614E-49C9-81BD-F50334C94CE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71A418-C438-4F6C-AF61-CFC6572971B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D8C2A5-740C-43F7-972D-8C5CDE49F2A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611800E-51E1-4ABB-B2F1-78D35DF1469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4531C6-3E0E-4B37-8B34-5CBC0836E3C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247EE9-DA01-4D68-B4C7-E0C250BAEFF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0DD981-4709-4AE9-A0DD-87B7B803FA8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difference between -4 and 7?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5F67E6-A968-47C3-AA3D-065F5288CA0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93990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CF8E9F0-CB33-4A44-87AC-A0ED54DA58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4524A-0087-4B9A-A1FE-8F067B83984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76B389-AFE3-470B-A840-B442058D520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5C302E-8194-47FD-8A62-ACC3CF2407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1A55CA-1C0B-4D64-91E2-1E16D0D27CA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4F5B8-EF2C-4B07-9285-46012EF7500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E8A197-3D3E-4810-AB00-798429F4259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C74E66-E082-4E6D-A9C8-EACDD28A4FF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460000-A5F3-47A1-BC63-FBD8628175A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E7B63B-8F99-4525-92AA-23C5E9C8F47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DAA19C-2D2B-4170-8B5A-BAC206F9A3DF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negative numbers and calculate intervals across zero.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1BAEE9-1E20-40BD-982A-D00F0759614A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C0A4A0-1168-4ACE-9A61-1C17C6EC74E2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CBB930-4F3F-4A14-A90E-B58662D085C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BDDA3D-2AE0-47D8-BFBB-BEAC6980636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B31FC7C-9E7B-41DB-A336-A88880E10A51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792043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845EEAF-6B89-4200-90A4-FD609F6C4D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D94B3A-9A5F-411D-9FBF-0B81DE7CEDF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70641A-CCD7-4309-AF0C-FE90C66DD2E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11177E-906A-42E4-B9E8-2EABC22E43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F229AE-47BC-4650-B8D1-3934F9C8B05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4C72D0-860E-4B1A-B7DB-EE03459F4C3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DB65E2-79A1-4562-980F-4A429D7747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1D8C9A-9EC3-4B9B-8A6E-42AE8989283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B55F44-CDB8-4268-B7E6-4D0445E3E3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2BEAF7-B5B7-4031-B5BE-947369016C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767D65-6F1F-4FB6-B17D-B6792F90B106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difference between -4 and 7?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63EFAB-D87A-49AD-83CD-CF5E4F24B13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F7B5409-57C7-4D94-AFA6-21A3F0EE04F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85D797-D43D-4F88-A9F0-EE37B224F68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47F58EC-E233-4DF7-973E-169B5F2CF66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191643-7672-443F-A3BE-B69884CE8BF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FA9F27-DAFF-4707-B9DE-9C00C8EB829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353BF9-071F-4092-A534-ABC7FAF8125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C6E84A-976C-4F88-B707-8F15210210F3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401AB23-E6E6-4411-B702-CCE538EE38D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11530C3-7215-4B1D-8316-5229D9705F2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6C15CC-B27A-4445-9604-4485DAA0963B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31773-2DBF-482B-AE99-0D093B870D1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1427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A349CA3-0F5B-4092-A2D2-AD81904413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06F910-41A5-46D1-A2C8-61B15B5D180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C66084-0B25-412D-AC70-34364A1ABA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BFDF9C2-0D33-420C-B2D5-DC364E533F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3175C6-B372-43E5-B4F4-D0E0AF398B1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ED1C3B-160F-47EC-A446-88080F81DDB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DB808-F2DD-48F6-A84C-0EF9CD73CD3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F8EFE8-94FE-48CD-98D7-649D5BB6ED4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32A044-6B0F-4CA6-B64B-EC1FABD0134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308DA2-42C7-4415-B22B-818BC2122F9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9219C2-57AD-49D6-90D5-E26D212CA72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F20BB7-4457-4686-800D-160C992A0BDF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A5BA20-AFC0-4FF3-8524-6D0477E45E0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B25ADF-BBF9-48E4-8540-2A396EC1A7FD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F01F3B-AF5E-487B-B796-738B2E18256F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4620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E60B852-1404-409F-B6B4-59BDD13DCC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F48349-422E-40FD-9AD0-8600A8F5CD3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55DDF4-2B53-4942-8535-CC4A822130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9B4A02-4041-48B9-80D9-6F99829A4A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95FA70-1C91-4F4B-94D1-D40CA4C0DBD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F0E618-2E51-49F1-9C99-16B85E32AB7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9CC9C1-E7EE-49C7-AFC9-5DC984BE9D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D67A43-8C83-4F2D-B389-ECBD8230B9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81A2A7-80E4-4476-BE2E-821B9E494B5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E0B318-E2E7-4785-9783-9165AA6B842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B0D33E-A8C6-482B-8173-75A677458E4C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65AF40-39FD-4699-B4E8-DB8366A9E09F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B1212F-49DE-436D-A0CA-A4076902E3BD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C15A7B-ACE7-4DB9-8364-435826C63D1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4BE08C-165F-460E-B570-F2CC9CC6E59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E9C383-0D63-486E-91A3-BCB424CD0BF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 C.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3964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F710F11-46C5-4077-AFF2-A2EFD82BD7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D4DB97-6917-4455-BD6D-228B5643F64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3DBBF3-9A9B-4E8D-A305-0B59501EC9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289141-7E38-4AA3-AD9D-79CB935560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9DA129-8CA9-4B18-AD1E-F980A543F6C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EE6750-FD60-406C-BA70-D74AB8729F0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4DCFA0-831A-4205-905E-72D977B12C7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CC6189-73D5-4871-82E8-0AEB0822ABC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A1A3CC-C8A8-4DFE-B753-7BB88307B1E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27922B-F0F6-45D2-B131-2F0228E2413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237A0FA-50B7-4F24-9450-208C28C9880E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F21904-7D35-4FDC-9858-D63E843E8E6C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counts both zero and the starting number when finding the interval from -4 to 7.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4C24A1-39F7-4DCB-A9D1-74022AE81955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1D65BB-95E4-40B0-8729-0DBE4754DDC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8C0BA9-99CB-401B-9286-274DB3E5567B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Count the jumps between numbers: 4 jumps to zero and 7 more to reach 7, giving 11.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1274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ECD75A4-44B8-4EBB-9019-1D2DDF08D9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7B0FED-DC8E-45DF-9E13-E3077430779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3E9F9E-8ACA-4DE9-A97E-168DA886DBB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0F71660-310B-4B02-B907-E8C90000B29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8E11FF-F28C-4D88-A931-9579AA2311A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5D6CDC-0F20-48A2-AA7B-89D2706FEFE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D385F3-70E7-4426-835F-C768FD1EC02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1B8447-F7C2-4008-971E-A671507A7DD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D88C2A-CD92-451C-A4D5-CAA650A1FB7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934E27-B7F0-4EDE-8DD7-8FA20F357C8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08ABABE-532C-40A7-B6B7-7527E348324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1BB298-9B4B-47A6-9F5F-3FBD9076542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428C98-50FA-4C1E-B884-E27B7399FC5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D20386-6EFD-4591-B9A1-41393B33982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temperature is -6 C and rises by 9 C. What is it now?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1E9314D-544C-410C-9404-907C7357C3E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F740F67-EFB6-4211-BFC5-8516F5C432F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56099A-7F63-479E-94E1-208BF0F7514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001358-F642-413E-B09F-809A2034669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4D6373D-076A-4A60-9222-8D775D4D899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B5AF98C-5C7A-4609-8AE3-781A440294B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E79E7B-53CE-4779-9052-8F740EC0921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0FCE08-1F5D-4598-B6F6-60EEB3FF1A0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 C.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167EEE-BBA0-45DC-A4E0-B85BDEBD6FE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5544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51D67C7-6E28-4A41-A609-2FC6CEA67F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6BD3DC-8A50-4A42-AECE-A296FAB378F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4BA2C4-B352-4EF0-96C1-9AD47CB8D8E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46774A-B628-4621-896B-10B64E0BB3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0AF5D3-C76A-4CA8-9E7D-D37DC240B3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E8EA97-43BE-44C2-8545-24DCA58F4F1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753FDD-96DB-45B2-9F6A-0BDBA28A719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D938BB-9764-4CC8-B3F5-37AF130171D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9304BD-01E7-4F42-8D54-7ED750AA642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EA11AF-7206-49F2-A492-4F6A95C56A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84A93C7-CDD2-411E-A3A8-872187FA2DA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1667853-955E-4C33-917F-AB041420FBF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1F992C-F5A2-44B4-A48A-DD1BA8222C2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D54411-61E2-4712-93D9-B48B907F1D8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57E59D7-F90E-4B94-B487-F752208FF1C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2213E9B-53CD-4258-82EF-338E1A17120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F9C962-83C4-41D5-BE55-CC47076F52A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22873-AB97-4547-9BA1-45F43552B0C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1C80A0A-A6E3-4D19-9E85-3B9C4F7D0A8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A7F7486-7470-465B-BB74-B6A6FD849BE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B50664-53EF-4ECB-93E6-855BAF2756B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B207D6-6C7E-4C98-ACEA-100E6A0E0FC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076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914D485-09CA-4D7B-9D0A-0E91529522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5A81D6-18F5-4B95-A777-84E09193568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A237D-71C9-4C0F-9408-F20C83E471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0E53F7-0E68-4FFB-97BE-8C041F401F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21FB0-92C8-4AD4-8157-E0BBC981722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F38FC3-754B-4517-876C-E79FDD9D14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3900BE-3199-4A6C-9099-E36847BE1A2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A55E9B-61F1-4A8C-8B61-4E97B2F175E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D3A5C5-4233-4BB4-BA9A-A992387AD0B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7ECD4B-03B4-43E8-A3C9-43C5E60C9F6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9E497C-1873-4D5D-9AF5-8581CABEF37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number is halfway between -8 and 6?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DFD8BE-26E7-477A-85E3-58FA45FE1D4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DA8E51-B44B-4EFD-AC8F-C68D2C37E1F9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2092AD-0FCC-4EA5-ADD9-C01F2F40538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-1.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8385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C1359325-ACDE-47A7-A936-ED31E92098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785692-C8B5-4306-B921-D6E172BB035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1A26AB-3733-491C-B9E9-2FCF707045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C4069D-05F7-43C2-B010-1BC2BBF9E4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8966D8-0A67-4348-B735-C133B39E6CB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919CB4-8DE2-40F9-B4DF-8F87969623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5F3A2D-A0D6-4BFF-BFB4-C3F7801BBAD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187883-E358-44C5-85C3-7B96D7B50B6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2EC5D0-957E-435A-89D8-BDD30233B00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089FAF-1EC1-4A99-9849-02B35DE5629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BD9B3-CE85-4AA0-95DB-CAAD1741778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91E1237-F0F1-4BF7-9270-4090C20F5C3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9A0DF6-BE26-40CE-843D-C102E5AF6A7D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BE36F4-16AE-4DA8-80B2-2ADB65B558B0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DCC195-D498-4444-9A55-071AF5F1B13A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F10BE9-2396-4DC3-98A3-469CC664175E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0A75C5D-4811-4F72-8856-D66E1B0D19A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84EAE4-9A30-4FA7-BF49-0839C9D97146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F24E96-0A9B-46B8-8212-1438B61D98A8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46FCB7-542F-4FE4-862F-725E276B4222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59CD8E-37A8-44E6-9410-625004EA0D45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412D030-441C-4AB6-8836-799F95AB84C8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27AD7A-2AB0-4097-8601-30D55474E939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7A2FEE3-DF31-473B-88C0-8C015154E53B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E8AD05-07CF-4FC9-B5C5-1CB89385A7D9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2EA19C-B44B-44C4-8945-258FE0DAD594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909424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8AFDCB6-E9E6-4DE8-8727-9BFA1FABAB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2AEC3A-9883-417A-A0D6-C80AEE6F828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8FA657-843F-48F3-B4F0-F95B4E9D2C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EF040C-5E90-4F51-9C4C-2ADAD07D480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1236FB-3390-43A4-9E81-A0263352777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97E9BB-8324-4013-90A2-B95F932A331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BE9EEE-E24D-45E2-B112-5F9BF667D30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67BBA2-4228-4090-8DE4-CABEB4590F6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CB7854-4EE7-415B-AD2D-57BAC11AAE9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E6566B-A567-4FB3-BEA9-52B9CC0256C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intervals across zero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B818A81-504C-46BF-9984-C3D0C72B4D2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5EB0A94-8330-472E-8394-9B2CE066E33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8DABC8-679B-4557-9168-8C523E0BDBD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12F70F-1943-4DF8-BF98-D8ABAB1162A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How far is -12 from 5 on a number line?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5F466FA-0368-4411-AD04-2D8F1899D07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376B07-C19B-4A14-A367-BB1499653E9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C92C5-CA27-4E83-8FDD-34199BCADEE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EF49BF4-EDF8-4799-86A1-978538265C4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counts both zero and the starting number when finding the interval from -4 to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BF79AD3-27D2-40B4-9CC6-FBAEC3E1357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07E3B2B-649B-4B07-801D-E36490E807B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2609E-C252-4ABC-A601-8AFB4E8CC3B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4F55D5-EBEC-420F-AE60-53051DD310E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F0EF38-D8F8-4AF6-B11E-D661B0EA371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11009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1394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2026-09-08T22:34:24Z</dcterms:created>
  <dcterms:modified xsi:type="dcterms:W3CDTF">2026-09-08T22:40:28Z</dcterms:modified>
</cp:coreProperties>
</file>