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intervals across zero. Calculate intervals across zero.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intervals across zero. I do. Count intervals, not tick marks. First travel to zero, then to the positive endpoint.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intervals across zero. You do. Pause before clicking. Let pupils try independently, then reveal and discuss every step. Count intervals, not tick marks. First travel to zero, then to the positive endpoint.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intervals across zero. I do. Count intervals, not tick marks. First travel to zero, then to the positive endpoint.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intervals across zero. You do. Pause before clicking. Let pupils try independently, then reveal and discuss every step. Count intervals, not tick marks. First travel to zero, then to the positive endpoint.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intervals across zero.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Calculate intervals across zero.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5D96BD13-B796-4AE8-A44A-C75A08E18402}"/>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Calculate intervals across zero</a:t>
            </a:r>
          </a:p>
        </p:txBody>
      </p:sp>
      <p:sp>
        <p:nvSpPr>
          <p:cNvPr id="2" name="object-2">
            <a:extLst>
              <a:ext uri="{FF2B5EF4-FFF2-40B4-BE49-F238E27FC236}">
                <a16:creationId xmlns:a16="http://schemas.microsoft.com/office/drawing/2014/main" id="{B0EE6924-BAE5-408D-8194-45504057C598}"/>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CD9371C3-EDE2-400E-B244-E015450BB062}"/>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15530A7-187B-4F48-AB90-530439C2E88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intervals across zero</a:t>
            </a:r>
          </a:p>
        </p:txBody>
      </p:sp>
      <p:sp>
        <p:nvSpPr>
          <p:cNvPr id="5" name="object-5">
            <a:extLst>
              <a:ext uri="{FF2B5EF4-FFF2-40B4-BE49-F238E27FC236}">
                <a16:creationId xmlns:a16="http://schemas.microsoft.com/office/drawing/2014/main" id="{F893B67C-C93B-471D-8DEE-E7FA7D4D201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AE93F974-0B1A-444F-8EAC-1B593394A120}"/>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use negative numbers and calculate intervals across zero.</a:t>
            </a:r>
          </a:p>
        </p:txBody>
      </p:sp>
    </p:spTree>
    <p:extLst>
      <p:ext uri="{BB962C8B-B14F-4D97-AF65-F5344CB8AC3E}">
        <p14:creationId xmlns:p14="http://schemas.microsoft.com/office/powerpoint/2010/main" val="76080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object-1">
            <a:extLst>
              <a:ext uri="{FF2B5EF4-FFF2-40B4-BE49-F238E27FC236}">
                <a16:creationId xmlns:a16="http://schemas.microsoft.com/office/drawing/2014/main" id="{D2253F6A-453B-44AD-95CC-D18FA154325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346A6390-310D-447E-A5B6-FF41D4DD020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What is the difference between -4 and 7?</a:t>
            </a:r>
          </a:p>
        </p:txBody>
      </p:sp>
      <p:sp>
        <p:nvSpPr>
          <p:cNvPr id="3" name="object-3">
            <a:extLst>
              <a:ext uri="{FF2B5EF4-FFF2-40B4-BE49-F238E27FC236}">
                <a16:creationId xmlns:a16="http://schemas.microsoft.com/office/drawing/2014/main" id="{DB4CDB11-2BEE-43BE-B273-4BB0104AE96B}"/>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2FC2CFC-7737-4AED-A3D4-8390AEC809B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intervals across zero</a:t>
            </a:r>
          </a:p>
        </p:txBody>
      </p:sp>
      <p:sp>
        <p:nvSpPr>
          <p:cNvPr id="5" name="object-5">
            <a:extLst>
              <a:ext uri="{FF2B5EF4-FFF2-40B4-BE49-F238E27FC236}">
                <a16:creationId xmlns:a16="http://schemas.microsoft.com/office/drawing/2014/main" id="{28AFC341-B6F9-48FB-9D8E-3654E2622E4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82BDD934-A908-455B-959B-D1E0E15B0CB3}"/>
              </a:ext>
            </a:extLst>
          </p:cNvPr>
          <p:cNvSpPr>
            <a:spLocks noGrp="1"/>
          </p:cNvSpPr>
          <p:nvPr/>
        </p:nvSpPr>
        <p:spPr>
          <a:xfrm>
            <a:off x="1666875" y="4524375"/>
            <a:ext cx="11906250" cy="35719"/>
          </a:xfrm>
          <a:prstGeom prst="rect">
            <a:avLst/>
          </a:prstGeom>
          <a:solidFill>
            <a:srgbClr val="172B4D"/>
          </a:solidFill>
          <a:ln w="0">
            <a:noFill/>
          </a:ln>
        </p:spPr>
      </p:sp>
      <p:sp>
        <p:nvSpPr>
          <p:cNvPr id="7" name="object-7">
            <a:extLst>
              <a:ext uri="{FF2B5EF4-FFF2-40B4-BE49-F238E27FC236}">
                <a16:creationId xmlns:a16="http://schemas.microsoft.com/office/drawing/2014/main" id="{43C7D294-B3D5-4F78-9786-4C8378980113}"/>
              </a:ext>
            </a:extLst>
          </p:cNvPr>
          <p:cNvSpPr>
            <a:spLocks noGrp="1"/>
          </p:cNvSpPr>
          <p:nvPr/>
        </p:nvSpPr>
        <p:spPr>
          <a:xfrm>
            <a:off x="1666875" y="4381500"/>
            <a:ext cx="0" cy="285750"/>
          </a:xfrm>
          <a:prstGeom prst="line">
            <a:avLst/>
          </a:prstGeom>
          <a:noFill/>
          <a:ln w="35719">
            <a:solidFill>
              <a:srgbClr val="172B4D"/>
            </a:solidFill>
          </a:ln>
        </p:spPr>
      </p:sp>
      <p:sp>
        <p:nvSpPr>
          <p:cNvPr id="8" name="object-8">
            <a:extLst>
              <a:ext uri="{FF2B5EF4-FFF2-40B4-BE49-F238E27FC236}">
                <a16:creationId xmlns:a16="http://schemas.microsoft.com/office/drawing/2014/main" id="{D466DB1B-2B65-49AF-9DB1-7D668354FDB7}"/>
              </a:ext>
            </a:extLst>
          </p:cNvPr>
          <p:cNvSpPr>
            <a:spLocks noGrp="1"/>
          </p:cNvSpPr>
          <p:nvPr/>
        </p:nvSpPr>
        <p:spPr>
          <a:xfrm>
            <a:off x="13335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-5</a:t>
            </a:r>
          </a:p>
        </p:txBody>
      </p:sp>
      <p:sp>
        <p:nvSpPr>
          <p:cNvPr id="9" name="object-9">
            <a:extLst>
              <a:ext uri="{FF2B5EF4-FFF2-40B4-BE49-F238E27FC236}">
                <a16:creationId xmlns:a16="http://schemas.microsoft.com/office/drawing/2014/main" id="{8229DEBA-B2E6-4DE6-99EC-06C7A359410B}"/>
              </a:ext>
            </a:extLst>
          </p:cNvPr>
          <p:cNvSpPr>
            <a:spLocks noGrp="1"/>
          </p:cNvSpPr>
          <p:nvPr/>
        </p:nvSpPr>
        <p:spPr>
          <a:xfrm>
            <a:off x="2582740" y="4381500"/>
            <a:ext cx="0" cy="285750"/>
          </a:xfrm>
          <a:prstGeom prst="line">
            <a:avLst/>
          </a:prstGeom>
          <a:noFill/>
          <a:ln w="35719">
            <a:solidFill>
              <a:srgbClr val="172B4D"/>
            </a:solidFill>
          </a:ln>
        </p:spPr>
      </p:sp>
      <p:sp>
        <p:nvSpPr>
          <p:cNvPr id="10" name="object-10">
            <a:extLst>
              <a:ext uri="{FF2B5EF4-FFF2-40B4-BE49-F238E27FC236}">
                <a16:creationId xmlns:a16="http://schemas.microsoft.com/office/drawing/2014/main" id="{A37B5B60-51F0-419B-A194-D0B483B4CDCD}"/>
              </a:ext>
            </a:extLst>
          </p:cNvPr>
          <p:cNvSpPr>
            <a:spLocks noGrp="1"/>
          </p:cNvSpPr>
          <p:nvPr/>
        </p:nvSpPr>
        <p:spPr>
          <a:xfrm>
            <a:off x="2249365"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-4</a:t>
            </a:r>
          </a:p>
        </p:txBody>
      </p:sp>
      <p:sp>
        <p:nvSpPr>
          <p:cNvPr id="11" name="object-11">
            <a:extLst>
              <a:ext uri="{FF2B5EF4-FFF2-40B4-BE49-F238E27FC236}">
                <a16:creationId xmlns:a16="http://schemas.microsoft.com/office/drawing/2014/main" id="{5BD6E61E-31BE-41E7-AC15-AF2BE1976016}"/>
              </a:ext>
            </a:extLst>
          </p:cNvPr>
          <p:cNvSpPr>
            <a:spLocks noGrp="1"/>
          </p:cNvSpPr>
          <p:nvPr/>
        </p:nvSpPr>
        <p:spPr>
          <a:xfrm>
            <a:off x="3498606" y="4381500"/>
            <a:ext cx="0" cy="285750"/>
          </a:xfrm>
          <a:prstGeom prst="line">
            <a:avLst/>
          </a:prstGeom>
          <a:noFill/>
          <a:ln w="35719">
            <a:solidFill>
              <a:srgbClr val="172B4D"/>
            </a:solidFill>
          </a:ln>
        </p:spPr>
      </p:sp>
      <p:sp>
        <p:nvSpPr>
          <p:cNvPr id="12" name="object-12">
            <a:extLst>
              <a:ext uri="{FF2B5EF4-FFF2-40B4-BE49-F238E27FC236}">
                <a16:creationId xmlns:a16="http://schemas.microsoft.com/office/drawing/2014/main" id="{B3F17BFE-3333-492B-851F-8EA8037472B5}"/>
              </a:ext>
            </a:extLst>
          </p:cNvPr>
          <p:cNvSpPr>
            <a:spLocks noGrp="1"/>
          </p:cNvSpPr>
          <p:nvPr/>
        </p:nvSpPr>
        <p:spPr>
          <a:xfrm>
            <a:off x="3165231"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-3</a:t>
            </a:r>
          </a:p>
        </p:txBody>
      </p:sp>
      <p:sp>
        <p:nvSpPr>
          <p:cNvPr id="13" name="object-13">
            <a:extLst>
              <a:ext uri="{FF2B5EF4-FFF2-40B4-BE49-F238E27FC236}">
                <a16:creationId xmlns:a16="http://schemas.microsoft.com/office/drawing/2014/main" id="{451B93CA-F33B-4196-B18A-A09BE5FB8FCB}"/>
              </a:ext>
            </a:extLst>
          </p:cNvPr>
          <p:cNvSpPr>
            <a:spLocks noGrp="1"/>
          </p:cNvSpPr>
          <p:nvPr/>
        </p:nvSpPr>
        <p:spPr>
          <a:xfrm>
            <a:off x="4414471" y="4381500"/>
            <a:ext cx="0" cy="285750"/>
          </a:xfrm>
          <a:prstGeom prst="line">
            <a:avLst/>
          </a:prstGeom>
          <a:noFill/>
          <a:ln w="35719">
            <a:solidFill>
              <a:srgbClr val="172B4D"/>
            </a:solidFill>
          </a:ln>
        </p:spPr>
      </p:sp>
      <p:sp>
        <p:nvSpPr>
          <p:cNvPr id="14" name="object-14">
            <a:extLst>
              <a:ext uri="{FF2B5EF4-FFF2-40B4-BE49-F238E27FC236}">
                <a16:creationId xmlns:a16="http://schemas.microsoft.com/office/drawing/2014/main" id="{EB03823E-1168-46B7-BC73-D7E868E14B53}"/>
              </a:ext>
            </a:extLst>
          </p:cNvPr>
          <p:cNvSpPr>
            <a:spLocks noGrp="1"/>
          </p:cNvSpPr>
          <p:nvPr/>
        </p:nvSpPr>
        <p:spPr>
          <a:xfrm>
            <a:off x="4081096"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-2</a:t>
            </a:r>
          </a:p>
        </p:txBody>
      </p:sp>
      <p:sp>
        <p:nvSpPr>
          <p:cNvPr id="15" name="object-15">
            <a:extLst>
              <a:ext uri="{FF2B5EF4-FFF2-40B4-BE49-F238E27FC236}">
                <a16:creationId xmlns:a16="http://schemas.microsoft.com/office/drawing/2014/main" id="{20ABDAB5-CE65-4465-963B-14AF0348EAAF}"/>
              </a:ext>
            </a:extLst>
          </p:cNvPr>
          <p:cNvSpPr>
            <a:spLocks noGrp="1"/>
          </p:cNvSpPr>
          <p:nvPr/>
        </p:nvSpPr>
        <p:spPr>
          <a:xfrm>
            <a:off x="5330337" y="4381500"/>
            <a:ext cx="0" cy="285750"/>
          </a:xfrm>
          <a:prstGeom prst="line">
            <a:avLst/>
          </a:prstGeom>
          <a:noFill/>
          <a:ln w="35719">
            <a:solidFill>
              <a:srgbClr val="172B4D"/>
            </a:solidFill>
          </a:ln>
        </p:spPr>
      </p:sp>
      <p:sp>
        <p:nvSpPr>
          <p:cNvPr id="16" name="object-16">
            <a:extLst>
              <a:ext uri="{FF2B5EF4-FFF2-40B4-BE49-F238E27FC236}">
                <a16:creationId xmlns:a16="http://schemas.microsoft.com/office/drawing/2014/main" id="{043B4401-FE15-45C6-80C8-1D3B0BC688A1}"/>
              </a:ext>
            </a:extLst>
          </p:cNvPr>
          <p:cNvSpPr>
            <a:spLocks noGrp="1"/>
          </p:cNvSpPr>
          <p:nvPr/>
        </p:nvSpPr>
        <p:spPr>
          <a:xfrm>
            <a:off x="4996962"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a:t>
            </a:r>
          </a:p>
        </p:txBody>
      </p:sp>
      <p:sp>
        <p:nvSpPr>
          <p:cNvPr id="17" name="object-17">
            <a:extLst>
              <a:ext uri="{FF2B5EF4-FFF2-40B4-BE49-F238E27FC236}">
                <a16:creationId xmlns:a16="http://schemas.microsoft.com/office/drawing/2014/main" id="{4377C0AA-FAA4-4C5B-90C4-776726666B9A}"/>
              </a:ext>
            </a:extLst>
          </p:cNvPr>
          <p:cNvSpPr>
            <a:spLocks noGrp="1"/>
          </p:cNvSpPr>
          <p:nvPr/>
        </p:nvSpPr>
        <p:spPr>
          <a:xfrm>
            <a:off x="6246202" y="4381500"/>
            <a:ext cx="0" cy="285750"/>
          </a:xfrm>
          <a:prstGeom prst="line">
            <a:avLst/>
          </a:prstGeom>
          <a:noFill/>
          <a:ln w="35719">
            <a:solidFill>
              <a:srgbClr val="172B4D"/>
            </a:solidFill>
          </a:ln>
        </p:spPr>
      </p:sp>
      <p:sp>
        <p:nvSpPr>
          <p:cNvPr id="18" name="object-18">
            <a:extLst>
              <a:ext uri="{FF2B5EF4-FFF2-40B4-BE49-F238E27FC236}">
                <a16:creationId xmlns:a16="http://schemas.microsoft.com/office/drawing/2014/main" id="{767395DF-B5A1-44DD-B80B-247F481C835A}"/>
              </a:ext>
            </a:extLst>
          </p:cNvPr>
          <p:cNvSpPr>
            <a:spLocks noGrp="1"/>
          </p:cNvSpPr>
          <p:nvPr/>
        </p:nvSpPr>
        <p:spPr>
          <a:xfrm>
            <a:off x="5912827"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0</a:t>
            </a:r>
          </a:p>
        </p:txBody>
      </p:sp>
      <p:sp>
        <p:nvSpPr>
          <p:cNvPr id="19" name="object-19">
            <a:extLst>
              <a:ext uri="{FF2B5EF4-FFF2-40B4-BE49-F238E27FC236}">
                <a16:creationId xmlns:a16="http://schemas.microsoft.com/office/drawing/2014/main" id="{0DBECD56-96D4-424E-B320-0C4B42A09D23}"/>
              </a:ext>
            </a:extLst>
          </p:cNvPr>
          <p:cNvSpPr>
            <a:spLocks noGrp="1"/>
          </p:cNvSpPr>
          <p:nvPr/>
        </p:nvSpPr>
        <p:spPr>
          <a:xfrm>
            <a:off x="7162067" y="4381500"/>
            <a:ext cx="0" cy="285750"/>
          </a:xfrm>
          <a:prstGeom prst="line">
            <a:avLst/>
          </a:prstGeom>
          <a:noFill/>
          <a:ln w="35719">
            <a:solidFill>
              <a:srgbClr val="172B4D"/>
            </a:solidFill>
          </a:ln>
        </p:spPr>
      </p:sp>
      <p:sp>
        <p:nvSpPr>
          <p:cNvPr id="20" name="object-20">
            <a:extLst>
              <a:ext uri="{FF2B5EF4-FFF2-40B4-BE49-F238E27FC236}">
                <a16:creationId xmlns:a16="http://schemas.microsoft.com/office/drawing/2014/main" id="{DCE706B7-3B78-4975-A87D-32F98E699373}"/>
              </a:ext>
            </a:extLst>
          </p:cNvPr>
          <p:cNvSpPr>
            <a:spLocks noGrp="1"/>
          </p:cNvSpPr>
          <p:nvPr/>
        </p:nvSpPr>
        <p:spPr>
          <a:xfrm>
            <a:off x="6828692"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a:t>
            </a:r>
          </a:p>
        </p:txBody>
      </p:sp>
      <p:sp>
        <p:nvSpPr>
          <p:cNvPr id="21" name="object-21">
            <a:extLst>
              <a:ext uri="{FF2B5EF4-FFF2-40B4-BE49-F238E27FC236}">
                <a16:creationId xmlns:a16="http://schemas.microsoft.com/office/drawing/2014/main" id="{F6A4ACEB-1DF6-4EE6-B787-A39188693E9B}"/>
              </a:ext>
            </a:extLst>
          </p:cNvPr>
          <p:cNvSpPr>
            <a:spLocks noGrp="1"/>
          </p:cNvSpPr>
          <p:nvPr/>
        </p:nvSpPr>
        <p:spPr>
          <a:xfrm>
            <a:off x="8077933" y="4381500"/>
            <a:ext cx="0" cy="285750"/>
          </a:xfrm>
          <a:prstGeom prst="line">
            <a:avLst/>
          </a:prstGeom>
          <a:noFill/>
          <a:ln w="35719">
            <a:solidFill>
              <a:srgbClr val="172B4D"/>
            </a:solidFill>
          </a:ln>
        </p:spPr>
      </p:sp>
      <p:sp>
        <p:nvSpPr>
          <p:cNvPr id="22" name="object-22">
            <a:extLst>
              <a:ext uri="{FF2B5EF4-FFF2-40B4-BE49-F238E27FC236}">
                <a16:creationId xmlns:a16="http://schemas.microsoft.com/office/drawing/2014/main" id="{EA387B0F-C603-4316-9885-23D546FBD297}"/>
              </a:ext>
            </a:extLst>
          </p:cNvPr>
          <p:cNvSpPr>
            <a:spLocks noGrp="1"/>
          </p:cNvSpPr>
          <p:nvPr/>
        </p:nvSpPr>
        <p:spPr>
          <a:xfrm>
            <a:off x="7744558"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2</a:t>
            </a:r>
          </a:p>
        </p:txBody>
      </p:sp>
      <p:sp>
        <p:nvSpPr>
          <p:cNvPr id="23" name="object-23">
            <a:extLst>
              <a:ext uri="{FF2B5EF4-FFF2-40B4-BE49-F238E27FC236}">
                <a16:creationId xmlns:a16="http://schemas.microsoft.com/office/drawing/2014/main" id="{44B35546-F827-4711-86CC-16CF91BCD6F7}"/>
              </a:ext>
            </a:extLst>
          </p:cNvPr>
          <p:cNvSpPr>
            <a:spLocks noGrp="1"/>
          </p:cNvSpPr>
          <p:nvPr/>
        </p:nvSpPr>
        <p:spPr>
          <a:xfrm>
            <a:off x="8993798" y="4381500"/>
            <a:ext cx="0" cy="285750"/>
          </a:xfrm>
          <a:prstGeom prst="line">
            <a:avLst/>
          </a:prstGeom>
          <a:noFill/>
          <a:ln w="35719">
            <a:solidFill>
              <a:srgbClr val="172B4D"/>
            </a:solidFill>
          </a:ln>
        </p:spPr>
      </p:sp>
      <p:sp>
        <p:nvSpPr>
          <p:cNvPr id="24" name="object-24">
            <a:extLst>
              <a:ext uri="{FF2B5EF4-FFF2-40B4-BE49-F238E27FC236}">
                <a16:creationId xmlns:a16="http://schemas.microsoft.com/office/drawing/2014/main" id="{5135FECF-4AFD-4D4D-ACF1-945BFBBED9EB}"/>
              </a:ext>
            </a:extLst>
          </p:cNvPr>
          <p:cNvSpPr>
            <a:spLocks noGrp="1"/>
          </p:cNvSpPr>
          <p:nvPr/>
        </p:nvSpPr>
        <p:spPr>
          <a:xfrm>
            <a:off x="8660423"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3</a:t>
            </a:r>
          </a:p>
        </p:txBody>
      </p:sp>
      <p:sp>
        <p:nvSpPr>
          <p:cNvPr id="25" name="object-25">
            <a:extLst>
              <a:ext uri="{FF2B5EF4-FFF2-40B4-BE49-F238E27FC236}">
                <a16:creationId xmlns:a16="http://schemas.microsoft.com/office/drawing/2014/main" id="{A3CBB8B5-7895-4712-B5F8-42E49F25A721}"/>
              </a:ext>
            </a:extLst>
          </p:cNvPr>
          <p:cNvSpPr>
            <a:spLocks noGrp="1"/>
          </p:cNvSpPr>
          <p:nvPr/>
        </p:nvSpPr>
        <p:spPr>
          <a:xfrm>
            <a:off x="9909663" y="4381500"/>
            <a:ext cx="0" cy="285750"/>
          </a:xfrm>
          <a:prstGeom prst="line">
            <a:avLst/>
          </a:prstGeom>
          <a:noFill/>
          <a:ln w="35719">
            <a:solidFill>
              <a:srgbClr val="172B4D"/>
            </a:solidFill>
          </a:ln>
        </p:spPr>
      </p:sp>
      <p:sp>
        <p:nvSpPr>
          <p:cNvPr id="26" name="object-26">
            <a:extLst>
              <a:ext uri="{FF2B5EF4-FFF2-40B4-BE49-F238E27FC236}">
                <a16:creationId xmlns:a16="http://schemas.microsoft.com/office/drawing/2014/main" id="{0E2330C6-1062-4DFB-BF51-3A8B83BCF6F2}"/>
              </a:ext>
            </a:extLst>
          </p:cNvPr>
          <p:cNvSpPr>
            <a:spLocks noGrp="1"/>
          </p:cNvSpPr>
          <p:nvPr/>
        </p:nvSpPr>
        <p:spPr>
          <a:xfrm>
            <a:off x="9576288"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4</a:t>
            </a:r>
          </a:p>
        </p:txBody>
      </p:sp>
      <p:sp>
        <p:nvSpPr>
          <p:cNvPr id="27" name="object-27">
            <a:extLst>
              <a:ext uri="{FF2B5EF4-FFF2-40B4-BE49-F238E27FC236}">
                <a16:creationId xmlns:a16="http://schemas.microsoft.com/office/drawing/2014/main" id="{6D4B6611-E097-4049-9374-B3A0DD96B99C}"/>
              </a:ext>
            </a:extLst>
          </p:cNvPr>
          <p:cNvSpPr>
            <a:spLocks noGrp="1"/>
          </p:cNvSpPr>
          <p:nvPr/>
        </p:nvSpPr>
        <p:spPr>
          <a:xfrm>
            <a:off x="10825529" y="4381500"/>
            <a:ext cx="0" cy="285750"/>
          </a:xfrm>
          <a:prstGeom prst="line">
            <a:avLst/>
          </a:prstGeom>
          <a:noFill/>
          <a:ln w="35719">
            <a:solidFill>
              <a:srgbClr val="172B4D"/>
            </a:solidFill>
          </a:ln>
        </p:spPr>
      </p:sp>
      <p:sp>
        <p:nvSpPr>
          <p:cNvPr id="28" name="object-28">
            <a:extLst>
              <a:ext uri="{FF2B5EF4-FFF2-40B4-BE49-F238E27FC236}">
                <a16:creationId xmlns:a16="http://schemas.microsoft.com/office/drawing/2014/main" id="{08C1D12E-A153-424A-BB35-028C1F649C8B}"/>
              </a:ext>
            </a:extLst>
          </p:cNvPr>
          <p:cNvSpPr>
            <a:spLocks noGrp="1"/>
          </p:cNvSpPr>
          <p:nvPr/>
        </p:nvSpPr>
        <p:spPr>
          <a:xfrm>
            <a:off x="10492154"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5</a:t>
            </a:r>
          </a:p>
        </p:txBody>
      </p:sp>
      <p:sp>
        <p:nvSpPr>
          <p:cNvPr id="29" name="object-29">
            <a:extLst>
              <a:ext uri="{FF2B5EF4-FFF2-40B4-BE49-F238E27FC236}">
                <a16:creationId xmlns:a16="http://schemas.microsoft.com/office/drawing/2014/main" id="{813066F7-3CAC-467C-B7DC-DE5151370E4E}"/>
              </a:ext>
            </a:extLst>
          </p:cNvPr>
          <p:cNvSpPr>
            <a:spLocks noGrp="1"/>
          </p:cNvSpPr>
          <p:nvPr/>
        </p:nvSpPr>
        <p:spPr>
          <a:xfrm>
            <a:off x="11741394" y="4381500"/>
            <a:ext cx="0" cy="285750"/>
          </a:xfrm>
          <a:prstGeom prst="line">
            <a:avLst/>
          </a:prstGeom>
          <a:noFill/>
          <a:ln w="35719">
            <a:solidFill>
              <a:srgbClr val="172B4D"/>
            </a:solidFill>
          </a:ln>
        </p:spPr>
      </p:sp>
      <p:sp>
        <p:nvSpPr>
          <p:cNvPr id="30" name="object-30">
            <a:extLst>
              <a:ext uri="{FF2B5EF4-FFF2-40B4-BE49-F238E27FC236}">
                <a16:creationId xmlns:a16="http://schemas.microsoft.com/office/drawing/2014/main" id="{A72B40FB-4212-4517-A86C-A7705513228F}"/>
              </a:ext>
            </a:extLst>
          </p:cNvPr>
          <p:cNvSpPr>
            <a:spLocks noGrp="1"/>
          </p:cNvSpPr>
          <p:nvPr/>
        </p:nvSpPr>
        <p:spPr>
          <a:xfrm>
            <a:off x="11408019"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6</a:t>
            </a:r>
          </a:p>
        </p:txBody>
      </p:sp>
      <p:sp>
        <p:nvSpPr>
          <p:cNvPr id="31" name="object-31">
            <a:extLst>
              <a:ext uri="{FF2B5EF4-FFF2-40B4-BE49-F238E27FC236}">
                <a16:creationId xmlns:a16="http://schemas.microsoft.com/office/drawing/2014/main" id="{270DF884-8DCB-4E31-BB16-26CB6DFB5815}"/>
              </a:ext>
            </a:extLst>
          </p:cNvPr>
          <p:cNvSpPr>
            <a:spLocks noGrp="1"/>
          </p:cNvSpPr>
          <p:nvPr/>
        </p:nvSpPr>
        <p:spPr>
          <a:xfrm>
            <a:off x="12657260" y="4381500"/>
            <a:ext cx="0" cy="285750"/>
          </a:xfrm>
          <a:prstGeom prst="line">
            <a:avLst/>
          </a:prstGeom>
          <a:noFill/>
          <a:ln w="35719">
            <a:solidFill>
              <a:srgbClr val="172B4D"/>
            </a:solidFill>
          </a:ln>
        </p:spPr>
      </p:sp>
      <p:sp>
        <p:nvSpPr>
          <p:cNvPr id="32" name="object-32">
            <a:extLst>
              <a:ext uri="{FF2B5EF4-FFF2-40B4-BE49-F238E27FC236}">
                <a16:creationId xmlns:a16="http://schemas.microsoft.com/office/drawing/2014/main" id="{97E82C81-981A-4EE4-B2FC-6CFFC4C0603A}"/>
              </a:ext>
            </a:extLst>
          </p:cNvPr>
          <p:cNvSpPr>
            <a:spLocks noGrp="1"/>
          </p:cNvSpPr>
          <p:nvPr/>
        </p:nvSpPr>
        <p:spPr>
          <a:xfrm>
            <a:off x="12323885"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7</a:t>
            </a:r>
          </a:p>
        </p:txBody>
      </p:sp>
      <p:sp>
        <p:nvSpPr>
          <p:cNvPr id="33" name="object-33">
            <a:extLst>
              <a:ext uri="{FF2B5EF4-FFF2-40B4-BE49-F238E27FC236}">
                <a16:creationId xmlns:a16="http://schemas.microsoft.com/office/drawing/2014/main" id="{D7713D01-AD30-476B-AB4E-6AD1A9AE68C1}"/>
              </a:ext>
            </a:extLst>
          </p:cNvPr>
          <p:cNvSpPr>
            <a:spLocks noGrp="1"/>
          </p:cNvSpPr>
          <p:nvPr/>
        </p:nvSpPr>
        <p:spPr>
          <a:xfrm>
            <a:off x="13573125" y="4381500"/>
            <a:ext cx="0" cy="285750"/>
          </a:xfrm>
          <a:prstGeom prst="line">
            <a:avLst/>
          </a:prstGeom>
          <a:noFill/>
          <a:ln w="35719">
            <a:solidFill>
              <a:srgbClr val="172B4D"/>
            </a:solidFill>
          </a:ln>
        </p:spPr>
      </p:sp>
      <p:sp>
        <p:nvSpPr>
          <p:cNvPr id="34" name="object-34">
            <a:extLst>
              <a:ext uri="{FF2B5EF4-FFF2-40B4-BE49-F238E27FC236}">
                <a16:creationId xmlns:a16="http://schemas.microsoft.com/office/drawing/2014/main" id="{8DEF912A-D7E5-466B-B48E-47C603876987}"/>
              </a:ext>
            </a:extLst>
          </p:cNvPr>
          <p:cNvSpPr>
            <a:spLocks noGrp="1"/>
          </p:cNvSpPr>
          <p:nvPr/>
        </p:nvSpPr>
        <p:spPr>
          <a:xfrm>
            <a:off x="132397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8</a:t>
            </a:r>
          </a:p>
        </p:txBody>
      </p:sp>
      <p:sp>
        <p:nvSpPr>
          <p:cNvPr id="35" name="object-35">
            <a:extLst>
              <a:ext uri="{FF2B5EF4-FFF2-40B4-BE49-F238E27FC236}">
                <a16:creationId xmlns:a16="http://schemas.microsoft.com/office/drawing/2014/main" id="{EB540127-D932-4D90-9608-3B112D3B94B2}"/>
              </a:ext>
            </a:extLst>
          </p:cNvPr>
          <p:cNvSpPr>
            <a:spLocks noGrp="1"/>
          </p:cNvSpPr>
          <p:nvPr/>
        </p:nvSpPr>
        <p:spPr>
          <a:xfrm>
            <a:off x="2439865" y="4155281"/>
            <a:ext cx="285750" cy="285750"/>
          </a:xfrm>
          <a:prstGeom prst="ellipse">
            <a:avLst/>
          </a:prstGeom>
          <a:solidFill>
            <a:srgbClr val="1D4ED8"/>
          </a:solidFill>
          <a:ln w="11906">
            <a:solidFill>
              <a:srgbClr val="172B4D"/>
            </a:solidFill>
          </a:ln>
        </p:spPr>
      </p:sp>
      <p:sp>
        <p:nvSpPr>
          <p:cNvPr id="36" name="object-36">
            <a:extLst>
              <a:ext uri="{FF2B5EF4-FFF2-40B4-BE49-F238E27FC236}">
                <a16:creationId xmlns:a16="http://schemas.microsoft.com/office/drawing/2014/main" id="{EDBDFF6A-FAB6-4D55-A6B2-E52A442A5FEE}"/>
              </a:ext>
            </a:extLst>
          </p:cNvPr>
          <p:cNvSpPr>
            <a:spLocks noGrp="1"/>
          </p:cNvSpPr>
          <p:nvPr/>
        </p:nvSpPr>
        <p:spPr>
          <a:xfrm>
            <a:off x="2582740" y="3333750"/>
            <a:ext cx="3663462" cy="654844"/>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4 steps</a:t>
            </a:r>
          </a:p>
        </p:txBody>
      </p:sp>
      <p:sp>
        <p:nvSpPr>
          <p:cNvPr id="37" name="object-37">
            <a:extLst>
              <a:ext uri="{FF2B5EF4-FFF2-40B4-BE49-F238E27FC236}">
                <a16:creationId xmlns:a16="http://schemas.microsoft.com/office/drawing/2014/main" id="{0198087F-C30B-454E-AD09-9111C9AE08ED}"/>
              </a:ext>
            </a:extLst>
          </p:cNvPr>
          <p:cNvSpPr>
            <a:spLocks noGrp="1"/>
          </p:cNvSpPr>
          <p:nvPr/>
        </p:nvSpPr>
        <p:spPr>
          <a:xfrm>
            <a:off x="6246202" y="3333750"/>
            <a:ext cx="6411058" cy="654844"/>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7 steps</a:t>
            </a:r>
          </a:p>
        </p:txBody>
      </p:sp>
      <p:sp>
        <p:nvSpPr>
          <p:cNvPr id="38" name="object-38">
            <a:extLst>
              <a:ext uri="{FF2B5EF4-FFF2-40B4-BE49-F238E27FC236}">
                <a16:creationId xmlns:a16="http://schemas.microsoft.com/office/drawing/2014/main" id="{D27CF346-61DD-4B10-9BC2-4A13F2CC0A29}"/>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4 + 7 = 11</a:t>
            </a:r>
          </a:p>
        </p:txBody>
      </p:sp>
    </p:spTree>
    <p:extLst>
      <p:ext uri="{BB962C8B-B14F-4D97-AF65-F5344CB8AC3E}">
        <p14:creationId xmlns:p14="http://schemas.microsoft.com/office/powerpoint/2010/main" val="19901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4038462 0 E" pathEditMode="relative" ptsTypes="">
                                      <p:cBhvr>
                                        <p:cTn id="6" dur="800" fill="hold"/>
                                        <p:tgtEl>
                                          <p:spTgt spid="35"/>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3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24038462 0 L 0.66105769 0 E" pathEditMode="relative" ptsTypes="">
                                      <p:cBhvr>
                                        <p:cTn id="13" dur="800" fill="hold"/>
                                        <p:tgtEl>
                                          <p:spTgt spid="35"/>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object-1">
            <a:extLst>
              <a:ext uri="{FF2B5EF4-FFF2-40B4-BE49-F238E27FC236}">
                <a16:creationId xmlns:a16="http://schemas.microsoft.com/office/drawing/2014/main" id="{9C063179-69DF-423D-BC1E-716704BB7DC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C5757755-1472-4E55-852C-DDD25104F8B0}"/>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7A6A767D-2473-4B8B-92EC-0C1D10624EF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What is the difference between -5 and 8?</a:t>
            </a:r>
          </a:p>
        </p:txBody>
      </p:sp>
      <p:sp>
        <p:nvSpPr>
          <p:cNvPr id="4" name="object-4">
            <a:extLst>
              <a:ext uri="{FF2B5EF4-FFF2-40B4-BE49-F238E27FC236}">
                <a16:creationId xmlns:a16="http://schemas.microsoft.com/office/drawing/2014/main" id="{6DCDC1C4-A2D9-4484-8196-9928D6871688}"/>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524DA5C8-F1E9-41A8-B90F-1CA4ED59C5D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intervals across zero</a:t>
            </a:r>
          </a:p>
        </p:txBody>
      </p:sp>
      <p:sp>
        <p:nvSpPr>
          <p:cNvPr id="6" name="object-6">
            <a:extLst>
              <a:ext uri="{FF2B5EF4-FFF2-40B4-BE49-F238E27FC236}">
                <a16:creationId xmlns:a16="http://schemas.microsoft.com/office/drawing/2014/main" id="{545EFD8D-DCDE-427B-9394-ABBFA601CE1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0BD91628-25D9-473E-B94D-1F0C626C18D0}"/>
              </a:ext>
            </a:extLst>
          </p:cNvPr>
          <p:cNvSpPr>
            <a:spLocks noGrp="1"/>
          </p:cNvSpPr>
          <p:nvPr/>
        </p:nvSpPr>
        <p:spPr>
          <a:xfrm>
            <a:off x="1666875" y="4524375"/>
            <a:ext cx="11906250" cy="35719"/>
          </a:xfrm>
          <a:prstGeom prst="rect">
            <a:avLst/>
          </a:prstGeom>
          <a:solidFill>
            <a:srgbClr val="172B4D"/>
          </a:solidFill>
          <a:ln w="0">
            <a:noFill/>
          </a:ln>
        </p:spPr>
      </p:sp>
      <p:sp>
        <p:nvSpPr>
          <p:cNvPr id="8" name="object-8">
            <a:extLst>
              <a:ext uri="{FF2B5EF4-FFF2-40B4-BE49-F238E27FC236}">
                <a16:creationId xmlns:a16="http://schemas.microsoft.com/office/drawing/2014/main" id="{0279D594-E00C-4890-B88D-5CDB6B542009}"/>
              </a:ext>
            </a:extLst>
          </p:cNvPr>
          <p:cNvSpPr>
            <a:spLocks noGrp="1"/>
          </p:cNvSpPr>
          <p:nvPr/>
        </p:nvSpPr>
        <p:spPr>
          <a:xfrm>
            <a:off x="1666875" y="4381500"/>
            <a:ext cx="0" cy="285750"/>
          </a:xfrm>
          <a:prstGeom prst="line">
            <a:avLst/>
          </a:prstGeom>
          <a:noFill/>
          <a:ln w="35719">
            <a:solidFill>
              <a:srgbClr val="172B4D"/>
            </a:solidFill>
          </a:ln>
        </p:spPr>
      </p:sp>
      <p:sp>
        <p:nvSpPr>
          <p:cNvPr id="9" name="object-9">
            <a:extLst>
              <a:ext uri="{FF2B5EF4-FFF2-40B4-BE49-F238E27FC236}">
                <a16:creationId xmlns:a16="http://schemas.microsoft.com/office/drawing/2014/main" id="{567B6692-AB90-43B2-9B37-7F1819ADDA02}"/>
              </a:ext>
            </a:extLst>
          </p:cNvPr>
          <p:cNvSpPr>
            <a:spLocks noGrp="1"/>
          </p:cNvSpPr>
          <p:nvPr/>
        </p:nvSpPr>
        <p:spPr>
          <a:xfrm>
            <a:off x="13335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-6</a:t>
            </a:r>
          </a:p>
        </p:txBody>
      </p:sp>
      <p:sp>
        <p:nvSpPr>
          <p:cNvPr id="10" name="object-10">
            <a:extLst>
              <a:ext uri="{FF2B5EF4-FFF2-40B4-BE49-F238E27FC236}">
                <a16:creationId xmlns:a16="http://schemas.microsoft.com/office/drawing/2014/main" id="{F186A91A-C7E3-47E0-BEC0-CF15F09F3763}"/>
              </a:ext>
            </a:extLst>
          </p:cNvPr>
          <p:cNvSpPr>
            <a:spLocks noGrp="1"/>
          </p:cNvSpPr>
          <p:nvPr/>
        </p:nvSpPr>
        <p:spPr>
          <a:xfrm>
            <a:off x="2460625" y="4381500"/>
            <a:ext cx="0" cy="285750"/>
          </a:xfrm>
          <a:prstGeom prst="line">
            <a:avLst/>
          </a:prstGeom>
          <a:noFill/>
          <a:ln w="35719">
            <a:solidFill>
              <a:srgbClr val="172B4D"/>
            </a:solidFill>
          </a:ln>
        </p:spPr>
      </p:sp>
      <p:sp>
        <p:nvSpPr>
          <p:cNvPr id="11" name="object-11">
            <a:extLst>
              <a:ext uri="{FF2B5EF4-FFF2-40B4-BE49-F238E27FC236}">
                <a16:creationId xmlns:a16="http://schemas.microsoft.com/office/drawing/2014/main" id="{F0EB5260-4AB3-4C81-BE87-935A0DCE5EAB}"/>
              </a:ext>
            </a:extLst>
          </p:cNvPr>
          <p:cNvSpPr>
            <a:spLocks noGrp="1"/>
          </p:cNvSpPr>
          <p:nvPr/>
        </p:nvSpPr>
        <p:spPr>
          <a:xfrm>
            <a:off x="21272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-5</a:t>
            </a:r>
          </a:p>
        </p:txBody>
      </p:sp>
      <p:sp>
        <p:nvSpPr>
          <p:cNvPr id="12" name="object-12">
            <a:extLst>
              <a:ext uri="{FF2B5EF4-FFF2-40B4-BE49-F238E27FC236}">
                <a16:creationId xmlns:a16="http://schemas.microsoft.com/office/drawing/2014/main" id="{171A411D-D1F0-4766-AAEB-FA67156B0CB9}"/>
              </a:ext>
            </a:extLst>
          </p:cNvPr>
          <p:cNvSpPr>
            <a:spLocks noGrp="1"/>
          </p:cNvSpPr>
          <p:nvPr/>
        </p:nvSpPr>
        <p:spPr>
          <a:xfrm>
            <a:off x="3254375" y="4381500"/>
            <a:ext cx="0" cy="285750"/>
          </a:xfrm>
          <a:prstGeom prst="line">
            <a:avLst/>
          </a:prstGeom>
          <a:noFill/>
          <a:ln w="35719">
            <a:solidFill>
              <a:srgbClr val="172B4D"/>
            </a:solidFill>
          </a:ln>
        </p:spPr>
      </p:sp>
      <p:sp>
        <p:nvSpPr>
          <p:cNvPr id="13" name="object-13">
            <a:extLst>
              <a:ext uri="{FF2B5EF4-FFF2-40B4-BE49-F238E27FC236}">
                <a16:creationId xmlns:a16="http://schemas.microsoft.com/office/drawing/2014/main" id="{2F4408AE-B136-4FDB-827E-459FA768FADB}"/>
              </a:ext>
            </a:extLst>
          </p:cNvPr>
          <p:cNvSpPr>
            <a:spLocks noGrp="1"/>
          </p:cNvSpPr>
          <p:nvPr/>
        </p:nvSpPr>
        <p:spPr>
          <a:xfrm>
            <a:off x="29210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-4</a:t>
            </a:r>
          </a:p>
        </p:txBody>
      </p:sp>
      <p:sp>
        <p:nvSpPr>
          <p:cNvPr id="14" name="object-14">
            <a:extLst>
              <a:ext uri="{FF2B5EF4-FFF2-40B4-BE49-F238E27FC236}">
                <a16:creationId xmlns:a16="http://schemas.microsoft.com/office/drawing/2014/main" id="{C9073307-3468-4400-A517-5B1CC76F5026}"/>
              </a:ext>
            </a:extLst>
          </p:cNvPr>
          <p:cNvSpPr>
            <a:spLocks noGrp="1"/>
          </p:cNvSpPr>
          <p:nvPr/>
        </p:nvSpPr>
        <p:spPr>
          <a:xfrm>
            <a:off x="4048125" y="4381500"/>
            <a:ext cx="0" cy="285750"/>
          </a:xfrm>
          <a:prstGeom prst="line">
            <a:avLst/>
          </a:prstGeom>
          <a:noFill/>
          <a:ln w="35719">
            <a:solidFill>
              <a:srgbClr val="172B4D"/>
            </a:solidFill>
          </a:ln>
        </p:spPr>
      </p:sp>
      <p:sp>
        <p:nvSpPr>
          <p:cNvPr id="15" name="object-15">
            <a:extLst>
              <a:ext uri="{FF2B5EF4-FFF2-40B4-BE49-F238E27FC236}">
                <a16:creationId xmlns:a16="http://schemas.microsoft.com/office/drawing/2014/main" id="{EEAC040C-C3F9-4BD7-B536-411EDD0C9D74}"/>
              </a:ext>
            </a:extLst>
          </p:cNvPr>
          <p:cNvSpPr>
            <a:spLocks noGrp="1"/>
          </p:cNvSpPr>
          <p:nvPr/>
        </p:nvSpPr>
        <p:spPr>
          <a:xfrm>
            <a:off x="37147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-3</a:t>
            </a:r>
          </a:p>
        </p:txBody>
      </p:sp>
      <p:sp>
        <p:nvSpPr>
          <p:cNvPr id="16" name="object-16">
            <a:extLst>
              <a:ext uri="{FF2B5EF4-FFF2-40B4-BE49-F238E27FC236}">
                <a16:creationId xmlns:a16="http://schemas.microsoft.com/office/drawing/2014/main" id="{ABD458B7-0E47-424D-A27E-4F299FEEF9F9}"/>
              </a:ext>
            </a:extLst>
          </p:cNvPr>
          <p:cNvSpPr>
            <a:spLocks noGrp="1"/>
          </p:cNvSpPr>
          <p:nvPr/>
        </p:nvSpPr>
        <p:spPr>
          <a:xfrm>
            <a:off x="4841875" y="4381500"/>
            <a:ext cx="0" cy="285750"/>
          </a:xfrm>
          <a:prstGeom prst="line">
            <a:avLst/>
          </a:prstGeom>
          <a:noFill/>
          <a:ln w="35719">
            <a:solidFill>
              <a:srgbClr val="172B4D"/>
            </a:solidFill>
          </a:ln>
        </p:spPr>
      </p:sp>
      <p:sp>
        <p:nvSpPr>
          <p:cNvPr id="17" name="object-17">
            <a:extLst>
              <a:ext uri="{FF2B5EF4-FFF2-40B4-BE49-F238E27FC236}">
                <a16:creationId xmlns:a16="http://schemas.microsoft.com/office/drawing/2014/main" id="{DE1B0E29-865D-4401-A584-CCAD59173D63}"/>
              </a:ext>
            </a:extLst>
          </p:cNvPr>
          <p:cNvSpPr>
            <a:spLocks noGrp="1"/>
          </p:cNvSpPr>
          <p:nvPr/>
        </p:nvSpPr>
        <p:spPr>
          <a:xfrm>
            <a:off x="45085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-2</a:t>
            </a:r>
          </a:p>
        </p:txBody>
      </p:sp>
      <p:sp>
        <p:nvSpPr>
          <p:cNvPr id="18" name="object-18">
            <a:extLst>
              <a:ext uri="{FF2B5EF4-FFF2-40B4-BE49-F238E27FC236}">
                <a16:creationId xmlns:a16="http://schemas.microsoft.com/office/drawing/2014/main" id="{B7837495-40A0-4E0D-B66D-3D690C95C265}"/>
              </a:ext>
            </a:extLst>
          </p:cNvPr>
          <p:cNvSpPr>
            <a:spLocks noGrp="1"/>
          </p:cNvSpPr>
          <p:nvPr/>
        </p:nvSpPr>
        <p:spPr>
          <a:xfrm>
            <a:off x="5635625" y="4381500"/>
            <a:ext cx="0" cy="285750"/>
          </a:xfrm>
          <a:prstGeom prst="line">
            <a:avLst/>
          </a:prstGeom>
          <a:noFill/>
          <a:ln w="35719">
            <a:solidFill>
              <a:srgbClr val="172B4D"/>
            </a:solidFill>
          </a:ln>
        </p:spPr>
      </p:sp>
      <p:sp>
        <p:nvSpPr>
          <p:cNvPr id="19" name="object-19">
            <a:extLst>
              <a:ext uri="{FF2B5EF4-FFF2-40B4-BE49-F238E27FC236}">
                <a16:creationId xmlns:a16="http://schemas.microsoft.com/office/drawing/2014/main" id="{983C6104-B5B8-4C83-A879-654B516E33EB}"/>
              </a:ext>
            </a:extLst>
          </p:cNvPr>
          <p:cNvSpPr>
            <a:spLocks noGrp="1"/>
          </p:cNvSpPr>
          <p:nvPr/>
        </p:nvSpPr>
        <p:spPr>
          <a:xfrm>
            <a:off x="53022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a:t>
            </a:r>
          </a:p>
        </p:txBody>
      </p:sp>
      <p:sp>
        <p:nvSpPr>
          <p:cNvPr id="20" name="object-20">
            <a:extLst>
              <a:ext uri="{FF2B5EF4-FFF2-40B4-BE49-F238E27FC236}">
                <a16:creationId xmlns:a16="http://schemas.microsoft.com/office/drawing/2014/main" id="{4A9D1C69-1159-478A-88E8-446FE37A20DE}"/>
              </a:ext>
            </a:extLst>
          </p:cNvPr>
          <p:cNvSpPr>
            <a:spLocks noGrp="1"/>
          </p:cNvSpPr>
          <p:nvPr/>
        </p:nvSpPr>
        <p:spPr>
          <a:xfrm>
            <a:off x="6429375" y="4381500"/>
            <a:ext cx="0" cy="285750"/>
          </a:xfrm>
          <a:prstGeom prst="line">
            <a:avLst/>
          </a:prstGeom>
          <a:noFill/>
          <a:ln w="35719">
            <a:solidFill>
              <a:srgbClr val="172B4D"/>
            </a:solidFill>
          </a:ln>
        </p:spPr>
      </p:sp>
      <p:sp>
        <p:nvSpPr>
          <p:cNvPr id="21" name="object-21">
            <a:extLst>
              <a:ext uri="{FF2B5EF4-FFF2-40B4-BE49-F238E27FC236}">
                <a16:creationId xmlns:a16="http://schemas.microsoft.com/office/drawing/2014/main" id="{0BAEC73E-217E-433E-82A2-574FE8BCFB42}"/>
              </a:ext>
            </a:extLst>
          </p:cNvPr>
          <p:cNvSpPr>
            <a:spLocks noGrp="1"/>
          </p:cNvSpPr>
          <p:nvPr/>
        </p:nvSpPr>
        <p:spPr>
          <a:xfrm>
            <a:off x="60960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0</a:t>
            </a:r>
          </a:p>
        </p:txBody>
      </p:sp>
      <p:sp>
        <p:nvSpPr>
          <p:cNvPr id="22" name="object-22">
            <a:extLst>
              <a:ext uri="{FF2B5EF4-FFF2-40B4-BE49-F238E27FC236}">
                <a16:creationId xmlns:a16="http://schemas.microsoft.com/office/drawing/2014/main" id="{F1DEB044-CBB5-4FC4-8828-622D9BE2F747}"/>
              </a:ext>
            </a:extLst>
          </p:cNvPr>
          <p:cNvSpPr>
            <a:spLocks noGrp="1"/>
          </p:cNvSpPr>
          <p:nvPr/>
        </p:nvSpPr>
        <p:spPr>
          <a:xfrm>
            <a:off x="7223125" y="4381500"/>
            <a:ext cx="0" cy="285750"/>
          </a:xfrm>
          <a:prstGeom prst="line">
            <a:avLst/>
          </a:prstGeom>
          <a:noFill/>
          <a:ln w="35719">
            <a:solidFill>
              <a:srgbClr val="172B4D"/>
            </a:solidFill>
          </a:ln>
        </p:spPr>
      </p:sp>
      <p:sp>
        <p:nvSpPr>
          <p:cNvPr id="23" name="object-23">
            <a:extLst>
              <a:ext uri="{FF2B5EF4-FFF2-40B4-BE49-F238E27FC236}">
                <a16:creationId xmlns:a16="http://schemas.microsoft.com/office/drawing/2014/main" id="{75DE795D-6C11-4C3B-8718-BF04F0310BF2}"/>
              </a:ext>
            </a:extLst>
          </p:cNvPr>
          <p:cNvSpPr>
            <a:spLocks noGrp="1"/>
          </p:cNvSpPr>
          <p:nvPr/>
        </p:nvSpPr>
        <p:spPr>
          <a:xfrm>
            <a:off x="68897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a:t>
            </a:r>
          </a:p>
        </p:txBody>
      </p:sp>
      <p:sp>
        <p:nvSpPr>
          <p:cNvPr id="24" name="object-24">
            <a:extLst>
              <a:ext uri="{FF2B5EF4-FFF2-40B4-BE49-F238E27FC236}">
                <a16:creationId xmlns:a16="http://schemas.microsoft.com/office/drawing/2014/main" id="{A91F8991-4D0B-44C2-9294-37EDA9FD960D}"/>
              </a:ext>
            </a:extLst>
          </p:cNvPr>
          <p:cNvSpPr>
            <a:spLocks noGrp="1"/>
          </p:cNvSpPr>
          <p:nvPr/>
        </p:nvSpPr>
        <p:spPr>
          <a:xfrm>
            <a:off x="8016875" y="4381500"/>
            <a:ext cx="0" cy="285750"/>
          </a:xfrm>
          <a:prstGeom prst="line">
            <a:avLst/>
          </a:prstGeom>
          <a:noFill/>
          <a:ln w="35719">
            <a:solidFill>
              <a:srgbClr val="172B4D"/>
            </a:solidFill>
          </a:ln>
        </p:spPr>
      </p:sp>
      <p:sp>
        <p:nvSpPr>
          <p:cNvPr id="25" name="object-25">
            <a:extLst>
              <a:ext uri="{FF2B5EF4-FFF2-40B4-BE49-F238E27FC236}">
                <a16:creationId xmlns:a16="http://schemas.microsoft.com/office/drawing/2014/main" id="{4F71F7B7-4D28-41F7-A258-9346F89E0FA9}"/>
              </a:ext>
            </a:extLst>
          </p:cNvPr>
          <p:cNvSpPr>
            <a:spLocks noGrp="1"/>
          </p:cNvSpPr>
          <p:nvPr/>
        </p:nvSpPr>
        <p:spPr>
          <a:xfrm>
            <a:off x="76835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2</a:t>
            </a:r>
          </a:p>
        </p:txBody>
      </p:sp>
      <p:sp>
        <p:nvSpPr>
          <p:cNvPr id="26" name="object-26">
            <a:extLst>
              <a:ext uri="{FF2B5EF4-FFF2-40B4-BE49-F238E27FC236}">
                <a16:creationId xmlns:a16="http://schemas.microsoft.com/office/drawing/2014/main" id="{652D2677-7E01-4654-A018-63CD9D1721FC}"/>
              </a:ext>
            </a:extLst>
          </p:cNvPr>
          <p:cNvSpPr>
            <a:spLocks noGrp="1"/>
          </p:cNvSpPr>
          <p:nvPr/>
        </p:nvSpPr>
        <p:spPr>
          <a:xfrm>
            <a:off x="8810625" y="4381500"/>
            <a:ext cx="0" cy="285750"/>
          </a:xfrm>
          <a:prstGeom prst="line">
            <a:avLst/>
          </a:prstGeom>
          <a:noFill/>
          <a:ln w="35719">
            <a:solidFill>
              <a:srgbClr val="172B4D"/>
            </a:solidFill>
          </a:ln>
        </p:spPr>
      </p:sp>
      <p:sp>
        <p:nvSpPr>
          <p:cNvPr id="27" name="object-27">
            <a:extLst>
              <a:ext uri="{FF2B5EF4-FFF2-40B4-BE49-F238E27FC236}">
                <a16:creationId xmlns:a16="http://schemas.microsoft.com/office/drawing/2014/main" id="{10F3E953-EE84-4438-A440-BD3252F8DD5D}"/>
              </a:ext>
            </a:extLst>
          </p:cNvPr>
          <p:cNvSpPr>
            <a:spLocks noGrp="1"/>
          </p:cNvSpPr>
          <p:nvPr/>
        </p:nvSpPr>
        <p:spPr>
          <a:xfrm>
            <a:off x="84772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3</a:t>
            </a:r>
          </a:p>
        </p:txBody>
      </p:sp>
      <p:sp>
        <p:nvSpPr>
          <p:cNvPr id="28" name="object-28">
            <a:extLst>
              <a:ext uri="{FF2B5EF4-FFF2-40B4-BE49-F238E27FC236}">
                <a16:creationId xmlns:a16="http://schemas.microsoft.com/office/drawing/2014/main" id="{8D1DFD38-6BC6-4FF8-A178-CF9788EC6D03}"/>
              </a:ext>
            </a:extLst>
          </p:cNvPr>
          <p:cNvSpPr>
            <a:spLocks noGrp="1"/>
          </p:cNvSpPr>
          <p:nvPr/>
        </p:nvSpPr>
        <p:spPr>
          <a:xfrm>
            <a:off x="9604375" y="4381500"/>
            <a:ext cx="0" cy="285750"/>
          </a:xfrm>
          <a:prstGeom prst="line">
            <a:avLst/>
          </a:prstGeom>
          <a:noFill/>
          <a:ln w="35719">
            <a:solidFill>
              <a:srgbClr val="172B4D"/>
            </a:solidFill>
          </a:ln>
        </p:spPr>
      </p:sp>
      <p:sp>
        <p:nvSpPr>
          <p:cNvPr id="29" name="object-29">
            <a:extLst>
              <a:ext uri="{FF2B5EF4-FFF2-40B4-BE49-F238E27FC236}">
                <a16:creationId xmlns:a16="http://schemas.microsoft.com/office/drawing/2014/main" id="{82FC6796-5EC1-4E50-8A24-ED9EED0B2D02}"/>
              </a:ext>
            </a:extLst>
          </p:cNvPr>
          <p:cNvSpPr>
            <a:spLocks noGrp="1"/>
          </p:cNvSpPr>
          <p:nvPr/>
        </p:nvSpPr>
        <p:spPr>
          <a:xfrm>
            <a:off x="92710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4</a:t>
            </a:r>
          </a:p>
        </p:txBody>
      </p:sp>
      <p:sp>
        <p:nvSpPr>
          <p:cNvPr id="30" name="object-30">
            <a:extLst>
              <a:ext uri="{FF2B5EF4-FFF2-40B4-BE49-F238E27FC236}">
                <a16:creationId xmlns:a16="http://schemas.microsoft.com/office/drawing/2014/main" id="{C0EAB663-5D0F-413B-9325-0AB46CF4FCCD}"/>
              </a:ext>
            </a:extLst>
          </p:cNvPr>
          <p:cNvSpPr>
            <a:spLocks noGrp="1"/>
          </p:cNvSpPr>
          <p:nvPr/>
        </p:nvSpPr>
        <p:spPr>
          <a:xfrm>
            <a:off x="10398125" y="4381500"/>
            <a:ext cx="0" cy="285750"/>
          </a:xfrm>
          <a:prstGeom prst="line">
            <a:avLst/>
          </a:prstGeom>
          <a:noFill/>
          <a:ln w="35719">
            <a:solidFill>
              <a:srgbClr val="172B4D"/>
            </a:solidFill>
          </a:ln>
        </p:spPr>
      </p:sp>
      <p:sp>
        <p:nvSpPr>
          <p:cNvPr id="31" name="object-31">
            <a:extLst>
              <a:ext uri="{FF2B5EF4-FFF2-40B4-BE49-F238E27FC236}">
                <a16:creationId xmlns:a16="http://schemas.microsoft.com/office/drawing/2014/main" id="{C62C6C80-1F2A-4D51-9467-0C83BC4C4ACE}"/>
              </a:ext>
            </a:extLst>
          </p:cNvPr>
          <p:cNvSpPr>
            <a:spLocks noGrp="1"/>
          </p:cNvSpPr>
          <p:nvPr/>
        </p:nvSpPr>
        <p:spPr>
          <a:xfrm>
            <a:off x="100647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5</a:t>
            </a:r>
          </a:p>
        </p:txBody>
      </p:sp>
      <p:sp>
        <p:nvSpPr>
          <p:cNvPr id="32" name="object-32">
            <a:extLst>
              <a:ext uri="{FF2B5EF4-FFF2-40B4-BE49-F238E27FC236}">
                <a16:creationId xmlns:a16="http://schemas.microsoft.com/office/drawing/2014/main" id="{FCCC8279-E809-49BA-B908-4518836A309F}"/>
              </a:ext>
            </a:extLst>
          </p:cNvPr>
          <p:cNvSpPr>
            <a:spLocks noGrp="1"/>
          </p:cNvSpPr>
          <p:nvPr/>
        </p:nvSpPr>
        <p:spPr>
          <a:xfrm>
            <a:off x="11191875" y="4381500"/>
            <a:ext cx="0" cy="285750"/>
          </a:xfrm>
          <a:prstGeom prst="line">
            <a:avLst/>
          </a:prstGeom>
          <a:noFill/>
          <a:ln w="35719">
            <a:solidFill>
              <a:srgbClr val="172B4D"/>
            </a:solidFill>
          </a:ln>
        </p:spPr>
      </p:sp>
      <p:sp>
        <p:nvSpPr>
          <p:cNvPr id="33" name="object-33">
            <a:extLst>
              <a:ext uri="{FF2B5EF4-FFF2-40B4-BE49-F238E27FC236}">
                <a16:creationId xmlns:a16="http://schemas.microsoft.com/office/drawing/2014/main" id="{B960FFBC-4B16-4829-8AD6-55A7D3E0952A}"/>
              </a:ext>
            </a:extLst>
          </p:cNvPr>
          <p:cNvSpPr>
            <a:spLocks noGrp="1"/>
          </p:cNvSpPr>
          <p:nvPr/>
        </p:nvSpPr>
        <p:spPr>
          <a:xfrm>
            <a:off x="108585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6</a:t>
            </a:r>
          </a:p>
        </p:txBody>
      </p:sp>
      <p:sp>
        <p:nvSpPr>
          <p:cNvPr id="34" name="object-34">
            <a:extLst>
              <a:ext uri="{FF2B5EF4-FFF2-40B4-BE49-F238E27FC236}">
                <a16:creationId xmlns:a16="http://schemas.microsoft.com/office/drawing/2014/main" id="{82D050C3-1552-4A4E-A667-77E17CA00036}"/>
              </a:ext>
            </a:extLst>
          </p:cNvPr>
          <p:cNvSpPr>
            <a:spLocks noGrp="1"/>
          </p:cNvSpPr>
          <p:nvPr/>
        </p:nvSpPr>
        <p:spPr>
          <a:xfrm>
            <a:off x="11985625" y="4381500"/>
            <a:ext cx="0" cy="285750"/>
          </a:xfrm>
          <a:prstGeom prst="line">
            <a:avLst/>
          </a:prstGeom>
          <a:noFill/>
          <a:ln w="35719">
            <a:solidFill>
              <a:srgbClr val="172B4D"/>
            </a:solidFill>
          </a:ln>
        </p:spPr>
      </p:sp>
      <p:sp>
        <p:nvSpPr>
          <p:cNvPr id="35" name="object-35">
            <a:extLst>
              <a:ext uri="{FF2B5EF4-FFF2-40B4-BE49-F238E27FC236}">
                <a16:creationId xmlns:a16="http://schemas.microsoft.com/office/drawing/2014/main" id="{94819ACA-3408-409A-BBAF-5237CB9F8315}"/>
              </a:ext>
            </a:extLst>
          </p:cNvPr>
          <p:cNvSpPr>
            <a:spLocks noGrp="1"/>
          </p:cNvSpPr>
          <p:nvPr/>
        </p:nvSpPr>
        <p:spPr>
          <a:xfrm>
            <a:off x="116522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7</a:t>
            </a:r>
          </a:p>
        </p:txBody>
      </p:sp>
      <p:sp>
        <p:nvSpPr>
          <p:cNvPr id="36" name="object-36">
            <a:extLst>
              <a:ext uri="{FF2B5EF4-FFF2-40B4-BE49-F238E27FC236}">
                <a16:creationId xmlns:a16="http://schemas.microsoft.com/office/drawing/2014/main" id="{DA4E3540-3ED1-4E6A-A74E-466B70F4FF89}"/>
              </a:ext>
            </a:extLst>
          </p:cNvPr>
          <p:cNvSpPr>
            <a:spLocks noGrp="1"/>
          </p:cNvSpPr>
          <p:nvPr/>
        </p:nvSpPr>
        <p:spPr>
          <a:xfrm>
            <a:off x="12779375" y="4381500"/>
            <a:ext cx="0" cy="285750"/>
          </a:xfrm>
          <a:prstGeom prst="line">
            <a:avLst/>
          </a:prstGeom>
          <a:noFill/>
          <a:ln w="35719">
            <a:solidFill>
              <a:srgbClr val="172B4D"/>
            </a:solidFill>
          </a:ln>
        </p:spPr>
      </p:sp>
      <p:sp>
        <p:nvSpPr>
          <p:cNvPr id="37" name="object-37">
            <a:extLst>
              <a:ext uri="{FF2B5EF4-FFF2-40B4-BE49-F238E27FC236}">
                <a16:creationId xmlns:a16="http://schemas.microsoft.com/office/drawing/2014/main" id="{57FA9C06-3260-48C9-9F6F-6D4EEAE3CA58}"/>
              </a:ext>
            </a:extLst>
          </p:cNvPr>
          <p:cNvSpPr>
            <a:spLocks noGrp="1"/>
          </p:cNvSpPr>
          <p:nvPr/>
        </p:nvSpPr>
        <p:spPr>
          <a:xfrm>
            <a:off x="124460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8</a:t>
            </a:r>
          </a:p>
        </p:txBody>
      </p:sp>
      <p:sp>
        <p:nvSpPr>
          <p:cNvPr id="38" name="object-38">
            <a:extLst>
              <a:ext uri="{FF2B5EF4-FFF2-40B4-BE49-F238E27FC236}">
                <a16:creationId xmlns:a16="http://schemas.microsoft.com/office/drawing/2014/main" id="{F511064F-F809-4B9D-B36F-0F925A07A0D4}"/>
              </a:ext>
            </a:extLst>
          </p:cNvPr>
          <p:cNvSpPr>
            <a:spLocks noGrp="1"/>
          </p:cNvSpPr>
          <p:nvPr/>
        </p:nvSpPr>
        <p:spPr>
          <a:xfrm>
            <a:off x="13573125" y="4381500"/>
            <a:ext cx="0" cy="285750"/>
          </a:xfrm>
          <a:prstGeom prst="line">
            <a:avLst/>
          </a:prstGeom>
          <a:noFill/>
          <a:ln w="35719">
            <a:solidFill>
              <a:srgbClr val="172B4D"/>
            </a:solidFill>
          </a:ln>
        </p:spPr>
      </p:sp>
      <p:sp>
        <p:nvSpPr>
          <p:cNvPr id="39" name="object-39">
            <a:extLst>
              <a:ext uri="{FF2B5EF4-FFF2-40B4-BE49-F238E27FC236}">
                <a16:creationId xmlns:a16="http://schemas.microsoft.com/office/drawing/2014/main" id="{F0C48658-49CA-41E3-9E3C-9F3DD5A4CA6A}"/>
              </a:ext>
            </a:extLst>
          </p:cNvPr>
          <p:cNvSpPr>
            <a:spLocks noGrp="1"/>
          </p:cNvSpPr>
          <p:nvPr/>
        </p:nvSpPr>
        <p:spPr>
          <a:xfrm>
            <a:off x="132397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9</a:t>
            </a:r>
          </a:p>
        </p:txBody>
      </p:sp>
      <p:sp>
        <p:nvSpPr>
          <p:cNvPr id="40" name="object-40">
            <a:extLst>
              <a:ext uri="{FF2B5EF4-FFF2-40B4-BE49-F238E27FC236}">
                <a16:creationId xmlns:a16="http://schemas.microsoft.com/office/drawing/2014/main" id="{D2DA201F-E90F-4F93-8AB6-74AC1B2DF147}"/>
              </a:ext>
            </a:extLst>
          </p:cNvPr>
          <p:cNvSpPr>
            <a:spLocks noGrp="1"/>
          </p:cNvSpPr>
          <p:nvPr/>
        </p:nvSpPr>
        <p:spPr>
          <a:xfrm>
            <a:off x="2317750" y="4155281"/>
            <a:ext cx="285750" cy="285750"/>
          </a:xfrm>
          <a:prstGeom prst="ellipse">
            <a:avLst/>
          </a:prstGeom>
          <a:solidFill>
            <a:srgbClr val="1D4ED8"/>
          </a:solidFill>
          <a:ln w="11906">
            <a:solidFill>
              <a:srgbClr val="172B4D"/>
            </a:solidFill>
          </a:ln>
        </p:spPr>
      </p:sp>
      <p:sp>
        <p:nvSpPr>
          <p:cNvPr id="41" name="object-41">
            <a:extLst>
              <a:ext uri="{FF2B5EF4-FFF2-40B4-BE49-F238E27FC236}">
                <a16:creationId xmlns:a16="http://schemas.microsoft.com/office/drawing/2014/main" id="{4848E4B4-CC7D-45E6-B244-5E4F097BE7D7}"/>
              </a:ext>
            </a:extLst>
          </p:cNvPr>
          <p:cNvSpPr>
            <a:spLocks noGrp="1"/>
          </p:cNvSpPr>
          <p:nvPr/>
        </p:nvSpPr>
        <p:spPr>
          <a:xfrm>
            <a:off x="2460625" y="3333750"/>
            <a:ext cx="3968750" cy="654844"/>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5 steps</a:t>
            </a:r>
          </a:p>
        </p:txBody>
      </p:sp>
      <p:sp>
        <p:nvSpPr>
          <p:cNvPr id="42" name="object-42">
            <a:extLst>
              <a:ext uri="{FF2B5EF4-FFF2-40B4-BE49-F238E27FC236}">
                <a16:creationId xmlns:a16="http://schemas.microsoft.com/office/drawing/2014/main" id="{393FB665-E144-43D4-A4B4-AC748752D251}"/>
              </a:ext>
            </a:extLst>
          </p:cNvPr>
          <p:cNvSpPr>
            <a:spLocks noGrp="1"/>
          </p:cNvSpPr>
          <p:nvPr/>
        </p:nvSpPr>
        <p:spPr>
          <a:xfrm>
            <a:off x="6429375" y="3333750"/>
            <a:ext cx="6350000" cy="654844"/>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8 steps</a:t>
            </a:r>
          </a:p>
        </p:txBody>
      </p:sp>
      <p:sp>
        <p:nvSpPr>
          <p:cNvPr id="43" name="object-43">
            <a:extLst>
              <a:ext uri="{FF2B5EF4-FFF2-40B4-BE49-F238E27FC236}">
                <a16:creationId xmlns:a16="http://schemas.microsoft.com/office/drawing/2014/main" id="{206B3779-BBB8-4694-8929-DAAA34CAADE1}"/>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5 + 8 = 13</a:t>
            </a:r>
          </a:p>
        </p:txBody>
      </p:sp>
    </p:spTree>
    <p:extLst>
      <p:ext uri="{BB962C8B-B14F-4D97-AF65-F5344CB8AC3E}">
        <p14:creationId xmlns:p14="http://schemas.microsoft.com/office/powerpoint/2010/main" val="120327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6041667 0 E" pathEditMode="relative" ptsTypes="">
                                      <p:cBhvr>
                                        <p:cTn id="6" dur="800" fill="hold"/>
                                        <p:tgtEl>
                                          <p:spTgt spid="40"/>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4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26041667 0 L 0.67708333 0 E" pathEditMode="relative" ptsTypes="">
                                      <p:cBhvr>
                                        <p:cTn id="13" dur="800" fill="hold"/>
                                        <p:tgtEl>
                                          <p:spTgt spid="40"/>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object-1">
            <a:extLst>
              <a:ext uri="{FF2B5EF4-FFF2-40B4-BE49-F238E27FC236}">
                <a16:creationId xmlns:a16="http://schemas.microsoft.com/office/drawing/2014/main" id="{0BEE3E20-75D3-405F-81F2-5CD99C949A85}"/>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6135787E-CF12-4DA7-A0FD-827044AF5DD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What is the difference between -6 and 9?</a:t>
            </a:r>
          </a:p>
        </p:txBody>
      </p:sp>
      <p:sp>
        <p:nvSpPr>
          <p:cNvPr id="3" name="object-3">
            <a:extLst>
              <a:ext uri="{FF2B5EF4-FFF2-40B4-BE49-F238E27FC236}">
                <a16:creationId xmlns:a16="http://schemas.microsoft.com/office/drawing/2014/main" id="{2E713BB5-F2FB-461F-9FC9-0115B3C30B5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237B483-EDCB-4A3B-B3D2-3D087166F3D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intervals across zero</a:t>
            </a:r>
          </a:p>
        </p:txBody>
      </p:sp>
      <p:sp>
        <p:nvSpPr>
          <p:cNvPr id="5" name="object-5">
            <a:extLst>
              <a:ext uri="{FF2B5EF4-FFF2-40B4-BE49-F238E27FC236}">
                <a16:creationId xmlns:a16="http://schemas.microsoft.com/office/drawing/2014/main" id="{08C3FC6D-D4B5-4AAC-9166-959485C5252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D2751F3A-F087-431F-89BD-03A78932642F}"/>
              </a:ext>
            </a:extLst>
          </p:cNvPr>
          <p:cNvSpPr>
            <a:spLocks noGrp="1"/>
          </p:cNvSpPr>
          <p:nvPr/>
        </p:nvSpPr>
        <p:spPr>
          <a:xfrm>
            <a:off x="1666875" y="4524375"/>
            <a:ext cx="11906250" cy="35719"/>
          </a:xfrm>
          <a:prstGeom prst="rect">
            <a:avLst/>
          </a:prstGeom>
          <a:solidFill>
            <a:srgbClr val="172B4D"/>
          </a:solidFill>
          <a:ln w="0">
            <a:noFill/>
          </a:ln>
        </p:spPr>
      </p:sp>
      <p:sp>
        <p:nvSpPr>
          <p:cNvPr id="7" name="object-7">
            <a:extLst>
              <a:ext uri="{FF2B5EF4-FFF2-40B4-BE49-F238E27FC236}">
                <a16:creationId xmlns:a16="http://schemas.microsoft.com/office/drawing/2014/main" id="{AA43E623-2A49-4594-8518-4E9ABB0F5616}"/>
              </a:ext>
            </a:extLst>
          </p:cNvPr>
          <p:cNvSpPr>
            <a:spLocks noGrp="1"/>
          </p:cNvSpPr>
          <p:nvPr/>
        </p:nvSpPr>
        <p:spPr>
          <a:xfrm>
            <a:off x="1666875" y="4381500"/>
            <a:ext cx="0" cy="285750"/>
          </a:xfrm>
          <a:prstGeom prst="line">
            <a:avLst/>
          </a:prstGeom>
          <a:noFill/>
          <a:ln w="35719">
            <a:solidFill>
              <a:srgbClr val="172B4D"/>
            </a:solidFill>
          </a:ln>
        </p:spPr>
      </p:sp>
      <p:sp>
        <p:nvSpPr>
          <p:cNvPr id="8" name="object-8">
            <a:extLst>
              <a:ext uri="{FF2B5EF4-FFF2-40B4-BE49-F238E27FC236}">
                <a16:creationId xmlns:a16="http://schemas.microsoft.com/office/drawing/2014/main" id="{85BEDB83-9B63-4494-B2F2-2CAF45CC3E99}"/>
              </a:ext>
            </a:extLst>
          </p:cNvPr>
          <p:cNvSpPr>
            <a:spLocks noGrp="1"/>
          </p:cNvSpPr>
          <p:nvPr/>
        </p:nvSpPr>
        <p:spPr>
          <a:xfrm>
            <a:off x="13335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-7</a:t>
            </a:r>
          </a:p>
        </p:txBody>
      </p:sp>
      <p:sp>
        <p:nvSpPr>
          <p:cNvPr id="9" name="object-9">
            <a:extLst>
              <a:ext uri="{FF2B5EF4-FFF2-40B4-BE49-F238E27FC236}">
                <a16:creationId xmlns:a16="http://schemas.microsoft.com/office/drawing/2014/main" id="{876093CD-F224-4954-AE8C-AC0C851626B4}"/>
              </a:ext>
            </a:extLst>
          </p:cNvPr>
          <p:cNvSpPr>
            <a:spLocks noGrp="1"/>
          </p:cNvSpPr>
          <p:nvPr/>
        </p:nvSpPr>
        <p:spPr>
          <a:xfrm>
            <a:off x="2367243" y="4381500"/>
            <a:ext cx="0" cy="285750"/>
          </a:xfrm>
          <a:prstGeom prst="line">
            <a:avLst/>
          </a:prstGeom>
          <a:noFill/>
          <a:ln w="35719">
            <a:solidFill>
              <a:srgbClr val="172B4D"/>
            </a:solidFill>
          </a:ln>
        </p:spPr>
      </p:sp>
      <p:sp>
        <p:nvSpPr>
          <p:cNvPr id="10" name="object-10">
            <a:extLst>
              <a:ext uri="{FF2B5EF4-FFF2-40B4-BE49-F238E27FC236}">
                <a16:creationId xmlns:a16="http://schemas.microsoft.com/office/drawing/2014/main" id="{36121BC0-77AA-4DDA-A846-510CF8B6FCEC}"/>
              </a:ext>
            </a:extLst>
          </p:cNvPr>
          <p:cNvSpPr>
            <a:spLocks noGrp="1"/>
          </p:cNvSpPr>
          <p:nvPr/>
        </p:nvSpPr>
        <p:spPr>
          <a:xfrm>
            <a:off x="2033868"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-6</a:t>
            </a:r>
          </a:p>
        </p:txBody>
      </p:sp>
      <p:sp>
        <p:nvSpPr>
          <p:cNvPr id="11" name="object-11">
            <a:extLst>
              <a:ext uri="{FF2B5EF4-FFF2-40B4-BE49-F238E27FC236}">
                <a16:creationId xmlns:a16="http://schemas.microsoft.com/office/drawing/2014/main" id="{AC3DF1A4-C811-4F58-978F-A176D8689857}"/>
              </a:ext>
            </a:extLst>
          </p:cNvPr>
          <p:cNvSpPr>
            <a:spLocks noGrp="1"/>
          </p:cNvSpPr>
          <p:nvPr/>
        </p:nvSpPr>
        <p:spPr>
          <a:xfrm>
            <a:off x="3067610" y="4381500"/>
            <a:ext cx="0" cy="285750"/>
          </a:xfrm>
          <a:prstGeom prst="line">
            <a:avLst/>
          </a:prstGeom>
          <a:noFill/>
          <a:ln w="35719">
            <a:solidFill>
              <a:srgbClr val="172B4D"/>
            </a:solidFill>
          </a:ln>
        </p:spPr>
      </p:sp>
      <p:sp>
        <p:nvSpPr>
          <p:cNvPr id="12" name="object-12">
            <a:extLst>
              <a:ext uri="{FF2B5EF4-FFF2-40B4-BE49-F238E27FC236}">
                <a16:creationId xmlns:a16="http://schemas.microsoft.com/office/drawing/2014/main" id="{CADA5126-1ACA-4B52-970B-D7E993524C8A}"/>
              </a:ext>
            </a:extLst>
          </p:cNvPr>
          <p:cNvSpPr>
            <a:spLocks noGrp="1"/>
          </p:cNvSpPr>
          <p:nvPr/>
        </p:nvSpPr>
        <p:spPr>
          <a:xfrm>
            <a:off x="2734235"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-5</a:t>
            </a:r>
          </a:p>
        </p:txBody>
      </p:sp>
      <p:sp>
        <p:nvSpPr>
          <p:cNvPr id="13" name="object-13">
            <a:extLst>
              <a:ext uri="{FF2B5EF4-FFF2-40B4-BE49-F238E27FC236}">
                <a16:creationId xmlns:a16="http://schemas.microsoft.com/office/drawing/2014/main" id="{70F002C5-1662-4F12-9C2A-06B12F629A7D}"/>
              </a:ext>
            </a:extLst>
          </p:cNvPr>
          <p:cNvSpPr>
            <a:spLocks noGrp="1"/>
          </p:cNvSpPr>
          <p:nvPr/>
        </p:nvSpPr>
        <p:spPr>
          <a:xfrm>
            <a:off x="3767978" y="4381500"/>
            <a:ext cx="0" cy="285750"/>
          </a:xfrm>
          <a:prstGeom prst="line">
            <a:avLst/>
          </a:prstGeom>
          <a:noFill/>
          <a:ln w="35719">
            <a:solidFill>
              <a:srgbClr val="172B4D"/>
            </a:solidFill>
          </a:ln>
        </p:spPr>
      </p:sp>
      <p:sp>
        <p:nvSpPr>
          <p:cNvPr id="14" name="object-14">
            <a:extLst>
              <a:ext uri="{FF2B5EF4-FFF2-40B4-BE49-F238E27FC236}">
                <a16:creationId xmlns:a16="http://schemas.microsoft.com/office/drawing/2014/main" id="{071D52BB-3843-428B-9AB5-AD73484A98FB}"/>
              </a:ext>
            </a:extLst>
          </p:cNvPr>
          <p:cNvSpPr>
            <a:spLocks noGrp="1"/>
          </p:cNvSpPr>
          <p:nvPr/>
        </p:nvSpPr>
        <p:spPr>
          <a:xfrm>
            <a:off x="3434603"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-4</a:t>
            </a:r>
          </a:p>
        </p:txBody>
      </p:sp>
      <p:sp>
        <p:nvSpPr>
          <p:cNvPr id="15" name="object-15">
            <a:extLst>
              <a:ext uri="{FF2B5EF4-FFF2-40B4-BE49-F238E27FC236}">
                <a16:creationId xmlns:a16="http://schemas.microsoft.com/office/drawing/2014/main" id="{B73283BB-A7D9-47C5-9265-A62EB3B5F8A7}"/>
              </a:ext>
            </a:extLst>
          </p:cNvPr>
          <p:cNvSpPr>
            <a:spLocks noGrp="1"/>
          </p:cNvSpPr>
          <p:nvPr/>
        </p:nvSpPr>
        <p:spPr>
          <a:xfrm>
            <a:off x="4468346" y="4381500"/>
            <a:ext cx="0" cy="285750"/>
          </a:xfrm>
          <a:prstGeom prst="line">
            <a:avLst/>
          </a:prstGeom>
          <a:noFill/>
          <a:ln w="35719">
            <a:solidFill>
              <a:srgbClr val="172B4D"/>
            </a:solidFill>
          </a:ln>
        </p:spPr>
      </p:sp>
      <p:sp>
        <p:nvSpPr>
          <p:cNvPr id="16" name="object-16">
            <a:extLst>
              <a:ext uri="{FF2B5EF4-FFF2-40B4-BE49-F238E27FC236}">
                <a16:creationId xmlns:a16="http://schemas.microsoft.com/office/drawing/2014/main" id="{D82DA18A-1182-4B4A-880E-0C4980C9AB61}"/>
              </a:ext>
            </a:extLst>
          </p:cNvPr>
          <p:cNvSpPr>
            <a:spLocks noGrp="1"/>
          </p:cNvSpPr>
          <p:nvPr/>
        </p:nvSpPr>
        <p:spPr>
          <a:xfrm>
            <a:off x="4134971"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-3</a:t>
            </a:r>
          </a:p>
        </p:txBody>
      </p:sp>
      <p:sp>
        <p:nvSpPr>
          <p:cNvPr id="17" name="object-17">
            <a:extLst>
              <a:ext uri="{FF2B5EF4-FFF2-40B4-BE49-F238E27FC236}">
                <a16:creationId xmlns:a16="http://schemas.microsoft.com/office/drawing/2014/main" id="{32C26B1B-E1D4-48E1-95AC-CD24C155779C}"/>
              </a:ext>
            </a:extLst>
          </p:cNvPr>
          <p:cNvSpPr>
            <a:spLocks noGrp="1"/>
          </p:cNvSpPr>
          <p:nvPr/>
        </p:nvSpPr>
        <p:spPr>
          <a:xfrm>
            <a:off x="5168713" y="4381500"/>
            <a:ext cx="0" cy="285750"/>
          </a:xfrm>
          <a:prstGeom prst="line">
            <a:avLst/>
          </a:prstGeom>
          <a:noFill/>
          <a:ln w="35719">
            <a:solidFill>
              <a:srgbClr val="172B4D"/>
            </a:solidFill>
          </a:ln>
        </p:spPr>
      </p:sp>
      <p:sp>
        <p:nvSpPr>
          <p:cNvPr id="18" name="object-18">
            <a:extLst>
              <a:ext uri="{FF2B5EF4-FFF2-40B4-BE49-F238E27FC236}">
                <a16:creationId xmlns:a16="http://schemas.microsoft.com/office/drawing/2014/main" id="{9A0C3184-A39D-4C3D-A1C8-B069FEF8B7B0}"/>
              </a:ext>
            </a:extLst>
          </p:cNvPr>
          <p:cNvSpPr>
            <a:spLocks noGrp="1"/>
          </p:cNvSpPr>
          <p:nvPr/>
        </p:nvSpPr>
        <p:spPr>
          <a:xfrm>
            <a:off x="4835338"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-2</a:t>
            </a:r>
          </a:p>
        </p:txBody>
      </p:sp>
      <p:sp>
        <p:nvSpPr>
          <p:cNvPr id="19" name="object-19">
            <a:extLst>
              <a:ext uri="{FF2B5EF4-FFF2-40B4-BE49-F238E27FC236}">
                <a16:creationId xmlns:a16="http://schemas.microsoft.com/office/drawing/2014/main" id="{A513E201-E8FB-4DF7-955A-1CD571F3D17C}"/>
              </a:ext>
            </a:extLst>
          </p:cNvPr>
          <p:cNvSpPr>
            <a:spLocks noGrp="1"/>
          </p:cNvSpPr>
          <p:nvPr/>
        </p:nvSpPr>
        <p:spPr>
          <a:xfrm>
            <a:off x="5869081" y="4381500"/>
            <a:ext cx="0" cy="285750"/>
          </a:xfrm>
          <a:prstGeom prst="line">
            <a:avLst/>
          </a:prstGeom>
          <a:noFill/>
          <a:ln w="35719">
            <a:solidFill>
              <a:srgbClr val="172B4D"/>
            </a:solidFill>
          </a:ln>
        </p:spPr>
      </p:sp>
      <p:sp>
        <p:nvSpPr>
          <p:cNvPr id="20" name="object-20">
            <a:extLst>
              <a:ext uri="{FF2B5EF4-FFF2-40B4-BE49-F238E27FC236}">
                <a16:creationId xmlns:a16="http://schemas.microsoft.com/office/drawing/2014/main" id="{829E839D-0980-447D-95D1-AAE8BB572FE5}"/>
              </a:ext>
            </a:extLst>
          </p:cNvPr>
          <p:cNvSpPr>
            <a:spLocks noGrp="1"/>
          </p:cNvSpPr>
          <p:nvPr/>
        </p:nvSpPr>
        <p:spPr>
          <a:xfrm>
            <a:off x="5535706"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a:t>
            </a:r>
          </a:p>
        </p:txBody>
      </p:sp>
      <p:sp>
        <p:nvSpPr>
          <p:cNvPr id="21" name="object-21">
            <a:extLst>
              <a:ext uri="{FF2B5EF4-FFF2-40B4-BE49-F238E27FC236}">
                <a16:creationId xmlns:a16="http://schemas.microsoft.com/office/drawing/2014/main" id="{D16E5DE9-F325-48F4-ADAF-856245ED4F47}"/>
              </a:ext>
            </a:extLst>
          </p:cNvPr>
          <p:cNvSpPr>
            <a:spLocks noGrp="1"/>
          </p:cNvSpPr>
          <p:nvPr/>
        </p:nvSpPr>
        <p:spPr>
          <a:xfrm>
            <a:off x="6569449" y="4381500"/>
            <a:ext cx="0" cy="285750"/>
          </a:xfrm>
          <a:prstGeom prst="line">
            <a:avLst/>
          </a:prstGeom>
          <a:noFill/>
          <a:ln w="35719">
            <a:solidFill>
              <a:srgbClr val="172B4D"/>
            </a:solidFill>
          </a:ln>
        </p:spPr>
      </p:sp>
      <p:sp>
        <p:nvSpPr>
          <p:cNvPr id="22" name="object-22">
            <a:extLst>
              <a:ext uri="{FF2B5EF4-FFF2-40B4-BE49-F238E27FC236}">
                <a16:creationId xmlns:a16="http://schemas.microsoft.com/office/drawing/2014/main" id="{47F44829-F931-46B6-804C-A23064736889}"/>
              </a:ext>
            </a:extLst>
          </p:cNvPr>
          <p:cNvSpPr>
            <a:spLocks noGrp="1"/>
          </p:cNvSpPr>
          <p:nvPr/>
        </p:nvSpPr>
        <p:spPr>
          <a:xfrm>
            <a:off x="6236074"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0</a:t>
            </a:r>
          </a:p>
        </p:txBody>
      </p:sp>
      <p:sp>
        <p:nvSpPr>
          <p:cNvPr id="23" name="object-23">
            <a:extLst>
              <a:ext uri="{FF2B5EF4-FFF2-40B4-BE49-F238E27FC236}">
                <a16:creationId xmlns:a16="http://schemas.microsoft.com/office/drawing/2014/main" id="{6EAA2C03-026F-4DEA-9809-E7AB7BB6DD97}"/>
              </a:ext>
            </a:extLst>
          </p:cNvPr>
          <p:cNvSpPr>
            <a:spLocks noGrp="1"/>
          </p:cNvSpPr>
          <p:nvPr/>
        </p:nvSpPr>
        <p:spPr>
          <a:xfrm>
            <a:off x="7269816" y="4381500"/>
            <a:ext cx="0" cy="285750"/>
          </a:xfrm>
          <a:prstGeom prst="line">
            <a:avLst/>
          </a:prstGeom>
          <a:noFill/>
          <a:ln w="35719">
            <a:solidFill>
              <a:srgbClr val="172B4D"/>
            </a:solidFill>
          </a:ln>
        </p:spPr>
      </p:sp>
      <p:sp>
        <p:nvSpPr>
          <p:cNvPr id="24" name="object-24">
            <a:extLst>
              <a:ext uri="{FF2B5EF4-FFF2-40B4-BE49-F238E27FC236}">
                <a16:creationId xmlns:a16="http://schemas.microsoft.com/office/drawing/2014/main" id="{74BC961B-E495-4250-90F1-477A24E0645E}"/>
              </a:ext>
            </a:extLst>
          </p:cNvPr>
          <p:cNvSpPr>
            <a:spLocks noGrp="1"/>
          </p:cNvSpPr>
          <p:nvPr/>
        </p:nvSpPr>
        <p:spPr>
          <a:xfrm>
            <a:off x="6936441"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a:t>
            </a:r>
          </a:p>
        </p:txBody>
      </p:sp>
      <p:sp>
        <p:nvSpPr>
          <p:cNvPr id="25" name="object-25">
            <a:extLst>
              <a:ext uri="{FF2B5EF4-FFF2-40B4-BE49-F238E27FC236}">
                <a16:creationId xmlns:a16="http://schemas.microsoft.com/office/drawing/2014/main" id="{88C75F38-4B8A-4DCE-B17E-1BB9BB615F03}"/>
              </a:ext>
            </a:extLst>
          </p:cNvPr>
          <p:cNvSpPr>
            <a:spLocks noGrp="1"/>
          </p:cNvSpPr>
          <p:nvPr/>
        </p:nvSpPr>
        <p:spPr>
          <a:xfrm>
            <a:off x="7970184" y="4381500"/>
            <a:ext cx="0" cy="285750"/>
          </a:xfrm>
          <a:prstGeom prst="line">
            <a:avLst/>
          </a:prstGeom>
          <a:noFill/>
          <a:ln w="35719">
            <a:solidFill>
              <a:srgbClr val="172B4D"/>
            </a:solidFill>
          </a:ln>
        </p:spPr>
      </p:sp>
      <p:sp>
        <p:nvSpPr>
          <p:cNvPr id="26" name="object-26">
            <a:extLst>
              <a:ext uri="{FF2B5EF4-FFF2-40B4-BE49-F238E27FC236}">
                <a16:creationId xmlns:a16="http://schemas.microsoft.com/office/drawing/2014/main" id="{F7DA136D-90AE-4ABD-A373-524EB7892751}"/>
              </a:ext>
            </a:extLst>
          </p:cNvPr>
          <p:cNvSpPr>
            <a:spLocks noGrp="1"/>
          </p:cNvSpPr>
          <p:nvPr/>
        </p:nvSpPr>
        <p:spPr>
          <a:xfrm>
            <a:off x="7636809"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2</a:t>
            </a:r>
          </a:p>
        </p:txBody>
      </p:sp>
      <p:sp>
        <p:nvSpPr>
          <p:cNvPr id="27" name="object-27">
            <a:extLst>
              <a:ext uri="{FF2B5EF4-FFF2-40B4-BE49-F238E27FC236}">
                <a16:creationId xmlns:a16="http://schemas.microsoft.com/office/drawing/2014/main" id="{90F48CEB-A27F-4651-8F16-6C38BE78B876}"/>
              </a:ext>
            </a:extLst>
          </p:cNvPr>
          <p:cNvSpPr>
            <a:spLocks noGrp="1"/>
          </p:cNvSpPr>
          <p:nvPr/>
        </p:nvSpPr>
        <p:spPr>
          <a:xfrm>
            <a:off x="8670551" y="4381500"/>
            <a:ext cx="0" cy="285750"/>
          </a:xfrm>
          <a:prstGeom prst="line">
            <a:avLst/>
          </a:prstGeom>
          <a:noFill/>
          <a:ln w="35719">
            <a:solidFill>
              <a:srgbClr val="172B4D"/>
            </a:solidFill>
          </a:ln>
        </p:spPr>
      </p:sp>
      <p:sp>
        <p:nvSpPr>
          <p:cNvPr id="28" name="object-28">
            <a:extLst>
              <a:ext uri="{FF2B5EF4-FFF2-40B4-BE49-F238E27FC236}">
                <a16:creationId xmlns:a16="http://schemas.microsoft.com/office/drawing/2014/main" id="{28CAB4CE-0492-468F-9BCB-E4FC0543EC02}"/>
              </a:ext>
            </a:extLst>
          </p:cNvPr>
          <p:cNvSpPr>
            <a:spLocks noGrp="1"/>
          </p:cNvSpPr>
          <p:nvPr/>
        </p:nvSpPr>
        <p:spPr>
          <a:xfrm>
            <a:off x="8337176"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3</a:t>
            </a:r>
          </a:p>
        </p:txBody>
      </p:sp>
      <p:sp>
        <p:nvSpPr>
          <p:cNvPr id="29" name="object-29">
            <a:extLst>
              <a:ext uri="{FF2B5EF4-FFF2-40B4-BE49-F238E27FC236}">
                <a16:creationId xmlns:a16="http://schemas.microsoft.com/office/drawing/2014/main" id="{B8B4AE92-0C90-44ED-9F97-C94E55F76E28}"/>
              </a:ext>
            </a:extLst>
          </p:cNvPr>
          <p:cNvSpPr>
            <a:spLocks noGrp="1"/>
          </p:cNvSpPr>
          <p:nvPr/>
        </p:nvSpPr>
        <p:spPr>
          <a:xfrm>
            <a:off x="9370919" y="4381500"/>
            <a:ext cx="0" cy="285750"/>
          </a:xfrm>
          <a:prstGeom prst="line">
            <a:avLst/>
          </a:prstGeom>
          <a:noFill/>
          <a:ln w="35719">
            <a:solidFill>
              <a:srgbClr val="172B4D"/>
            </a:solidFill>
          </a:ln>
        </p:spPr>
      </p:sp>
      <p:sp>
        <p:nvSpPr>
          <p:cNvPr id="30" name="object-30">
            <a:extLst>
              <a:ext uri="{FF2B5EF4-FFF2-40B4-BE49-F238E27FC236}">
                <a16:creationId xmlns:a16="http://schemas.microsoft.com/office/drawing/2014/main" id="{CEF84497-E94E-445C-AD10-EC05073F6246}"/>
              </a:ext>
            </a:extLst>
          </p:cNvPr>
          <p:cNvSpPr>
            <a:spLocks noGrp="1"/>
          </p:cNvSpPr>
          <p:nvPr/>
        </p:nvSpPr>
        <p:spPr>
          <a:xfrm>
            <a:off x="9037544"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4</a:t>
            </a:r>
          </a:p>
        </p:txBody>
      </p:sp>
      <p:sp>
        <p:nvSpPr>
          <p:cNvPr id="31" name="object-31">
            <a:extLst>
              <a:ext uri="{FF2B5EF4-FFF2-40B4-BE49-F238E27FC236}">
                <a16:creationId xmlns:a16="http://schemas.microsoft.com/office/drawing/2014/main" id="{6FD506F9-4E59-4AF0-9367-9244D86EFF76}"/>
              </a:ext>
            </a:extLst>
          </p:cNvPr>
          <p:cNvSpPr>
            <a:spLocks noGrp="1"/>
          </p:cNvSpPr>
          <p:nvPr/>
        </p:nvSpPr>
        <p:spPr>
          <a:xfrm>
            <a:off x="10071287" y="4381500"/>
            <a:ext cx="0" cy="285750"/>
          </a:xfrm>
          <a:prstGeom prst="line">
            <a:avLst/>
          </a:prstGeom>
          <a:noFill/>
          <a:ln w="35719">
            <a:solidFill>
              <a:srgbClr val="172B4D"/>
            </a:solidFill>
          </a:ln>
        </p:spPr>
      </p:sp>
      <p:sp>
        <p:nvSpPr>
          <p:cNvPr id="32" name="object-32">
            <a:extLst>
              <a:ext uri="{FF2B5EF4-FFF2-40B4-BE49-F238E27FC236}">
                <a16:creationId xmlns:a16="http://schemas.microsoft.com/office/drawing/2014/main" id="{E6AAA7A8-74AC-475B-987A-5D81B25B30C6}"/>
              </a:ext>
            </a:extLst>
          </p:cNvPr>
          <p:cNvSpPr>
            <a:spLocks noGrp="1"/>
          </p:cNvSpPr>
          <p:nvPr/>
        </p:nvSpPr>
        <p:spPr>
          <a:xfrm>
            <a:off x="9737912"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5</a:t>
            </a:r>
          </a:p>
        </p:txBody>
      </p:sp>
      <p:sp>
        <p:nvSpPr>
          <p:cNvPr id="33" name="object-33">
            <a:extLst>
              <a:ext uri="{FF2B5EF4-FFF2-40B4-BE49-F238E27FC236}">
                <a16:creationId xmlns:a16="http://schemas.microsoft.com/office/drawing/2014/main" id="{44BBD996-3855-411B-B2DE-1CD1C3BB8CEA}"/>
              </a:ext>
            </a:extLst>
          </p:cNvPr>
          <p:cNvSpPr>
            <a:spLocks noGrp="1"/>
          </p:cNvSpPr>
          <p:nvPr/>
        </p:nvSpPr>
        <p:spPr>
          <a:xfrm>
            <a:off x="10771654" y="4381500"/>
            <a:ext cx="0" cy="285750"/>
          </a:xfrm>
          <a:prstGeom prst="line">
            <a:avLst/>
          </a:prstGeom>
          <a:noFill/>
          <a:ln w="35719">
            <a:solidFill>
              <a:srgbClr val="172B4D"/>
            </a:solidFill>
          </a:ln>
        </p:spPr>
      </p:sp>
      <p:sp>
        <p:nvSpPr>
          <p:cNvPr id="34" name="object-34">
            <a:extLst>
              <a:ext uri="{FF2B5EF4-FFF2-40B4-BE49-F238E27FC236}">
                <a16:creationId xmlns:a16="http://schemas.microsoft.com/office/drawing/2014/main" id="{E28BE06C-17AC-4938-A544-8580F1D2FF60}"/>
              </a:ext>
            </a:extLst>
          </p:cNvPr>
          <p:cNvSpPr>
            <a:spLocks noGrp="1"/>
          </p:cNvSpPr>
          <p:nvPr/>
        </p:nvSpPr>
        <p:spPr>
          <a:xfrm>
            <a:off x="10438279"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6</a:t>
            </a:r>
          </a:p>
        </p:txBody>
      </p:sp>
      <p:sp>
        <p:nvSpPr>
          <p:cNvPr id="35" name="object-35">
            <a:extLst>
              <a:ext uri="{FF2B5EF4-FFF2-40B4-BE49-F238E27FC236}">
                <a16:creationId xmlns:a16="http://schemas.microsoft.com/office/drawing/2014/main" id="{07DEBD47-8696-4AD2-8DF5-202D171D254E}"/>
              </a:ext>
            </a:extLst>
          </p:cNvPr>
          <p:cNvSpPr>
            <a:spLocks noGrp="1"/>
          </p:cNvSpPr>
          <p:nvPr/>
        </p:nvSpPr>
        <p:spPr>
          <a:xfrm>
            <a:off x="11472022" y="4381500"/>
            <a:ext cx="0" cy="285750"/>
          </a:xfrm>
          <a:prstGeom prst="line">
            <a:avLst/>
          </a:prstGeom>
          <a:noFill/>
          <a:ln w="35719">
            <a:solidFill>
              <a:srgbClr val="172B4D"/>
            </a:solidFill>
          </a:ln>
        </p:spPr>
      </p:sp>
      <p:sp>
        <p:nvSpPr>
          <p:cNvPr id="36" name="object-36">
            <a:extLst>
              <a:ext uri="{FF2B5EF4-FFF2-40B4-BE49-F238E27FC236}">
                <a16:creationId xmlns:a16="http://schemas.microsoft.com/office/drawing/2014/main" id="{47DA938D-82B3-4B3F-A013-338788573509}"/>
              </a:ext>
            </a:extLst>
          </p:cNvPr>
          <p:cNvSpPr>
            <a:spLocks noGrp="1"/>
          </p:cNvSpPr>
          <p:nvPr/>
        </p:nvSpPr>
        <p:spPr>
          <a:xfrm>
            <a:off x="11138647"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7</a:t>
            </a:r>
          </a:p>
        </p:txBody>
      </p:sp>
      <p:sp>
        <p:nvSpPr>
          <p:cNvPr id="37" name="object-37">
            <a:extLst>
              <a:ext uri="{FF2B5EF4-FFF2-40B4-BE49-F238E27FC236}">
                <a16:creationId xmlns:a16="http://schemas.microsoft.com/office/drawing/2014/main" id="{BBA1B5D0-5F8B-4B00-8C13-FB19F5F3784F}"/>
              </a:ext>
            </a:extLst>
          </p:cNvPr>
          <p:cNvSpPr>
            <a:spLocks noGrp="1"/>
          </p:cNvSpPr>
          <p:nvPr/>
        </p:nvSpPr>
        <p:spPr>
          <a:xfrm>
            <a:off x="12172390" y="4381500"/>
            <a:ext cx="0" cy="285750"/>
          </a:xfrm>
          <a:prstGeom prst="line">
            <a:avLst/>
          </a:prstGeom>
          <a:noFill/>
          <a:ln w="35719">
            <a:solidFill>
              <a:srgbClr val="172B4D"/>
            </a:solidFill>
          </a:ln>
        </p:spPr>
      </p:sp>
      <p:sp>
        <p:nvSpPr>
          <p:cNvPr id="38" name="object-38">
            <a:extLst>
              <a:ext uri="{FF2B5EF4-FFF2-40B4-BE49-F238E27FC236}">
                <a16:creationId xmlns:a16="http://schemas.microsoft.com/office/drawing/2014/main" id="{24572E34-506D-4D49-ABE8-A4578D0D3BC4}"/>
              </a:ext>
            </a:extLst>
          </p:cNvPr>
          <p:cNvSpPr>
            <a:spLocks noGrp="1"/>
          </p:cNvSpPr>
          <p:nvPr/>
        </p:nvSpPr>
        <p:spPr>
          <a:xfrm>
            <a:off x="11839015"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8</a:t>
            </a:r>
          </a:p>
        </p:txBody>
      </p:sp>
      <p:sp>
        <p:nvSpPr>
          <p:cNvPr id="39" name="object-39">
            <a:extLst>
              <a:ext uri="{FF2B5EF4-FFF2-40B4-BE49-F238E27FC236}">
                <a16:creationId xmlns:a16="http://schemas.microsoft.com/office/drawing/2014/main" id="{8CA58A04-E925-443E-A6DB-A819D87A51CB}"/>
              </a:ext>
            </a:extLst>
          </p:cNvPr>
          <p:cNvSpPr>
            <a:spLocks noGrp="1"/>
          </p:cNvSpPr>
          <p:nvPr/>
        </p:nvSpPr>
        <p:spPr>
          <a:xfrm>
            <a:off x="12872757" y="4381500"/>
            <a:ext cx="0" cy="285750"/>
          </a:xfrm>
          <a:prstGeom prst="line">
            <a:avLst/>
          </a:prstGeom>
          <a:noFill/>
          <a:ln w="35719">
            <a:solidFill>
              <a:srgbClr val="172B4D"/>
            </a:solidFill>
          </a:ln>
        </p:spPr>
      </p:sp>
      <p:sp>
        <p:nvSpPr>
          <p:cNvPr id="40" name="object-40">
            <a:extLst>
              <a:ext uri="{FF2B5EF4-FFF2-40B4-BE49-F238E27FC236}">
                <a16:creationId xmlns:a16="http://schemas.microsoft.com/office/drawing/2014/main" id="{AB12206C-ABCF-4B95-9785-3C5EF7594026}"/>
              </a:ext>
            </a:extLst>
          </p:cNvPr>
          <p:cNvSpPr>
            <a:spLocks noGrp="1"/>
          </p:cNvSpPr>
          <p:nvPr/>
        </p:nvSpPr>
        <p:spPr>
          <a:xfrm>
            <a:off x="12539382"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9</a:t>
            </a:r>
          </a:p>
        </p:txBody>
      </p:sp>
      <p:sp>
        <p:nvSpPr>
          <p:cNvPr id="41" name="object-41">
            <a:extLst>
              <a:ext uri="{FF2B5EF4-FFF2-40B4-BE49-F238E27FC236}">
                <a16:creationId xmlns:a16="http://schemas.microsoft.com/office/drawing/2014/main" id="{B26FFBC4-C7E6-48C5-A58C-2E1A20946699}"/>
              </a:ext>
            </a:extLst>
          </p:cNvPr>
          <p:cNvSpPr>
            <a:spLocks noGrp="1"/>
          </p:cNvSpPr>
          <p:nvPr/>
        </p:nvSpPr>
        <p:spPr>
          <a:xfrm>
            <a:off x="13573125" y="4381500"/>
            <a:ext cx="0" cy="285750"/>
          </a:xfrm>
          <a:prstGeom prst="line">
            <a:avLst/>
          </a:prstGeom>
          <a:noFill/>
          <a:ln w="35719">
            <a:solidFill>
              <a:srgbClr val="172B4D"/>
            </a:solidFill>
          </a:ln>
        </p:spPr>
      </p:sp>
      <p:sp>
        <p:nvSpPr>
          <p:cNvPr id="42" name="object-42">
            <a:extLst>
              <a:ext uri="{FF2B5EF4-FFF2-40B4-BE49-F238E27FC236}">
                <a16:creationId xmlns:a16="http://schemas.microsoft.com/office/drawing/2014/main" id="{34B25DC7-CC3C-4CEC-9113-1646E433BE92}"/>
              </a:ext>
            </a:extLst>
          </p:cNvPr>
          <p:cNvSpPr>
            <a:spLocks noGrp="1"/>
          </p:cNvSpPr>
          <p:nvPr/>
        </p:nvSpPr>
        <p:spPr>
          <a:xfrm>
            <a:off x="132397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10</a:t>
            </a:r>
          </a:p>
        </p:txBody>
      </p:sp>
      <p:sp>
        <p:nvSpPr>
          <p:cNvPr id="43" name="object-43">
            <a:extLst>
              <a:ext uri="{FF2B5EF4-FFF2-40B4-BE49-F238E27FC236}">
                <a16:creationId xmlns:a16="http://schemas.microsoft.com/office/drawing/2014/main" id="{708649E0-EF28-4C40-A040-8D02FB7F4590}"/>
              </a:ext>
            </a:extLst>
          </p:cNvPr>
          <p:cNvSpPr>
            <a:spLocks noGrp="1"/>
          </p:cNvSpPr>
          <p:nvPr/>
        </p:nvSpPr>
        <p:spPr>
          <a:xfrm>
            <a:off x="2224368" y="4155281"/>
            <a:ext cx="285750" cy="285750"/>
          </a:xfrm>
          <a:prstGeom prst="ellipse">
            <a:avLst/>
          </a:prstGeom>
          <a:solidFill>
            <a:srgbClr val="1D4ED8"/>
          </a:solidFill>
          <a:ln w="11906">
            <a:solidFill>
              <a:srgbClr val="172B4D"/>
            </a:solidFill>
          </a:ln>
        </p:spPr>
      </p:sp>
      <p:sp>
        <p:nvSpPr>
          <p:cNvPr id="44" name="object-44">
            <a:extLst>
              <a:ext uri="{FF2B5EF4-FFF2-40B4-BE49-F238E27FC236}">
                <a16:creationId xmlns:a16="http://schemas.microsoft.com/office/drawing/2014/main" id="{68CFAC09-8F83-4EC7-9F1D-578962E1227E}"/>
              </a:ext>
            </a:extLst>
          </p:cNvPr>
          <p:cNvSpPr>
            <a:spLocks noGrp="1"/>
          </p:cNvSpPr>
          <p:nvPr/>
        </p:nvSpPr>
        <p:spPr>
          <a:xfrm>
            <a:off x="2367243" y="3333750"/>
            <a:ext cx="4202206" cy="654844"/>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6 steps</a:t>
            </a:r>
          </a:p>
        </p:txBody>
      </p:sp>
      <p:sp>
        <p:nvSpPr>
          <p:cNvPr id="45" name="object-45">
            <a:extLst>
              <a:ext uri="{FF2B5EF4-FFF2-40B4-BE49-F238E27FC236}">
                <a16:creationId xmlns:a16="http://schemas.microsoft.com/office/drawing/2014/main" id="{F1F907FE-5D50-4A13-97F9-840EE51798D6}"/>
              </a:ext>
            </a:extLst>
          </p:cNvPr>
          <p:cNvSpPr>
            <a:spLocks noGrp="1"/>
          </p:cNvSpPr>
          <p:nvPr/>
        </p:nvSpPr>
        <p:spPr>
          <a:xfrm>
            <a:off x="6569449" y="3333750"/>
            <a:ext cx="6303309" cy="654844"/>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9 steps</a:t>
            </a:r>
          </a:p>
        </p:txBody>
      </p:sp>
      <p:sp>
        <p:nvSpPr>
          <p:cNvPr id="46" name="object-46">
            <a:extLst>
              <a:ext uri="{FF2B5EF4-FFF2-40B4-BE49-F238E27FC236}">
                <a16:creationId xmlns:a16="http://schemas.microsoft.com/office/drawing/2014/main" id="{588C1833-10C5-4BD8-9E4B-57B95B5C0750}"/>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6 + 9 = 15</a:t>
            </a:r>
          </a:p>
        </p:txBody>
      </p:sp>
    </p:spTree>
    <p:extLst>
      <p:ext uri="{BB962C8B-B14F-4D97-AF65-F5344CB8AC3E}">
        <p14:creationId xmlns:p14="http://schemas.microsoft.com/office/powerpoint/2010/main" val="893955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7573529 0 E" pathEditMode="relative" ptsTypes="">
                                      <p:cBhvr>
                                        <p:cTn id="6" dur="800" fill="hold"/>
                                        <p:tgtEl>
                                          <p:spTgt spid="43"/>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4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27573529 0 L 0.68933824 0 E" pathEditMode="relative" ptsTypes="">
                                      <p:cBhvr>
                                        <p:cTn id="13" dur="800" fill="hold"/>
                                        <p:tgtEl>
                                          <p:spTgt spid="43"/>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object-1">
            <a:extLst>
              <a:ext uri="{FF2B5EF4-FFF2-40B4-BE49-F238E27FC236}">
                <a16:creationId xmlns:a16="http://schemas.microsoft.com/office/drawing/2014/main" id="{B3A5546D-8C6A-4725-9F71-44B0B51FBF1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5EFD73A5-C04E-4683-A221-B82480731B04}"/>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80F4B8E3-F46F-4CBB-AB17-F2F7D6F7AFE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What is the difference between -7 and 10?</a:t>
            </a:r>
          </a:p>
        </p:txBody>
      </p:sp>
      <p:sp>
        <p:nvSpPr>
          <p:cNvPr id="4" name="object-4">
            <a:extLst>
              <a:ext uri="{FF2B5EF4-FFF2-40B4-BE49-F238E27FC236}">
                <a16:creationId xmlns:a16="http://schemas.microsoft.com/office/drawing/2014/main" id="{A7A0C56F-3F2C-43E5-AB82-9E748DF971E0}"/>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375F01D3-5FAF-49CF-8873-B43D3920CCB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intervals across zero</a:t>
            </a:r>
          </a:p>
        </p:txBody>
      </p:sp>
      <p:sp>
        <p:nvSpPr>
          <p:cNvPr id="6" name="object-6">
            <a:extLst>
              <a:ext uri="{FF2B5EF4-FFF2-40B4-BE49-F238E27FC236}">
                <a16:creationId xmlns:a16="http://schemas.microsoft.com/office/drawing/2014/main" id="{AA04EE6A-1056-4A2F-988A-165DEB4E05A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AFF653FF-ACC4-45A5-96B5-2466A87BB7A5}"/>
              </a:ext>
            </a:extLst>
          </p:cNvPr>
          <p:cNvSpPr>
            <a:spLocks noGrp="1"/>
          </p:cNvSpPr>
          <p:nvPr/>
        </p:nvSpPr>
        <p:spPr>
          <a:xfrm>
            <a:off x="1666875" y="4524375"/>
            <a:ext cx="11906250" cy="35719"/>
          </a:xfrm>
          <a:prstGeom prst="rect">
            <a:avLst/>
          </a:prstGeom>
          <a:solidFill>
            <a:srgbClr val="172B4D"/>
          </a:solidFill>
          <a:ln w="0">
            <a:noFill/>
          </a:ln>
        </p:spPr>
      </p:sp>
      <p:sp>
        <p:nvSpPr>
          <p:cNvPr id="8" name="object-8">
            <a:extLst>
              <a:ext uri="{FF2B5EF4-FFF2-40B4-BE49-F238E27FC236}">
                <a16:creationId xmlns:a16="http://schemas.microsoft.com/office/drawing/2014/main" id="{E0D1D090-26BF-47CB-BDB3-3A268FDEB13D}"/>
              </a:ext>
            </a:extLst>
          </p:cNvPr>
          <p:cNvSpPr>
            <a:spLocks noGrp="1"/>
          </p:cNvSpPr>
          <p:nvPr/>
        </p:nvSpPr>
        <p:spPr>
          <a:xfrm>
            <a:off x="1666875" y="4381500"/>
            <a:ext cx="0" cy="285750"/>
          </a:xfrm>
          <a:prstGeom prst="line">
            <a:avLst/>
          </a:prstGeom>
          <a:noFill/>
          <a:ln w="35719">
            <a:solidFill>
              <a:srgbClr val="172B4D"/>
            </a:solidFill>
          </a:ln>
        </p:spPr>
      </p:sp>
      <p:sp>
        <p:nvSpPr>
          <p:cNvPr id="9" name="object-9">
            <a:extLst>
              <a:ext uri="{FF2B5EF4-FFF2-40B4-BE49-F238E27FC236}">
                <a16:creationId xmlns:a16="http://schemas.microsoft.com/office/drawing/2014/main" id="{176FE6A2-712C-480B-B8D7-329421079646}"/>
              </a:ext>
            </a:extLst>
          </p:cNvPr>
          <p:cNvSpPr>
            <a:spLocks noGrp="1"/>
          </p:cNvSpPr>
          <p:nvPr/>
        </p:nvSpPr>
        <p:spPr>
          <a:xfrm>
            <a:off x="133350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-8</a:t>
            </a:r>
          </a:p>
        </p:txBody>
      </p:sp>
      <p:sp>
        <p:nvSpPr>
          <p:cNvPr id="10" name="object-10">
            <a:extLst>
              <a:ext uri="{FF2B5EF4-FFF2-40B4-BE49-F238E27FC236}">
                <a16:creationId xmlns:a16="http://schemas.microsoft.com/office/drawing/2014/main" id="{CE77CE43-4065-4F7B-8B51-96C71CAF42F4}"/>
              </a:ext>
            </a:extLst>
          </p:cNvPr>
          <p:cNvSpPr>
            <a:spLocks noGrp="1"/>
          </p:cNvSpPr>
          <p:nvPr/>
        </p:nvSpPr>
        <p:spPr>
          <a:xfrm>
            <a:off x="2293520" y="4381500"/>
            <a:ext cx="0" cy="285750"/>
          </a:xfrm>
          <a:prstGeom prst="line">
            <a:avLst/>
          </a:prstGeom>
          <a:noFill/>
          <a:ln w="35719">
            <a:solidFill>
              <a:srgbClr val="172B4D"/>
            </a:solidFill>
          </a:ln>
        </p:spPr>
      </p:sp>
      <p:sp>
        <p:nvSpPr>
          <p:cNvPr id="11" name="object-11">
            <a:extLst>
              <a:ext uri="{FF2B5EF4-FFF2-40B4-BE49-F238E27FC236}">
                <a16:creationId xmlns:a16="http://schemas.microsoft.com/office/drawing/2014/main" id="{44CFD3ED-EE0F-47D2-B6BC-21DFC0B5EB6C}"/>
              </a:ext>
            </a:extLst>
          </p:cNvPr>
          <p:cNvSpPr>
            <a:spLocks noGrp="1"/>
          </p:cNvSpPr>
          <p:nvPr/>
        </p:nvSpPr>
        <p:spPr>
          <a:xfrm>
            <a:off x="1960145"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-7</a:t>
            </a:r>
          </a:p>
        </p:txBody>
      </p:sp>
      <p:sp>
        <p:nvSpPr>
          <p:cNvPr id="12" name="object-12">
            <a:extLst>
              <a:ext uri="{FF2B5EF4-FFF2-40B4-BE49-F238E27FC236}">
                <a16:creationId xmlns:a16="http://schemas.microsoft.com/office/drawing/2014/main" id="{411DDAF4-5386-4BAC-B4A0-1423E6EC0E32}"/>
              </a:ext>
            </a:extLst>
          </p:cNvPr>
          <p:cNvSpPr>
            <a:spLocks noGrp="1"/>
          </p:cNvSpPr>
          <p:nvPr/>
        </p:nvSpPr>
        <p:spPr>
          <a:xfrm>
            <a:off x="2920164" y="4381500"/>
            <a:ext cx="0" cy="285750"/>
          </a:xfrm>
          <a:prstGeom prst="line">
            <a:avLst/>
          </a:prstGeom>
          <a:noFill/>
          <a:ln w="35719">
            <a:solidFill>
              <a:srgbClr val="172B4D"/>
            </a:solidFill>
          </a:ln>
        </p:spPr>
      </p:sp>
      <p:sp>
        <p:nvSpPr>
          <p:cNvPr id="13" name="object-13">
            <a:extLst>
              <a:ext uri="{FF2B5EF4-FFF2-40B4-BE49-F238E27FC236}">
                <a16:creationId xmlns:a16="http://schemas.microsoft.com/office/drawing/2014/main" id="{5D4AC8B6-2FC7-47A8-8DF2-04FAB69E9047}"/>
              </a:ext>
            </a:extLst>
          </p:cNvPr>
          <p:cNvSpPr>
            <a:spLocks noGrp="1"/>
          </p:cNvSpPr>
          <p:nvPr/>
        </p:nvSpPr>
        <p:spPr>
          <a:xfrm>
            <a:off x="2586789"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-6</a:t>
            </a:r>
          </a:p>
        </p:txBody>
      </p:sp>
      <p:sp>
        <p:nvSpPr>
          <p:cNvPr id="14" name="object-14">
            <a:extLst>
              <a:ext uri="{FF2B5EF4-FFF2-40B4-BE49-F238E27FC236}">
                <a16:creationId xmlns:a16="http://schemas.microsoft.com/office/drawing/2014/main" id="{CA752A8C-425D-49DD-B33D-2BB98A8B466A}"/>
              </a:ext>
            </a:extLst>
          </p:cNvPr>
          <p:cNvSpPr>
            <a:spLocks noGrp="1"/>
          </p:cNvSpPr>
          <p:nvPr/>
        </p:nvSpPr>
        <p:spPr>
          <a:xfrm>
            <a:off x="3546809" y="4381500"/>
            <a:ext cx="0" cy="285750"/>
          </a:xfrm>
          <a:prstGeom prst="line">
            <a:avLst/>
          </a:prstGeom>
          <a:noFill/>
          <a:ln w="35719">
            <a:solidFill>
              <a:srgbClr val="172B4D"/>
            </a:solidFill>
          </a:ln>
        </p:spPr>
      </p:sp>
      <p:sp>
        <p:nvSpPr>
          <p:cNvPr id="15" name="object-15">
            <a:extLst>
              <a:ext uri="{FF2B5EF4-FFF2-40B4-BE49-F238E27FC236}">
                <a16:creationId xmlns:a16="http://schemas.microsoft.com/office/drawing/2014/main" id="{A2AE88EC-34B8-4AAF-800D-7D0E1645D725}"/>
              </a:ext>
            </a:extLst>
          </p:cNvPr>
          <p:cNvSpPr>
            <a:spLocks noGrp="1"/>
          </p:cNvSpPr>
          <p:nvPr/>
        </p:nvSpPr>
        <p:spPr>
          <a:xfrm>
            <a:off x="3213434"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-5</a:t>
            </a:r>
          </a:p>
        </p:txBody>
      </p:sp>
      <p:sp>
        <p:nvSpPr>
          <p:cNvPr id="16" name="object-16">
            <a:extLst>
              <a:ext uri="{FF2B5EF4-FFF2-40B4-BE49-F238E27FC236}">
                <a16:creationId xmlns:a16="http://schemas.microsoft.com/office/drawing/2014/main" id="{3822B31E-AF36-48EB-ADB0-5722C8137AA9}"/>
              </a:ext>
            </a:extLst>
          </p:cNvPr>
          <p:cNvSpPr>
            <a:spLocks noGrp="1"/>
          </p:cNvSpPr>
          <p:nvPr/>
        </p:nvSpPr>
        <p:spPr>
          <a:xfrm>
            <a:off x="4173454" y="4381500"/>
            <a:ext cx="0" cy="285750"/>
          </a:xfrm>
          <a:prstGeom prst="line">
            <a:avLst/>
          </a:prstGeom>
          <a:noFill/>
          <a:ln w="35719">
            <a:solidFill>
              <a:srgbClr val="172B4D"/>
            </a:solidFill>
          </a:ln>
        </p:spPr>
      </p:sp>
      <p:sp>
        <p:nvSpPr>
          <p:cNvPr id="17" name="object-17">
            <a:extLst>
              <a:ext uri="{FF2B5EF4-FFF2-40B4-BE49-F238E27FC236}">
                <a16:creationId xmlns:a16="http://schemas.microsoft.com/office/drawing/2014/main" id="{65B369D6-F860-41C6-B25A-65877FB6723F}"/>
              </a:ext>
            </a:extLst>
          </p:cNvPr>
          <p:cNvSpPr>
            <a:spLocks noGrp="1"/>
          </p:cNvSpPr>
          <p:nvPr/>
        </p:nvSpPr>
        <p:spPr>
          <a:xfrm>
            <a:off x="3840079"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-4</a:t>
            </a:r>
          </a:p>
        </p:txBody>
      </p:sp>
      <p:sp>
        <p:nvSpPr>
          <p:cNvPr id="18" name="object-18">
            <a:extLst>
              <a:ext uri="{FF2B5EF4-FFF2-40B4-BE49-F238E27FC236}">
                <a16:creationId xmlns:a16="http://schemas.microsoft.com/office/drawing/2014/main" id="{6649FDB8-E51B-4D5A-8A74-8ECD05C506C5}"/>
              </a:ext>
            </a:extLst>
          </p:cNvPr>
          <p:cNvSpPr>
            <a:spLocks noGrp="1"/>
          </p:cNvSpPr>
          <p:nvPr/>
        </p:nvSpPr>
        <p:spPr>
          <a:xfrm>
            <a:off x="4800099" y="4381500"/>
            <a:ext cx="0" cy="285750"/>
          </a:xfrm>
          <a:prstGeom prst="line">
            <a:avLst/>
          </a:prstGeom>
          <a:noFill/>
          <a:ln w="35719">
            <a:solidFill>
              <a:srgbClr val="172B4D"/>
            </a:solidFill>
          </a:ln>
        </p:spPr>
      </p:sp>
      <p:sp>
        <p:nvSpPr>
          <p:cNvPr id="19" name="object-19">
            <a:extLst>
              <a:ext uri="{FF2B5EF4-FFF2-40B4-BE49-F238E27FC236}">
                <a16:creationId xmlns:a16="http://schemas.microsoft.com/office/drawing/2014/main" id="{B0CFB24F-249D-45FD-B706-D3684B475E8A}"/>
              </a:ext>
            </a:extLst>
          </p:cNvPr>
          <p:cNvSpPr>
            <a:spLocks noGrp="1"/>
          </p:cNvSpPr>
          <p:nvPr/>
        </p:nvSpPr>
        <p:spPr>
          <a:xfrm>
            <a:off x="4466724"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-3</a:t>
            </a:r>
          </a:p>
        </p:txBody>
      </p:sp>
      <p:sp>
        <p:nvSpPr>
          <p:cNvPr id="20" name="object-20">
            <a:extLst>
              <a:ext uri="{FF2B5EF4-FFF2-40B4-BE49-F238E27FC236}">
                <a16:creationId xmlns:a16="http://schemas.microsoft.com/office/drawing/2014/main" id="{B1E64487-6CEA-4966-B056-53F343F4AA67}"/>
              </a:ext>
            </a:extLst>
          </p:cNvPr>
          <p:cNvSpPr>
            <a:spLocks noGrp="1"/>
          </p:cNvSpPr>
          <p:nvPr/>
        </p:nvSpPr>
        <p:spPr>
          <a:xfrm>
            <a:off x="5426743" y="4381500"/>
            <a:ext cx="0" cy="285750"/>
          </a:xfrm>
          <a:prstGeom prst="line">
            <a:avLst/>
          </a:prstGeom>
          <a:noFill/>
          <a:ln w="35719">
            <a:solidFill>
              <a:srgbClr val="172B4D"/>
            </a:solidFill>
          </a:ln>
        </p:spPr>
      </p:sp>
      <p:sp>
        <p:nvSpPr>
          <p:cNvPr id="21" name="object-21">
            <a:extLst>
              <a:ext uri="{FF2B5EF4-FFF2-40B4-BE49-F238E27FC236}">
                <a16:creationId xmlns:a16="http://schemas.microsoft.com/office/drawing/2014/main" id="{DAEB1BDF-3E5E-4C6A-B181-738586BA2016}"/>
              </a:ext>
            </a:extLst>
          </p:cNvPr>
          <p:cNvSpPr>
            <a:spLocks noGrp="1"/>
          </p:cNvSpPr>
          <p:nvPr/>
        </p:nvSpPr>
        <p:spPr>
          <a:xfrm>
            <a:off x="5093368"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-2</a:t>
            </a:r>
          </a:p>
        </p:txBody>
      </p:sp>
      <p:sp>
        <p:nvSpPr>
          <p:cNvPr id="22" name="object-22">
            <a:extLst>
              <a:ext uri="{FF2B5EF4-FFF2-40B4-BE49-F238E27FC236}">
                <a16:creationId xmlns:a16="http://schemas.microsoft.com/office/drawing/2014/main" id="{69D0BA34-BC07-4272-98F9-C25891BFB72A}"/>
              </a:ext>
            </a:extLst>
          </p:cNvPr>
          <p:cNvSpPr>
            <a:spLocks noGrp="1"/>
          </p:cNvSpPr>
          <p:nvPr/>
        </p:nvSpPr>
        <p:spPr>
          <a:xfrm>
            <a:off x="6053388" y="4381500"/>
            <a:ext cx="0" cy="285750"/>
          </a:xfrm>
          <a:prstGeom prst="line">
            <a:avLst/>
          </a:prstGeom>
          <a:noFill/>
          <a:ln w="35719">
            <a:solidFill>
              <a:srgbClr val="172B4D"/>
            </a:solidFill>
          </a:ln>
        </p:spPr>
      </p:sp>
      <p:sp>
        <p:nvSpPr>
          <p:cNvPr id="23" name="object-23">
            <a:extLst>
              <a:ext uri="{FF2B5EF4-FFF2-40B4-BE49-F238E27FC236}">
                <a16:creationId xmlns:a16="http://schemas.microsoft.com/office/drawing/2014/main" id="{AF612A00-EF0E-4C22-8858-FEA3892C1F4E}"/>
              </a:ext>
            </a:extLst>
          </p:cNvPr>
          <p:cNvSpPr>
            <a:spLocks noGrp="1"/>
          </p:cNvSpPr>
          <p:nvPr/>
        </p:nvSpPr>
        <p:spPr>
          <a:xfrm>
            <a:off x="5720013"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a:t>
            </a:r>
          </a:p>
        </p:txBody>
      </p:sp>
      <p:sp>
        <p:nvSpPr>
          <p:cNvPr id="24" name="object-24">
            <a:extLst>
              <a:ext uri="{FF2B5EF4-FFF2-40B4-BE49-F238E27FC236}">
                <a16:creationId xmlns:a16="http://schemas.microsoft.com/office/drawing/2014/main" id="{D0C24B6F-BFDF-4988-9B62-99918CBDA1F8}"/>
              </a:ext>
            </a:extLst>
          </p:cNvPr>
          <p:cNvSpPr>
            <a:spLocks noGrp="1"/>
          </p:cNvSpPr>
          <p:nvPr/>
        </p:nvSpPr>
        <p:spPr>
          <a:xfrm>
            <a:off x="6680033" y="4381500"/>
            <a:ext cx="0" cy="285750"/>
          </a:xfrm>
          <a:prstGeom prst="line">
            <a:avLst/>
          </a:prstGeom>
          <a:noFill/>
          <a:ln w="35719">
            <a:solidFill>
              <a:srgbClr val="172B4D"/>
            </a:solidFill>
          </a:ln>
        </p:spPr>
      </p:sp>
      <p:sp>
        <p:nvSpPr>
          <p:cNvPr id="25" name="object-25">
            <a:extLst>
              <a:ext uri="{FF2B5EF4-FFF2-40B4-BE49-F238E27FC236}">
                <a16:creationId xmlns:a16="http://schemas.microsoft.com/office/drawing/2014/main" id="{9A687ACD-9382-47C5-998D-745A2310A589}"/>
              </a:ext>
            </a:extLst>
          </p:cNvPr>
          <p:cNvSpPr>
            <a:spLocks noGrp="1"/>
          </p:cNvSpPr>
          <p:nvPr/>
        </p:nvSpPr>
        <p:spPr>
          <a:xfrm>
            <a:off x="6346658"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0</a:t>
            </a:r>
          </a:p>
        </p:txBody>
      </p:sp>
      <p:sp>
        <p:nvSpPr>
          <p:cNvPr id="26" name="object-26">
            <a:extLst>
              <a:ext uri="{FF2B5EF4-FFF2-40B4-BE49-F238E27FC236}">
                <a16:creationId xmlns:a16="http://schemas.microsoft.com/office/drawing/2014/main" id="{3770DA38-00A3-40D1-B32A-1ED02425F46C}"/>
              </a:ext>
            </a:extLst>
          </p:cNvPr>
          <p:cNvSpPr>
            <a:spLocks noGrp="1"/>
          </p:cNvSpPr>
          <p:nvPr/>
        </p:nvSpPr>
        <p:spPr>
          <a:xfrm>
            <a:off x="7306678" y="4381500"/>
            <a:ext cx="0" cy="285750"/>
          </a:xfrm>
          <a:prstGeom prst="line">
            <a:avLst/>
          </a:prstGeom>
          <a:noFill/>
          <a:ln w="35719">
            <a:solidFill>
              <a:srgbClr val="172B4D"/>
            </a:solidFill>
          </a:ln>
        </p:spPr>
      </p:sp>
      <p:sp>
        <p:nvSpPr>
          <p:cNvPr id="27" name="object-27">
            <a:extLst>
              <a:ext uri="{FF2B5EF4-FFF2-40B4-BE49-F238E27FC236}">
                <a16:creationId xmlns:a16="http://schemas.microsoft.com/office/drawing/2014/main" id="{0BEAB14A-A207-4D90-AE72-3DF6CDF9C826}"/>
              </a:ext>
            </a:extLst>
          </p:cNvPr>
          <p:cNvSpPr>
            <a:spLocks noGrp="1"/>
          </p:cNvSpPr>
          <p:nvPr/>
        </p:nvSpPr>
        <p:spPr>
          <a:xfrm>
            <a:off x="6973303"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a:t>
            </a:r>
          </a:p>
        </p:txBody>
      </p:sp>
      <p:sp>
        <p:nvSpPr>
          <p:cNvPr id="28" name="object-28">
            <a:extLst>
              <a:ext uri="{FF2B5EF4-FFF2-40B4-BE49-F238E27FC236}">
                <a16:creationId xmlns:a16="http://schemas.microsoft.com/office/drawing/2014/main" id="{54A7E1D3-3BB2-4609-8C87-17B65D0567AD}"/>
              </a:ext>
            </a:extLst>
          </p:cNvPr>
          <p:cNvSpPr>
            <a:spLocks noGrp="1"/>
          </p:cNvSpPr>
          <p:nvPr/>
        </p:nvSpPr>
        <p:spPr>
          <a:xfrm>
            <a:off x="7933322" y="4381500"/>
            <a:ext cx="0" cy="285750"/>
          </a:xfrm>
          <a:prstGeom prst="line">
            <a:avLst/>
          </a:prstGeom>
          <a:noFill/>
          <a:ln w="35719">
            <a:solidFill>
              <a:srgbClr val="172B4D"/>
            </a:solidFill>
          </a:ln>
        </p:spPr>
      </p:sp>
      <p:sp>
        <p:nvSpPr>
          <p:cNvPr id="29" name="object-29">
            <a:extLst>
              <a:ext uri="{FF2B5EF4-FFF2-40B4-BE49-F238E27FC236}">
                <a16:creationId xmlns:a16="http://schemas.microsoft.com/office/drawing/2014/main" id="{46E5F558-8E6D-4FED-95BD-DD66914AA58C}"/>
              </a:ext>
            </a:extLst>
          </p:cNvPr>
          <p:cNvSpPr>
            <a:spLocks noGrp="1"/>
          </p:cNvSpPr>
          <p:nvPr/>
        </p:nvSpPr>
        <p:spPr>
          <a:xfrm>
            <a:off x="7599947"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2</a:t>
            </a:r>
          </a:p>
        </p:txBody>
      </p:sp>
      <p:sp>
        <p:nvSpPr>
          <p:cNvPr id="30" name="object-30">
            <a:extLst>
              <a:ext uri="{FF2B5EF4-FFF2-40B4-BE49-F238E27FC236}">
                <a16:creationId xmlns:a16="http://schemas.microsoft.com/office/drawing/2014/main" id="{EF09AF35-CCDD-49FB-A028-01A5244FE8AE}"/>
              </a:ext>
            </a:extLst>
          </p:cNvPr>
          <p:cNvSpPr>
            <a:spLocks noGrp="1"/>
          </p:cNvSpPr>
          <p:nvPr/>
        </p:nvSpPr>
        <p:spPr>
          <a:xfrm>
            <a:off x="8559967" y="4381500"/>
            <a:ext cx="0" cy="285750"/>
          </a:xfrm>
          <a:prstGeom prst="line">
            <a:avLst/>
          </a:prstGeom>
          <a:noFill/>
          <a:ln w="35719">
            <a:solidFill>
              <a:srgbClr val="172B4D"/>
            </a:solidFill>
          </a:ln>
        </p:spPr>
      </p:sp>
      <p:sp>
        <p:nvSpPr>
          <p:cNvPr id="31" name="object-31">
            <a:extLst>
              <a:ext uri="{FF2B5EF4-FFF2-40B4-BE49-F238E27FC236}">
                <a16:creationId xmlns:a16="http://schemas.microsoft.com/office/drawing/2014/main" id="{1491C67F-59A4-49F4-8E74-3146653662BD}"/>
              </a:ext>
            </a:extLst>
          </p:cNvPr>
          <p:cNvSpPr>
            <a:spLocks noGrp="1"/>
          </p:cNvSpPr>
          <p:nvPr/>
        </p:nvSpPr>
        <p:spPr>
          <a:xfrm>
            <a:off x="8226592"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3</a:t>
            </a:r>
          </a:p>
        </p:txBody>
      </p:sp>
      <p:sp>
        <p:nvSpPr>
          <p:cNvPr id="32" name="object-32">
            <a:extLst>
              <a:ext uri="{FF2B5EF4-FFF2-40B4-BE49-F238E27FC236}">
                <a16:creationId xmlns:a16="http://schemas.microsoft.com/office/drawing/2014/main" id="{F48B68AE-148B-493E-9FCE-46511F2F6CDF}"/>
              </a:ext>
            </a:extLst>
          </p:cNvPr>
          <p:cNvSpPr>
            <a:spLocks noGrp="1"/>
          </p:cNvSpPr>
          <p:nvPr/>
        </p:nvSpPr>
        <p:spPr>
          <a:xfrm>
            <a:off x="9186612" y="4381500"/>
            <a:ext cx="0" cy="285750"/>
          </a:xfrm>
          <a:prstGeom prst="line">
            <a:avLst/>
          </a:prstGeom>
          <a:noFill/>
          <a:ln w="35719">
            <a:solidFill>
              <a:srgbClr val="172B4D"/>
            </a:solidFill>
          </a:ln>
        </p:spPr>
      </p:sp>
      <p:sp>
        <p:nvSpPr>
          <p:cNvPr id="33" name="object-33">
            <a:extLst>
              <a:ext uri="{FF2B5EF4-FFF2-40B4-BE49-F238E27FC236}">
                <a16:creationId xmlns:a16="http://schemas.microsoft.com/office/drawing/2014/main" id="{CC144B36-CCBF-4124-859E-9200F187E36C}"/>
              </a:ext>
            </a:extLst>
          </p:cNvPr>
          <p:cNvSpPr>
            <a:spLocks noGrp="1"/>
          </p:cNvSpPr>
          <p:nvPr/>
        </p:nvSpPr>
        <p:spPr>
          <a:xfrm>
            <a:off x="8853237"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4</a:t>
            </a:r>
          </a:p>
        </p:txBody>
      </p:sp>
      <p:sp>
        <p:nvSpPr>
          <p:cNvPr id="34" name="object-34">
            <a:extLst>
              <a:ext uri="{FF2B5EF4-FFF2-40B4-BE49-F238E27FC236}">
                <a16:creationId xmlns:a16="http://schemas.microsoft.com/office/drawing/2014/main" id="{745B99DF-2E54-460F-A84E-0D0CEDC5D209}"/>
              </a:ext>
            </a:extLst>
          </p:cNvPr>
          <p:cNvSpPr>
            <a:spLocks noGrp="1"/>
          </p:cNvSpPr>
          <p:nvPr/>
        </p:nvSpPr>
        <p:spPr>
          <a:xfrm>
            <a:off x="9813257" y="4381500"/>
            <a:ext cx="0" cy="285750"/>
          </a:xfrm>
          <a:prstGeom prst="line">
            <a:avLst/>
          </a:prstGeom>
          <a:noFill/>
          <a:ln w="35719">
            <a:solidFill>
              <a:srgbClr val="172B4D"/>
            </a:solidFill>
          </a:ln>
        </p:spPr>
      </p:sp>
      <p:sp>
        <p:nvSpPr>
          <p:cNvPr id="35" name="object-35">
            <a:extLst>
              <a:ext uri="{FF2B5EF4-FFF2-40B4-BE49-F238E27FC236}">
                <a16:creationId xmlns:a16="http://schemas.microsoft.com/office/drawing/2014/main" id="{A8CB2CB7-43B9-4E95-89FD-C8823895F75F}"/>
              </a:ext>
            </a:extLst>
          </p:cNvPr>
          <p:cNvSpPr>
            <a:spLocks noGrp="1"/>
          </p:cNvSpPr>
          <p:nvPr/>
        </p:nvSpPr>
        <p:spPr>
          <a:xfrm>
            <a:off x="9479882"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5</a:t>
            </a:r>
          </a:p>
        </p:txBody>
      </p:sp>
      <p:sp>
        <p:nvSpPr>
          <p:cNvPr id="36" name="object-36">
            <a:extLst>
              <a:ext uri="{FF2B5EF4-FFF2-40B4-BE49-F238E27FC236}">
                <a16:creationId xmlns:a16="http://schemas.microsoft.com/office/drawing/2014/main" id="{70387B99-6646-460D-BC22-337A1D0A0B55}"/>
              </a:ext>
            </a:extLst>
          </p:cNvPr>
          <p:cNvSpPr>
            <a:spLocks noGrp="1"/>
          </p:cNvSpPr>
          <p:nvPr/>
        </p:nvSpPr>
        <p:spPr>
          <a:xfrm>
            <a:off x="10439901" y="4381500"/>
            <a:ext cx="0" cy="285750"/>
          </a:xfrm>
          <a:prstGeom prst="line">
            <a:avLst/>
          </a:prstGeom>
          <a:noFill/>
          <a:ln w="35719">
            <a:solidFill>
              <a:srgbClr val="172B4D"/>
            </a:solidFill>
          </a:ln>
        </p:spPr>
      </p:sp>
      <p:sp>
        <p:nvSpPr>
          <p:cNvPr id="37" name="object-37">
            <a:extLst>
              <a:ext uri="{FF2B5EF4-FFF2-40B4-BE49-F238E27FC236}">
                <a16:creationId xmlns:a16="http://schemas.microsoft.com/office/drawing/2014/main" id="{D2107447-0A6D-4F3E-9E7B-9CF1110D1C65}"/>
              </a:ext>
            </a:extLst>
          </p:cNvPr>
          <p:cNvSpPr>
            <a:spLocks noGrp="1"/>
          </p:cNvSpPr>
          <p:nvPr/>
        </p:nvSpPr>
        <p:spPr>
          <a:xfrm>
            <a:off x="10106526"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6</a:t>
            </a:r>
          </a:p>
        </p:txBody>
      </p:sp>
      <p:sp>
        <p:nvSpPr>
          <p:cNvPr id="38" name="object-38">
            <a:extLst>
              <a:ext uri="{FF2B5EF4-FFF2-40B4-BE49-F238E27FC236}">
                <a16:creationId xmlns:a16="http://schemas.microsoft.com/office/drawing/2014/main" id="{A83717D6-5662-4A3F-BAB3-2EFD1E8342CF}"/>
              </a:ext>
            </a:extLst>
          </p:cNvPr>
          <p:cNvSpPr>
            <a:spLocks noGrp="1"/>
          </p:cNvSpPr>
          <p:nvPr/>
        </p:nvSpPr>
        <p:spPr>
          <a:xfrm>
            <a:off x="11066546" y="4381500"/>
            <a:ext cx="0" cy="285750"/>
          </a:xfrm>
          <a:prstGeom prst="line">
            <a:avLst/>
          </a:prstGeom>
          <a:noFill/>
          <a:ln w="35719">
            <a:solidFill>
              <a:srgbClr val="172B4D"/>
            </a:solidFill>
          </a:ln>
        </p:spPr>
      </p:sp>
      <p:sp>
        <p:nvSpPr>
          <p:cNvPr id="39" name="object-39">
            <a:extLst>
              <a:ext uri="{FF2B5EF4-FFF2-40B4-BE49-F238E27FC236}">
                <a16:creationId xmlns:a16="http://schemas.microsoft.com/office/drawing/2014/main" id="{943723F5-CDEF-435C-B8FF-BE2837671C02}"/>
              </a:ext>
            </a:extLst>
          </p:cNvPr>
          <p:cNvSpPr>
            <a:spLocks noGrp="1"/>
          </p:cNvSpPr>
          <p:nvPr/>
        </p:nvSpPr>
        <p:spPr>
          <a:xfrm>
            <a:off x="10733171"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7</a:t>
            </a:r>
          </a:p>
        </p:txBody>
      </p:sp>
      <p:sp>
        <p:nvSpPr>
          <p:cNvPr id="40" name="object-40">
            <a:extLst>
              <a:ext uri="{FF2B5EF4-FFF2-40B4-BE49-F238E27FC236}">
                <a16:creationId xmlns:a16="http://schemas.microsoft.com/office/drawing/2014/main" id="{A5A2A0EA-B300-4810-8AE9-457E5B7A7187}"/>
              </a:ext>
            </a:extLst>
          </p:cNvPr>
          <p:cNvSpPr>
            <a:spLocks noGrp="1"/>
          </p:cNvSpPr>
          <p:nvPr/>
        </p:nvSpPr>
        <p:spPr>
          <a:xfrm>
            <a:off x="11693191" y="4381500"/>
            <a:ext cx="0" cy="285750"/>
          </a:xfrm>
          <a:prstGeom prst="line">
            <a:avLst/>
          </a:prstGeom>
          <a:noFill/>
          <a:ln w="35719">
            <a:solidFill>
              <a:srgbClr val="172B4D"/>
            </a:solidFill>
          </a:ln>
        </p:spPr>
      </p:sp>
      <p:sp>
        <p:nvSpPr>
          <p:cNvPr id="41" name="object-41">
            <a:extLst>
              <a:ext uri="{FF2B5EF4-FFF2-40B4-BE49-F238E27FC236}">
                <a16:creationId xmlns:a16="http://schemas.microsoft.com/office/drawing/2014/main" id="{1D875D40-02D2-43DF-A0D1-59F231508AD6}"/>
              </a:ext>
            </a:extLst>
          </p:cNvPr>
          <p:cNvSpPr>
            <a:spLocks noGrp="1"/>
          </p:cNvSpPr>
          <p:nvPr/>
        </p:nvSpPr>
        <p:spPr>
          <a:xfrm>
            <a:off x="11359816"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8</a:t>
            </a:r>
          </a:p>
        </p:txBody>
      </p:sp>
      <p:sp>
        <p:nvSpPr>
          <p:cNvPr id="42" name="object-42">
            <a:extLst>
              <a:ext uri="{FF2B5EF4-FFF2-40B4-BE49-F238E27FC236}">
                <a16:creationId xmlns:a16="http://schemas.microsoft.com/office/drawing/2014/main" id="{501C1850-F6D7-4F9A-ABBA-024E6275C197}"/>
              </a:ext>
            </a:extLst>
          </p:cNvPr>
          <p:cNvSpPr>
            <a:spLocks noGrp="1"/>
          </p:cNvSpPr>
          <p:nvPr/>
        </p:nvSpPr>
        <p:spPr>
          <a:xfrm>
            <a:off x="12319836" y="4381500"/>
            <a:ext cx="0" cy="285750"/>
          </a:xfrm>
          <a:prstGeom prst="line">
            <a:avLst/>
          </a:prstGeom>
          <a:noFill/>
          <a:ln w="35719">
            <a:solidFill>
              <a:srgbClr val="172B4D"/>
            </a:solidFill>
          </a:ln>
        </p:spPr>
      </p:sp>
      <p:sp>
        <p:nvSpPr>
          <p:cNvPr id="43" name="object-43">
            <a:extLst>
              <a:ext uri="{FF2B5EF4-FFF2-40B4-BE49-F238E27FC236}">
                <a16:creationId xmlns:a16="http://schemas.microsoft.com/office/drawing/2014/main" id="{2BDD5911-744E-4C7E-AE28-A7B4CEED538F}"/>
              </a:ext>
            </a:extLst>
          </p:cNvPr>
          <p:cNvSpPr>
            <a:spLocks noGrp="1"/>
          </p:cNvSpPr>
          <p:nvPr/>
        </p:nvSpPr>
        <p:spPr>
          <a:xfrm>
            <a:off x="11986461"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9</a:t>
            </a:r>
          </a:p>
        </p:txBody>
      </p:sp>
      <p:sp>
        <p:nvSpPr>
          <p:cNvPr id="44" name="object-44">
            <a:extLst>
              <a:ext uri="{FF2B5EF4-FFF2-40B4-BE49-F238E27FC236}">
                <a16:creationId xmlns:a16="http://schemas.microsoft.com/office/drawing/2014/main" id="{600DE5B7-8A03-42F4-9EA3-99FBF2AFD8C3}"/>
              </a:ext>
            </a:extLst>
          </p:cNvPr>
          <p:cNvSpPr>
            <a:spLocks noGrp="1"/>
          </p:cNvSpPr>
          <p:nvPr/>
        </p:nvSpPr>
        <p:spPr>
          <a:xfrm>
            <a:off x="12946480" y="4381500"/>
            <a:ext cx="0" cy="285750"/>
          </a:xfrm>
          <a:prstGeom prst="line">
            <a:avLst/>
          </a:prstGeom>
          <a:noFill/>
          <a:ln w="35719">
            <a:solidFill>
              <a:srgbClr val="172B4D"/>
            </a:solidFill>
          </a:ln>
        </p:spPr>
      </p:sp>
      <p:sp>
        <p:nvSpPr>
          <p:cNvPr id="45" name="object-45">
            <a:extLst>
              <a:ext uri="{FF2B5EF4-FFF2-40B4-BE49-F238E27FC236}">
                <a16:creationId xmlns:a16="http://schemas.microsoft.com/office/drawing/2014/main" id="{7CAF22EB-6B3E-44BA-B6B5-F07F15416CCE}"/>
              </a:ext>
            </a:extLst>
          </p:cNvPr>
          <p:cNvSpPr>
            <a:spLocks noGrp="1"/>
          </p:cNvSpPr>
          <p:nvPr/>
        </p:nvSpPr>
        <p:spPr>
          <a:xfrm>
            <a:off x="12613105"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10</a:t>
            </a:r>
          </a:p>
        </p:txBody>
      </p:sp>
      <p:sp>
        <p:nvSpPr>
          <p:cNvPr id="46" name="object-46">
            <a:extLst>
              <a:ext uri="{FF2B5EF4-FFF2-40B4-BE49-F238E27FC236}">
                <a16:creationId xmlns:a16="http://schemas.microsoft.com/office/drawing/2014/main" id="{E900EA2A-0531-41E5-BAB3-39B8C8B5EE13}"/>
              </a:ext>
            </a:extLst>
          </p:cNvPr>
          <p:cNvSpPr>
            <a:spLocks noGrp="1"/>
          </p:cNvSpPr>
          <p:nvPr/>
        </p:nvSpPr>
        <p:spPr>
          <a:xfrm>
            <a:off x="13573125" y="4381500"/>
            <a:ext cx="0" cy="285750"/>
          </a:xfrm>
          <a:prstGeom prst="line">
            <a:avLst/>
          </a:prstGeom>
          <a:noFill/>
          <a:ln w="35719">
            <a:solidFill>
              <a:srgbClr val="172B4D"/>
            </a:solidFill>
          </a:ln>
        </p:spPr>
      </p:sp>
      <p:sp>
        <p:nvSpPr>
          <p:cNvPr id="47" name="object-47">
            <a:extLst>
              <a:ext uri="{FF2B5EF4-FFF2-40B4-BE49-F238E27FC236}">
                <a16:creationId xmlns:a16="http://schemas.microsoft.com/office/drawing/2014/main" id="{78CA565E-C3FC-45FB-8B60-CF45D3CBEE37}"/>
              </a:ext>
            </a:extLst>
          </p:cNvPr>
          <p:cNvSpPr>
            <a:spLocks noGrp="1"/>
          </p:cNvSpPr>
          <p:nvPr/>
        </p:nvSpPr>
        <p:spPr>
          <a:xfrm>
            <a:off x="13239750" y="4786313"/>
            <a:ext cx="666750" cy="476250"/>
          </a:xfrm>
          <a:prstGeom prst="rect">
            <a:avLst/>
          </a:prstGeom>
          <a:noFill/>
          <a:ln w="0">
            <a:noFill/>
          </a:ln>
        </p:spPr>
        <p:txBody>
          <a:bodyPr anchor="ctr">
            <a:noAutofit/>
          </a:bodyPr>
          <a:lstStyle/>
          <a:p>
            <a:pPr algn="ctr">
              <a:defRPr sz="2156" b="0">
                <a:solidFill>
                  <a:srgbClr val="52647A"/>
                </a:solidFill>
                <a:latin typeface="Arial"/>
                <a:ea typeface="Arial"/>
                <a:cs typeface="Arial"/>
              </a:defRPr>
            </a:pPr>
            <a:r>
              <a:rPr sz="2156" b="0">
                <a:solidFill>
                  <a:srgbClr val="52647A"/>
                </a:solidFill>
                <a:latin typeface="Arial"/>
                <a:ea typeface="Arial"/>
                <a:cs typeface="Arial"/>
              </a:rPr>
              <a:t>11</a:t>
            </a:r>
          </a:p>
        </p:txBody>
      </p:sp>
      <p:sp>
        <p:nvSpPr>
          <p:cNvPr id="48" name="object-48">
            <a:extLst>
              <a:ext uri="{FF2B5EF4-FFF2-40B4-BE49-F238E27FC236}">
                <a16:creationId xmlns:a16="http://schemas.microsoft.com/office/drawing/2014/main" id="{1CC4C954-D7AF-4273-9ECC-351556DA4AA5}"/>
              </a:ext>
            </a:extLst>
          </p:cNvPr>
          <p:cNvSpPr>
            <a:spLocks noGrp="1"/>
          </p:cNvSpPr>
          <p:nvPr/>
        </p:nvSpPr>
        <p:spPr>
          <a:xfrm>
            <a:off x="2150645" y="4155281"/>
            <a:ext cx="285750" cy="285750"/>
          </a:xfrm>
          <a:prstGeom prst="ellipse">
            <a:avLst/>
          </a:prstGeom>
          <a:solidFill>
            <a:srgbClr val="1D4ED8"/>
          </a:solidFill>
          <a:ln w="11906">
            <a:solidFill>
              <a:srgbClr val="172B4D"/>
            </a:solidFill>
          </a:ln>
        </p:spPr>
      </p:sp>
      <p:sp>
        <p:nvSpPr>
          <p:cNvPr id="49" name="object-49">
            <a:extLst>
              <a:ext uri="{FF2B5EF4-FFF2-40B4-BE49-F238E27FC236}">
                <a16:creationId xmlns:a16="http://schemas.microsoft.com/office/drawing/2014/main" id="{D4501544-506E-45DB-B15D-2AFDF851333F}"/>
              </a:ext>
            </a:extLst>
          </p:cNvPr>
          <p:cNvSpPr>
            <a:spLocks noGrp="1"/>
          </p:cNvSpPr>
          <p:nvPr/>
        </p:nvSpPr>
        <p:spPr>
          <a:xfrm>
            <a:off x="2293520" y="3333750"/>
            <a:ext cx="4386513" cy="654844"/>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7 steps</a:t>
            </a:r>
          </a:p>
        </p:txBody>
      </p:sp>
      <p:sp>
        <p:nvSpPr>
          <p:cNvPr id="50" name="object-50">
            <a:extLst>
              <a:ext uri="{FF2B5EF4-FFF2-40B4-BE49-F238E27FC236}">
                <a16:creationId xmlns:a16="http://schemas.microsoft.com/office/drawing/2014/main" id="{04E23250-28A1-4498-9EEE-77A65F5D6684}"/>
              </a:ext>
            </a:extLst>
          </p:cNvPr>
          <p:cNvSpPr>
            <a:spLocks noGrp="1"/>
          </p:cNvSpPr>
          <p:nvPr/>
        </p:nvSpPr>
        <p:spPr>
          <a:xfrm>
            <a:off x="6680033" y="3333750"/>
            <a:ext cx="6266447" cy="654844"/>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10 steps</a:t>
            </a:r>
          </a:p>
        </p:txBody>
      </p:sp>
      <p:sp>
        <p:nvSpPr>
          <p:cNvPr id="51" name="object-51">
            <a:extLst>
              <a:ext uri="{FF2B5EF4-FFF2-40B4-BE49-F238E27FC236}">
                <a16:creationId xmlns:a16="http://schemas.microsoft.com/office/drawing/2014/main" id="{946D2760-5D51-4B86-B3B1-27A9AAB01E91}"/>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7 + 10 = 17</a:t>
            </a:r>
          </a:p>
        </p:txBody>
      </p:sp>
    </p:spTree>
    <p:extLst>
      <p:ext uri="{BB962C8B-B14F-4D97-AF65-F5344CB8AC3E}">
        <p14:creationId xmlns:p14="http://schemas.microsoft.com/office/powerpoint/2010/main" val="352201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8782895 0 E" pathEditMode="relative" ptsTypes="">
                                      <p:cBhvr>
                                        <p:cTn id="6" dur="800" fill="hold"/>
                                        <p:tgtEl>
                                          <p:spTgt spid="48"/>
                                        </p:tgtEl>
                                        <p:attrNameLst>
                                          <p:attrName>ppt_x</p:attrName>
                                          <p:attrName>ppt_y</p:attrName>
                                        </p:attrNameLst>
                                      </p:cBhvr>
                                    </p:animMotion>
                                  </p:childTnLst>
                                </p:cTn>
                              </p:par>
                            </p:childTnLst>
                          </p:cTn>
                        </p:par>
                        <p:par>
                          <p:cTn id="7" fill="hold">
                            <p:stCondLst>
                              <p:cond delay="800"/>
                            </p:stCondLst>
                            <p:childTnLst>
                              <p:par>
                                <p:cTn id="8" presetID="1" presetClass="entr" presetSubtype="0" fill="hold" grpId="0" nodeType="afterEffect">
                                  <p:stCondLst>
                                    <p:cond delay="0"/>
                                  </p:stCondLst>
                                  <p:childTnLst>
                                    <p:set>
                                      <p:cBhvr>
                                        <p:cTn id="9" dur="1" fill="hold">
                                          <p:stCondLst>
                                            <p:cond delay="0"/>
                                          </p:stCondLst>
                                        </p:cTn>
                                        <p:tgtEl>
                                          <p:spTgt spid="4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28782895 0 L 0.69901316 0 E" pathEditMode="relative" ptsTypes="">
                                      <p:cBhvr>
                                        <p:cTn id="13" dur="800" fill="hold"/>
                                        <p:tgtEl>
                                          <p:spTgt spid="48"/>
                                        </p:tgtEl>
                                        <p:attrNameLst>
                                          <p:attrName>ppt_x</p:attrName>
                                          <p:attrName>ppt_y</p:attrName>
                                        </p:attrNameLst>
                                      </p:cBhvr>
                                    </p:animMotion>
                                  </p:childTnLst>
                                </p:cTn>
                              </p:par>
                            </p:childTnLst>
                          </p:cTn>
                        </p:par>
                        <p:par>
                          <p:cTn id="14" fill="hold">
                            <p:stCondLst>
                              <p:cond delay="800"/>
                            </p:stCondLst>
                            <p:childTnLst>
                              <p:par>
                                <p:cTn id="15" presetID="1" presetClass="entr" presetSubtype="0" fill="hold" grpId="0" nodeType="after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D5A46106-81E6-410D-810F-BB0A3985DC4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968D851A-0BB2-4DED-8BEE-6CD7BA99DEFB}"/>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A70F173-D577-404C-B872-66207438D92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F17272BF-7E16-4FD2-A859-F41DADE3E2ED}"/>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8FE8B935-B352-49FA-8A5F-493DAFB1370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intervals across zero</a:t>
            </a:r>
          </a:p>
        </p:txBody>
      </p:sp>
      <p:sp>
        <p:nvSpPr>
          <p:cNvPr id="6" name="object-6">
            <a:extLst>
              <a:ext uri="{FF2B5EF4-FFF2-40B4-BE49-F238E27FC236}">
                <a16:creationId xmlns:a16="http://schemas.microsoft.com/office/drawing/2014/main" id="{A9052AC3-6D6F-4532-BFD5-DA599168933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C949D412-57B1-44D6-AE4E-6301D1EAAC72}"/>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463CFD98-CEC2-4E4E-AFFC-09F5791599DF}"/>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What is the difference between -4 and 7?</a:t>
            </a:r>
          </a:p>
        </p:txBody>
      </p:sp>
      <p:sp>
        <p:nvSpPr>
          <p:cNvPr id="9" name="object-9">
            <a:extLst>
              <a:ext uri="{FF2B5EF4-FFF2-40B4-BE49-F238E27FC236}">
                <a16:creationId xmlns:a16="http://schemas.microsoft.com/office/drawing/2014/main" id="{4F841069-3F9B-48FD-862A-976D5393E865}"/>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B477A5D4-B78F-4DB1-9B4E-18AE7CDE6440}"/>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The temperature is -6 C and rises by 9 C. What is it now?</a:t>
            </a:r>
          </a:p>
        </p:txBody>
      </p:sp>
      <p:sp>
        <p:nvSpPr>
          <p:cNvPr id="11" name="object-11">
            <a:extLst>
              <a:ext uri="{FF2B5EF4-FFF2-40B4-BE49-F238E27FC236}">
                <a16:creationId xmlns:a16="http://schemas.microsoft.com/office/drawing/2014/main" id="{B032FCCA-D36F-404D-9244-D8FEC67FB329}"/>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C985EA1F-F695-4E41-B9E1-D1472378F1B6}"/>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How far is -12 from 5 on a number line?</a:t>
            </a:r>
          </a:p>
        </p:txBody>
      </p:sp>
      <p:sp>
        <p:nvSpPr>
          <p:cNvPr id="13" name="object-13">
            <a:extLst>
              <a:ext uri="{FF2B5EF4-FFF2-40B4-BE49-F238E27FC236}">
                <a16:creationId xmlns:a16="http://schemas.microsoft.com/office/drawing/2014/main" id="{46B4DA37-7239-4207-A3A3-CB5152BDA955}"/>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C8B54A3D-4034-4DD0-847B-23154C6B71CD}"/>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What is the difference between -4 and 7?</a:t>
            </a:r>
          </a:p>
        </p:txBody>
      </p:sp>
      <p:sp>
        <p:nvSpPr>
          <p:cNvPr id="15" name="object-15">
            <a:extLst>
              <a:ext uri="{FF2B5EF4-FFF2-40B4-BE49-F238E27FC236}">
                <a16:creationId xmlns:a16="http://schemas.microsoft.com/office/drawing/2014/main" id="{D61191E3-FEAD-4E97-9305-B1F41A9C1523}"/>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DAB20BCB-E879-46F8-A7AB-68A41F8D4A66}"/>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The temperature is -6 C and rises by 9 C. What is it now?</a:t>
            </a:r>
          </a:p>
        </p:txBody>
      </p:sp>
      <p:sp>
        <p:nvSpPr>
          <p:cNvPr id="17" name="object-17">
            <a:extLst>
              <a:ext uri="{FF2B5EF4-FFF2-40B4-BE49-F238E27FC236}">
                <a16:creationId xmlns:a16="http://schemas.microsoft.com/office/drawing/2014/main" id="{F30FFA12-AE41-4A53-9D4A-E31D38E4B9AB}"/>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58F3C3D8-784D-4B4A-873C-417A60D3CD95}"/>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How far is -12 from 5 on a number line?</a:t>
            </a:r>
          </a:p>
        </p:txBody>
      </p:sp>
      <p:sp>
        <p:nvSpPr>
          <p:cNvPr id="19" name="object-19">
            <a:extLst>
              <a:ext uri="{FF2B5EF4-FFF2-40B4-BE49-F238E27FC236}">
                <a16:creationId xmlns:a16="http://schemas.microsoft.com/office/drawing/2014/main" id="{60662116-9F12-4B91-B6F2-923A23057034}"/>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73D58AD2-F6FF-44BD-832F-C8BD38BB2B0B}"/>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What number is halfway between -8 and 6?</a:t>
            </a:r>
          </a:p>
        </p:txBody>
      </p:sp>
      <p:sp>
        <p:nvSpPr>
          <p:cNvPr id="21" name="object-21">
            <a:extLst>
              <a:ext uri="{FF2B5EF4-FFF2-40B4-BE49-F238E27FC236}">
                <a16:creationId xmlns:a16="http://schemas.microsoft.com/office/drawing/2014/main" id="{FE5B0E59-D9FB-4D86-9923-4CF7CFF04879}"/>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EF72B69A-83FC-4D33-8DA1-0B4633033346}"/>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counts both zero and the starting number when finding the interval from -4 to 7.</a:t>
            </a:r>
          </a:p>
        </p:txBody>
      </p:sp>
      <p:sp>
        <p:nvSpPr>
          <p:cNvPr id="23" name="object-23">
            <a:extLst>
              <a:ext uri="{FF2B5EF4-FFF2-40B4-BE49-F238E27FC236}">
                <a16:creationId xmlns:a16="http://schemas.microsoft.com/office/drawing/2014/main" id="{62A5123C-35FD-4868-AE41-144931DF4AED}"/>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8F687387-9A22-4135-A8D5-5770DD0042B7}"/>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38F27F75-39F4-44D5-83D2-3118774306E1}"/>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3C2A710A-6261-4B15-B69E-2C1228F52C37}"/>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How far is -12 from 5 on a number line?</a:t>
            </a:r>
          </a:p>
        </p:txBody>
      </p:sp>
    </p:spTree>
    <p:extLst>
      <p:ext uri="{BB962C8B-B14F-4D97-AF65-F5344CB8AC3E}">
        <p14:creationId xmlns:p14="http://schemas.microsoft.com/office/powerpoint/2010/main" val="1893296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081AE343-072A-45A3-A130-603637B18EC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B5D1EAC6-C58B-4E09-BAE6-113BC597588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01010B07-F2F9-4D2E-8546-39CB251922A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198E3BB-9E54-4EC1-BB73-DDFA2ECCADD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Calculate intervals across zero</a:t>
            </a:r>
          </a:p>
        </p:txBody>
      </p:sp>
      <p:sp>
        <p:nvSpPr>
          <p:cNvPr id="5" name="object-5">
            <a:extLst>
              <a:ext uri="{FF2B5EF4-FFF2-40B4-BE49-F238E27FC236}">
                <a16:creationId xmlns:a16="http://schemas.microsoft.com/office/drawing/2014/main" id="{B365BEE2-08C3-417B-8935-B773287E915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E66D906D-8F8E-402D-BD59-7B453ECF8878}"/>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EB2F8168-239B-48FD-AA70-BEC1E1CD4709}"/>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11.</a:t>
            </a:r>
          </a:p>
        </p:txBody>
      </p:sp>
      <p:sp>
        <p:nvSpPr>
          <p:cNvPr id="8" name="object-8">
            <a:extLst>
              <a:ext uri="{FF2B5EF4-FFF2-40B4-BE49-F238E27FC236}">
                <a16:creationId xmlns:a16="http://schemas.microsoft.com/office/drawing/2014/main" id="{0829E7BC-F9EE-45B0-AF1E-642367BFAFC1}"/>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7A71E008-03C1-4E55-A0AF-F3912247BD21}"/>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 C.</a:t>
            </a:r>
          </a:p>
        </p:txBody>
      </p:sp>
      <p:sp>
        <p:nvSpPr>
          <p:cNvPr id="10" name="object-10">
            <a:extLst>
              <a:ext uri="{FF2B5EF4-FFF2-40B4-BE49-F238E27FC236}">
                <a16:creationId xmlns:a16="http://schemas.microsoft.com/office/drawing/2014/main" id="{7801A198-C86B-48A5-8EE5-86991106E448}"/>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0F8AF189-7886-4BCF-8049-FDC9D4ABA474}"/>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17.</a:t>
            </a:r>
          </a:p>
        </p:txBody>
      </p:sp>
      <p:sp>
        <p:nvSpPr>
          <p:cNvPr id="12" name="object-12">
            <a:extLst>
              <a:ext uri="{FF2B5EF4-FFF2-40B4-BE49-F238E27FC236}">
                <a16:creationId xmlns:a16="http://schemas.microsoft.com/office/drawing/2014/main" id="{4844BA07-AA32-491F-8035-4C7318E1FB41}"/>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3C65103B-0377-4CDE-9B50-226274782484}"/>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11.</a:t>
            </a:r>
          </a:p>
        </p:txBody>
      </p:sp>
      <p:sp>
        <p:nvSpPr>
          <p:cNvPr id="14" name="object-14">
            <a:extLst>
              <a:ext uri="{FF2B5EF4-FFF2-40B4-BE49-F238E27FC236}">
                <a16:creationId xmlns:a16="http://schemas.microsoft.com/office/drawing/2014/main" id="{97C6420C-A6F0-4C60-BA3D-AEE19228DA0E}"/>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B9CA601A-4897-4770-9E78-FF11DC28F2E7}"/>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3 C. Method or representation may vary.</a:t>
            </a:r>
          </a:p>
        </p:txBody>
      </p:sp>
      <p:sp>
        <p:nvSpPr>
          <p:cNvPr id="16" name="object-16">
            <a:extLst>
              <a:ext uri="{FF2B5EF4-FFF2-40B4-BE49-F238E27FC236}">
                <a16:creationId xmlns:a16="http://schemas.microsoft.com/office/drawing/2014/main" id="{EBE305D8-633D-40B8-BE6D-ED0EB363AEE7}"/>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4AD163DE-2ABF-47F5-89D1-2BED23C4AC60}"/>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17. A valid check must be shown.</a:t>
            </a:r>
          </a:p>
        </p:txBody>
      </p:sp>
      <p:sp>
        <p:nvSpPr>
          <p:cNvPr id="18" name="object-18">
            <a:extLst>
              <a:ext uri="{FF2B5EF4-FFF2-40B4-BE49-F238E27FC236}">
                <a16:creationId xmlns:a16="http://schemas.microsoft.com/office/drawing/2014/main" id="{AA2F24AE-C147-45DD-ABA7-542D97AB7EB8}"/>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ED0B0889-B8C1-4F7D-BC1A-2FB582E24BD7}"/>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a:t>
            </a:r>
          </a:p>
        </p:txBody>
      </p:sp>
      <p:sp>
        <p:nvSpPr>
          <p:cNvPr id="20" name="object-20">
            <a:extLst>
              <a:ext uri="{FF2B5EF4-FFF2-40B4-BE49-F238E27FC236}">
                <a16:creationId xmlns:a16="http://schemas.microsoft.com/office/drawing/2014/main" id="{7176BB3D-FFD8-4DE8-8893-8FE909D1A6FB}"/>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19395A3E-B39C-4F1A-A142-62634EFE5AA7}"/>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Count the jumps between numbers: 4 jumps to zero and 7 more to reach 7, giving 11.</a:t>
            </a:r>
          </a:p>
        </p:txBody>
      </p:sp>
      <p:sp>
        <p:nvSpPr>
          <p:cNvPr id="22" name="object-22">
            <a:extLst>
              <a:ext uri="{FF2B5EF4-FFF2-40B4-BE49-F238E27FC236}">
                <a16:creationId xmlns:a16="http://schemas.microsoft.com/office/drawing/2014/main" id="{DFC13B38-22D0-4A77-AA78-F3421A457957}"/>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24D01B65-59F8-47C1-89D8-2A4740E2B0CF}"/>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AB4DA78B-82B2-4420-AEB8-813EF34478DD}"/>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B7F5E112-A545-42D0-B1AA-FF9727BDEF92}"/>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4956718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1008</Words>
  <Application>Microsoft Office PowerPoint</Application>
  <DocSecurity>0</DocSecurity>
  <PresentationFormat>Custom</PresentationFormat>
  <Paragraphs>166</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2026-09-14T13:14:12Z</dcterms:created>
  <dcterms:modified xsi:type="dcterms:W3CDTF">2026-09-14T13:15:01Z</dcterms:modified>
</cp:coreProperties>
</file>