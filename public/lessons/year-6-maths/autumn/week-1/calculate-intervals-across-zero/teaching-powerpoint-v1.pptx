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94d082cd2bc4c19" /><Relationship Type="http://schemas.openxmlformats.org/officeDocument/2006/relationships/extended-properties" Target="/docProps/app.xml" Id="R649b436fb45f4941" /><Relationship Type="http://schemas.openxmlformats.org/officeDocument/2006/relationships/officeDocument" Target="/ppt/presentation.xml" Id="Redffa2173e49444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2fc974fb0d84e3c"/>
  </p:sldMasterIdLst>
  <p:notesMasterIdLst>
    <p:notesMasterId xmlns:r="http://schemas.openxmlformats.org/officeDocument/2006/relationships" r:id="Rf7a49f72628a46d0"/>
  </p:notesMasterIdLst>
  <p:sldIdLst>
    <p:sldId xmlns:r="http://schemas.openxmlformats.org/officeDocument/2006/relationships" id="256" r:id="R1c9f572091ff49e1"/>
    <p:sldId xmlns:r="http://schemas.openxmlformats.org/officeDocument/2006/relationships" id="257" r:id="Re47abed61e234387"/>
    <p:sldId xmlns:r="http://schemas.openxmlformats.org/officeDocument/2006/relationships" id="258" r:id="Rca3ca4c0db0c4cd7"/>
    <p:sldId xmlns:r="http://schemas.openxmlformats.org/officeDocument/2006/relationships" id="259" r:id="Rfe262a3565ea4a8f"/>
    <p:sldId xmlns:r="http://schemas.openxmlformats.org/officeDocument/2006/relationships" id="260" r:id="R4043a9e982954939"/>
    <p:sldId xmlns:r="http://schemas.openxmlformats.org/officeDocument/2006/relationships" id="261" r:id="Rc3ba9808d4ee41d8"/>
    <p:sldId xmlns:r="http://schemas.openxmlformats.org/officeDocument/2006/relationships" id="262" r:id="Rd36c66c3a6ee4b58"/>
    <p:sldId xmlns:r="http://schemas.openxmlformats.org/officeDocument/2006/relationships" id="263" r:id="Rbd329027c4ea4470"/>
    <p:sldId xmlns:r="http://schemas.openxmlformats.org/officeDocument/2006/relationships" id="264" r:id="R832c0868402749fa"/>
    <p:sldId xmlns:r="http://schemas.openxmlformats.org/officeDocument/2006/relationships" id="265" r:id="Rcaffae521b18478a"/>
    <p:sldId xmlns:r="http://schemas.openxmlformats.org/officeDocument/2006/relationships" id="266" r:id="R95c0708cab2246cf"/>
    <p:sldId xmlns:r="http://schemas.openxmlformats.org/officeDocument/2006/relationships" id="267" r:id="Ref975adb01b74582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267eac3fd9b42a7" /><Relationship Type="http://schemas.openxmlformats.org/officeDocument/2006/relationships/slideMaster" Target="/ppt/slideMasters/slideMaster1.xml" Id="Rd2fc974fb0d84e3c" /><Relationship Type="http://schemas.openxmlformats.org/officeDocument/2006/relationships/notesMaster" Target="/ppt/notesMasters/notesMaster1.xml" Id="Rf7a49f72628a46d0" /><Relationship Type="http://schemas.openxmlformats.org/officeDocument/2006/relationships/presProps" Target="/ppt/presProps.xml" Id="R6286297071f1487e" /><Relationship Type="http://schemas.openxmlformats.org/officeDocument/2006/relationships/tableStyles" Target="/ppt/tableStyles.xml" Id="Ra12fb944c8104b0c" /><Relationship Type="http://schemas.openxmlformats.org/officeDocument/2006/relationships/slide" Target="/ppt/slides/slide1.xml" Id="R1c9f572091ff49e1" /><Relationship Type="http://schemas.openxmlformats.org/officeDocument/2006/relationships/slide" Target="/ppt/slides/slide2.xml" Id="Re47abed61e234387" /><Relationship Type="http://schemas.openxmlformats.org/officeDocument/2006/relationships/slide" Target="/ppt/slides/slide3.xml" Id="Rca3ca4c0db0c4cd7" /><Relationship Type="http://schemas.openxmlformats.org/officeDocument/2006/relationships/slide" Target="/ppt/slides/slide4.xml" Id="Rfe262a3565ea4a8f" /><Relationship Type="http://schemas.openxmlformats.org/officeDocument/2006/relationships/slide" Target="/ppt/slides/slide5.xml" Id="R4043a9e982954939" /><Relationship Type="http://schemas.openxmlformats.org/officeDocument/2006/relationships/slide" Target="/ppt/slides/slide6.xml" Id="Rc3ba9808d4ee41d8" /><Relationship Type="http://schemas.openxmlformats.org/officeDocument/2006/relationships/slide" Target="/ppt/slides/slide7.xml" Id="Rd36c66c3a6ee4b58" /><Relationship Type="http://schemas.openxmlformats.org/officeDocument/2006/relationships/slide" Target="/ppt/slides/slide8.xml" Id="Rbd329027c4ea4470" /><Relationship Type="http://schemas.openxmlformats.org/officeDocument/2006/relationships/slide" Target="/ppt/slides/slide9.xml" Id="R832c0868402749fa" /><Relationship Type="http://schemas.openxmlformats.org/officeDocument/2006/relationships/slide" Target="/ppt/slides/slide10.xml" Id="Rcaffae521b18478a" /><Relationship Type="http://schemas.openxmlformats.org/officeDocument/2006/relationships/slide" Target="/ppt/slides/slide11.xml" Id="R95c0708cab2246cf" /><Relationship Type="http://schemas.openxmlformats.org/officeDocument/2006/relationships/slide" Target="/ppt/slides/slide12.xml" Id="Ref975adb01b7458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643a9cff31e48c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9a26630a51847ec" /><Relationship Type="http://schemas.openxmlformats.org/officeDocument/2006/relationships/notesMaster" Target="/ppt/notesMasters/notesMaster1.xml" Id="R2000b367ce6c4f6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f425d80ca8c46d7" /><Relationship Type="http://schemas.openxmlformats.org/officeDocument/2006/relationships/notesMaster" Target="/ppt/notesMasters/notesMaster1.xml" Id="R51590fbc91da419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b577c5238c84518" /><Relationship Type="http://schemas.openxmlformats.org/officeDocument/2006/relationships/notesMaster" Target="/ppt/notesMasters/notesMaster1.xml" Id="R6df1019135d6475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08d42b44cca4fd1" /><Relationship Type="http://schemas.openxmlformats.org/officeDocument/2006/relationships/notesMaster" Target="/ppt/notesMasters/notesMaster1.xml" Id="R6048e6b914434c0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a07be3223cb4be2" /><Relationship Type="http://schemas.openxmlformats.org/officeDocument/2006/relationships/notesMaster" Target="/ppt/notesMasters/notesMaster1.xml" Id="R93bfb5ea94f543f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79273c368894df3" /><Relationship Type="http://schemas.openxmlformats.org/officeDocument/2006/relationships/notesMaster" Target="/ppt/notesMasters/notesMaster1.xml" Id="Rc15193ea0a0f4e7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264cea6136c47e1" /><Relationship Type="http://schemas.openxmlformats.org/officeDocument/2006/relationships/notesMaster" Target="/ppt/notesMasters/notesMaster1.xml" Id="R54f88598e1d0428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64cd695bd4343e9" /><Relationship Type="http://schemas.openxmlformats.org/officeDocument/2006/relationships/notesMaster" Target="/ppt/notesMasters/notesMaster1.xml" Id="R2051541ee6d24c8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48d143baad54ca0" /><Relationship Type="http://schemas.openxmlformats.org/officeDocument/2006/relationships/notesMaster" Target="/ppt/notesMasters/notesMaster1.xml" Id="R2c1844679fc54bc7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03f61c3701b4e71" /><Relationship Type="http://schemas.openxmlformats.org/officeDocument/2006/relationships/notesMaster" Target="/ppt/notesMasters/notesMaster1.xml" Id="R7ef5fe97c1264771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676101e7dd0e4404" /><Relationship Type="http://schemas.openxmlformats.org/officeDocument/2006/relationships/notesMaster" Target="/ppt/notesMasters/notesMaster1.xml" Id="Rabe75eabdf044356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0aa45edc58fb4ae1" /><Relationship Type="http://schemas.openxmlformats.org/officeDocument/2006/relationships/notesMaster" Target="/ppt/notesMasters/notesMaster1.xml" Id="Rf582b953b715496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Place value chart to ten million, digit cards, number line crossing zero, mini whiteboards.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3 C. | Read the number in three-digit periods from left to right. | Count the jumps between numbers: 4 jumps to zero and 7 more to reach 7, giving 11.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million, place value, digit, partition, compare, negative.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then reveal each mathematical change one click at a time. Point to the numbers and operation that changed before moving to the next line. Final answer: 11.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3 C.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Count the jumps between numbers: 4 jumps to zero and 7 more to reach 7, giving 11.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3 C..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17..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-1.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17.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17. | Count the jumps between numbers: 4 jumps to zero and 7 more to reach 7, giving 11.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5869282f35d41c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d1cd46bb61b4e1b" /><Relationship Type="http://schemas.openxmlformats.org/officeDocument/2006/relationships/slideLayout" Target="/ppt/slideLayouts/slideLayout1.xml" Id="Ra6bd97c86adb4d3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6bd97c86adb4d3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040858305894b21" /><Relationship Type="http://schemas.openxmlformats.org/officeDocument/2006/relationships/notesSlide" Target="/ppt/notesSlides/notesSlide1.xml" Id="R00c928ac173740c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751deb0858477b" /><Relationship Type="http://schemas.openxmlformats.org/officeDocument/2006/relationships/notesSlide" Target="/ppt/notesSlides/notesSlide2.xml" Id="Ra56ca1e543084fe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09ebf494ae94001" /><Relationship Type="http://schemas.openxmlformats.org/officeDocument/2006/relationships/notesSlide" Target="/ppt/notesSlides/notesSlide3.xml" Id="Rf641ecc05b0e4d5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4aa860a9dda47d4" /><Relationship Type="http://schemas.openxmlformats.org/officeDocument/2006/relationships/notesSlide" Target="/ppt/notesSlides/notesSlide4.xml" Id="Rf0836257277042c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3d95b6af3e492f" /><Relationship Type="http://schemas.openxmlformats.org/officeDocument/2006/relationships/notesSlide" Target="/ppt/notesSlides/notesSlide5.xml" Id="Rf37dde1a5fe7434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a82fe9322242b8" /><Relationship Type="http://schemas.openxmlformats.org/officeDocument/2006/relationships/notesSlide" Target="/ppt/notesSlides/notesSlide6.xml" Id="Rd18ba0d92c4e487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c5f3bf681904582" /><Relationship Type="http://schemas.openxmlformats.org/officeDocument/2006/relationships/image" Target="/ppt/media/image.png" Id="R277621eacd384ca0" /><Relationship Type="http://schemas.openxmlformats.org/officeDocument/2006/relationships/notesSlide" Target="/ppt/notesSlides/notesSlide7.xml" Id="Rf10093eb0afd473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4b00e21a59445b" /><Relationship Type="http://schemas.openxmlformats.org/officeDocument/2006/relationships/notesSlide" Target="/ppt/notesSlides/notesSlide8.xml" Id="R1f5f1170e8cc41f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28dc678e0714042" /><Relationship Type="http://schemas.openxmlformats.org/officeDocument/2006/relationships/notesSlide" Target="/ppt/notesSlides/notesSlide9.xml" Id="Rf9db16c2570d4dcd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23084272c444f50" /><Relationship Type="http://schemas.openxmlformats.org/officeDocument/2006/relationships/notesSlide" Target="/ppt/notesSlides/notesSlide10.xml" Id="R048a189f19674152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338d907f39e435f" /><Relationship Type="http://schemas.openxmlformats.org/officeDocument/2006/relationships/notesSlide" Target="/ppt/notesSlides/notesSlide11.xml" Id="Rb2162d7da12f436e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fe697bc72b42a9" /><Relationship Type="http://schemas.openxmlformats.org/officeDocument/2006/relationships/notesSlide" Target="/ppt/notesSlides/notesSlide12.xml" Id="R2c6f926ac310421d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762B492-37F2-48BC-A69C-93B34C8CD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A70C386-962A-44FE-914C-EAE949DFD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B759202-6E6F-41D1-B4C3-5241D966D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9C11DE7-5E55-4B6E-AED6-2C72F41E0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0704653-F600-421A-8A79-2CEEDE845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intervals across zero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5CB3FE0-4ECD-4262-A605-522FF7313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26E2680-F98D-48EC-A145-0F55F61D2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494F767-1018-4ADE-8D74-DB2029B96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use negative numbers and calculate intervals across zero.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B887A20-0B54-4AC5-9870-C8ED7B7A2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1238E5C-DF42-4991-9790-F03CCEA95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Place value chart to ten million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6D239CB-C248-4A78-8C7A-01DE11986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114070307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870EE4F-3A6E-4F48-872D-A3B555BF9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364E2DB-1042-4B27-981F-15E10F816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E38ACC5-7A8D-455D-BF00-E8D674B3B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815D673-27E8-45DB-AB13-A0A5BCC66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8BEBEE3-BB9C-49EE-9905-4D5120BA6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F9ABE86-8187-48A2-9AF6-43F91305A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909BA47-C2AA-40F3-BB14-739041070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DAB134F-E5A0-495B-8B8E-5C872DEDD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EDC4489-7C85-4F3E-9D10-C11760A1E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Calculate intervals across zero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F53F8D6-B658-4EDE-BC91-293AC56DB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3AC97CA-581C-47F0-AF4C-769B9471C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57C249F-062F-41E4-8E98-539611F9B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0059E6C-A8AB-4D7F-8B50-3FADBE738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Read, write, order and compare numbers to 1,000,000 and use negative numbers in familiar contexts.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1FD4E05-347C-45D4-812A-5F36B4E66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E4FA09C-B684-4084-83F5-6E9E2FC6F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8F0ADCF-7D3E-4237-A8D9-8E3F9F841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8580C24-36C3-416C-A7EF-D669685D1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The temperature is -6 C and rises by 9 C. What is it now?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5D2753B-5CBA-422D-8CB9-F2D69D2F4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BCAB59E-03BF-48C3-BD69-130E48619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BD0A130-F8D6-49AD-9E7F-967CB1C5E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AC801B1-DFDC-4B6A-BDCF-41A926BD3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What is the difference between -4 and 7?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446A425-C4B0-41C1-9A61-9555796B0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194911406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BD7CF8A-11A0-4403-B532-F9B75A364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6EB6831-2503-441E-90B0-55C2C6D93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F2A3789-0DB5-468D-A23E-98EB87212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794C0DE-08A5-4ED1-BD65-C624F414A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329880F-C5C2-4505-BBFF-9AD39158F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4DD6ABB-4036-4A09-9C6D-CCDBFB7CE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4ED07F2-E1C3-4236-8487-D8F003041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3EFB0CC-2610-496C-87ED-20293F96B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FD6C046-87A9-43B9-B723-64913322E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Calculate intervals across zero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550B203-F311-4720-AEED-900E1D2CA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use negative numbers and calculate intervals across zero.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E740299-52D7-487A-802E-FBCC1167C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A264BA2-0704-411F-B0EC-E8518C9A7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Read the number in three-digit periods from left to right.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E472E50-2893-48C6-AD26-F7BB18302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Record each digit in the correct place-value column.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70904FC-E840-4B4D-AA41-7FD9B780E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Check the value of every zero and compare from the greatest place.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3995A97-E6B2-49D6-B2A6-8C6D21B5D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million  |  place value  |  digit  |  partition  |  compare  |  negative</a:t>
            </a:r>
          </a:p>
        </p:txBody>
      </p:sp>
    </p:spTree>
    <p:extLst>
      <p:ext uri="{BB962C8B-B14F-4D97-AF65-F5344CB8AC3E}">
        <p14:creationId xmlns:p14="http://schemas.microsoft.com/office/powerpoint/2010/main" val="112129175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779F62A-216A-4E82-AB78-1E9821E67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9DF91DD-6663-473B-A83B-494D74C87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57F313D-E1E7-49BA-90E2-082465EEB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A3C341A-47C8-4587-8CB5-E1C833891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EC15D9F-CDA8-4940-989C-3DAE18D61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484589D-BEDA-46A9-9C7B-8FD6C7D6F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732FA3-C5EF-421B-A2A3-C158384E4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14DAF33-DBD3-4EF5-88CC-A882367EB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3B5D275-2C71-496D-8608-3B5B3DBDD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Calculate intervals across zero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A95404E-BA4E-4B85-A2FF-8F37FE43C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219200"/>
            <a:ext cx="10477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is the difference between -4 and 7?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24ABDE5-F882-42AB-9E17-F8A2A9DAE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24075"/>
            <a:ext cx="38100" cy="3524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A2EB023-F7C0-4C6E-94E4-E6060AE4F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2002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321CEDC-B4E8-4D13-AD80-148279F1D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14550"/>
            <a:ext cx="9525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-4 to 0 = 4 steps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1B050DA-1BE9-4C7A-9BA2-930A1EE20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4322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668F9DE-E18A-4E9F-B243-70EB49ED1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0765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0132119-97E1-4F22-829A-3366344EF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90850"/>
            <a:ext cx="9525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0 to 7 = 7 steps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DAAAAC7-7DEC-40B1-B278-BDCB83447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1952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7BBB923-16E5-4216-A457-3C82F8D5C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9528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CB703D1-8D5A-467A-A616-4DD0FC91D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67150"/>
            <a:ext cx="9525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4 + 7 = 11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18E2F5C-8543-4E71-BE9F-101D7FBE4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69582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6405399-856D-4C21-B366-EB5B6A616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8291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61CD43C-8C99-4286-8C7D-DE3148CF7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743450"/>
            <a:ext cx="9525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The difference is 11</a:t>
            </a:r>
          </a:p>
        </p:txBody>
      </p:sp>
    </p:spTree>
    <p:extLst>
      <p:ext uri="{BB962C8B-B14F-4D97-AF65-F5344CB8AC3E}">
        <p14:creationId xmlns:p14="http://schemas.microsoft.com/office/powerpoint/2010/main" val="62764061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6C61323-FCD0-49FD-B293-CBBA745A0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81D9788-CAFA-40EE-B9D3-71F41BE09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6AF47EC-C201-4199-9A51-AD6A2B42A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A4D8BE9-E61F-4DE5-95F5-A293493D7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02F7ABE-89C9-4B35-9A01-94D13DC37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F50B723-3DA8-4F15-B642-2F35271ED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101F2D3-015B-4EDA-8C6A-0A6FE435F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7F9CEB1-AC1C-4FD7-A2BD-0457200F1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33BAA61-6BED-4453-AD96-AB453EA08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Calculate intervals across zero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EBCB656-877D-41FB-9461-9E7D7F81F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5784E8F-4876-4638-8CF8-C6EE55DB9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11.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080DE15-B8B9-4C21-8941-C5A234433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AF18513-8141-40CB-AB39-41D308AD2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Check the value of every zero and compare from the greatest place.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31A9995-3A12-4F7C-BC0A-B74F90411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129546811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62046AD-8297-4F60-9AF0-93F9082CD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7AD1D5B-FAB9-49C9-8709-28CA1395C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8C259EC-F6F2-4A27-8F92-5AF5DCBAD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5CF0B2E-2FDB-45C7-B112-BE43A2753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F944991-C05F-4C20-BE73-4E92D1569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7505C5A-5763-44B6-BEB3-8EDF81EA7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4532726-6FE1-47BF-B9D1-E46C29A69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A7D8209-B52D-4824-B7DC-2DA6D887E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DA5EE12-F0CE-4FA5-9EF0-4E4A301F3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Calculate intervals across zero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F8D0591-35D3-4DDC-A3DD-FC106E4A9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The temperature is -6 C and rises by 9 C. What is it now?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F950DFB-D7AC-44F2-8350-298883462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3897665-B14D-4BDE-9BA2-298FD9456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4A0180B-7BD7-44EE-8578-3E506C4F9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3231DC7-E180-46E7-AD67-556FBE98E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9F484A8-DD62-4B9E-A17E-B00D2E145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3 C.</a:t>
            </a:r>
          </a:p>
        </p:txBody>
      </p:sp>
    </p:spTree>
    <p:extLst>
      <p:ext uri="{BB962C8B-B14F-4D97-AF65-F5344CB8AC3E}">
        <p14:creationId xmlns:p14="http://schemas.microsoft.com/office/powerpoint/2010/main" val="193629803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226C8A9-F253-4CDB-B1D6-6B10B9DE8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B34FCDD-FFBA-4D3D-B6B3-6AD82FC93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182E12F-2C0B-4A3B-BD42-092CAF618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1C743AE-17A9-4EE5-B2EC-21E472F12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D7A5A3-0466-404B-9C4E-584B16FA2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DE1130B-EB55-4A29-B1CE-28D50EEBD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0ED405E-9C18-4423-B059-C01B7BF44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B8937C4-08D3-4326-86F3-A753182FD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CF2091D-40F4-471B-AA5A-3BBAEFF16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Calculate intervals across zero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77621eacd384ca0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825BA11-FD9B-4AE9-9FFD-B59027A43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22ED5F9-021A-45BF-9C18-8CAF3ED97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counts both zero and the starting number when finding the interval from -4 to 7.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A466C22-54A8-4679-AF3F-AAF82B0B0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12FD1EE-C0F5-45BE-A63F-2966DDE60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3096A35-F004-4F32-8E5F-CD03CF029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Count the jumps between numbers: 4 jumps to zero and 7 more to reach 7, giving 11.</a:t>
            </a:r>
          </a:p>
        </p:txBody>
      </p:sp>
    </p:spTree>
    <p:extLst>
      <p:ext uri="{BB962C8B-B14F-4D97-AF65-F5344CB8AC3E}">
        <p14:creationId xmlns:p14="http://schemas.microsoft.com/office/powerpoint/2010/main" val="37003809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0C6A8BD-4BBE-4962-A5BC-65D59A1AE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A6E4B76-6912-45AA-BB72-58A4B0574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C90D80D-3AB4-40B3-977E-955C686DA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83EC75B-1E85-49EE-AB75-10FF8AF33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D62B539-B34E-415B-AAAA-7127F6825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AD49AF3-CC48-44C8-9E41-CCB949C05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E1AD5E6-CA62-4171-AE71-47CC34C72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020F131-AA5A-4F74-BD38-8765550D2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13F5228-C057-461B-BC09-5F12493C8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Calculate intervals across zero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81989D6-0029-48DC-81C2-418EE67AE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85B58FE-5E99-4752-8381-F168D5B31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762177F-579B-4470-9211-048FA6E30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93DDC64-DEA9-4A2F-90B4-AAAB70938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The temperature is -6 C and rises by 9 C. What is it now?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E6B6FE3-04BA-45E1-A5E3-1509D4772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DCDD248-CBA4-4360-9CBA-41C8348C8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BC0EC77-80AA-4262-BACD-53A9C0F67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FDBCFCF-FCF4-4406-A797-F8F4EE94E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8A3DD62-4193-4238-A3FD-E9E536BB7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B879FA6-3A16-4A73-AD52-C13EFDD75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A6FE7CE-F3A9-4386-AD32-3BDD84FE5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F4FF1D9-A348-43CA-95DA-6EC71CD63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3 C.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30C8700-099A-4035-B20E-136A0A0BF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192535710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26E1563-A909-482D-8C18-2D08D76EC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9FFE610-B7FB-4E36-BBC9-4F6549A75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4AF68CD-17E7-4BA2-AE68-011C00031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1DC5AD-6693-4EA2-A4B1-CFE4A3779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2EFE9BE-0B5D-487B-A114-53746DA6E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B17D1D5-28C8-4F70-8A6C-53DF49D40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958B65A-1426-4A22-9905-1EB28244D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9D11A11-3FA1-4B3D-B477-784C89E02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BB1B09A-957D-483E-9944-A80721DD2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Calculate intervals across zero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184E10A-41D9-4940-9FB9-AC128345F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F04DFE0-9CA9-4B4B-822A-86066A127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F6E951A-548F-4046-96E4-781D91743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C4A0ADE-E85B-47E3-8D96-F981E2486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How far is -12 from 5 on a number line?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5697C23-F594-41CC-9471-64E553F2E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9CF6821-4DC2-4E07-9D82-8CF611C7F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72A1C80-47C1-4B0A-BECF-C24F77B3C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D83E1DD-D3D4-4C9E-A3F9-F030429CE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892C869-B846-4E2B-B07A-516415A56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079C0C2-5A19-4FC0-81F4-D7B7AFC93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B05146A-67E4-4716-B495-390D646D3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F780A63-06FD-4642-AAFE-F00115637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160430450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824E9C1-724D-4DF1-86E0-B2B8FDA3F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62BF881-3421-4CD2-ADDA-EB0B4092B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9971DC2-922E-4EDD-821C-5A39DC77C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CE2E23A-B07A-4EAA-B7E7-80B362185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E6CD009-E8F8-44EB-8FBF-3E85B1AB3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24A9DED-B266-4CC3-8F29-DA3B54197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DA27E3E-8675-4C1E-ADB5-188842FD0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776D9D7-69D7-4838-81C3-88AD12828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7E8287E-F529-4BA6-ADC2-AEA77E232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Calculate intervals across zero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364CAAE-4B58-4CEE-8704-DA32F8490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number is halfway between -8 and 6?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A9127C4-80BA-4F47-8CF6-85EC3F19F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8B52970-A323-4350-AC59-0101E24F7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2DB9AB9-C414-4E4B-ACE5-BA8F85A28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-1.</a:t>
            </a:r>
          </a:p>
        </p:txBody>
      </p:sp>
    </p:spTree>
    <p:extLst>
      <p:ext uri="{BB962C8B-B14F-4D97-AF65-F5344CB8AC3E}">
        <p14:creationId xmlns:p14="http://schemas.microsoft.com/office/powerpoint/2010/main" val="185138982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42BA1D5-B7F4-4CA6-86F5-16AAB61E9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5ADF07-D7AF-4844-A75A-76C051EB1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59C1194-D487-476B-B791-5CC5423E1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2B1F068-B7A5-43F8-9F6E-FC1E7AED8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5BF8D88-F08C-44B9-ABAD-7D4D9855D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AE4C3AD-7ACB-4B07-A705-8FED17161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9EDA33C-884F-4940-B10B-AB16C2F91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59C9988-3664-48E9-80E7-3F135849D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4B9A652-2E01-4C41-9588-03BB246A5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Calculate intervals across zero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5AD2E96-A333-4AEE-BA84-6CC7F9393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0AEF099-176C-45C7-8812-3B0C59108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36E4845-2004-4236-86ED-7653E7947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How far is -12 from 5 on a number line?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82E6687-04B6-45FF-96EF-886C694CE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E30F9EF-0909-483A-9FAC-E08496325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2E57B36-0EE2-4924-8BAE-830F7237F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DD7865B-D090-42E9-B299-83F46A0B2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17.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268E654-B28D-4F6C-B4BC-BABE5CD92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B77D8B2-6539-4B71-B1A0-80A086D49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115949872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32E98E0-9AF9-40B0-BA02-B72DEBBDA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5BC6F26-9623-4569-878B-056FEFF48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0D53C3E-14A1-4430-99F9-F41BB98C0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4253B22-5FD3-4421-8AA2-2D60B7C5E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41EB26A-B5EA-4154-8A4E-174134B49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7EB2CD0-54E5-4FF8-A680-4B540EA60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1BDE07E-6A45-4989-9320-6FC13B0EE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2CFE2B2-1664-4909-97C4-E8982A6EF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61CD9CE-282D-49F3-AD73-FE4FF589E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Calculate intervals across zero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9A1EA70-A8CC-4D5C-B0A5-22765431F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A88CFB5-0FF0-4A93-A163-6841B9B0E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8DD87C1-3BBD-4499-B95B-A3209987C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6423E58-8F67-46F0-B964-7809F0EA9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How far is -12 from 5 on a number line?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FEB8677-1688-436B-87C2-0E7DFC7B5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345A964-4BCD-4BC3-BB01-9668FF5EB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C474898-D7FB-4426-9F77-A23F60A34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28BF9B3-BB57-40DA-B959-0AF1F3BA3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counts both zero and the starting number when finding the interval from -4 to 7.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609D651-39DE-414D-AF17-ABD4A99FC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DDFFFBC-A637-426D-A22D-EE6F56B27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B88DE68-84B4-4658-95DF-062E8A97F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5A35B76-EC05-4A30-973B-8E22DDA2E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B3384A9-C3A9-4319-B1B4-597770E6C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83205842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2026-09-09T22:13:29.6820000Z</dcterms:created>
  <dcterms:modified xsi:type="dcterms:W3CDTF">2026-09-09T22:13:29.6820000Z</dcterms:modified>
</coreProperties>
</file>