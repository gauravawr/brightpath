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 C. | Read the number in three-digit periods from left to right. |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difference between -4 and 7? Answer: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 C..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17. | Count the jumps between numbers: 4 jumps to zero and 7 more to reach 7, giving 11.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87EF731-E49B-4943-BA72-C06C45377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AE0A7E-3311-427D-B6CC-57E8DD0F23F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6A27118-2BDC-46B4-A091-15860C9F601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43D2C8-F1DF-45B3-B9C5-760DD3E4AD0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FBD16B-40EC-4218-9BF3-A88DA94B432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FE2EB9-4AE3-4A77-B9B0-FDC066726CD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69A3D7-2072-46C9-91B0-F000C3A4D79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10C5E-04F5-4FC4-9570-369DECA697A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B7FF3-0DEE-4FFE-ADB1-CDECCD88054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7B6E01-D5D4-46DA-A90A-75E262AF010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D9DA4C-2611-4654-986A-AE6F83E819B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25462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0C6FC5F-2D2A-44D8-9CD3-7FEFE7D722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563419-87EE-41E5-B257-EE0DEF8C5C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C523071-A76D-4DC8-942D-C2073CE489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F8A503-CC03-49AE-B587-8C407202F44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F63CA5-B8C3-4C58-AA7D-1E7F99CC62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116A85-15D9-445E-8312-B8F478661D5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3411F2-42D7-450A-861E-224A95059F9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92DB2B-CF6E-4061-B9F1-930E7D44B8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4A5708-8110-4639-A6FC-F8EA35EED0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480F09-C3B4-4157-8253-D02807FA33F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D1F2CD-BD27-4111-A6AD-4C6CEFB396B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FAB856-F4C6-449F-B4B0-137E006D928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DE7DBB-72BC-4C84-9548-D808A0D6D8F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AAC9A5-71A8-40F7-BF4E-CB521CE0534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70EF6F8-FB2C-4134-AC5E-DFA61645684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8EAB32-E661-4DC3-A015-A5E40FDE5CA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1C6B65-E925-4879-B1C6-4AA215D08B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DF38ED-C34F-431C-A1AA-6840AF579B7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AC8796-8AD8-46F1-9ED1-A95280065F3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D9BB05-49DC-4E23-AA79-7227FA6B2EA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88D02F-A0D4-4BAA-9BB3-BCBF8C9A5C3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difference between -4 and 7?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BC04C3-EB11-48E7-A333-8251CA1733E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60846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DC5817A-5FCA-48F8-A0EA-9A494633D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2373E1-3FE6-4E19-B143-A1BA6D96E5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72FA4C4-C997-4BE3-ABCC-3DF72AB25D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63CF1-D268-4C4A-ABB6-9810A84CE1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BD0CC9-6A41-42D9-9F16-386C1978DF1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C2820F-7B36-4133-BABB-BCD0EF64FD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250AF5-AEA3-421A-B828-D8D557FF75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4D6A06-A151-4147-93DB-9342529649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106DBB-C82B-4312-94F4-7D7D70A0630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4EF271-131D-4203-8BF0-BABAAAE9DBEC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7DAD5D-17F1-426D-9890-73770C8BC702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72D9B5-3408-4731-918A-FA898571C62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0CEFB0-AF6E-418D-9BE0-1F9C2ABCA7A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3717C4-2CE6-42D8-B09B-8D3E342B54F3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157815-56F2-41A5-AF30-4F8FBBE1EFE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89673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F055F58-79DC-4D6C-93CA-56EA7232D9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F45DDA-97DE-4ADA-9290-A794581529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692A590-BB50-4491-A989-9B44E8FDFB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5262AA-B42C-4E62-98F4-6FB71676D0B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26B274-BC36-4D4D-8E5C-B65A60D6CCE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263D07-FFB3-4768-A890-2D351FA1A7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D2B156-8630-41A3-BC18-C8A770FD41B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E0D12-17EC-4DFB-AD66-BE8079D40C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C1B2DE-2F1F-41AA-B8D4-FA9A730CF0E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55684E-E2C5-4697-A57D-98C41B0A5DC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difference between -4 and 7?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FC1B61-2774-478F-810F-732214E7D41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62148E-702B-4CFE-82F7-D0BA56EC0F6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FD7164-CCFD-43EF-B06D-AEDAD8B1CA6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4341A8-C579-4D06-B62A-14EEBC436929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D99B68-8BE8-46E0-9BCF-E06E6CC593D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CBAEC4-6DBF-4325-965A-FA4D1290431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CBAC56-2DBF-4750-9AC7-35D7206E17DF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9F9647-4AE7-42CD-BBC4-1CB37999858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5CB9CC-0758-478E-A501-C05FF338C8C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BF5EA3-A1C0-4412-AA1F-A2FD5E97019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2B2653-7F96-4587-A2C0-70002A860A6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3CF588-3DCC-4ACD-8672-392E2B68047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2165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532D56B-A8A3-42F2-AF34-21958864C2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D8217-2C85-4A28-B6E8-451A43BE35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E7256C-0E55-4827-8214-2BC8A59A35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0B3CAC-D380-4900-BADE-35CAFF8A55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F6B69-8AE0-43DC-ADC4-868F28B42D6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312BC0-7FD4-4ACF-B914-6CE9D12ECA7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2F2357-3BFA-4DF6-9571-EB906C731AA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AD8CB8-5EC9-4D0E-A74E-73FFBC0E8B2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929B12-4B3C-4B57-900E-BF83499FBFA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F9779F-E091-4A39-9703-C734A1FEB4F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64667-39A7-4B5C-A31A-CB44D2F1A42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153202-C32D-4DA3-A1C2-C0AC46173E0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35761A-4EBA-4B18-9F2E-B931E78804B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665700-A18D-4940-9949-F0928B9E88C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23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A9B4378-8866-47FA-B792-34BDD3DEC2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DDF323-1840-46B8-B929-23C9F93127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8399042-A3ED-4DCF-A217-FA4CCE20ED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DFBFD9-7686-4597-9595-587DCB71C46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2EABB8-6B36-42B3-9A43-1064327C572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0BEA6-2EA6-4054-B50E-9005DB958D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CA51A9-1A25-4542-AB0C-2334125009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829EB8-A94E-4271-897C-BE251D8DA8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2AE181-F289-44EA-A04D-DD3976108B0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11C004-2330-47A2-9874-EEBBF4AD4157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BDAD0C-FC99-4D14-AFDD-2136D190F5A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D8E141-38AA-4562-B0AD-9B9864350B25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ECD20-0DA9-4B66-997B-4D6A085B4B2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D60367-A12C-4B5C-B6F7-C1938E9595F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2126B2-26FF-4A86-BD5B-09924354B4A0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 C.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4051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F40B8BA-64BA-4FC7-84C9-6C5A68DAF0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AA1DD9-41B4-462F-8C61-F439A00730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91F125-D1DC-491B-A71F-D53E2798E5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C87BAA-4C35-441F-AA2F-FBDB6C23D6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E230B0-EE9E-40D3-9C3A-BE8D356706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C6AB40-5E5B-4E83-9115-D5ED6A94E5F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FC942B-6A73-427A-82D1-E95728738D5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21D574-9114-409A-AD48-764FFE6692F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A11402-1356-44AB-9295-7DB4D53636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D78BE97-2AF0-4FF7-8FF4-C35958896D4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F3DC22-78C6-487F-9F17-703877F48FA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counts both zero and the starting number when finding the interval from -4 to 7.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CE86A3-BB70-49B4-9CF3-4A3520C3231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D307B6-32F8-4A12-80B7-ABD600F5F61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DFF923-8228-445D-BFC0-A90AC2DA327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Count the jumps between numbers: 4 jumps to zero and 7 more to reach 7, giving 11.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376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233E72F-BF4A-4E7F-BF61-3242BCDCCD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02C6D1-9115-4480-8095-AD34B10E28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0E96349-4EFF-4127-8524-DFC52B785F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A8E0E3-FEA0-4EC1-B20F-D2F26CE42FF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A5D593-49C5-409A-894B-C664694302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E22F10-8BED-45DB-8D5D-5308FECEF0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9A848C-0699-424B-BF69-F578638D032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8346E0-2CDF-4FA2-8B21-F0FEF85C83C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6DC5E6-4562-4F6E-AA28-41E43B93B93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5449427-CBAD-40BF-B568-E305D50825E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F60F3F0-E7A0-46B7-9B33-EF7F4A8F6D7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CF58E9-7898-4352-A6C7-EDCA3AB29A1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580968-2BB2-4D92-8B49-0604A43D236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245ED7-BE7B-4A45-B1BC-D5419B08134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65978E8-5FD3-48E6-BA10-ECE2392356C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005955-417C-45EB-92C0-CDB122D6372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3E9EDE-B248-4276-802F-14BB3BDF300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3C236E4-63F4-46D5-A003-532A3E3E97E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8B50E68-7465-42D4-A2A1-CEC03B39F62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34A68-278B-40CD-A54B-ED9EA4A6F49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4CB1F4-08BE-4819-8C85-048752E9F4A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 C.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B0BC75-2498-4D0F-B7B1-A596604A3A6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2433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2CBCAF3-84B0-4102-8F20-D76B85F473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CEBAB1-9624-4659-94D0-B928D13D80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83CB74-7C20-41A5-85E2-B35F2BFB59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138AE6-7DC7-4E22-9D88-6F5ECD4A8C6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51CF64-2732-49C7-9CF0-8860A9EFC4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B6D323-B3D1-4683-92D9-6144F4244C3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40714D-D334-4AEB-A029-F5E6C8D80CC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FC245A-65FF-4D0E-84FA-10639E687FA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1E6B4E-7B6F-43CD-AB15-2E5A149D491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AEFE48-C021-4982-8863-E7C7969C868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576B1B-B9B1-47DE-B8AB-F20316B1B39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71AAF3-4E7E-4EE8-A9C2-D06162C3633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1F6F94-0A7E-414B-8FA6-CA514CC4988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A801FC4-6552-41C1-A5C2-7DA96D33936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19E51D-D396-47F1-83EC-696A1EEC2A8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EB8B9-1853-487B-9BE2-7567D3D99B8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442CDE-E38C-442C-9BFF-578BEF463C5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19127AA-815F-469B-B37D-EBEDB70A0A9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9C01D-D645-48D1-806C-6B74A5942DB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D35565-C56D-4A69-9CAF-D5053452677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2536D7-A066-415F-BC32-21672C4D705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098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F269202-126A-430C-B8D8-FF1D2FCA25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675AEC-F715-4AE3-A4EE-1ACA7597BB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B21483C-3BC5-4A71-9820-4A1834EF89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7CA040-7222-422A-8233-95E717A4DB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6C01C-37CD-49C9-B681-86C04B6D33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468136-8D01-40A8-A1C0-1610C84ADA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74AE7B-6858-444E-BA4B-1E5429ABCF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62541F-F83C-44E6-828B-8F030CA1441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AE1F01-621E-4DB0-8D8B-BF436511D0A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C0BE4A-E909-49B3-A5B6-2D97AC01057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number is halfway between -8 and 6?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FFE8AE-B9B3-4FC0-A090-66FC0CB0A78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4E263-7350-4D2B-A4BA-D2634E891E6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67ED96-B512-4025-8B5C-19F914F8ADD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-1.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2629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EC5A083-0F76-4B6F-BBB2-29C66A1E9A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29C563-F167-42D0-AA45-252A79F5FA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7AEBC4-FF46-49D0-AEBF-F50BBF7F22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148B7A-D10D-40B0-85E9-59F5290D13B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B62D0E-B9C2-4D60-8BE8-4CC34FB95FF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83CBD-8382-4B80-BEB8-CCD3A915477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6334B3-5B3E-4168-89C1-61F56266D9B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9DF0E4-BF05-41AE-ABB1-BDD85F4756F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A956DB-E290-4671-B597-40CF94370A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5CFB37-D4DF-4AFA-BDA2-C368C03527A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3EEB37-617E-4C3A-B76A-597AAD0BD773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054600-0447-4B24-AF65-2F70BFF6FC31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1ACD7-88A4-45BC-BDED-59D1619C371C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251DEB-C501-4DAC-AF28-CD04B42AF521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6F36EC-42A4-497B-98C1-2AEBFB734519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66C253-E56A-413C-82C7-3DFA4979DC9D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17.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0E74E1-3629-4FF2-BB66-8477A21A5D92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7CB4FE-DDFA-4A32-8F1E-40372B0A76B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55291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4532A31-425D-4E0E-8500-2944972556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9EF513-0597-428E-85E3-A0B983F7E0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DC6E30-8CD7-4860-8462-D854D9C405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CB5113-8F84-4ECD-AFF4-145D50CAE75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5AA1D9-6EA8-40F9-8333-7AD63EAA1D8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83517-1F2C-479E-AF2F-852A031505A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5E0A-21CC-4017-8682-1CEBB653A79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BA1C74-D111-49F4-8088-0979AE9C44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523560-FC2D-4573-8B3B-100917C60A9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04118F1-F51D-4AD5-9F71-5348718702C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E9A9150-1C25-4FAF-A003-A3D319B9D80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20F030-F8AA-4622-B9FD-9FC2632B74C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814AE3-3202-4617-ACEC-FC220106B25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0070621-16DE-4397-9D6C-78A46575922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23BBBB-BA35-4D3F-A480-1FF7415EAB1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AF1D3-3FD6-4289-875F-3DEA0DA2BCD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249344-29AB-4A2C-9B7F-9E4DBF2C672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counts both zero and the starting number when finding the interval from -4 to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7D1EE4E-3FA2-49FB-BF70-49EFF034B39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1F2DE0-E75B-4E02-87C6-48DE7E54C82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AC18DF-105B-4195-B4EC-86B5616F964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4F5873-4680-43A0-BCED-216BCCC18C6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B897A9-4153-48DC-8F6C-4575328133E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4752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1203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2026-09-09T10:55:48Z</dcterms:created>
  <dcterms:modified xsi:type="dcterms:W3CDTF">2026-09-09T10:59:32Z</dcterms:modified>
</cp:coreProperties>
</file>