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211add6533049c8" /><Relationship Type="http://schemas.openxmlformats.org/officeDocument/2006/relationships/extended-properties" Target="/docProps/app.xml" Id="R86df448a2f024dd0" /><Relationship Type="http://schemas.openxmlformats.org/officeDocument/2006/relationships/officeDocument" Target="/ppt/presentation.xml" Id="R426216032c5041c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d6aa3c565374f42"/>
  </p:sldMasterIdLst>
  <p:notesMasterIdLst>
    <p:notesMasterId xmlns:r="http://schemas.openxmlformats.org/officeDocument/2006/relationships" r:id="R0e80202113b747ea"/>
  </p:notesMasterIdLst>
  <p:sldIdLst>
    <p:sldId xmlns:r="http://schemas.openxmlformats.org/officeDocument/2006/relationships" id="256" r:id="R4f255d2283db406e"/>
    <p:sldId xmlns:r="http://schemas.openxmlformats.org/officeDocument/2006/relationships" id="257" r:id="R87ec322597d844a7"/>
    <p:sldId xmlns:r="http://schemas.openxmlformats.org/officeDocument/2006/relationships" id="258" r:id="Rd043a6de16584af3"/>
    <p:sldId xmlns:r="http://schemas.openxmlformats.org/officeDocument/2006/relationships" id="259" r:id="R9e55505e5d654622"/>
    <p:sldId xmlns:r="http://schemas.openxmlformats.org/officeDocument/2006/relationships" id="260" r:id="Ra807f10f62284c56"/>
    <p:sldId xmlns:r="http://schemas.openxmlformats.org/officeDocument/2006/relationships" id="261" r:id="R6592bb9fde3e42e6"/>
    <p:sldId xmlns:r="http://schemas.openxmlformats.org/officeDocument/2006/relationships" id="262" r:id="R43644b53856a43c9"/>
    <p:sldId xmlns:r="http://schemas.openxmlformats.org/officeDocument/2006/relationships" id="263" r:id="R05b82a5b1fbb4e91"/>
    <p:sldId xmlns:r="http://schemas.openxmlformats.org/officeDocument/2006/relationships" id="264" r:id="Rffacebe1f77f4da0"/>
    <p:sldId xmlns:r="http://schemas.openxmlformats.org/officeDocument/2006/relationships" id="265" r:id="Rfb94e552a7804620"/>
    <p:sldId xmlns:r="http://schemas.openxmlformats.org/officeDocument/2006/relationships" id="266" r:id="R8e827c2594384c10"/>
    <p:sldId xmlns:r="http://schemas.openxmlformats.org/officeDocument/2006/relationships" id="267" r:id="R1ecc588ec58243e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0fe2019f0cc431d" /><Relationship Type="http://schemas.openxmlformats.org/officeDocument/2006/relationships/slideMaster" Target="/ppt/slideMasters/slideMaster1.xml" Id="R3d6aa3c565374f42" /><Relationship Type="http://schemas.openxmlformats.org/officeDocument/2006/relationships/notesMaster" Target="/ppt/notesMasters/notesMaster1.xml" Id="R0e80202113b747ea" /><Relationship Type="http://schemas.openxmlformats.org/officeDocument/2006/relationships/presProps" Target="/ppt/presProps.xml" Id="R16b10fa7280946bc" /><Relationship Type="http://schemas.openxmlformats.org/officeDocument/2006/relationships/tableStyles" Target="/ppt/tableStyles.xml" Id="Rce1cf14471514b61" /><Relationship Type="http://schemas.openxmlformats.org/officeDocument/2006/relationships/slide" Target="/ppt/slides/slide1.xml" Id="R4f255d2283db406e" /><Relationship Type="http://schemas.openxmlformats.org/officeDocument/2006/relationships/slide" Target="/ppt/slides/slide2.xml" Id="R87ec322597d844a7" /><Relationship Type="http://schemas.openxmlformats.org/officeDocument/2006/relationships/slide" Target="/ppt/slides/slide3.xml" Id="Rd043a6de16584af3" /><Relationship Type="http://schemas.openxmlformats.org/officeDocument/2006/relationships/slide" Target="/ppt/slides/slide4.xml" Id="R9e55505e5d654622" /><Relationship Type="http://schemas.openxmlformats.org/officeDocument/2006/relationships/slide" Target="/ppt/slides/slide5.xml" Id="Ra807f10f62284c56" /><Relationship Type="http://schemas.openxmlformats.org/officeDocument/2006/relationships/slide" Target="/ppt/slides/slide6.xml" Id="R6592bb9fde3e42e6" /><Relationship Type="http://schemas.openxmlformats.org/officeDocument/2006/relationships/slide" Target="/ppt/slides/slide7.xml" Id="R43644b53856a43c9" /><Relationship Type="http://schemas.openxmlformats.org/officeDocument/2006/relationships/slide" Target="/ppt/slides/slide8.xml" Id="R05b82a5b1fbb4e91" /><Relationship Type="http://schemas.openxmlformats.org/officeDocument/2006/relationships/slide" Target="/ppt/slides/slide9.xml" Id="Rffacebe1f77f4da0" /><Relationship Type="http://schemas.openxmlformats.org/officeDocument/2006/relationships/slide" Target="/ppt/slides/slide10.xml" Id="Rfb94e552a7804620" /><Relationship Type="http://schemas.openxmlformats.org/officeDocument/2006/relationships/slide" Target="/ppt/slides/slide11.xml" Id="R8e827c2594384c10" /><Relationship Type="http://schemas.openxmlformats.org/officeDocument/2006/relationships/slide" Target="/ppt/slides/slide12.xml" Id="R1ecc588ec58243e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b00bd54e2034b2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110103144b448cd" /><Relationship Type="http://schemas.openxmlformats.org/officeDocument/2006/relationships/notesMaster" Target="/ppt/notesMasters/notesMaster1.xml" Id="Rf1c6f585f3684bd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5e48c74befc467a" /><Relationship Type="http://schemas.openxmlformats.org/officeDocument/2006/relationships/notesMaster" Target="/ppt/notesMasters/notesMaster1.xml" Id="R41edd6c07aa040f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efce5d6f51e4231" /><Relationship Type="http://schemas.openxmlformats.org/officeDocument/2006/relationships/notesMaster" Target="/ppt/notesMasters/notesMaster1.xml" Id="R9fa147ad8e6c4a9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aeb803c81db437c" /><Relationship Type="http://schemas.openxmlformats.org/officeDocument/2006/relationships/notesMaster" Target="/ppt/notesMasters/notesMaster1.xml" Id="R0673aa0ef9a3493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13aa755a9e64fea" /><Relationship Type="http://schemas.openxmlformats.org/officeDocument/2006/relationships/notesMaster" Target="/ppt/notesMasters/notesMaster1.xml" Id="R13f803c20a334db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a66480f745b47d1" /><Relationship Type="http://schemas.openxmlformats.org/officeDocument/2006/relationships/notesMaster" Target="/ppt/notesMasters/notesMaster1.xml" Id="R31d7b5eb1d084e0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645dc44b0dc48d5" /><Relationship Type="http://schemas.openxmlformats.org/officeDocument/2006/relationships/notesMaster" Target="/ppt/notesMasters/notesMaster1.xml" Id="Rd5af3c43effb4b9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a465ab5005a48b7" /><Relationship Type="http://schemas.openxmlformats.org/officeDocument/2006/relationships/notesMaster" Target="/ppt/notesMasters/notesMaster1.xml" Id="R8aed649943204ba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9aa4057509f4b5f" /><Relationship Type="http://schemas.openxmlformats.org/officeDocument/2006/relationships/notesMaster" Target="/ppt/notesMasters/notesMaster1.xml" Id="R4d86c864a0974eb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c530d90f16a445b" /><Relationship Type="http://schemas.openxmlformats.org/officeDocument/2006/relationships/notesMaster" Target="/ppt/notesMasters/notesMaster1.xml" Id="R93bef899b0384e4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324118ef2d34505" /><Relationship Type="http://schemas.openxmlformats.org/officeDocument/2006/relationships/notesMaster" Target="/ppt/notesMasters/notesMaster1.xml" Id="Rf3504bb50a5842c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1030c18a9e94140" /><Relationship Type="http://schemas.openxmlformats.org/officeDocument/2006/relationships/notesMaster" Target="/ppt/notesMasters/notesMaster1.xml" Id="R121dd6eb8400478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Place value chart to ten million, digit cards, number line crossing zero,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23 floors. | Read the number in three-digit periods from left to right. | Add one hundred-thousand and regroup only when needed. The answer is 7,045,120.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million, place value, digit, partition, compare, negative.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3,405,455.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23 floors.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Add one hundred-thousand and regroup only when needed. The answer is 7,045,120.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23 floors..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7,045,120..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3,500,000.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7,045,120.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7,045,120. | Add one hundred-thousand and regroup only when needed. The answer is 7,045,120.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86deeebc9f40c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3a918d1145e496c" /><Relationship Type="http://schemas.openxmlformats.org/officeDocument/2006/relationships/slideLayout" Target="/ppt/slideLayouts/slideLayout1.xml" Id="Rfc7787d905fc48f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c7787d905fc48f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749950f96c417a" /><Relationship Type="http://schemas.openxmlformats.org/officeDocument/2006/relationships/notesSlide" Target="/ppt/notesSlides/notesSlide1.xml" Id="Rae6f8904c77e427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12cab23c2c4bca" /><Relationship Type="http://schemas.openxmlformats.org/officeDocument/2006/relationships/notesSlide" Target="/ppt/notesSlides/notesSlide2.xml" Id="R4efa002d48344d8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a98f6507814fb7" /><Relationship Type="http://schemas.openxmlformats.org/officeDocument/2006/relationships/notesSlide" Target="/ppt/notesSlides/notesSlide3.xml" Id="Rc57a2632a442402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38fbdce37c4b73" /><Relationship Type="http://schemas.openxmlformats.org/officeDocument/2006/relationships/notesSlide" Target="/ppt/notesSlides/notesSlide4.xml" Id="Rf2e01d30d1ec415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631cba7c5943f7" /><Relationship Type="http://schemas.openxmlformats.org/officeDocument/2006/relationships/notesSlide" Target="/ppt/notesSlides/notesSlide5.xml" Id="R7ed61c49ef8e43e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6d2be6708b4734" /><Relationship Type="http://schemas.openxmlformats.org/officeDocument/2006/relationships/notesSlide" Target="/ppt/notesSlides/notesSlide6.xml" Id="R7e1904da243d4ff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d814a59dfd44d6" /><Relationship Type="http://schemas.openxmlformats.org/officeDocument/2006/relationships/image" Target="/ppt/media/image.png" Id="Rd5555948f6e2448c" /><Relationship Type="http://schemas.openxmlformats.org/officeDocument/2006/relationships/notesSlide" Target="/ppt/notesSlides/notesSlide7.xml" Id="R99ae429a4684404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d288acee1b4867" /><Relationship Type="http://schemas.openxmlformats.org/officeDocument/2006/relationships/notesSlide" Target="/ppt/notesSlides/notesSlide8.xml" Id="Rcfd697cedf344e6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b9ea1e4f514bda" /><Relationship Type="http://schemas.openxmlformats.org/officeDocument/2006/relationships/notesSlide" Target="/ppt/notesSlides/notesSlide9.xml" Id="R74bd831386fd410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f2bfd0298e4ef8" /><Relationship Type="http://schemas.openxmlformats.org/officeDocument/2006/relationships/notesSlide" Target="/ppt/notesSlides/notesSlide10.xml" Id="R0377c84d7850449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dae1787a784770" /><Relationship Type="http://schemas.openxmlformats.org/officeDocument/2006/relationships/notesSlide" Target="/ppt/notesSlides/notesSlide11.xml" Id="Rfd98f01bd0fc439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4337b27a0a4ff3" /><Relationship Type="http://schemas.openxmlformats.org/officeDocument/2006/relationships/notesSlide" Target="/ppt/notesSlides/notesSlide12.xml" Id="R112148e923cd407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CFDFBF-26BC-444A-A82B-5DA270C0F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2FC672-7F04-4655-B2CE-28A7BD444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C3B89B-E6AD-42AD-BD01-D110EE70B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A7263F-898D-4F62-BB48-9CC0BB43E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715F79-01FC-4AAB-9EDC-3156B60CC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place-value problems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15B07E-0856-4EBE-89D9-B5A06CF04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9343E8-5249-4FC7-A21B-202BAD59F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31768E-B830-42F7-88FA-734F88BF6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202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and explain problems using large and negative numbers.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2FD2AD-C6B2-4C72-B1CF-532F403EC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8BB000-EA0E-4A86-9369-6EF808C53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Place value chart to ten million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F48333-AE64-46E8-B31F-8C9B078D6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8037205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6B1BC41-7964-40C6-8159-4BEA4A1A8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87C6FA-7B21-491E-A99F-2A9DE4926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56F2F1-BCFA-43C5-8368-923F819CE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92EDAA-4F41-428A-918A-321C0BEE6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288ABB-984C-400F-BE9B-10A4DA26C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EBFE73-B91B-48C4-8FC8-463F1C900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032AA4-2843-4C9E-8952-6BD401407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5EF5BA-1848-43DC-945B-26E37BB2D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31A754-92EC-4883-AC3B-3D8951645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place-value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85A7A4-FB5C-4560-93B4-E01C5759C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AC07A2-C5A7-42ED-8552-34973C104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D6CC8A-1984-4F72-A299-2049947AD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D59A99-FBF3-4421-ABE2-3E833E38A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Read, write, order and compare numbers to 1,000,000 and use negative numbers in familiar contexts.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B8E59E-949F-415D-8668-ABC00ED60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7337B1-C5EF-4E50-B489-3F2CFF79E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5E85C2-88EE-4C52-8F62-19B779AFD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F38DAE-5FAF-4792-81C3-EE6575CFC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lift moves from level -5 to level 18. How many floors does it travel?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482B07-71AE-48EA-8E43-78EA2E4F5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881876-3F05-44C3-9BC2-BCD4B5DF3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9AF09D0-EEB2-41A7-BCD7-35A24050F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DAE74F-1663-49DC-8EF4-60A0310D3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city has 3,804,215 people. Another has 398,760 fewer. What is the second population?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7E048AC-0469-4462-80C0-FD8078BCE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72759284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677629-F5A0-4D34-8C10-0463593EA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B0D811-B43B-45B5-BD96-293A0C6C6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0C077C-655B-4E5F-9C41-97BF64707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5C9FB0-B839-4CCA-97CF-E8DBE57E2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E4E1C4-65AB-4C1D-A5C6-44D6EC092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729A7D-531B-4D9F-8E02-D42D665DA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631A27-A080-474A-949C-5D62A0B0D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230CA2-BA22-47E5-93FD-FC629A255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D214EF-EBE6-46C0-B6F7-ECE7E2553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place-value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741DCE-28BE-4F46-93BA-C7B7D6F52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and explain problems using large and negative numbers.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54D499-EF94-45CC-939F-7BA15B578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1E936A-17DD-4A52-AFB5-84117CEB4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Read the number in three-digit periods from left to right.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386090-1E3E-465C-878E-3345EC183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Record each digit in the correct place-value column.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2308F7-8395-48D6-BD6A-9D76087A5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value of every zero and compare from the greatest place.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B68AC4-9B1C-4B8F-B2A2-2A24651E2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million  |  place value  |  digit  |  partition  |  compare  |  negative</a:t>
            </a:r>
          </a:p>
        </p:txBody>
      </p:sp>
    </p:spTree>
    <p:extLst>
      <p:ext uri="{BB962C8B-B14F-4D97-AF65-F5344CB8AC3E}">
        <p14:creationId xmlns:p14="http://schemas.microsoft.com/office/powerpoint/2010/main" val="105556114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5728D6B-CA49-42E1-80C8-466BD188E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BA5163-1B51-4F53-B72A-435D39734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D759BB-14EE-43A3-A6FE-9C3D4CD94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8EF610-AADE-4FE2-947D-161B6744D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D5E76E-C7EA-4596-B883-17FDE2909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C98888-1AFA-4DB8-94F7-897090260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CE2C3E-CDE7-4C2F-AEEE-98AECDB29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443DA9-94CA-4139-A43B-D2A899AD5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09D116-760B-423F-B7A3-7994F9A63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place-value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F8C571-BCBD-4CDB-A1DB-E0570511E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city has 3,804,215 people. Another has 398,760 fewer. What is the second population?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F76E65-E39D-4D9D-B2C7-7CB9CF252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B702D6-6376-485E-89C2-8AF659C73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D6F16C-9AE3-4469-B063-60DED48CB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Read the number in three-digit periods from left to right.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97F35C-95A8-45A6-974F-CF770A98F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B19EF0-392C-40C1-ADF2-55EEC83B4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720C90-A54D-4409-9074-D345C828E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Record each digit in the correct place-value column.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B1D1FE-62B2-49E7-9E20-D0BB97DEE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3F36AB-DB25-408E-B953-0C39EB0F1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5E97B0-9F4D-416E-80FA-DC8B84A16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3,405,455.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E12F3A-CF33-42E7-84A7-AC79786E9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CDAAAD-2AA0-45A4-B819-AB7AF69F2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F3B1F6F-AD83-4209-9851-AE026856F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the value of every zero and compare from the greatest place.</a:t>
            </a:r>
          </a:p>
        </p:txBody>
      </p:sp>
    </p:spTree>
    <p:extLst>
      <p:ext uri="{BB962C8B-B14F-4D97-AF65-F5344CB8AC3E}">
        <p14:creationId xmlns:p14="http://schemas.microsoft.com/office/powerpoint/2010/main" val="151397350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C3420E-1C16-4B1D-A349-FC47178AB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2DDF77-FCE4-40FA-B0FD-B3199B3B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69AE58-6C0C-4C46-9085-9EDB1080B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15DF18-63D4-457F-8B9B-E4DE58C5B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603181-B577-41B1-B183-A48FAD357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CA537B-3BF1-4C4C-94E9-3B8C316F3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4609C2-98D7-427B-861E-0FE59A4F7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58332C-14C4-408F-BF62-83A32FD6D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F2317D-0F34-4B11-A275-4D64D99A2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place-value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8CCF2A-095D-41BB-BCA2-EF7767A8E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F1BD14-55E1-4AA9-A1F6-0934D898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3,405,455.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D416F9-0535-49F6-A020-959BAB84F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7E1BA4-7439-45C4-90E5-D3F99943B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value of every zero and compare from the greatest place.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F1075A-7066-451C-96CE-79BA58EEC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22748297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7ADBE8-04B0-4845-A61D-E93102A9A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5C6420-2D64-4A85-B732-E61AE55E0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EADE5D-FC3C-4F69-A5CA-A59E7D009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72AB40-5E57-4952-9CB6-71EF6309B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0A0B3E-A77A-4887-953D-527C84409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8EEFF5-0DB9-4AD2-946C-263593195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CED087-502F-4382-9339-3330B0B5B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34C194-98A0-4727-B586-3794AE282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6E5FDF-8DB0-4EDE-87EC-9DABC9F9E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place-value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90D86A-B695-4AC7-9C08-537047897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lift moves from level -5 to level 18. How many floors does it travel?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9BD411-9046-4C69-B13F-C7598C1C8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AD0D3D-73A9-4DF6-B304-48EFABE3B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9FE5E0-DD86-4F67-8629-8F52219A4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04E3FF-47EC-4E10-8A43-9552E4B7B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177318-9BCA-4B19-A3F0-A02D2E7C8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23 floors.</a:t>
            </a:r>
          </a:p>
        </p:txBody>
      </p:sp>
    </p:spTree>
    <p:extLst>
      <p:ext uri="{BB962C8B-B14F-4D97-AF65-F5344CB8AC3E}">
        <p14:creationId xmlns:p14="http://schemas.microsoft.com/office/powerpoint/2010/main" val="64191805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BD99D3-8083-4388-BF64-50E30F25C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0C5987-6AFB-47C9-BF66-156781409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3EB2AB-10C5-41D4-AA40-192370C64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F99B1A-87A4-483A-97C8-5BE4C9154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BA5C6B-BEBB-40DC-94F7-8E82CC8B1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4A2D64-B1AF-4A4B-8FC3-4AC900DEE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721506-80EF-4E91-A5C1-F1D6FB28D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3759E7-122C-45E7-9F80-9B3554BBA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ACE9DF-9F2A-40A0-963D-DDF3FD368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place-value problems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555948f6e2448c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17AF3A-AF24-433B-83AF-14F309B12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29DEEC-8395-4043-B6C9-BF35305AA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changes more than one digit when adding 100,000 to 6,945,120.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A76BAD-DD25-4EA5-AE58-48A7597FF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3DD6A7-F198-417D-B81B-B5DEA68A6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6FFC58-FC55-4FFA-B4F2-25412988D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Add one hundred-thousand and regroup only when needed. The answer is 7,045,120.</a:t>
            </a:r>
          </a:p>
        </p:txBody>
      </p:sp>
    </p:spTree>
    <p:extLst>
      <p:ext uri="{BB962C8B-B14F-4D97-AF65-F5344CB8AC3E}">
        <p14:creationId xmlns:p14="http://schemas.microsoft.com/office/powerpoint/2010/main" val="159587568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0CCE75-E3F3-45A5-97A0-6717A06B8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9330FB-EACF-4CD7-B9E7-3A8CB0454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E2E46A-E5AB-491A-986D-F4D6629C4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850323-57F9-4B82-8923-08256E462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515B11-934C-4A64-8F9B-A755EEA43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2B6324-47BE-4190-BB71-4B4FC7327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D7E9EF-66A4-4129-A0C4-A3CCD760E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9F0736-2AA3-4208-BBFF-C5C4A426A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E4E231-28A5-46E8-8398-E7A131AF8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place-value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A5227A-C413-4D70-9C5F-1A322914B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73BAB3-0263-4834-91DE-870DAF1F7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6AE372-10DB-4CCE-BF7E-9D753F75E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9BD27A-F6D6-408E-B4A1-AA0AB2DB3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lift moves from level -5 to level 18. How many floors does it travel?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873905-6359-4325-BA6A-63CDA7045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FA00B6-AB97-4877-BD32-02C83E078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A1AF6E-E61C-4B4A-88AD-97B492BC9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8B297F-CCFA-4377-8250-0814166FA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1E9FC1-86B7-41CF-80F6-F34824F1D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BF65AEC-83C0-440D-A689-8B2F30DBF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115ECD-6623-4F90-B52A-33F94E475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911D19-B6FF-4E4A-9030-FFFC30FCD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23 floors.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52E63B6-AF69-4787-BEFC-C84D2D736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203487052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15FC13-48F3-4D5D-86E8-25FE25F76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5049F6-E58E-47E9-80EF-B83347717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D6BCE9-AB72-4404-A579-6530EDE72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E42B2F-4C1C-41B0-909F-A44E4459A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D76EC9-A9CF-4EAA-A174-32B68D7DE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CA20E4-0A30-4F49-A106-8672F21C3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AACEB0-437D-4986-80E6-5BF852AE7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48A97D-CF3B-42D6-BA3F-DA1A119CA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9A17D0-4A1F-4064-8317-84C861F36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place-value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41E28D-10DF-4334-BF99-496175D89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4E9F62-9E2D-4663-96D5-5B102A48A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1687AC-4E28-4C9E-B789-CE319B8C1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F402EE-9C93-42EC-BA2E-D750F5D23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is 100,000 more than 6,945,120?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00843C-A734-401A-BE5B-1D023D89B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AC697A-9925-48B8-90C9-9BD5F48EC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0422DD-85B7-4BAC-860C-88D96F204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4B3B33-475F-4793-BFA3-661DDCC1A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9F7AF7-FDE9-4216-AB0E-78F269593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1255DC-1072-46FA-B915-24FCDFED9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7C0152-CD69-4FA5-BA03-3F7CBC7F6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26069F0-E1FD-48BC-9B00-BFDD4D169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3634722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2325DA-004B-46C8-BDBE-2C4C9B681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86939D-932F-49A9-9AC8-EE93F3975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1845A2-B412-4A93-97A8-A27691977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52C517-B269-479F-8D59-FD35F164D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C62585-4C40-4467-B3D3-FC2C9448F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83AC05-5C3A-4991-BD44-546D6BF70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5B22F6-3215-41CA-8C9A-54775AE57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BB7F0A-6F0C-453B-BE38-2FD3BA815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12E07A-2821-4009-93F9-10C22DB0A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place-value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185552-E7B9-4B55-BDBE-019FC0EBE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number rounds to 4,000,000 to the nearest million. Give the smallest possible whole number.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BB1251-76E6-47D5-A964-0B7F3E4DF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FD3673-81E5-468E-8655-840D093EE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435717-B23C-44F0-8926-490CFDC2C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3,500,000.</a:t>
            </a:r>
          </a:p>
        </p:txBody>
      </p:sp>
    </p:spTree>
    <p:extLst>
      <p:ext uri="{BB962C8B-B14F-4D97-AF65-F5344CB8AC3E}">
        <p14:creationId xmlns:p14="http://schemas.microsoft.com/office/powerpoint/2010/main" val="207779816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7D7EC4-8950-436B-86F2-31846ABE3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342D6B-6494-4075-BA61-838A4D98A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335FE6-8492-4719-AEE0-0ED7B878F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EF2FEA-B5A6-4B95-9B5E-2B1221B75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141050-1B23-4280-82B9-59C8C17A1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FBB309-3201-4F3F-AC96-FA8F27500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772DE2-1DDE-4E3B-95D9-645FC237D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F26180-1D59-48B7-AE3A-B1DA23252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B5BFE7-A374-40DA-A981-207AD21DA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place-value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051B86-2BA9-487A-B7F4-144D66248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F7E2F3-A128-4ECB-9268-05678B6A4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89BE10-F7FF-46B9-BE9E-94FCB18EB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is 100,000 more than 6,945,120?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BDD464-34FD-4BA8-8DDF-483664729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F9EF39-EA67-49CD-AB8F-02900642E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5BA9E8-5064-45A6-B2FA-2B265B481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E369ED-8BC9-4487-A952-5F6E655A3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7,045,120.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643F19-E7EC-4AD8-B760-AA2E4D69F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107543-C98D-4938-B545-54D47D7CD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30414655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D3D2CB-8AB1-441F-8C50-1AA2530C0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B715E6-B2BE-4702-97EA-7D72AB90A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6F7869-F9C5-43AE-8A77-985DBBD8C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400D60-2BEC-46AB-B37B-49C6D9AAF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FF35DB-93DD-4659-B590-8ED1952D7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9F611F-0D19-4B1D-AA1C-754CF26CE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309048-85B8-440A-831F-5A74CB23F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C54DF1-14A1-4FD8-843C-422C61A3E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E89F6D-13CC-4D61-AC60-8ED81A996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place-value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A8F6B9-641D-46BF-A578-CE2F5E0F4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34ED6B-2D35-4FFD-A04A-ACECFC594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94AD80-1A01-412E-8DE2-8233B4FAA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ACDDB1-14A7-424D-9FC2-F3A814A60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is 100,000 more than 6,945,120?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291C24-38FB-4E45-906C-FB654BC95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9967A3-B571-4280-A04E-458E599B8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E6721A-0EEF-4E6B-A591-80DBBEC44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185FEA-017D-4BD8-ABDA-D6DF66B47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changes more than one digit when adding 100,000 to 6,945,120.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72B3A2-8388-4260-B290-E6A48A000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FE5264-BBDB-444A-8BFD-FD36CC08D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2D29B0-B94C-4C63-93F7-4D837D765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387F03-B88C-482D-A858-69FCF8041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C90CA97-B35F-476D-BEEF-B4D2EFFF4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09851262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2026-09-09T20:44:53.8700000Z</dcterms:created>
  <dcterms:modified xsi:type="dcterms:W3CDTF">2026-09-09T20:44:53.8700000Z</dcterms:modified>
</coreProperties>
</file>