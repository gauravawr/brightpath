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65518d9594641" /><Relationship Type="http://schemas.openxmlformats.org/officeDocument/2006/relationships/extended-properties" Target="/docProps/app.xml" Id="Rdc1e3f5f80644ebc" /><Relationship Type="http://schemas.openxmlformats.org/officeDocument/2006/relationships/officeDocument" Target="/ppt/presentation.xml" Id="R574d69ed6c28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e4e7bbcb44f55"/>
  </p:sldMasterIdLst>
  <p:notesMasterIdLst>
    <p:notesMasterId xmlns:r="http://schemas.openxmlformats.org/officeDocument/2006/relationships" r:id="Rc61bf65b895f4584"/>
  </p:notesMasterIdLst>
  <p:sldIdLst>
    <p:sldId xmlns:r="http://schemas.openxmlformats.org/officeDocument/2006/relationships" id="256" r:id="Re31436c989b84382"/>
    <p:sldId xmlns:r="http://schemas.openxmlformats.org/officeDocument/2006/relationships" id="257" r:id="R4aad27fe21614f62"/>
    <p:sldId xmlns:r="http://schemas.openxmlformats.org/officeDocument/2006/relationships" id="258" r:id="R5ac3922bdc164c2b"/>
    <p:sldId xmlns:r="http://schemas.openxmlformats.org/officeDocument/2006/relationships" id="259" r:id="R2dbf0676c78f4a1b"/>
    <p:sldId xmlns:r="http://schemas.openxmlformats.org/officeDocument/2006/relationships" id="260" r:id="Rb2c1bea54cc84382"/>
    <p:sldId xmlns:r="http://schemas.openxmlformats.org/officeDocument/2006/relationships" id="261" r:id="R27b3dabf7fd74a60"/>
    <p:sldId xmlns:r="http://schemas.openxmlformats.org/officeDocument/2006/relationships" id="262" r:id="R19183d3ee5be4027"/>
    <p:sldId xmlns:r="http://schemas.openxmlformats.org/officeDocument/2006/relationships" id="263" r:id="Rbc5250a8a0f74e82"/>
    <p:sldId xmlns:r="http://schemas.openxmlformats.org/officeDocument/2006/relationships" id="264" r:id="Ra9a9d7272bbc4797"/>
    <p:sldId xmlns:r="http://schemas.openxmlformats.org/officeDocument/2006/relationships" id="265" r:id="R526a144d0e674ad2"/>
    <p:sldId xmlns:r="http://schemas.openxmlformats.org/officeDocument/2006/relationships" id="266" r:id="Radd1b59178a1419c"/>
    <p:sldId xmlns:r="http://schemas.openxmlformats.org/officeDocument/2006/relationships" id="267" r:id="R63222002fb8747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4abe4ccd34cf7" /><Relationship Type="http://schemas.openxmlformats.org/officeDocument/2006/relationships/slideMaster" Target="/ppt/slideMasters/slideMaster1.xml" Id="R96de4e7bbcb44f55" /><Relationship Type="http://schemas.openxmlformats.org/officeDocument/2006/relationships/notesMaster" Target="/ppt/notesMasters/notesMaster1.xml" Id="Rc61bf65b895f4584" /><Relationship Type="http://schemas.openxmlformats.org/officeDocument/2006/relationships/presProps" Target="/ppt/presProps.xml" Id="R458926522f5d44d5" /><Relationship Type="http://schemas.openxmlformats.org/officeDocument/2006/relationships/tableStyles" Target="/ppt/tableStyles.xml" Id="R1e55a64074c346b3" /><Relationship Type="http://schemas.openxmlformats.org/officeDocument/2006/relationships/slide" Target="/ppt/slides/slide1.xml" Id="Re31436c989b84382" /><Relationship Type="http://schemas.openxmlformats.org/officeDocument/2006/relationships/slide" Target="/ppt/slides/slide2.xml" Id="R4aad27fe21614f62" /><Relationship Type="http://schemas.openxmlformats.org/officeDocument/2006/relationships/slide" Target="/ppt/slides/slide3.xml" Id="R5ac3922bdc164c2b" /><Relationship Type="http://schemas.openxmlformats.org/officeDocument/2006/relationships/slide" Target="/ppt/slides/slide4.xml" Id="R2dbf0676c78f4a1b" /><Relationship Type="http://schemas.openxmlformats.org/officeDocument/2006/relationships/slide" Target="/ppt/slides/slide5.xml" Id="Rb2c1bea54cc84382" /><Relationship Type="http://schemas.openxmlformats.org/officeDocument/2006/relationships/slide" Target="/ppt/slides/slide6.xml" Id="R27b3dabf7fd74a60" /><Relationship Type="http://schemas.openxmlformats.org/officeDocument/2006/relationships/slide" Target="/ppt/slides/slide7.xml" Id="R19183d3ee5be4027" /><Relationship Type="http://schemas.openxmlformats.org/officeDocument/2006/relationships/slide" Target="/ppt/slides/slide8.xml" Id="Rbc5250a8a0f74e82" /><Relationship Type="http://schemas.openxmlformats.org/officeDocument/2006/relationships/slide" Target="/ppt/slides/slide9.xml" Id="Ra9a9d7272bbc4797" /><Relationship Type="http://schemas.openxmlformats.org/officeDocument/2006/relationships/slide" Target="/ppt/slides/slide10.xml" Id="R526a144d0e674ad2" /><Relationship Type="http://schemas.openxmlformats.org/officeDocument/2006/relationships/slide" Target="/ppt/slides/slide11.xml" Id="Radd1b59178a1419c" /><Relationship Type="http://schemas.openxmlformats.org/officeDocument/2006/relationships/slide" Target="/ppt/slides/slide12.xml" Id="R63222002fb87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80edeb75e8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c80cafe724db4" /><Relationship Type="http://schemas.openxmlformats.org/officeDocument/2006/relationships/notesMaster" Target="/ppt/notesMasters/notesMaster1.xml" Id="Rcd985bbb47fc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b2f40d1d940b3" /><Relationship Type="http://schemas.openxmlformats.org/officeDocument/2006/relationships/notesMaster" Target="/ppt/notesMasters/notesMaster1.xml" Id="R9a209b6796ae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585805b114164" /><Relationship Type="http://schemas.openxmlformats.org/officeDocument/2006/relationships/notesMaster" Target="/ppt/notesMasters/notesMaster1.xml" Id="R887706ebb682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19e791eb7440a" /><Relationship Type="http://schemas.openxmlformats.org/officeDocument/2006/relationships/notesMaster" Target="/ppt/notesMasters/notesMaster1.xml" Id="R5381f3945e63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0eea2b54a543f1" /><Relationship Type="http://schemas.openxmlformats.org/officeDocument/2006/relationships/notesMaster" Target="/ppt/notesMasters/notesMaster1.xml" Id="Rf845f13ea363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0f827097eb4248" /><Relationship Type="http://schemas.openxmlformats.org/officeDocument/2006/relationships/notesMaster" Target="/ppt/notesMasters/notesMaster1.xml" Id="R1f03f13a2c0549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89e99628d64a79" /><Relationship Type="http://schemas.openxmlformats.org/officeDocument/2006/relationships/notesMaster" Target="/ppt/notesMasters/notesMaster1.xml" Id="R72f4373d1db8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e838a4d0144c7f" /><Relationship Type="http://schemas.openxmlformats.org/officeDocument/2006/relationships/notesMaster" Target="/ppt/notesMasters/notesMaster1.xml" Id="R90bce22f09ae4a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074391b0374926" /><Relationship Type="http://schemas.openxmlformats.org/officeDocument/2006/relationships/notesMaster" Target="/ppt/notesMasters/notesMaster1.xml" Id="R6c8c5697900c48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0b6bc4415e4959" /><Relationship Type="http://schemas.openxmlformats.org/officeDocument/2006/relationships/notesMaster" Target="/ppt/notesMasters/notesMaster1.xml" Id="R48a7116b6b404f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80650c9830460e" /><Relationship Type="http://schemas.openxmlformats.org/officeDocument/2006/relationships/notesMaster" Target="/ppt/notesMasters/notesMaster1.xml" Id="Ra5137616077a4e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dcbc246faf43ea" /><Relationship Type="http://schemas.openxmlformats.org/officeDocument/2006/relationships/notesMaster" Target="/ppt/notesMasters/notesMaster1.xml" Id="R373e18448ac3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 value chart to ten million, digit cards, number line crossing zero,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23 floors. | Read the number in three-digit periods from left to right. | Add one hundred-thousand and regroup only when needed. The answer is 7,045,120.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million, place value, digit, partition, compare, negative.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3,405,455.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23 floors.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Add one hundred-thousand and regroup only when needed. The answer is 7,045,120.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23 floors..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7,045,120..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3,500,000.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7,045,120.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7,045,120. | Add one hundred-thousand and regroup only when needed. The answer is 7,045,120.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9e602338146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294ea2949343e2" /><Relationship Type="http://schemas.openxmlformats.org/officeDocument/2006/relationships/slideLayout" Target="/ppt/slideLayouts/slideLayout1.xml" Id="Re5db5778cc74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b5778cc74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28087dc1943c1" /><Relationship Type="http://schemas.openxmlformats.org/officeDocument/2006/relationships/notesSlide" Target="/ppt/notesSlides/notesSlide1.xml" Id="Ra08da730f57941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1842eef564a74" /><Relationship Type="http://schemas.openxmlformats.org/officeDocument/2006/relationships/notesSlide" Target="/ppt/notesSlides/notesSlide2.xml" Id="R00cacf403d984a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8f1a9fada4975" /><Relationship Type="http://schemas.openxmlformats.org/officeDocument/2006/relationships/notesSlide" Target="/ppt/notesSlides/notesSlide3.xml" Id="Rdabd4a293500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5f83285a14f0b" /><Relationship Type="http://schemas.openxmlformats.org/officeDocument/2006/relationships/notesSlide" Target="/ppt/notesSlides/notesSlide4.xml" Id="Raef9a230959f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cff1a2164b79" /><Relationship Type="http://schemas.openxmlformats.org/officeDocument/2006/relationships/notesSlide" Target="/ppt/notesSlides/notesSlide5.xml" Id="R8ad6335c9a9642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55ab916e24451" /><Relationship Type="http://schemas.openxmlformats.org/officeDocument/2006/relationships/notesSlide" Target="/ppt/notesSlides/notesSlide6.xml" Id="R133daf709249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35c15fe1d4894" /><Relationship Type="http://schemas.openxmlformats.org/officeDocument/2006/relationships/image" Target="/ppt/media/image.png" Id="R5399250bae674626" /><Relationship Type="http://schemas.openxmlformats.org/officeDocument/2006/relationships/notesSlide" Target="/ppt/notesSlides/notesSlide7.xml" Id="Rc09ab2eb940d42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52e6203464917" /><Relationship Type="http://schemas.openxmlformats.org/officeDocument/2006/relationships/notesSlide" Target="/ppt/notesSlides/notesSlide8.xml" Id="R0bed13fc97024c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5cbb92557472b" /><Relationship Type="http://schemas.openxmlformats.org/officeDocument/2006/relationships/notesSlide" Target="/ppt/notesSlides/notesSlide9.xml" Id="Rb631f29129ba47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54f2ee9b54a50" /><Relationship Type="http://schemas.openxmlformats.org/officeDocument/2006/relationships/notesSlide" Target="/ppt/notesSlides/notesSlide10.xml" Id="R61a9dffa72cb43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570a313db4778" /><Relationship Type="http://schemas.openxmlformats.org/officeDocument/2006/relationships/notesSlide" Target="/ppt/notesSlides/notesSlide11.xml" Id="Rb212a1a9dfd947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4bc64c35f4f8d" /><Relationship Type="http://schemas.openxmlformats.org/officeDocument/2006/relationships/notesSlide" Target="/ppt/notesSlides/notesSlide12.xml" Id="Reb28eea138bd45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82737-6FAF-4BCB-9FC9-56DCC31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8D37A-EB67-40A1-BDB7-33178A6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83D2-6D9D-4B90-8F15-AA6CEEB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8027A-D9C2-4B46-ABE1-6B25354A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78ECA-ADD8-42FA-99FE-246E797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BD789-FD00-4AF0-B86F-90E7533E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547F3-6542-4C86-925B-851A8FA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21530-6AC0-4766-B55D-5DDA1E54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02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and explain problems using large and negative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1895F-9740-48AC-94E7-DB34A15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B6975-746E-4153-A385-F73E78F5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 value chart to ten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09D12-DB2C-46C7-A8BB-8BB985CA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67122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5F743-44DA-4D05-A030-A70B8806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03C0D-9351-4D3F-B336-3EF00C3A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B69DE-2C17-43F5-8A82-619951FD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B3EEA-DC57-45E2-8D84-08CDEE4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F4603-2120-4915-ADDE-609DFC4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4010-F358-4C26-8B9E-87DF9EF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235F2-61A4-415D-BE65-F4387778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7346E-C227-47F5-BA16-DBA73CCF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6ACAE-C811-489F-915B-B732117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F423C-F7B3-4351-90B9-7C35D24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23B39-CF1D-4780-B837-8619506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5FACE-D774-4EF5-9AD2-C245ACD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C3529-BBCE-4F4B-ACDD-F2C5105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order and compare numbers to 1,000,000 and use negative numbers in familiar contexts.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FEF81-5302-4148-9E23-67BF445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2E199-93A6-4EA5-9812-5FCB1317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C416E-CE3B-46EF-AA64-6F463613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51B08-C55D-4257-AEBD-F0757DD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lift moves from level -5 to level 18. How many floors does it travel?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96943-3EEE-4960-B21D-265905A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A20C1-7166-4229-9699-770FCDCE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2DE59-2EE6-44F7-9A94-D6EAF8F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38768-C938-4550-9FE6-7CBFA95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city has 3,804,215 people. Another has 398,760 fewer. What is the second population?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DE90A-BDCD-45F4-B747-D468C28A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064297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3C36F-1A4D-4E98-A331-8B0FBB3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F8ED5-1DF9-4029-82F2-6F04414F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814B8-262F-4A7C-BC2A-95BA12E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B3006-1BED-4E87-8F6E-8902EDA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CAE9F-CBFA-40EB-A3BB-135E663A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9089B-31C2-436A-A916-5ABBEBC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C6F18-602B-4AE3-9581-D58D4CC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A83DC-CC3D-4F1A-A86D-172BC16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851C7-7E1F-4C91-8748-21B8945B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78959-2958-44B6-8336-152383CA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and explain problems using large and negative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8E30B-7453-4535-96A5-14D4215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3C212-2766-49D7-9B15-7C585AE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number in three-digit periods from left to right.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46F1-FE0D-49ED-8719-04DA1FB2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Record each digit in the correct place-value column.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5197A-E459-49CF-A5C4-DC9ECEBF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value of every zero and compare from the greatest place.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064E0-85AA-4219-9134-166E2AA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million  |  place value  |  digit  |  partition  |  compare  |  negative</a:t>
            </a:r>
          </a:p>
        </p:txBody>
      </p:sp>
    </p:spTree>
    <p:extLst>
      <p:ext uri="{BB962C8B-B14F-4D97-AF65-F5344CB8AC3E}">
        <p14:creationId xmlns:p14="http://schemas.microsoft.com/office/powerpoint/2010/main" val="19226159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19B84-AC71-4C43-90B4-DDDCADBD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ED194-7064-4536-B278-72B682B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AB894-8811-4922-A527-D728348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CF628-F497-4F8A-BFA9-55AC7457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94EB-E88A-4D1B-BA17-A6D4ABB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6AAE5-4AEE-4FCC-AC1B-DD2D15C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B008A-0F2A-4239-A8AC-68449F35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35392-1270-4597-8600-9A7DDE40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C0358-184C-4D98-BDE9-E499354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608CF-488E-4456-9682-B08AD71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city has 3,804,215 people. Another has 398,760 fewer. What is the second population?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FF867-BCC8-4F37-8E46-2ECFD87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3CF18-220D-4D10-8C02-1B80F78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8967A-AD76-4C42-8B21-7820BA1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3,804,215 - 398,760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95AE0-A289-4AE6-AE39-24B18C9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7D840-0421-45CB-82BC-B9FD8B0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8BCFA-591E-4EC3-ADA6-4F7E2E0C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3,804,215 - 400,000 = 3,404,215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DF3C7-F529-48F6-9DB1-3B05E37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96BE0-61C4-4A12-A2C1-9DCB650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20410-0BB9-4594-84DF-6DFF0F4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398,760 is 1,240 less than 400,000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4F320-57DE-466F-BCFB-8B3AA77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DB2FE-B9E3-4637-8C24-4BC78EF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F8FE4-CB54-4D26-B104-AB6BF3EE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3,404,215 + 1,240 = 3,405,455</a:t>
            </a:r>
          </a:p>
        </p:txBody>
      </p:sp>
    </p:spTree>
    <p:extLst>
      <p:ext uri="{BB962C8B-B14F-4D97-AF65-F5344CB8AC3E}">
        <p14:creationId xmlns:p14="http://schemas.microsoft.com/office/powerpoint/2010/main" val="11986038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9DA34-9A98-4968-846A-565B892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C4FA1-0DC4-4519-ABE7-03FF1A2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CB00-7A5A-4AA7-B802-DC256636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D2979-FEB0-4DED-B426-00117BE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ACD5F-4E0C-4B4D-A54E-403816CB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7380-FA43-4B8D-8FFE-6A37CB5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F597F-6F9B-42A3-AB8D-8C386F87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83059-B786-4B00-8A75-12672D72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79202-7EAA-4A5D-BE08-23A41F9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092E1-244A-489F-8167-5288BC9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2D983-185B-481F-95E7-A83BD58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3,405,455.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359CE-A00B-45EB-9970-FC5DA0A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57AF-B50F-4FF5-8CF8-823B1D55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value of every zero and compare from the greatest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50B18-44CE-4BDF-A1EB-836AD17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8561158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B241D-A84B-4BE1-B758-283C8EF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A5BC6-D90B-4C8A-83D1-1501B01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11050-B756-4381-A627-ABF511E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6860-0E11-4480-9FFF-22D5E70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30160-BC85-4A82-9170-B3F2615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0EA0B-88A9-40CB-B22F-6D6FCEF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0C782-30B3-49C8-A9C3-37D889B9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24E9-D28E-412C-A0FD-5D40EB4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033F1-B410-4B32-8D0F-B47C1CF5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9149A-2022-49E3-8A59-1E98ADA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lift moves from level -5 to level 18. How many floors does it travel?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79EA9-2B6C-4E35-8B1D-0366DA7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F1AA4-F70B-4930-BAE9-A4D9317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D2021-9CCF-4BC9-8058-84CD7AB6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5C055-F116-4498-B04B-3FEBFAE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AF9C0-CD7B-4976-983B-1871925A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23 floors.</a:t>
            </a:r>
          </a:p>
        </p:txBody>
      </p:sp>
    </p:spTree>
    <p:extLst>
      <p:ext uri="{BB962C8B-B14F-4D97-AF65-F5344CB8AC3E}">
        <p14:creationId xmlns:p14="http://schemas.microsoft.com/office/powerpoint/2010/main" val="3490202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02C6-E16D-4DFD-8044-29A558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B7BDC-4AB2-4407-94E1-4A85D11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942F8-6A4B-406A-956A-CECE1AD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15417-334A-4EE6-8820-C2BBA94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44FE5-ECEC-4570-AE97-E4281CE5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147AA-5DCB-4C8A-BA49-E4DF9C61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D69BA-85E6-4D6C-AC61-1B544015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151CC-47C2-4032-A6AD-13930F37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13A36-765B-4B06-A2A4-D932D712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9250bae674626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03A42-E19D-42C5-A1A2-26488D7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CF06A-06D6-44A0-8747-66BC613B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more than one digit when adding 100,000 to 6,945,120.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4D33C-F867-4DEE-8802-54EE6EA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A3E4-3D66-4AC1-8463-0227E3B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0AC08-B79C-4204-B176-DE16EF7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Add one hundred-thousand and regroup only when needed. The answer is 7,045,120.</a:t>
            </a:r>
          </a:p>
        </p:txBody>
      </p:sp>
    </p:spTree>
    <p:extLst>
      <p:ext uri="{BB962C8B-B14F-4D97-AF65-F5344CB8AC3E}">
        <p14:creationId xmlns:p14="http://schemas.microsoft.com/office/powerpoint/2010/main" val="7195624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FDF52-6B8A-49B5-96A6-25D765C1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303F4-8F53-424D-B023-B48511DC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8F530-0045-48C5-97C4-945D6A17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50714-680A-410C-8D82-1E6C3A8A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496A2-D573-45D6-8434-08A0E915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3EE8-5B95-4BF2-816F-2C4BD03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976DD-699E-44E1-9F64-E670D89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3F563-5070-42F5-AD62-57EE21C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9E2E3-14CA-4FDD-BB0E-460D65C1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1C1CB-A0AA-4EA5-B35D-28A7F46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A57A3-A61B-4199-AA5F-6CF63BB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45CC1-2056-4A57-8D29-F8C0CBC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F6CDE-8872-407D-BEEC-B814C72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lift moves from level -5 to level 18. How many floors does it travel?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F66A2-2DC6-446B-81F4-7F735F42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16847-DD27-4122-9BB9-AA70F8E2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18D51-DD33-414C-B7D6-677C70F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4C420-ADC2-4B27-B8B1-BAF3770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5F27A-3C90-45CC-AEA0-AA6A9DD6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22B4E-2679-4963-B687-389F518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7A1D8-CD5D-4941-8E21-0635AF07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58E94-48E1-4170-9C95-1F3EBC5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23 floors.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C224F-6919-4FDC-BC87-107B2C82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199786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C96D1-8C9C-4CC8-9809-1E7698E2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EC87D-175B-41BF-BA6F-E355E84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484C9-1EFA-4FD4-8F91-A506589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CE741-ACE5-48F0-A32F-DF416F55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E9E4E-09F1-4562-9AB4-6BA2EA39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461DE-8E1E-4A47-9B6E-846E8DF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BE387-A887-4FA9-8CED-497038B0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44BB8-F5A5-4A62-8EF8-EE3134A4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801DB-445B-4E9E-9C15-9DF2A73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1407A-77F2-4C40-828E-EAEEA183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B11D3-A55F-4ACD-81ED-810C5248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4B440-5B84-47F0-AABD-AFD561E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84FB6-33D1-47C6-B4C6-E01BCB6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100,000 more than 6,945,120?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00BF3-CD9C-4417-91A7-4BCFB077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66F7C-C358-44B5-82ED-00D94AD1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29742-D531-4BE8-8062-1C89950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14B37-F709-4E4A-8152-086A47D7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2A341-3788-4CD0-9281-66FE802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867C6-B5AF-49A0-895A-163F13A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3D7D0-54B1-47BB-92B3-E5B2F91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E1494-B367-4FCE-9B96-6D0ADF7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3415758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B9578-E6FE-4856-B29D-0FEA3827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49D46-A4E6-4D01-896C-4F72A4C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F4275-58B0-43BC-AD7D-4B297506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0644C-20C6-4236-976C-0F0CEB9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EC3B9-2869-4A66-AACA-EA181CD9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7B3B3-4AE7-499D-B6D4-9D3F118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2D80E-A992-4900-8F31-6DF75CC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26617-5B8F-4932-8820-194D8D4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2EC4E-6E56-4C11-97B5-5F66208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82A38-C973-47B7-A987-756FF1B5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number rounds to 4,000,000 to the nearest million. Give the smallest possible whole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45920-C28F-4175-8B98-5F3997A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6C13-5FF6-4F6A-9077-47E20979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DD144-00C6-497D-B964-0C213CD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3,500,000.</a:t>
            </a:r>
          </a:p>
        </p:txBody>
      </p:sp>
    </p:spTree>
    <p:extLst>
      <p:ext uri="{BB962C8B-B14F-4D97-AF65-F5344CB8AC3E}">
        <p14:creationId xmlns:p14="http://schemas.microsoft.com/office/powerpoint/2010/main" val="2800299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37E92-6946-4402-9424-075F0CA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AAC65-7570-4E4D-8067-E7920D28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320B-5762-4053-BAC2-0A4FE04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99CB-F73B-4722-85F7-EF89102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163ED-F7FC-48FC-9969-2C9C7CA6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56CDD-06D9-4766-9F25-7B654AE5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32FAC-AF4A-4297-A0F3-01B9FAA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D67CC-E162-486A-8A12-CE46143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234E9-F4F0-47A5-A68E-00448B2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FCBB8-6797-457A-896F-CC764F78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6C9E5-BE3C-418D-8527-BD19D7F4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262A3-399F-483D-8695-001846B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100,000 more than 6,945,120?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08E41-CBEA-4B5C-84B4-015C2E87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FD200-6993-42F0-978E-D0D2E61E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C7822-4CC8-4DD7-9A0C-4CB5E39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F12ED-0A11-4CAC-8023-7726538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7,045,120.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9E6E2-7F28-4538-8C1D-F5060715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FF128-810D-4C32-BD40-541EBAD7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341432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875AF-0DEF-4F93-8481-D650A5D4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BF820-13CD-4B0E-A3E2-FF2B869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B4C0E-FC88-4803-9586-16B9C0D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85FBD-F89A-48BF-9BA7-8483639D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FA0AE-494A-4EF7-AA41-392382C2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3F090-B07C-4268-89D0-8028461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19159-DB74-47CF-98F8-BD70CA4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1A525-CCD9-4BA8-9708-1A1C5048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5B88C-6B1E-40ED-9D77-2A09BCA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place-value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13AFA-66F6-4F77-AFD0-CDCE6BCE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4E58A-D83F-4077-A283-77FD2AA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A72EB-B34A-43D2-BD32-742A0B3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F5251-499D-4E27-A8BD-D3769447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100,000 more than 6,945,120?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94B1A-B778-4F9E-B411-1122090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B6F32-6E25-4856-8A1A-BE6076E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163CC-EF8E-44CA-8FB4-39E764A9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2E276-7610-421D-94E9-6497B5D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more than one digit when adding 100,000 to 6,945,120.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37571-F06E-41C1-BA26-FA06024A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2D07F-A993-40EE-9804-E4199AC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A0D8C-E2FD-487E-BED7-1AE91486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32420-D8EB-40D2-A823-806D9577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9257A-9B2E-44DC-8E18-7E1564B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626930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2026-09-09T22:13:31.3970000Z</dcterms:created>
  <dcterms:modified xsi:type="dcterms:W3CDTF">2026-09-09T22:13:31.3970000Z</dcterms:modified>
</coreProperties>
</file>