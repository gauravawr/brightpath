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23 floors. | Read the number in three-digit periods from left to right. | Add one hundred-thousand and regroup only when needed. The answer is 7,045,120.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city has 3,804,215 people. Another has 398,760 fewer. What is the second population? Answer: 3,405,455.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23 floors.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Add one hundred-thousand and regroup only when needed. The answer is 7,045,120.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23 floors..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7,045,120..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7,045,120.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7,045,120. | Add one hundred-thousand and regroup only when needed. The answer is 7,045,120.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671067-DEFD-411E-9985-F42C8569D7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2C4C17-908B-4E2D-A333-1C4B0EFAAE7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099CD7-C696-4A0C-B4A3-5B0BBDE49DF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C73D43-525A-4E00-87A8-8F863BA7345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44EF3C-BBA1-41CE-AE2D-42AB63BA7443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879C9D-ECE6-4B10-BED4-3F09CC21A92A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01AB32-2AD5-4753-B136-81837C4564C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3D70C0-3895-4A3E-A641-215BAC3859D4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202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problems using large and negative numbers.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4ABD28-F376-4A96-A2E6-B12D97E87C9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0ACF2-2C85-47AA-9950-75D41427541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9E0A3D-A4C6-49E1-ADBD-ACC837A940F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97906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D8B049D-C927-41DA-8EF9-2A975E7352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1886A2-9C97-4343-8634-87D1C0D96DF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2A159E7-A852-4772-8FEF-2D1F7EBF82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1C28B9-1421-4527-8160-695C3111B4A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9580E8-C122-4B7A-B9B9-DB5888E3F17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93851-BE56-4AA7-8750-D9C9A9F9279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BD4102-349C-4515-90E0-95EEF73840F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49C193-45FC-466D-8386-4EDA43353E6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7D267E-E3DB-4F65-BE82-99A444B019D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6AD92DE-1F69-4416-A3FE-A4A4E637D92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89376B-C329-4234-9E56-A99CEB9E9EE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D70CE3-EE69-4F0E-B7F1-F8D05AF9991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4D629B-9149-4922-9C24-C35F8E6AFBB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2E87681-F8F3-4348-8494-CC1EE67BC56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4E69A99-FAE4-4A78-ABA5-2D843103C65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188F5B-B5F0-4ABE-8AAB-3F9C47B5E76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5E50CD-588E-4D13-8613-C36E138A081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FE00465-4B9E-4EAB-A049-BCE4200E3BB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9526B2-D4CF-4633-BD6B-B163BFF1772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AE083F-E716-469F-B045-71773AFEB0E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C8C9DF-00A9-4DBF-AC95-AE84DB0BE8C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city has 3,804,215 people. Another has 398,760 fewer. What is the second population?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F34F6C-12C1-4E12-961B-6216822B4A9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49754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0770B6D-CFDF-410F-A646-ECC552FB61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A917F1-606E-44E2-BC68-4CC37B5243D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9B60A5A-9410-4173-B176-28F9603188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B4F5A1-14D5-493F-835D-76EB4BFF281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4C1E36-C622-4E7D-A8F9-A77BE00256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2C57BD-61F6-4732-8010-6B62D2A2FF3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843B69-B806-454B-8E54-EFDD59C20F3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CEEBDB-4071-4200-8597-054CF9BB535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BA7859-5B58-4DDC-B06F-87B4E21C80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196A93-6FE3-4C73-BE1B-FE70CF160A7A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problems using large and negative numbers.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1954C2-316A-424E-97E0-23F0AA32D76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67CF3B-0C24-499E-933D-EFF6733A8EC8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7F8D1D-60A9-4ADD-919F-F33DCBDAC6B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220926-B9AE-4A1F-94C1-EC561E35166A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F25475-29FE-4340-9A14-F766705E6990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231836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296C15F-2459-4EBC-B0F0-FE11D08D87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6D1DBE-B0CD-429D-AFAD-E4FEB995CC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E0B5138-6153-4896-87F4-81738E9D49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F7AC3E-BA7C-40F4-95F6-6A6FBEAD503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7CE0C-7A79-487C-B252-F741D33DF53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EFF813-D8F7-40DA-9281-FC97426193E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3BAC77-FDA0-4D0F-BA92-80D00F981B0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7AA1BF-FAA3-404E-9E03-AC265540CA5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387A06-1195-4588-8EA9-3A3E57C0E1A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D80485-AA65-4558-B20B-48692AB3D3F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city has 3,804,215 people. Another has 398,760 fewer. What is the second population?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4DD1B1-2A9B-4C2B-8727-280FB2E3C72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FF378E8-06DB-43C0-9D9A-62AE4612C28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0BE7D7-B83B-4465-9173-34CE5465E4C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30FC2F-A87D-4404-8FDE-694A84968F6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587DF4-365D-4654-BE4F-30A946611C4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E2AC0EC-D3E5-474B-8A97-3CD31FF0AFA6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72E99B-C11A-439D-8E6A-01B84B39C11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5331D80-AD0E-4CA4-B286-25741386B0B7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267314-E497-4C56-BA74-995D71FCA5D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D3F74B1-D192-41B8-ADB6-3A61ED795EA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210FF4-63A5-472F-9197-ADB73BB1217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9D7C35-2C12-494F-8109-55529226CE9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2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7D90DAF-E41B-4928-AE27-D4CA9CE857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25DA42-D0F1-404E-9ADF-0D9EE8BB337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26A81B7-8895-4AFD-B943-BD034622EC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03B01C-738D-4AA3-9B63-9C74DC8F3CA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DABBFA-58B1-4ED6-A777-491B9F9ECD7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F51BD4-8079-4947-AF2E-D529036022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34C7F7-99A3-4721-B71D-80235E86AFF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3BE503-1901-459C-B9FB-933F4DBD33F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5BCEC2-22B3-4778-ABA3-638E75E96D3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3A7C2C-1BD8-4C87-8ACA-2CB185E0715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DB861D-2B06-4436-B9A1-C32A64604F40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3,405,455.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818757-62BD-44F1-9062-FF375C47113A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EF4FA5-1943-4D49-8A30-E359CECF8368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782D6C-F4C7-40DD-AB37-7376DA7E370F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141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F73AF47-D321-4A17-A51D-1CE864E8B0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452C00-F253-454D-91E2-3753412006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D3008B6-3459-4C3D-B03D-3791EC5307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9BFE0-D9C3-4B23-82B4-B909A8E981A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78600B-36E6-4D5A-BF36-43931346B4B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8CA5DC-88DF-41DD-A49F-0FC3728DE63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A004B6-F62A-4A2B-9A90-50416915C0D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27723A-C527-4CBB-A9E4-1FEF85228D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91F99E-57A0-41A9-B7C0-40F8215B206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431D4C-5173-43B3-A798-35BF4C57C91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159EE9-9AD6-4B5E-AF8A-6699AFE7E62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46F657-1F9F-4EF7-9B44-DF81E77D87C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D85243-0951-4777-AE24-43DD7A1E47C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07785B-966A-4B9E-BC4B-406FD36A0E2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254A5C-C25B-4D64-AE9F-D10044AE5AAD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23 floors.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554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DC90FFD-9FCB-4E78-ACCA-3CC28287A8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63DF4D-FEE5-499A-A215-BAAD4AD81F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A80E08-E138-41D8-8882-5F9C74D067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693142-0369-435A-B2C5-3272B65C6F3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30E95-B676-4CD0-9176-BE42F98B684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390560-7A2C-4071-9561-D180F1BBBF5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53CB1A-4CB7-450E-83D4-A14A15C7E2D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673F44-8C3B-415C-85A3-C1737D50F46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9A34B5-2418-42C6-8093-D5494266A02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C4B9915-E2C3-437C-AC48-C080FCBAD9C8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5EDC58-2E44-4639-B083-848AF1DC5CCE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more than one digit when adding 100,000 to 6,945,120.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8A9F55-9205-4F44-A083-1F79A4F3CF30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FE49F-5677-4D2B-AF15-4AE9272FAA0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D67E78-F009-42E0-B3FB-009C35E9597D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one hundred-thousand and regroup only when needed. The answer is 7,045,120.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262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D50EB50-1885-4253-A067-8893013F65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695CD4-52A9-4376-B913-126AA231C3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C11299F-103F-4E78-A5D0-9B099A5A96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1FEB7C-0BC5-4400-9E92-0BA29357548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EBB3AE-B36D-44CE-8529-8FA40E2FA14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9810A8-3094-433B-8B73-5298F1B03B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7632A9-F790-4273-A853-6FB6DE1577E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4207E0-2374-40E2-AF49-349740ECFBA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AF0113-E591-4D6F-924F-31CDF44E8B4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3B03420-0B2A-4F23-A65A-18872720B2D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52E1E19-6926-47C3-A14F-E3E434068BB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08D1D0-74EF-48F0-939F-FA3BF1220A7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2099CC-1ACD-40FA-AFD3-BE389333688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B753636-5BAF-43FB-904E-32DD3CA436B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E99501D-1C10-4AB2-9FC8-1A29AA56993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4A9C199-2646-4128-8F1B-C58ABF8AD48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31BA7B-8BE4-4A6F-9585-ED0748C1EF6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BCCF06E-D070-4818-A0F3-6A0F488B80B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2243FC8-33D6-4945-89A8-56088969688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3B5F42-33D4-48AE-AC2C-B6EAB223758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FD98C6-CE35-41B9-91EB-2FBB22C061D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23 floors.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F0AC01-9E6F-46F7-AAB1-6C901B11FC9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5139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2348DDE-3614-43C6-85ED-1928E2F6AD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89E423-E875-4354-96E4-37CCEF2B6C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8C98DA-B1D8-4790-A19E-BA463097A4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57E235-12CF-40EE-BAE8-E3CC6C064C3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D2C4FA-9B89-49F1-84FB-4E35D226C11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8399E5-95DF-4A78-BAC7-FD17D60329D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AD060-597A-48E6-85EA-DA0A3C53A74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063C2B-FBDE-40DA-96E3-6FA91B26AC2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78E895-849C-47C2-B473-A5EC07CACDE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E66BDEF-04DF-454D-8529-FA7C9B077F7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BE49C01-8BFC-432D-AADE-E6CAB64A83E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CE077F-A12B-49DA-A573-E4079C13B44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739569-A93F-4ED8-A79F-F0C1FA4EF0D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E6474E2-6DFE-4769-BF04-2358FEB6D81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FCC83BC-4A76-4F78-B707-7B99790C7DA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2F8FCC-A3F5-48B3-89AF-0CADE655439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7A88BD-13F1-4F1B-B8A4-5AFB850D102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F4D12F-3620-47A1-BCF7-E69CFBB4632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7F01649-39C6-4069-876B-5F94F342732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7A3012C-8CA8-4D01-909E-CE11B21BAB9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34B4F3-BE14-4342-B9A3-957CF435264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7146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FE2CB17-7072-4E68-8F55-F556FE26D4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25EDEF-B33B-40C2-9DF9-0075EF2C182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AEBCDD-D2FB-4362-965C-BDA1D55C1C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9FE14C-402B-4B43-8723-9BDD2E1E1A7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C32504-F048-4FCF-9B9F-E52F3420C24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AE712-3288-4FD8-8368-C33E4A72EA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428EE1-3719-40DB-855E-27C95143BFA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803CF4-BE4B-4B35-8A42-81B3F9486FB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9F3F7B-D0C2-4546-8F99-487824A6B4F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D5F429-1C2F-450E-A2E1-03792E91EAF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4,000,000 to the nearest million. Give the smallest possible whole number.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4C88BC-0E25-44BD-8CC4-C72BA1D0E5F2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6B2325-27C2-4EE2-853D-651F19D0A0A5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2ECB42-8256-4AAF-B469-5C91F4F77CF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3,500,000.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387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DBBF876-FAB3-4AE3-8BF0-662A854DD9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DAA45E-B126-4CFF-88D8-F75006E366E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929C76-8D19-4167-A2C5-54BF094C24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276DB6-4FC4-4A5E-BD63-8FA3772C583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A4915-AB34-463D-9600-23C49C5194E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209352-253B-4D34-A547-78482043048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192044-E4A4-47E4-B687-703E22AA8B5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5B884C-7B4D-46DA-AC50-E508B5FD89E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747803-D9C5-4928-A8F4-620607D9E23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2F2533-B9F7-4BE7-8218-DDA1AA683DA2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BC041D1-ACBE-4971-A4F3-F7F7D401CD80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9C3AA7-F25D-41BC-8D32-A50D63597B25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03ED05-D1DE-465A-9421-9598E1BE1707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1B1A31-3F04-4632-A820-2877C0DA28C7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25A2D6-0669-4543-9C9F-3B37013DF04F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34BFCA-2C02-433F-A41F-54011B77CD1B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7,045,120.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D98F574-0493-4D53-BD97-20894BEB818B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C32DC6-C954-44AB-A98F-A13F66D8A670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2516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6B8C27-36C2-4E3D-B0EE-DABCBB6E57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3F83E0-A35D-4EB9-9A7E-A2178A3F8D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0113CD-57DC-4420-BDFD-1B471C471D1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BAF3FE-2F1E-4317-80CF-D7E8D2CAB76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B524B6-3BF3-47AF-89D0-ED917C2032A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61D1EB-685B-4EDA-9085-5748779D9B2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B07E4F-84F7-401B-9432-57EB22C7F1B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359105-72FE-4CF5-91E6-1EE803F17CA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48C62-3D02-4500-BCB6-2C5EA8E9BC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0F26E6E-6FC6-4A05-A7EF-EEB37C09120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C277D1F-9861-47BC-8878-34B8417D863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8DE732-E1DE-4DB5-A82D-D48863DA0C1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366287-6CD5-4A11-9518-0DA484A2258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C4C3DD-7DC0-4637-86D5-1FABEFD5A08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E0C2ED7-0D8A-4433-971F-2052380B3E2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A6085A-9315-4254-A911-147F6DA7E0F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124CB4-0831-44CC-A9C8-3E91DD1194A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more than one digit when adding 100,000 to 6,945,120.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E06C8A8-E8D5-4967-AC93-79640A5DB6E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81C8B94-E79F-4AB7-9740-3B72886E8CC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C85B5C9-ACA2-4E39-BB24-7A1FF18CE1F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DDC647-95B8-43EB-87F4-B2D50B69EC0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037FF4-040B-4609-8748-4E4603E7E6F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2958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1171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2026-09-09T10:55:49Z</dcterms:created>
  <dcterms:modified xsi:type="dcterms:W3CDTF">2026-09-09T10:59:50Z</dcterms:modified>
</cp:coreProperties>
</file>