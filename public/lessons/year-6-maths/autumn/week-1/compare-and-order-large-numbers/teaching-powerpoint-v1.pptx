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7,045,900, 7,405,090, 7,450,009. | Read the number in three-digit periods from left to right. | Compare from the greatest place value on the left and stop at the first different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Compare 5,906,120 and 5,960,102. Answer: 5,906,120 &lt; 5,960,102.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7,045,900, 7,405,090, 7,450,009.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Compare from the greatest place value on the left and stop at the first different digit.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7,045,900, 7,405,090, 7,450,009..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9,099,999 &lt; 9,100,001..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Any integer from 6,800,000 to 6,800,009, for example 6,800,004.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Order 7,405,090, 7,450,009 and 7,045,900 from least to greatest. Expected: Insert &lt;, &gt; or =: 9,099,999 __ 9,100,001. Higher: Find a whole number that lies between 6,799,999 and 6,800,010.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9,099,999 &lt; 9,100,001. | Compare from the greatest place value on the left and stop at the first different digit.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1DED9D3-A953-4ED1-A7EB-D5B4537AC7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9B0B17-15BD-4FF9-BDD0-E736ADE75118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5993E30-B128-4C72-8164-53DFD4E682C8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D7C28B5-8FE0-4643-A85C-283DB1565453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1B578C-8E84-44DD-A4BC-E973F510025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32A0D2-1C9D-4527-90BB-D24AC2F11094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36061E1-B42D-4E4E-B26C-3D22A62206B8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0A582F-44B8-4972-B59A-F0E78110346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A03417-E2CB-42ED-AE89-03DFC2F678EC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order numbers up to 10,000,000.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5FCCEA-2C7E-4131-B811-916A1A68E114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F122AB-3366-4907-9071-9498C4F3707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CC4735-05CA-4682-8165-547548A3A588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793171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CCA1D29-57B6-43FD-B767-4D06EA2E02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06CF1B-F97B-4B3D-880E-0702070D6D0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D34C6C-E046-4D13-8265-B08913FD07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C23F46B-6F4C-4066-8323-FE35C272FFE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2CEC67-BA59-4014-A6AA-1222D6CAC4E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90189-5686-4DF2-B1C2-63D4E188AD2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34AADD-599E-4B1E-B7A7-A3E7678D4D6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EBC365-3746-4980-A25B-56E394BE706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C87DCD-4FD4-45B0-8609-F4C97786B68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0EA018-A482-47D5-8A63-6BB952A3FDF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941ED89-E19E-4F6B-A9F4-C18E6E0CC65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10F6325-C8C4-4773-AB40-6FEE048D2B1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52852E-E014-4083-A030-41CE9CA1F4B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E33E9F-76A2-464D-8D81-E3B215948875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913E37-4A9D-4EA8-9DC8-91AD2F29558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F17DE8B-6B65-42A4-A930-D4EF3CE379C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FBD463-9DD5-44E7-9610-8C845B21D6C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782186-3E55-48A0-8E21-D2BB4044833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782FCE-F069-4602-B828-A2BF623F9A3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8E0FAA-19CE-4B23-B8CC-70E70608D37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5EE4BEC-93E8-4066-BCD0-157186837D7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F98DF9-8B21-4ECA-BC3C-143321E491A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Compare 5,906,120 and 5,960,102.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D21433-DC10-4BD9-8A3E-AF453C487B3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45538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05FB75D-D6ED-4D1C-BE71-65DFD3ED19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320D1F-7A12-4824-9CC4-46B6E79108A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F047AD-563C-4459-8EB6-E7521DFCB9A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DC5FC5-83DB-4DEF-9D5D-41D0DE6F97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358F84-D28A-4A87-A02D-C29BFAD3938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40BF1F-DC77-4829-B904-6E96B69373A1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FBB745-59F8-407D-9DAA-9C377D041EC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583BD1-4ED6-4295-93B8-271D3349096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01B434-ED92-4493-B34E-41D3AE624A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3A3333-7D3E-4991-895E-136E763D94E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3C01D9-473C-49DB-A18E-0AA6DF90FFC5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and order numbers up to 10,000,000.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3D9E5F-6043-4F9B-9117-AE43DFF8636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EA8D53-CBD2-483D-B1BC-9CD03DDE730F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D81AC4-0523-4D12-9383-3A3276E9273B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FEAAB5-3DBA-49DE-8994-4815E4AF3F25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9AB321-1F8B-4F6C-9F2A-3C3D51CE97A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1842804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43612FB-4FB3-4D7F-8F23-C6581685D0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5E5DB8F-F0F6-4631-A0ED-38B474C737C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DBD9A5-F34F-4352-965C-64446AA2241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D61F4FF-D52C-4E0F-A5B4-03AAEC9D5A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9DB7E3-3DF3-49FE-859C-491555005EE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D251E8-B88A-4401-8BD1-5D691CBB461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E1D847-6B68-4C0F-9A93-71C6DFFAA42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22A2CA-3146-45AC-962D-D4528CAB89C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BC6BA-0CF9-4B3B-A899-127DE14A364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74E103-5BAA-486A-A6EA-A947CC4C4CD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2ECBA7-0458-474B-8BFB-A884525EFE7B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5,906,120 and 5,960,102.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52C123-A962-424C-8819-A46F32C3884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090372E-79C1-4255-B8AA-88F566E6DD63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D2BCDE-9680-4DFF-96B4-529567EF4D45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B6C66F-F966-4608-9F7E-92D74D3E4E35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7D9703-7D56-423E-8AAC-8AB89A7B0B9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B558A4-556D-454F-8BD9-5BFF7F7AEE7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D9F1B8-CBB6-4D2F-9FCB-A5DC58F11AF6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1DF872-25BD-4CBA-A1D9-6B4DA6BBC8B0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CE3B6A-0461-4071-80B5-528A91CD8C2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FAA9A7CD-551A-410E-9554-826B64ED96E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5E9F1F-925E-4F32-9D83-00373A507019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4871B08-6D1C-4C67-95D5-C5462D9C060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529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CFCF306-023A-4F31-B224-0DBE5E95BA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5C6BB0C-B3F0-4519-BC64-3AA1837F85D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138298-42DF-471F-B244-B49FF45E77C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761531-2ACF-47D1-8E12-47376901E9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1645EA-AB19-4354-8399-F8BFCE2F6CE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54411B-A76F-43EF-8FE4-88A5C72FEA7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9CFEA-7737-4B19-B581-8E9863896ED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C7396E-192E-4F60-9567-0044EE4D397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1C85C6-9524-4B72-9608-62D51A1DF3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4D8D12-783B-43CA-9C4F-313D519B296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435068-1112-42CE-BA9A-53DD74AF7955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503028-D5DB-4DD3-A318-00C90F94F974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5,906,120 &lt; 5,960,102.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7713A3-4C96-47AF-81F9-27C601A8921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884E2-435B-4830-8A7F-A83FEAD9CEE2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86A185-81CD-4731-BF42-F55DE29DF1A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66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3D942C3-BA44-47BF-A0B9-C087C35B52A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FA19AC-1A47-4A46-AB1F-055E256C678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3AF44-16E1-4282-B8F6-8296C2AF3AF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BAD93EC-5B81-49A5-8054-44C2B579159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B8FB71-DD60-4719-9FF2-38E1990A8AE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A0036E-F1F2-486E-86A8-157D4060B47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622661-2144-47FB-9751-5598A238203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EA57DE-BE59-4683-813B-2A0AB9913A9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657A94-0881-4DBF-8019-D78BFE412A5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1DDA96-1F8A-4D86-A220-5C657BFA7E9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36C4BDB-64F2-4703-8ADE-741A5249C79D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2E64871-AD0C-42D8-A9C9-30D30781C811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17E833-570E-4589-8748-068856C3D07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735BA7-8156-4E1D-B8AE-9F65D8BFAFE3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F5DF38-06FD-42DA-B84B-44340644CBA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2F3FFE-7AD8-4223-9FC9-2542FEA46478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7,045,900, 7,405,090, 7,450,009.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743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19F95C2-B683-49F0-B36D-AF99D9F51F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0711A4-A817-4BE0-94B8-4AAB36BFC75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969B1CC-9194-429D-8465-ED48DDCB6E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C7DEBC0-F16E-4E5E-8F84-0A441840CE5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279E177-94D5-4DA1-A50B-175A18FCD59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78F89A-190D-4892-B12F-B240A050B7B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191F0E-B725-4012-9314-4767E54690B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C962D7-953E-4A84-BB08-F84D33F15B6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E8385-B272-4486-98F7-55D64FD5FC8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4AB851-8319-4053-B8FC-D48168FC46A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D2E014E-ADB3-4803-AF29-50C0D2EAAA2A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384DD7-873C-4BB6-994F-509A77AC319A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the final digits first because they are on the right.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952DAF-A333-4635-9467-DA008A6C8BCB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5373A1-55DD-4A90-852E-D202B979936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C215FF-81CF-45DE-A961-6A0A9747F5E2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Compare from the greatest place value on the left and stop at the first different digit.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4947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351D228-953C-4C24-8159-315B740E92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E7F78AC-DF17-46EE-BA2A-E8C8C0E7691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FB0CC8-1773-4429-AC54-7C827F9E9B7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085B488-D86A-4ED4-84DC-2E4C5B10A9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715000-0DBE-4EF1-BFF5-A7DD7DACBA1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DED72A-F05C-4956-9CD3-65C654B2A7F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BE4F15-7204-4D0E-A068-9FE89173C50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AA8901-6ECF-445A-8573-7589E3C9A16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D4BAA1-AAF2-4DE2-BBD3-1847EA9B184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2CA9A7-BCB0-48DD-BF15-156E2094EF8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61DAB9-E669-41AF-B738-0C73FB17FC4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2ADCAF-6F40-45B8-81C1-8C33607A4BD6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B08758-CFB5-47C6-B8F0-2F85D1A15D7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65137B-5070-420A-B246-D3C2B5882EF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7,405,090, 7,450,009 and 7,045,900 from least to greatest.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BB5E59-64ED-4CB0-9C5C-D92E502EB1E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B722BD9-968E-411C-BAE2-56BCCB88870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7A1DD4-5395-434F-8747-9EFA66C18B58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B40A28-03D5-4CEC-B3DD-643FB2648C7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913ECEE-9EA6-47F7-B4F2-0C43BE8F88A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ACD9BFB-1AE1-47D5-8612-1C3E0D961B2C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342F61-922A-4303-8FB9-27EF491F83F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8205EC-72BD-4FCB-829F-2E3B1359229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7,045,900, 7,405,090, 7,450,009.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FDBC21-54B3-4BFD-8EAC-8D321AEA771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814294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B390EA5-4268-4AAF-B99E-49C097084A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DBC816-1C0E-49D8-82D3-8760B0E7FF4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B285C7-3E25-4708-AC1A-86652B7E60C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A03F5E-A0B1-4C34-94AA-D5F1073E46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46D1FA-9279-4523-877C-4206E6CEB21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404B11-9C76-4C21-A58F-2AEB8DF7071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D7C1AE-EAEF-4A88-9BA8-A7FA3891D4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D1448F-BE4A-41E6-89C0-799CDF54478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3CBDF5-22C2-4B0B-A7C8-17344CDA8EE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3C9444-8F9B-45AA-A7B5-72E400FC3C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A1C02B-EDE1-48CF-ADDF-9EC498621368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368898A-44B6-4897-8CB9-185B6334C78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B9F6AB-CD77-4C1A-9C48-F441CC8E22D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80F1FD6-1809-41DF-AA5D-1E7BB97BA292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5039624-52DB-47A0-BE9A-A8904F29E9C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A976B0D-1341-40AD-A3B5-0C921C9870E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515539-5E44-496B-BA64-794E1274AC3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CDFAD5-E3C4-410D-89AF-C486ADF1DED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7673461-FDA5-4884-8EC3-249B4BA683A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47B13F-85D0-4C82-892A-F1D0C0335D3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B704-8A6B-49D3-84F9-F5BE4ACEF9C7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D9CACA1-D562-4EDB-83C9-129D50080D8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57911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AB517F4-2D04-4B6D-973B-E76FB4FE8F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932331-CB79-4412-ABA7-9857EDBD085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277F5B-AD8B-4131-A5ED-CF032E35473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3E8A9B-2B57-455C-9CE6-B743B0F5C9A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50E92E7-501C-47C9-A68C-417D73EF23F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6CDF14-C159-48F7-9F07-1AC3A30C6E8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DE9A18-94F9-4D15-9F50-1B08242A50A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226BC3-EA5A-422A-87C3-48E60C5FC1C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51A7FF-0BC4-4BD3-A789-04BEF7D4B8F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39F179-F640-4C9C-AC3E-12775711427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23751F-FB9D-4DCF-A57D-34FC6F745DF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whole number that lies between 6,799,999 and 6,800,010.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B778B6-AD46-4CBE-9C55-871D393A498F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DAD9CC-4E88-4F24-88EF-AE28DB7CA24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143D5B-7B7A-43EC-88E5-F0B9CC1CE7B1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Any integer from 6,800,000 to 6,800,009, for example 6,800,004.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1283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82D28C0-AE1A-468F-A9D8-B87461DD79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AAA5373-AA4B-4B37-9548-0124EE72F9F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76EE42C-0C56-4BBA-974F-A44049BE057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A947BB6-DF07-4AF1-A966-BFD8A50C68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D06885-3DC2-4E32-9BAA-A5CEAE31FCB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546470-A385-48D2-A194-BBD77B426B4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4BF7A5-860B-49EC-AE43-9C7FFF57EE5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F549EA9-2939-4C4D-875A-9DA40819C27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6B9F24-69DD-40E7-997B-86189371E65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A862CF5-8828-4E0B-98BB-D95503D78A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69FD27-1688-475A-8601-53531AB4ECA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514739B-4AAA-414C-A271-8AE15401748B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C5102-074C-4D7D-88B3-5119677F81B9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D8FE74-61BA-4682-89F2-C0712778764C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F59678-1501-4CAC-9536-F703FF16C5D2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7E6E98-8727-41FF-87FA-B10A7C21406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19197C8-683A-45AB-A950-558350382681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620F58-294B-42BA-AE76-AAF135838BC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A4D04A-A70B-4FC0-A78F-8C04C68CA332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2266E2-5E9C-4729-8004-060BAF9CE4A4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582EC8-955B-4A4E-9CD0-3D94C9FD692A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31B4B90-C637-49CD-96C4-EB1F47C647A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75C0F84-616F-4550-A259-C93A45AC6651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4F14D33-9B26-4A52-85AC-956D495E2E6C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405DF0-C551-455E-8397-AB7DBA8F9418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F4C1C-C55D-4962-B914-648E05C85718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158495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0F2E292-DDC5-40C1-BBD2-0D08F08001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87C01F-9F4B-4336-ADC9-58A4AD10DA5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4EB657-2112-494A-93F3-B706EEC6E5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A378697-C8B2-4F37-8AB6-DDE7F787C4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85B5BD-75B4-4F13-B650-D297AC72044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B9D64E-C642-40D0-944B-B93406B6711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6C8751-F618-4897-A3AC-A7CCCD8987F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E6E188-038E-430A-8B8C-7A6FA6AEEFB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A28BDA-83CB-479A-954B-FF1E984CF13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39B61-EA85-4BB6-AF0B-CE395250130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and order large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40E27C3-BA7E-4EB5-8E7F-6181754D0D86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9A1806-C060-49E7-B515-1B6E8F4AF98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79B130-021B-4F01-A29B-79C79BDDF891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4A856F3-788F-4058-9B4D-4C396915BE2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Insert &lt;, &gt; or =: 9,099,999 __ 9,100,001.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D330B6C-E12B-4A23-AA37-37CD692C168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04C485C-8F17-4758-925C-321E90B1FC3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021CA15-2605-4F16-854D-05A01DF7128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BC682DD-27DE-4DE1-BCA1-082637685AC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the final digits first because they are on the right.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CFA885A-1137-4D5F-A946-E86036C4F7E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5494DFB-506A-46F4-9F01-0FD5E505D582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1D11AA-F526-4670-8A9E-7A34E4C492D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879C6EB-7D35-4B8A-B9BA-838145E690B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E0A9DB-7AD5-4E17-8CFB-E0060A47ECA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851208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1375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2026-09-08T22:34:15Z</dcterms:created>
  <dcterms:modified xsi:type="dcterms:W3CDTF">2026-09-08T22:40:17Z</dcterms:modified>
</cp:coreProperties>
</file>