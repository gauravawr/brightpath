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7,045,900, 7,405,090, 7,450,009. | Read the number in three-digit periods from left to right. | Compare from the greatest place value on the left and stop at the first different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Compare 5,906,120 and 5,960,102. Answer: 5,906,120 &lt; 5,960,102.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7,045,900, 7,405,090, 7,450,009.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Compare from the greatest place value on the left and stop at the first different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7,045,900, 7,405,090, 7,450,009..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9,099,999 &lt; 9,100,001..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Any integer from 6,800,000 to 6,800,009, for example 6,800,004.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9,099,999 &lt; 9,100,001.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9,099,999 &lt; 9,100,001. | Compare from the greatest place value on the left and stop at the first different digit.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A168912-DB0F-430F-957C-B3BC8DD1DF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24FCD2-1301-4A3F-BCC3-23D0FD2F5BA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3A23E58-828A-4A14-80B1-989DB2C8B6A9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36A4B1-CF21-4807-9A7A-86157FFB63FE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3D32C6-1483-4C43-804D-003EF051FD47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6F7E9F2-811D-44F8-8145-C1C7D4E41314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09C0B5-F2CE-4361-AF66-7D1C781A0F2F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2672B0-BEE7-4A5D-9911-04335428442C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order numbers up to 10,000,000.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F4FB28-A696-4FA9-9339-62829F3201F2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9E7B45-6066-43EF-83E6-3A7DE262AF1B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38D3FB-9EA3-42C5-AF88-C725245878B0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6504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B398C0A-A2B9-4942-BC4D-315B2BE493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3E397-50C5-4A2D-A1FF-58323CA4B5F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3D4C080-10C1-450B-A5E2-79FCEA0CC8A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BD43CB-CD2F-4C28-88E7-16C47065A47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BC44B5-338B-4C20-B9F0-DDE5B74BDA4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0E4996-B1EE-4B17-9602-403BBE3B6E1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194BA1-6CF0-4A34-B3A1-9DD2F6DE58E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258899-080A-488E-8E7A-25E57D0609B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934D3D-69BA-49BF-B7D0-06C90AEDD0A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67A91FE-A8FA-4E72-8A1A-F80E2B246E3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12F750C-5706-4686-8E2B-DC2D168AD99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863DCD-5C3E-4857-A1D6-6E893CE3314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5A36BE-1F61-4559-9ACA-EDD3E9791A4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86F301-4789-4F39-84B1-6E1C4DA36D0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67F3172-FE40-4875-B2A1-E344ED046EE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30469A-06B6-49A1-B9AE-D765D76F45D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80893A-A624-4CB5-88C7-1498A68BF77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7,405,090, 7,450,009 and 7,045,900 from least to greatest.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79DE375-05C4-49ED-9F7D-F9B57EB3272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B12AD12-6D25-4731-BD6B-5D0A021E32A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22BB85-4DCF-44C8-A25D-6034BB231E9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A9947A6-6020-451B-9290-E203D1FD481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Compare 5,906,120 and 5,960,102.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6A94C1-C74E-4651-AC72-D9351ABF4E1C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835939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66A4BAA-499B-4F7C-9192-ABBD88CBBC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51F625-9819-4396-90A4-058C284F9ED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C93DC-BC05-4DA4-BF6A-DEE1D345515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A0120C-790B-4600-B830-F84DFDF532E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01BC88-3F3A-4557-811E-A890FE24B65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042BB3-DDDA-4E4E-94CE-90C7B84667F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F5DE77-EC1D-4D75-BAE9-B7A0A704094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372ACB-AF80-4B6B-BAA7-A94D71458BA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C35D88-7CD5-467F-A167-6E46EB755BF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4C1141-F4FB-4408-B1FB-01A777752773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order numbers up to 10,000,000.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7F6D32-4120-430A-B6CE-3965C4D49D26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828BB2-1858-45B4-9DB5-269A97B04DB2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268613-4859-4FF6-8D90-15C4E2B960A9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6C3962-BD82-47B9-9951-4C0507B947E7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FFB958-EF8F-4E93-8B2D-FC7978319DF9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00552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5F4F49-E680-4A7C-A7BF-647322A2F4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F7BA31-EAD0-4B63-B52F-AB1680AD587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95E26C7-0965-4B84-81C6-B97009B6CF7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5338BA-96C0-4CAE-BF36-488AC46F2B0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310364-1EBF-4E9A-B24C-752CED661F1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F7692C-F4E8-462D-9942-4428D581BEB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F283F6-EF7C-46E4-853B-6776B690BF8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D55DE9-A5B4-4E56-8D30-A7F68F0B9FE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14E7BF-ACAF-437F-BF0D-3DB37BBA602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E04EEF-E4C2-445B-B164-71AA376504DC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5,906,120 and 5,960,102.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19127D-71EA-4AE4-A5CA-B6730FE14702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C4E4300-D764-4B8E-8980-441526D1C5F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57E2F2-C584-4835-8E83-17B46AF4844D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DFAA07-893C-4B7A-8507-CC8662BD97E4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number in three-digit periods from left to right.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FE0D67-4120-4CDE-A617-3CF41497463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BBE93AE-011C-4794-A3F4-D921AB5F955C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E4671E-3B71-48E2-A175-5F1B294AFBCD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AA9B7C-97A9-431A-8873-76BB71450080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each digit in the correct place-value column.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195BBF-630D-43A4-B30B-54A67C8BDA8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313B37F-FAB5-4F20-B7C7-CB31BB6828F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10464C-7763-4EB3-AB63-11E199813CF6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637BE1-6CDD-467F-A96A-64C75ED47F0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value of every zero and compare from the greatest place.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0602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D266461A-4079-4C51-BD3A-67BFC032C3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C6BC2F-003F-43BD-B717-98933261BCC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5AA2E3E-A2BA-4E5A-9AE2-A23EF4056ED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4D5973-73AB-4311-AC01-44DA5FB6787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429D2E-B214-4DEA-8A06-E05958F6C0D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E89388-44EA-41CA-8A11-5D51D41AD62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6E768E-A310-4CC1-A825-050A9E8774A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BF62B7-D25E-43BD-B4A4-73D23870CFC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04DA8E-3FD7-41E7-A7DC-7457B903331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535869-4A1E-4223-905F-9F0FC8A1B26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687F97-B22E-49B6-948A-CCB9FC7DFB23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5,906,120 &lt; 5,960,102.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45C068-0467-4C43-BE03-6BECB3C396FC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680430-80E6-46CF-86F4-15FF07B9DD96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6AA137-37D5-4577-9333-7E659BD0D80C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71362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63184F7-4C2F-4689-8D3F-71F5CE2E828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595D4F-0E9B-4978-A6ED-17301B41B46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68C213E-C7BC-4BE1-8C2A-25D8A9062A9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7D57FA-3D88-4997-A607-136913628AE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7D6D50-BA90-4EA9-A396-DEA76EAAA01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217233-3951-4DDD-A0DD-E781DBD43F6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C461FE-D63D-4C13-887C-027569AAD11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8918D1-BD7C-4D4F-AF7B-EA9EBA8FD6D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3AAA5B-DF5E-46A0-8FA3-F495D4EF554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D57B02-67B4-41F5-8DA6-D2D3576978C5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7,405,090, 7,450,009 and 7,045,900 from least to greatest.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8607E8-7707-4689-8AA4-63DA435AEFD0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5A4169-EA30-4E45-96EE-537E39A82A04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AB0ECF-0434-47DE-A0E8-981F540BDEA3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1FA39-9E11-4BD6-82A5-A6DE704B83AE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0AD9AD-321C-4FB5-9B94-16FC0F63A684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7,045,900, 7,405,090, 7,450,009.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265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E7098FF-7007-418B-88CF-4DFA869711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9F84DE-AEAC-4404-9898-4773295945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C40B919-298B-47AF-A9D7-1CB36F9726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B4F4B8-1814-4F9F-8B72-41315EF9DAF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A7142F-5772-4689-86F0-6D3D312D40F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7E86D6-1E0B-4FD4-8D67-BD70563B6A3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AD21A8-AD63-4682-B0DF-EFDE47942B5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9E3F01-5F47-4E43-96FE-3949BE52D11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2B5356-52D4-48E1-85AA-6F0BAB2273C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63ADA5B-D31B-4380-B5EE-3DEF4A51508D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84CA2D-4866-45FD-AD9B-426837B65FD4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compares the final digits first because they are on the right.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8EB33D-134F-4E2D-9219-BD00AAA2F0BD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E51AFD-0E8F-47D4-9A57-8FAC9092ABAA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D58FAD-8439-46E7-B6BE-D5AECB851325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Compare from the greatest place value on the left and stop at the first different digit.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944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8677298-EB7E-4AB8-AC0C-D69F3E61FE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C5BC1BF-44B7-41FB-A9A5-8C053D142F2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BB62919-96AB-49A7-81F6-D31EC7D2824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852A23-0F5D-48B1-AF79-B3A635D8158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F4C854-36C6-4F11-9950-54EC5412CBB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2A71EF-FF7B-4E4D-AE5B-E87CCCAC2B7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310156-0DFE-47B8-9DEA-E6E3D107555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F344BD-7F3D-4E9F-BD75-2E6BCE1B88C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CA820-C562-4CA9-B1A6-7DD28304FD3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76B2C3D-3600-4751-8EA5-49AEC7B013D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E3CA737-8055-4D82-9B25-C403D4A1F30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8BCFF-DCA1-41BE-8D9A-2A2E23DA602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15DBC1-6002-49F3-A047-006AA733C41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7,405,090, 7,450,009 and 7,045,900 from least to greatest.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2AA8C93-D2DD-4696-BA07-1E11A065BC8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1121D8D-C9F7-41AF-B5C5-BAA89034FE9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39E014-CFFA-4887-A489-DA294CC7034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0A4E69-FA79-45F4-81C3-D5206B87403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EEB252-1400-43EB-B7DF-F04AA95607C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B27806E-20E5-4881-B002-8E4597F7168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77BEA5-7F8B-4873-956C-18697A8CA37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ADADDC0-434C-4825-8C38-42308F249EE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7,045,900, 7,405,090, 7,450,009.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895DFC-510F-4422-951E-609302A28C1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22819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56B021-11A9-4981-8C39-267845BC23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43A764-B5E5-44F8-BE7E-BBAC765200C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C75838-6D60-4C6B-A3E5-0026436E2D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3339BE-B69D-450B-BD0C-EA5571D7629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7C0BFB-2BF1-49E8-9BC6-F6EAF7DF84B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E45DCA-DE94-4780-A0C2-1FF2B9A8149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224A37-0420-4D04-817E-E2BF36D0182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E71345-CD1D-487C-95F6-1AAF047A3F4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259322-C276-463D-B52C-2144462FE73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27A21B2-21C8-4C6D-B39E-6775A38A908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28FBB90-691D-44B4-8166-5C040001C75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B24326-2F82-4200-A4DD-12E068603D9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1CB504A-6B35-4228-B44C-A0A7CC61977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&lt;, &gt; or =: 9,099,999 __ 9,100,001.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48673D1-4430-4F68-810F-3BC247EF6BC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406E088-30CB-4660-8FD8-436716FADD4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A6FAF0-9AD2-4A0F-BD43-A6CA23A301F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807795-45E8-4FCB-A342-01BD662A8FE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07FFCC6-A8A4-4AC9-86D4-134A7FEA397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4E6E09D-7C87-4CAA-830F-CA7DB2C1A8D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FDA1D7E-1878-4F9C-AF3E-AA9B996782A1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76AB632-1FF8-41D2-93D6-4BC4F57A86D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2715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30D9EC1-7BAC-4077-A324-7D0CAB702FE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FF2A74-0323-4AB1-92CE-5C68D3592B5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B2544FA-8C9C-42BC-AC6A-6E5CA1F0875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F26E43-DF63-40BF-BED1-0FA9DA6F251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FB5006-11EF-4B37-B2D1-C4AD2A4D90B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655AF3-19FA-48E7-B7E7-104036C24FB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DA3928-DB79-42A6-98FE-E5D56CC0C8F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FC175E-686A-4BDD-BCB9-D6D6E566049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2460B1-5F61-4E9F-8E31-94688C83464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CDC804-5475-4673-9A4A-D0DCD606622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whole number that lies between 6,799,999 and 6,800,010.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5DA24F-F677-428B-897A-A3B26A657C31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F62AFB-9A46-4D3B-9F56-48F48A9C7A94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3A1A1F-A54B-47C7-8B12-6134BE49436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Any integer from 6,800,000 to 6,800,009, for example 6,800,004.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3871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1FAD74C-C2F5-4CA3-A9B5-A3F7FBE8F6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677270-9116-4E19-9357-739B6E688B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B25E7F-003F-4B85-95DD-5734FC32A04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4B0C9C-6E5E-4427-BA88-C5CBEF82E6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E34DF4-B23C-4563-A6AD-EA2D1DE5844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36CC7B-FB2A-4D46-AB48-A2A9AE3ADB5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757B20-EEB3-45F3-B19C-C194FA76FCB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855F0B-8FF1-425C-9B63-DDA4FA4F1F5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FECB17-ED24-4243-BCAB-4C5029558C7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DEF6C4-08C9-43C5-BB54-C5653CFF5577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DEB2A43-756A-4AA2-AD2C-3398FF400FBC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011E82-CAAF-4B4A-81A8-3891B01449BE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&lt;, &gt; or =: 9,099,999 __ 9,100,001.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88D460-E80D-47A1-898F-0E5CA132EDFD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C50709-F067-4CF4-939F-B493CEFB4B4D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F6E5F04-54DD-46E9-91EB-5505B5F5CF6A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878997-4CC0-4AE2-A8C2-FB172E03733D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366"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9,099,999 &lt; 9,100,001.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A4D7DE-7927-4381-8CE6-E735271663D9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334589-1EC7-49B8-8187-AB3E70836F3A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73622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D3106E9-1E86-4FCF-A674-EF0E1F909A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020571-AD5A-4935-815E-95EC29F925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E55A188-3E30-40F2-8D11-0BEF7ECC2B9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1BA19A-9C01-49F8-8C4F-D9F13E49C57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0CDA61-269F-49F1-BB28-C67D60C55DB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8FE4E6-6170-4DE2-BA54-3C9D63147CE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014800-3DA6-42F4-B215-E32BFC811B1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7BCDC1-9CE2-4844-BDE2-0F50959F21C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C46A87-6C2D-47B9-AC01-30C274948B6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CBEC0FF-4021-4FCC-A9CF-495C6E7D94B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748038E-83D5-4A7B-B33A-FC9F5F3B3A9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88ECDF-E392-47E8-AEE4-58F2E187322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DBCC00-A4F8-4BBE-B8C5-8454B2B5A2E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&lt;, &gt; or =: 9,099,999 __ 9,100,001.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CB729B-3E35-44A8-9259-242F0CCC4A1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895AB82-63F2-4FD5-BAB7-A585CEC7211C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9D955B3-DC28-4655-B125-F595778CAF7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4AF74E-1C92-4FE6-96DA-A8CDE7BC624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compares the final digits first because they are on the right.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FBC19EF-2B17-4D1D-88F7-D9E96D787D2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CAC1760-CE1C-4D6F-A53D-604C221C823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A02118-14A2-4A47-AB92-59D0B41C095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251C0F-47DC-44E0-8CE9-BF26EAC8C43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13E91C3-1A75-457D-9259-38A937CEBE8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92254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1193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2026-09-09T10:55:47Z</dcterms:created>
  <dcterms:modified xsi:type="dcterms:W3CDTF">2026-09-09T10:59:15Z</dcterms:modified>
</cp:coreProperties>
</file>