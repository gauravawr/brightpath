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cfb574a14a4687" /><Relationship Type="http://schemas.openxmlformats.org/officeDocument/2006/relationships/extended-properties" Target="/docProps/app.xml" Id="R63e622b2b4db4171" /><Relationship Type="http://schemas.openxmlformats.org/officeDocument/2006/relationships/officeDocument" Target="/ppt/presentation.xml" Id="R01627260a8d74d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3871bb507b421e"/>
  </p:sldMasterIdLst>
  <p:notesMasterIdLst>
    <p:notesMasterId xmlns:r="http://schemas.openxmlformats.org/officeDocument/2006/relationships" r:id="R0cbe02417f154717"/>
  </p:notesMasterIdLst>
  <p:sldIdLst>
    <p:sldId xmlns:r="http://schemas.openxmlformats.org/officeDocument/2006/relationships" id="256" r:id="R1f192257631744a4"/>
    <p:sldId xmlns:r="http://schemas.openxmlformats.org/officeDocument/2006/relationships" id="257" r:id="R6e48ae84ca9e4fed"/>
    <p:sldId xmlns:r="http://schemas.openxmlformats.org/officeDocument/2006/relationships" id="258" r:id="R6f11f0e5ecb644ed"/>
    <p:sldId xmlns:r="http://schemas.openxmlformats.org/officeDocument/2006/relationships" id="259" r:id="R85a4750e7286480f"/>
    <p:sldId xmlns:r="http://schemas.openxmlformats.org/officeDocument/2006/relationships" id="260" r:id="R94780b100bac4815"/>
    <p:sldId xmlns:r="http://schemas.openxmlformats.org/officeDocument/2006/relationships" id="261" r:id="Rd9e9434d40504710"/>
    <p:sldId xmlns:r="http://schemas.openxmlformats.org/officeDocument/2006/relationships" id="262" r:id="R21105031ba9d48b7"/>
    <p:sldId xmlns:r="http://schemas.openxmlformats.org/officeDocument/2006/relationships" id="263" r:id="Rd832aae2b54f41ef"/>
    <p:sldId xmlns:r="http://schemas.openxmlformats.org/officeDocument/2006/relationships" id="264" r:id="R00cb5cceb1744cff"/>
    <p:sldId xmlns:r="http://schemas.openxmlformats.org/officeDocument/2006/relationships" id="265" r:id="R20b425520a8148e9"/>
    <p:sldId xmlns:r="http://schemas.openxmlformats.org/officeDocument/2006/relationships" id="266" r:id="Rcedbdddd75774f96"/>
    <p:sldId xmlns:r="http://schemas.openxmlformats.org/officeDocument/2006/relationships" id="267" r:id="R756316a1f1af41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fffa6b0249497b" /><Relationship Type="http://schemas.openxmlformats.org/officeDocument/2006/relationships/slideMaster" Target="/ppt/slideMasters/slideMaster1.xml" Id="Rb73871bb507b421e" /><Relationship Type="http://schemas.openxmlformats.org/officeDocument/2006/relationships/notesMaster" Target="/ppt/notesMasters/notesMaster1.xml" Id="R0cbe02417f154717" /><Relationship Type="http://schemas.openxmlformats.org/officeDocument/2006/relationships/presProps" Target="/ppt/presProps.xml" Id="Rbbd1fad5c1c94aaf" /><Relationship Type="http://schemas.openxmlformats.org/officeDocument/2006/relationships/tableStyles" Target="/ppt/tableStyles.xml" Id="R76d49bc9b013421f" /><Relationship Type="http://schemas.openxmlformats.org/officeDocument/2006/relationships/slide" Target="/ppt/slides/slide1.xml" Id="R1f192257631744a4" /><Relationship Type="http://schemas.openxmlformats.org/officeDocument/2006/relationships/slide" Target="/ppt/slides/slide2.xml" Id="R6e48ae84ca9e4fed" /><Relationship Type="http://schemas.openxmlformats.org/officeDocument/2006/relationships/slide" Target="/ppt/slides/slide3.xml" Id="R6f11f0e5ecb644ed" /><Relationship Type="http://schemas.openxmlformats.org/officeDocument/2006/relationships/slide" Target="/ppt/slides/slide4.xml" Id="R85a4750e7286480f" /><Relationship Type="http://schemas.openxmlformats.org/officeDocument/2006/relationships/slide" Target="/ppt/slides/slide5.xml" Id="R94780b100bac4815" /><Relationship Type="http://schemas.openxmlformats.org/officeDocument/2006/relationships/slide" Target="/ppt/slides/slide6.xml" Id="Rd9e9434d40504710" /><Relationship Type="http://schemas.openxmlformats.org/officeDocument/2006/relationships/slide" Target="/ppt/slides/slide7.xml" Id="R21105031ba9d48b7" /><Relationship Type="http://schemas.openxmlformats.org/officeDocument/2006/relationships/slide" Target="/ppt/slides/slide8.xml" Id="Rd832aae2b54f41ef" /><Relationship Type="http://schemas.openxmlformats.org/officeDocument/2006/relationships/slide" Target="/ppt/slides/slide9.xml" Id="R00cb5cceb1744cff" /><Relationship Type="http://schemas.openxmlformats.org/officeDocument/2006/relationships/slide" Target="/ppt/slides/slide10.xml" Id="R20b425520a8148e9" /><Relationship Type="http://schemas.openxmlformats.org/officeDocument/2006/relationships/slide" Target="/ppt/slides/slide11.xml" Id="Rcedbdddd75774f96" /><Relationship Type="http://schemas.openxmlformats.org/officeDocument/2006/relationships/slide" Target="/ppt/slides/slide12.xml" Id="R756316a1f1af41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d1842cec254b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324b7c688546ff" /><Relationship Type="http://schemas.openxmlformats.org/officeDocument/2006/relationships/notesMaster" Target="/ppt/notesMasters/notesMaster1.xml" Id="R3302947ad50740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961ac4b62a4c1e" /><Relationship Type="http://schemas.openxmlformats.org/officeDocument/2006/relationships/notesMaster" Target="/ppt/notesMasters/notesMaster1.xml" Id="R700e540cf55b47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d92577b6124ee6" /><Relationship Type="http://schemas.openxmlformats.org/officeDocument/2006/relationships/notesMaster" Target="/ppt/notesMasters/notesMaster1.xml" Id="R06fee4b2236243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2a49589cba4b57" /><Relationship Type="http://schemas.openxmlformats.org/officeDocument/2006/relationships/notesMaster" Target="/ppt/notesMasters/notesMaster1.xml" Id="R3a8fcda4f3fd44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60309465074d12" /><Relationship Type="http://schemas.openxmlformats.org/officeDocument/2006/relationships/notesMaster" Target="/ppt/notesMasters/notesMaster1.xml" Id="Rcde8f0e2687440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b90128923c4ae6" /><Relationship Type="http://schemas.openxmlformats.org/officeDocument/2006/relationships/notesMaster" Target="/ppt/notesMasters/notesMaster1.xml" Id="Rb5ace30e461e4e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b3cb8347064612" /><Relationship Type="http://schemas.openxmlformats.org/officeDocument/2006/relationships/notesMaster" Target="/ppt/notesMasters/notesMaster1.xml" Id="R5d61a1e409ce45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dc87a442e841a2" /><Relationship Type="http://schemas.openxmlformats.org/officeDocument/2006/relationships/notesMaster" Target="/ppt/notesMasters/notesMaster1.xml" Id="R15c15158c2044c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942de9dd30491c" /><Relationship Type="http://schemas.openxmlformats.org/officeDocument/2006/relationships/notesMaster" Target="/ppt/notesMasters/notesMaster1.xml" Id="Rce4558f4680b4b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9a74f709394309" /><Relationship Type="http://schemas.openxmlformats.org/officeDocument/2006/relationships/notesMaster" Target="/ppt/notesMasters/notesMaster1.xml" Id="Rdff61ea81b7142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0e51cd7e494efc" /><Relationship Type="http://schemas.openxmlformats.org/officeDocument/2006/relationships/notesMaster" Target="/ppt/notesMasters/notesMaster1.xml" Id="Ra9ba146a2fa143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54e69e4b70d4320" /><Relationship Type="http://schemas.openxmlformats.org/officeDocument/2006/relationships/notesMaster" Target="/ppt/notesMasters/notesMaster1.xml" Id="Rdaf4301c8d2a4e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7,045,900, 7,405,090, 7,450,009. | Read the number in three-digit periods from left to right. | Compare from the greatest place value on the left and stop at the first different digit.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5,906,120 &lt; 5,960,102.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7,045,900, 7,405,090, 7,450,009.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Compare from the greatest place value on the left and stop at the first different digit.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7,045,900, 7,405,090, 7,450,009..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9,099,999 &lt; 9,100,001..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Any integer from 6,800,000 to 6,800,009, for example 6,800,004.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9,099,999 &lt; 9,100,001.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9,099,999 &lt; 9,100,001. | Compare from the greatest place value on the left and stop at the first different digit.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20a671598d49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875528fbc3479e" /><Relationship Type="http://schemas.openxmlformats.org/officeDocument/2006/relationships/slideLayout" Target="/ppt/slideLayouts/slideLayout1.xml" Id="R4717fc21911e44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17fc21911e44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6a16f473f14bdf" /><Relationship Type="http://schemas.openxmlformats.org/officeDocument/2006/relationships/notesSlide" Target="/ppt/notesSlides/notesSlide1.xml" Id="R9c66025008564e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5e8c530df4883" /><Relationship Type="http://schemas.openxmlformats.org/officeDocument/2006/relationships/notesSlide" Target="/ppt/notesSlides/notesSlide2.xml" Id="R54c8c448249242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afd2be1ba4643" /><Relationship Type="http://schemas.openxmlformats.org/officeDocument/2006/relationships/notesSlide" Target="/ppt/notesSlides/notesSlide3.xml" Id="R52ff36b7703c4a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60c0d31424f76" /><Relationship Type="http://schemas.openxmlformats.org/officeDocument/2006/relationships/notesSlide" Target="/ppt/notesSlides/notesSlide4.xml" Id="R7599e2c3789442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3c6ab858b4996" /><Relationship Type="http://schemas.openxmlformats.org/officeDocument/2006/relationships/notesSlide" Target="/ppt/notesSlides/notesSlide5.xml" Id="R76db5b7ff5ad4a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63efaa19d4467" /><Relationship Type="http://schemas.openxmlformats.org/officeDocument/2006/relationships/notesSlide" Target="/ppt/notesSlides/notesSlide6.xml" Id="R7ef08ac482374a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af4e0d34a4a2d" /><Relationship Type="http://schemas.openxmlformats.org/officeDocument/2006/relationships/image" Target="/ppt/media/image.png" Id="Rb6991d1c401349cb" /><Relationship Type="http://schemas.openxmlformats.org/officeDocument/2006/relationships/notesSlide" Target="/ppt/notesSlides/notesSlide7.xml" Id="R738971aedb0445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a005391d54645" /><Relationship Type="http://schemas.openxmlformats.org/officeDocument/2006/relationships/notesSlide" Target="/ppt/notesSlides/notesSlide8.xml" Id="Reff8792db5734e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eee86deb74fae" /><Relationship Type="http://schemas.openxmlformats.org/officeDocument/2006/relationships/notesSlide" Target="/ppt/notesSlides/notesSlide9.xml" Id="Rb44add3482974a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550645f38240f8" /><Relationship Type="http://schemas.openxmlformats.org/officeDocument/2006/relationships/notesSlide" Target="/ppt/notesSlides/notesSlide10.xml" Id="Rb288b15a4b6546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0a26c082c4237" /><Relationship Type="http://schemas.openxmlformats.org/officeDocument/2006/relationships/notesSlide" Target="/ppt/notesSlides/notesSlide11.xml" Id="R2382cc5da9ca40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25255dd74464b" /><Relationship Type="http://schemas.openxmlformats.org/officeDocument/2006/relationships/notesSlide" Target="/ppt/notesSlides/notesSlide12.xml" Id="R68bc67ae76b741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E28937-7B2E-4DA1-A7D3-A5744173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2EDA0-F637-4F53-92D3-0EF30BEB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89E824-056A-4CB6-9301-A98E99F4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D3DB92-E6F0-4246-8D86-DBEC9788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93285-6185-41C8-9E6E-9271784F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3392B-7CBD-490E-AE65-0AABC269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73A35-2C25-46CE-8C13-C489DF5DC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91C15-88F2-4550-998B-CD4F2313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order numbers up to 10,000,000.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1A1E3E-80BF-4342-8A8A-D8411C92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34F5A5-98D2-4F32-BF88-30F21F6B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69003-8449-4536-A2B8-8FA557DD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946210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AC790F-32CC-4524-9173-994BA5FC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5DD31E-1616-46DF-BBB2-CF4A3AA0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9283D-7369-45B6-8335-325747DD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143AE-25C5-4842-9EDE-D8D01BAC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977B1-14DA-4CE7-8F63-67670C70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ABC750-7966-46B8-BD1B-F1AE72EB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0D610C-44AE-47F8-A012-EC437B9F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96DBD3-F474-4146-96CA-449170FF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E698CC-EE38-407F-BE11-71919C72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E25131-9734-45BC-B7DB-AD3A1039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4F743-BD9B-4D8B-B1D1-4176EB80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746F70-2B6E-465E-9140-F230DEF7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99D5F5-261C-462C-AADE-5F0BE29F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57E705-7963-4366-BDCB-8C1BBE2A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96E7CE-B366-4378-AAD8-39A5188D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76EACB-AD8A-47E2-AA3F-30BD258C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6C3215-ED1E-4633-B584-1001B18F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7,405,090, 7,450,009 and 7,045,900 from least to greatest.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5A676C-DCC7-4365-99EC-7605053E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E7FEDC-0D5F-4FCC-B4E2-3F49C7E6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5A79A6-99A4-4245-947A-A4006358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03FDDE-3884-4B55-BF64-5029A61D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Compare 5,906,120 and 5,960,102.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9739DC-2DE2-4FE3-A8A1-05FA6A87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699745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6FAE57-457F-4F34-9B70-1EED1180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EE6412-B877-400F-85E8-C36BC164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E7B252-0F5B-427D-8AC4-395BD43C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B9F12E-B18F-4AE7-8EFB-696B52C7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05353-32D1-4064-A318-AD676334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8CC339-25AF-47C8-92A9-9455A151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BF04B5-7A3D-42B6-BF65-91E662AA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E5F8F-C2E9-4D48-AC91-86DA7998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789AA3-280C-4010-B18A-254F35A8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F67CF3-7761-4453-B5A6-B6B66B11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order numbers up to 10,000,000.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A9B790-2914-42B4-90DD-44535F5F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D4162C-8436-4137-B237-BF0F9060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13399-EBAD-4C88-A5C4-534FFDC2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C5A9F6-7369-4B43-B95B-B93A3386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06F6A0-6408-47AE-8849-9205C8A43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0728816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C7E7A6-6F7E-473E-AD12-60632417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0BC1B-E24C-41ED-9404-09FF2038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29428-A441-48A8-A3A5-4536998B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3B6D2B-FAB5-4F92-8352-A6AB21B1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B8CFE2-31F3-4DD2-B853-A0F69FF0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EDC2E6-0B76-4A1F-80E5-01FA6804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0DF0F8-C29C-4906-BD60-3B848C53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805F24-3E7D-4852-926D-63600709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65C25-CFC4-4BAB-A9D2-D114788E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68FC4-D7DF-4A9D-9711-F2195230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5,906,120 and 5,960,102.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70B36-3225-4E87-9759-286EF6EE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0AC21-E74D-46F1-AFF4-0808B3C6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144DB4-A772-490C-A184-B9682CC9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number in three-digit periods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844000-00B0-4DB1-AA28-E28F590F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004FA3-AA81-434A-B58B-F8EC8BDD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F03778-5121-4556-B837-282E02A8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Record each digit in the correct place-value column.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A033D-1A22-4259-BA46-C867515F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781512-56BA-4737-BBBB-DC87945C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1AF978-0326-45EC-80E6-0527F410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5,906,120 &lt; 5,960,102.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F9D1E0-5D71-4064-897D-5C961B00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94B5A0-A8D9-457B-A376-403A5C42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1FAA6F-F707-4D3D-B6B3-276FED13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value of every zero and compare from the greatest place.</a:t>
            </a:r>
          </a:p>
        </p:txBody>
      </p:sp>
    </p:spTree>
    <p:extLst>
      <p:ext uri="{BB962C8B-B14F-4D97-AF65-F5344CB8AC3E}">
        <p14:creationId xmlns:p14="http://schemas.microsoft.com/office/powerpoint/2010/main" val="6337803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94F603-E342-4E22-97AC-04AD8991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5966DF-2795-4394-BA1E-749396FB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55844-0DBA-423A-B801-73139FA1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F2FE96-2562-43FE-94FB-4B05CDD6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0FF9C-B287-421A-B0F4-05E8D059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1E3363-6C1F-4C6B-A5D5-5FE177A0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7454DB-E577-4FCA-811E-9622089B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A7E79-91B2-4A43-8989-DF01D8CF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A39E19-0A4B-4430-9BAC-08919066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BD0147-8557-43B2-A6CD-1BF645F1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F83BE2-E400-4176-9B69-49DAB0C2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5,906,120 &lt; 5,960,102.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C509E6-06BF-42B8-9481-1F78701DB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859FF0-8F87-42A0-A48E-2A6ACAC3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C0E649-6968-4578-B713-CED35734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1491854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B819FE-76D5-4EBC-97D4-5B031FF6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1AEC47-6E00-4FE7-B5A7-1252219D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DDCA99-D03A-4181-8541-CB6571C7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7C555-E5EC-41CF-B6C9-BD84FD08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7B430-29E4-46C5-997F-1754A5F8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F286C1-1EAA-4361-B014-7AF4F354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AC775-C6DC-41BF-8247-B70637F7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B5B2BE-6672-4903-BF8C-C6EAD917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62827A-4A4A-416B-BFDC-B8462CB9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C70F46-9815-4EAD-9ED1-DF8E4357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7,405,090, 7,450,009 and 7,045,900 from least to greatest.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124385-6067-44EE-B607-411AA8C4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257F49-797C-4235-8800-6E428858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CADFB2-DAF7-45A2-98FD-14022C03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7C91E7-C7CC-48CB-8D4C-0122ADB9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9C8CAF-9DFE-4A5D-858F-20CEA3AA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7,045,900, 7,405,090, 7,450,009.</a:t>
            </a:r>
          </a:p>
        </p:txBody>
      </p:sp>
    </p:spTree>
    <p:extLst>
      <p:ext uri="{BB962C8B-B14F-4D97-AF65-F5344CB8AC3E}">
        <p14:creationId xmlns:p14="http://schemas.microsoft.com/office/powerpoint/2010/main" val="15065782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18561E-8F13-46E4-B99C-9AF21FB4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1C3E5-3850-461D-B6A1-245D5E86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1C0E93-782D-4D45-9768-0D8AFECA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BD4698-C58F-492D-9C8E-32112DC6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133F3-389D-444F-88AA-BDD4C72D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ADB6D-8D74-4B55-8AC4-04E030AD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17CF0-019E-4776-9024-5FB10E1B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4B5028-CC05-4C86-9A2B-32272536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247081-00C1-4430-90EE-0D5F0237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991d1c401349c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0D675E-5151-4E05-B659-BE76C4ED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092AC1-7EA2-4EDD-9686-98425D70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compares the final digits first because they are on the right.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F6B33E-266C-4602-9570-AA990DF2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D3379D-93D4-4DAC-82E2-C413291B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5FCBDD-E446-4F36-BE32-93F9587C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Compare from the greatest place value on the left and stop at the first different digit.</a:t>
            </a:r>
          </a:p>
        </p:txBody>
      </p:sp>
    </p:spTree>
    <p:extLst>
      <p:ext uri="{BB962C8B-B14F-4D97-AF65-F5344CB8AC3E}">
        <p14:creationId xmlns:p14="http://schemas.microsoft.com/office/powerpoint/2010/main" val="9341707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A5C477-1E59-412F-9314-9B7B29A3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F1DE3-0934-4B7D-8A03-6DFCC763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16AD55-97C5-43CB-9634-D54BACA9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246535-1B42-46FF-887B-4ECA65B7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0CCD93-03E8-4B36-8AE8-C10A286F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523C90-84E5-414D-8059-6BA66045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A6679-8274-4138-A048-2D5C8892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73E5D-5914-40AB-BE57-7146DFBD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0FEDDC-66E4-4B25-8E74-CB069DDF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1616CC-3069-4D2D-A9EE-831F7D17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13E96-F7FC-4D4E-85B7-A8D6A557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768FB0-BA5C-4E3A-ADC9-93049009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B55C18-D378-48E5-BC6D-BF3BB7C5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7,405,090, 7,450,009 and 7,045,900 from least to greatest.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9BF607-D31B-46A1-A469-A1E56BF2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FC23EE-20E0-465A-9839-78DF5D68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72BBCC-4F58-4C6C-A27C-7E3EB176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B54D03-524E-4F6B-B7C1-F3EA82E9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A1A881-E801-49FD-953C-7BCD423A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DDF41A-8E00-41C1-8DE0-47E352AA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F7F552-1116-4E70-BAC6-A806FE24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4AF4B3-FFC1-4A13-A445-E61AA211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7,045,900, 7,405,090, 7,450,009.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C2E134-2375-4EE6-B071-991C3998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124436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C69E34-8B12-491F-86EE-DCCFD121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1267D7-E58E-4574-9B5E-73265E15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7D7458-DCB7-4F64-BBC1-05C200ED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31267-C2B9-49C5-94E5-843213F6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B1166-D2B9-4CC5-AEEA-C4BD68CC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C060B7-C7D8-403C-B9FA-4CB9EBFF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C3690F-5FB3-4185-9B0F-AD03F20B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C9948D-50E7-4507-ABAF-3D38005D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D4A97-55E5-4BC5-8054-4D615B1C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5714B-98BB-48A4-8DEB-BE1802D6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08CC53-60B7-479F-B0A1-1BEBC6A4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2DD61A-4E3B-439C-920C-3F447C9A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9D9BF6-998A-4161-90D7-BDF57728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&lt;, &gt; or =: 9,099,999 __ 9,100,001.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49696-1B99-48CF-B45B-811D1660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B287-5D0B-40C3-9DD7-318B0DA2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71CCFD-8945-4C91-8881-B21A2A55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269C12-B409-4A62-B745-D9F782AD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796565-94A4-4B73-B74B-551E5F63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62C69E-A28E-4F61-859E-487021AD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0CE590-F76C-4E18-9291-0A7E46DC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199CA2-75D5-4F57-8792-6A7F5B55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325563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F73106-3F44-4E14-ADDF-2057B100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0667C-9D03-402B-BB76-37F8580C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E3AE70-0C48-4975-89F9-350E14FB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015E47-274B-4D4D-B5C3-48B164A7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37C62-37C6-456C-AEE8-E9F9AF82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701866-4B58-4072-942D-C33DBC49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0B2870-3FBE-486D-BD9B-CF83E450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D331B8-336D-4E6B-B63D-BE091B61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B02016-F2D3-41CE-8FDF-DA798221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E6A47-14AB-4ACA-8622-9D59BDD2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whole number that lies between 6,799,999 and 6,800,010.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C55DF-9FD9-4963-935F-1F75C1F3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92CE31-5ECC-47B1-99F3-1859D2CC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0D892-C529-44C8-9C40-9D49AB5F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Any integer from 6,800,000 to 6,800,009, for example 6,800,004.</a:t>
            </a:r>
          </a:p>
        </p:txBody>
      </p:sp>
    </p:spTree>
    <p:extLst>
      <p:ext uri="{BB962C8B-B14F-4D97-AF65-F5344CB8AC3E}">
        <p14:creationId xmlns:p14="http://schemas.microsoft.com/office/powerpoint/2010/main" val="10901718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C3DA1-C44D-4E69-9C7F-E45522CA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3669C-9CA7-4962-8091-8A2ADDFD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6DF6C2-6808-4C64-B08F-3533A454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E75378-9561-4E43-9E9C-09E5BE61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5DEC9F-063F-4004-8BAD-7C874188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AD3FA4-8DF2-4481-97D1-13AF28EC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7DCA0B-0235-480E-8878-B9D3A8F8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0D6246-7C4A-4D21-9913-54071765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81A7D7-92CB-417F-854A-55130349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8B2B72-9344-4D8C-8584-3D3FF736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8EDC77-27D6-4407-BC1B-53DE4777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3AF12F-7EB4-4367-BB33-19AA880E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&lt;, &gt; or =: 9,099,999 __ 9,100,001.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63198F-84BE-4C0A-9355-12E5D155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04D092-87C7-425F-B461-1C6152F4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CC1869-8ECD-4F52-9115-F2323B6D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1E9977-4E14-41FA-873D-12D754D8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9,099,999 &lt; 9,100,001.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C1E9F2-7FDC-4524-A58E-41B45DBA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25EF5E-AA02-4089-A146-EAE7EF6F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337910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D936F8-4D2F-4EDE-80DB-C4D8086B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279D06-C7D9-470E-BBDE-5CA5756B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EB9E8-A50C-4CE3-9AB4-C56C7D3B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9D9FF8-A12C-4085-A095-272556B9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1720B0-7999-4691-95D4-A430556D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676E1-4464-417E-995F-DEE7F6F8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D47E03-AC1A-4F5C-9B3F-52F88156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215F2-38F3-4449-B033-5AD87CB1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207859-0368-487C-BF91-75DA8B02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F5624B-E097-41D3-8AF9-0838AFAE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E0A31-53AB-47AB-9F74-598E2E4B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6BA10-DA81-4769-98C8-5586504F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516AD8-B0E8-4044-81F1-B6E867B2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&lt;, &gt; or =: 9,099,999 __ 9,100,001.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82B7F-7A08-401E-913B-C83CD1C4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2177B-C306-4FE0-B1D1-DAFA407B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D4892A-EBED-4250-8D5E-EB1FF1C7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E25E2B-0E51-4FC4-AE82-2722B88C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compares the final digits first because they are on the right.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ABD39D-0BF9-4AC8-AA4B-A03FBCA5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EDE7CB-6A5D-448B-BCF3-E57D2DE8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B30200-12C9-4772-9A0C-3CFBB25C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0F6944-A74A-4224-B6E3-6C06B68C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A3D1BF-D890-4692-80A1-54770D7B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0626958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2026-09-09T20:44:50.8360000Z</dcterms:created>
  <dcterms:modified xsi:type="dcterms:W3CDTF">2026-09-09T20:44:50.8360000Z</dcterms:modified>
</coreProperties>
</file>