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1a7d29c38342de" /><Relationship Type="http://schemas.openxmlformats.org/officeDocument/2006/relationships/extended-properties" Target="/docProps/app.xml" Id="R329f790b334745fc" /><Relationship Type="http://schemas.openxmlformats.org/officeDocument/2006/relationships/officeDocument" Target="/ppt/presentation.xml" Id="R67fe87f3f8eb4c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8685bd485a49a5"/>
  </p:sldMasterIdLst>
  <p:notesMasterIdLst>
    <p:notesMasterId xmlns:r="http://schemas.openxmlformats.org/officeDocument/2006/relationships" r:id="R6c456052d3a64236"/>
  </p:notesMasterIdLst>
  <p:sldIdLst>
    <p:sldId xmlns:r="http://schemas.openxmlformats.org/officeDocument/2006/relationships" id="256" r:id="R9387c15c3a8d46ee"/>
    <p:sldId xmlns:r="http://schemas.openxmlformats.org/officeDocument/2006/relationships" id="257" r:id="R3799c5b8f43e480a"/>
    <p:sldId xmlns:r="http://schemas.openxmlformats.org/officeDocument/2006/relationships" id="258" r:id="Rd5f1a021855d400c"/>
    <p:sldId xmlns:r="http://schemas.openxmlformats.org/officeDocument/2006/relationships" id="259" r:id="Rc1591a7f15604318"/>
    <p:sldId xmlns:r="http://schemas.openxmlformats.org/officeDocument/2006/relationships" id="260" r:id="R1a6f27b7ee1945c6"/>
    <p:sldId xmlns:r="http://schemas.openxmlformats.org/officeDocument/2006/relationships" id="261" r:id="R5f2985eef12a45f7"/>
    <p:sldId xmlns:r="http://schemas.openxmlformats.org/officeDocument/2006/relationships" id="262" r:id="R72cb4a67dd2d4881"/>
    <p:sldId xmlns:r="http://schemas.openxmlformats.org/officeDocument/2006/relationships" id="263" r:id="R0fbe01a15fb24cbb"/>
    <p:sldId xmlns:r="http://schemas.openxmlformats.org/officeDocument/2006/relationships" id="264" r:id="R645cc636472f42fe"/>
    <p:sldId xmlns:r="http://schemas.openxmlformats.org/officeDocument/2006/relationships" id="265" r:id="R72faa42b51bc406d"/>
    <p:sldId xmlns:r="http://schemas.openxmlformats.org/officeDocument/2006/relationships" id="266" r:id="Rea124612a5fb4c2f"/>
    <p:sldId xmlns:r="http://schemas.openxmlformats.org/officeDocument/2006/relationships" id="267" r:id="R8451b4cd675d4c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11a8ceea7b4b7a" /><Relationship Type="http://schemas.openxmlformats.org/officeDocument/2006/relationships/slideMaster" Target="/ppt/slideMasters/slideMaster1.xml" Id="Rbf8685bd485a49a5" /><Relationship Type="http://schemas.openxmlformats.org/officeDocument/2006/relationships/notesMaster" Target="/ppt/notesMasters/notesMaster1.xml" Id="R6c456052d3a64236" /><Relationship Type="http://schemas.openxmlformats.org/officeDocument/2006/relationships/presProps" Target="/ppt/presProps.xml" Id="Re45c1496c9654924" /><Relationship Type="http://schemas.openxmlformats.org/officeDocument/2006/relationships/tableStyles" Target="/ppt/tableStyles.xml" Id="R61e1b3705d794998" /><Relationship Type="http://schemas.openxmlformats.org/officeDocument/2006/relationships/slide" Target="/ppt/slides/slide1.xml" Id="R9387c15c3a8d46ee" /><Relationship Type="http://schemas.openxmlformats.org/officeDocument/2006/relationships/slide" Target="/ppt/slides/slide2.xml" Id="R3799c5b8f43e480a" /><Relationship Type="http://schemas.openxmlformats.org/officeDocument/2006/relationships/slide" Target="/ppt/slides/slide3.xml" Id="Rd5f1a021855d400c" /><Relationship Type="http://schemas.openxmlformats.org/officeDocument/2006/relationships/slide" Target="/ppt/slides/slide4.xml" Id="Rc1591a7f15604318" /><Relationship Type="http://schemas.openxmlformats.org/officeDocument/2006/relationships/slide" Target="/ppt/slides/slide5.xml" Id="R1a6f27b7ee1945c6" /><Relationship Type="http://schemas.openxmlformats.org/officeDocument/2006/relationships/slide" Target="/ppt/slides/slide6.xml" Id="R5f2985eef12a45f7" /><Relationship Type="http://schemas.openxmlformats.org/officeDocument/2006/relationships/slide" Target="/ppt/slides/slide7.xml" Id="R72cb4a67dd2d4881" /><Relationship Type="http://schemas.openxmlformats.org/officeDocument/2006/relationships/slide" Target="/ppt/slides/slide8.xml" Id="R0fbe01a15fb24cbb" /><Relationship Type="http://schemas.openxmlformats.org/officeDocument/2006/relationships/slide" Target="/ppt/slides/slide9.xml" Id="R645cc636472f42fe" /><Relationship Type="http://schemas.openxmlformats.org/officeDocument/2006/relationships/slide" Target="/ppt/slides/slide10.xml" Id="R72faa42b51bc406d" /><Relationship Type="http://schemas.openxmlformats.org/officeDocument/2006/relationships/slide" Target="/ppt/slides/slide11.xml" Id="Rea124612a5fb4c2f" /><Relationship Type="http://schemas.openxmlformats.org/officeDocument/2006/relationships/slide" Target="/ppt/slides/slide12.xml" Id="R8451b4cd675d4c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1e1a4ed7eb4d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d28176dee947ba" /><Relationship Type="http://schemas.openxmlformats.org/officeDocument/2006/relationships/notesMaster" Target="/ppt/notesMasters/notesMaster1.xml" Id="Ra8d8cd8278744d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0a686c64bb4743" /><Relationship Type="http://schemas.openxmlformats.org/officeDocument/2006/relationships/notesMaster" Target="/ppt/notesMasters/notesMaster1.xml" Id="R329da68a0fd147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6b9a8439b54091" /><Relationship Type="http://schemas.openxmlformats.org/officeDocument/2006/relationships/notesMaster" Target="/ppt/notesMasters/notesMaster1.xml" Id="R591f1789aba141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511502c9594b0d" /><Relationship Type="http://schemas.openxmlformats.org/officeDocument/2006/relationships/notesMaster" Target="/ppt/notesMasters/notesMaster1.xml" Id="R7606aea158984b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4f5b62a5c243b8" /><Relationship Type="http://schemas.openxmlformats.org/officeDocument/2006/relationships/notesMaster" Target="/ppt/notesMasters/notesMaster1.xml" Id="R1652bbcd6a5949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a8408845194e74" /><Relationship Type="http://schemas.openxmlformats.org/officeDocument/2006/relationships/notesMaster" Target="/ppt/notesMasters/notesMaster1.xml" Id="R37b3f18ae4e64f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b00beb015447e8" /><Relationship Type="http://schemas.openxmlformats.org/officeDocument/2006/relationships/notesMaster" Target="/ppt/notesMasters/notesMaster1.xml" Id="Rd99c7c6e225f4d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7c38c7f4314fa6" /><Relationship Type="http://schemas.openxmlformats.org/officeDocument/2006/relationships/notesMaster" Target="/ppt/notesMasters/notesMaster1.xml" Id="R34abd01d2f9643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338d7ec6744b88" /><Relationship Type="http://schemas.openxmlformats.org/officeDocument/2006/relationships/notesMaster" Target="/ppt/notesMasters/notesMaster1.xml" Id="R8ec958e37e7b4d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100ca41fc64480" /><Relationship Type="http://schemas.openxmlformats.org/officeDocument/2006/relationships/notesMaster" Target="/ppt/notesMasters/notesMaster1.xml" Id="Ra2a9a0dd063444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66f73d23b544c3" /><Relationship Type="http://schemas.openxmlformats.org/officeDocument/2006/relationships/notesMaster" Target="/ppt/notesMasters/notesMaster1.xml" Id="Rcc512f79750c46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47079e604f4341" /><Relationship Type="http://schemas.openxmlformats.org/officeDocument/2006/relationships/notesMaster" Target="/ppt/notesMasters/notesMaster1.xml" Id="R0deb3c8585944c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Place value chart to ten million, digit cards, number line crossing zero,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7,045,900, 7,405,090, 7,450,009. | Read the number in three-digit periods from left to right. | Compare from the greatest place value on the left and stop at the first different digit.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million, place value, digit, partition, compare, negative.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5,906,120 &lt; 5,960,102.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7,045,900, 7,405,090, 7,450,009.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Compare from the greatest place value on the left and stop at the first different digit.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7,045,900, 7,405,090, 7,450,009..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9,099,999 &lt; 9,100,001..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Any integer from 6,800,000 to 6,800,009, for example 6,800,004.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9,099,999 &lt; 9,100,001.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9,099,999 &lt; 9,100,001. | Compare from the greatest place value on the left and stop at the first different digit.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7b6c207f1f41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542a130b524014" /><Relationship Type="http://schemas.openxmlformats.org/officeDocument/2006/relationships/slideLayout" Target="/ppt/slideLayouts/slideLayout1.xml" Id="R94b596d9d8564d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b596d9d8564d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73c34c2c54b9b" /><Relationship Type="http://schemas.openxmlformats.org/officeDocument/2006/relationships/notesSlide" Target="/ppt/notesSlides/notesSlide1.xml" Id="Rbb22cb269e6d47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15047a1f94b80" /><Relationship Type="http://schemas.openxmlformats.org/officeDocument/2006/relationships/notesSlide" Target="/ppt/notesSlides/notesSlide2.xml" Id="R070f86eb1cf343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bad16670c4c76" /><Relationship Type="http://schemas.openxmlformats.org/officeDocument/2006/relationships/notesSlide" Target="/ppt/notesSlides/notesSlide3.xml" Id="R5676f744ec3a44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c24024cab4e86" /><Relationship Type="http://schemas.openxmlformats.org/officeDocument/2006/relationships/notesSlide" Target="/ppt/notesSlides/notesSlide4.xml" Id="R913ad03c316f4e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0750da0b54718" /><Relationship Type="http://schemas.openxmlformats.org/officeDocument/2006/relationships/notesSlide" Target="/ppt/notesSlides/notesSlide5.xml" Id="Re812506d284544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f4d4112914a94" /><Relationship Type="http://schemas.openxmlformats.org/officeDocument/2006/relationships/notesSlide" Target="/ppt/notesSlides/notesSlide6.xml" Id="Re473561916b545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1d8c702e8470d" /><Relationship Type="http://schemas.openxmlformats.org/officeDocument/2006/relationships/image" Target="/ppt/media/image.png" Id="Rcf84faf744064855" /><Relationship Type="http://schemas.openxmlformats.org/officeDocument/2006/relationships/notesSlide" Target="/ppt/notesSlides/notesSlide7.xml" Id="R08c0d360eb1a43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2aca1ed0646f0" /><Relationship Type="http://schemas.openxmlformats.org/officeDocument/2006/relationships/notesSlide" Target="/ppt/notesSlides/notesSlide8.xml" Id="Rc6652b8489b347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234721c9b4649" /><Relationship Type="http://schemas.openxmlformats.org/officeDocument/2006/relationships/notesSlide" Target="/ppt/notesSlides/notesSlide9.xml" Id="R3b12cbe2fd3943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a2fa39e3e4c73" /><Relationship Type="http://schemas.openxmlformats.org/officeDocument/2006/relationships/notesSlide" Target="/ppt/notesSlides/notesSlide10.xml" Id="Rc7ffc74a5b764c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ace9377814d42" /><Relationship Type="http://schemas.openxmlformats.org/officeDocument/2006/relationships/notesSlide" Target="/ppt/notesSlides/notesSlide11.xml" Id="R577e2749daab4d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f38bd3bef43db" /><Relationship Type="http://schemas.openxmlformats.org/officeDocument/2006/relationships/notesSlide" Target="/ppt/notesSlides/notesSlide12.xml" Id="Rd21c85823fa242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98000-4178-4F6A-A006-D3179A9E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E8084-A373-4C5C-9DDE-EE01F809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4FF22-C0FA-4F19-8519-4E83FB64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4AFE9-9EB0-4DD4-B389-47B96C59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F8DF9-768E-430E-9DE3-476E8FB1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and order large numbers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88F2D-26A1-4886-B7D9-EEACEB65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39295-6631-4F39-AB53-4573E112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0BB8B-9A5A-4836-B347-BB0A4010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compare and order numbers up to 10,000,000.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8E364-A63D-4FA1-BAD6-0A57D43D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8E69A-4380-4D25-AA56-76C59F60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Place value chart to ten million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0EDB2-D627-494B-970A-DFD54883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2006622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478BA1-41A0-498F-8DF3-88936BA7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25827-A3A3-4D31-A65C-27D6DB44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9D347-D8F0-4693-83C3-C0931BBE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717A4-339C-4A52-9771-F275B630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C533A-7890-4A5B-B680-21C9BE91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0D440-EA9D-463F-B9C7-92EB8E14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CF1AD-0FE4-4BEC-A2DB-01936683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AD0E9-21C9-42C8-B642-9130A716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D7EA9-5EB2-41DE-A9DC-529F67F3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and order large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C714E-526F-4BAA-B1A0-BC9FC514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1F985-F09C-4674-95BE-10A7B729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BF5FD-EF37-4E23-9AEC-D8A3CC61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13E5A-C7DE-4783-8450-15690957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Read, write, order and compare numbers to 1,000,000 and use negative numbers in familiar contexts.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FE541-B59C-4922-AA6B-E2067A1C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A61C7-AA3C-46FC-A762-79A825A6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D91BD-5163-45A1-8868-E19431DC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330D1-CE48-413B-A971-E92384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Order 7,405,090, 7,450,009 and 7,045,900 from least to greatest.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15A1DB-BD2B-4B40-846A-CC354814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F62286-AA5B-4491-B019-0E415FEA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B1A8E3-DB14-4C2F-B58B-D383B641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3F141A-D142-46C4-9B49-5898E9E0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Compare 5,906,120 and 5,960,102.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7FDA4F-939A-416F-99B1-6983FB48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62482969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82A346-9A68-43FF-8424-029417EB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5BAF3-026D-4DB0-87DB-1E164E31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0735E-0C29-4746-8746-CCC31B95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06319-456C-41EF-A565-A2214A00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1255B-CD1D-4D7E-8F6D-2E0BDD73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CC8DC-191A-495A-B9BF-B4FBA903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FB631-35BF-483E-A69D-FA867B87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FB98A-3D31-480E-ABA6-DDCBC0A9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A7C17-6532-48FD-A37B-70CE69D0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and order large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D5282-F9E1-4D22-98CF-43CF8069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compare and order numbers up to 10,000,000.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52A83-BA34-4510-8700-3D480D6C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6306D-FEDE-427E-B3F0-62B91F27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Read the number in three-digit periods from left to right.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A750A-38CE-4A0A-A1DA-CC54B3F0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Record each digit in the correct place-value column.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77FEE-6B03-4870-B983-D2E9509F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value of every zero and compare from the greatest place.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B9DD0-5427-4526-A415-46DC2881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million  |  place value  |  digit  |  partition  |  compare  |  negative</a:t>
            </a:r>
          </a:p>
        </p:txBody>
      </p:sp>
    </p:spTree>
    <p:extLst>
      <p:ext uri="{BB962C8B-B14F-4D97-AF65-F5344CB8AC3E}">
        <p14:creationId xmlns:p14="http://schemas.microsoft.com/office/powerpoint/2010/main" val="206590518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2F81C1-D718-4982-8E73-EFF87B99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6288C-E447-4580-AB30-C9A9BEDE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7A9DC-E3FF-4C1B-B034-CEF27C5F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5FF09-1F61-48D6-BC7D-D576C95D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63113-60F0-494B-ABA7-E508BB75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1192D-464D-45FB-AFAA-784C567F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DEC24-86CA-4916-88F7-73B41903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2A6AB6-5297-427E-AF1A-0F39CFD8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3C855-4FE0-4F9E-BC7E-054F85E7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and order large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4B31E-F821-4FE8-ABEF-360728C4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5,906,120 and 5,960,102.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BB0B0-3041-4EA0-AABC-7BAEC8C3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DC976-8554-4D96-8573-6D3A2FA8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C3270-FBC0-4614-B50C-E3E69CBE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5,906,120     5,960,102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B3759-49B9-4E2F-AC55-7E711341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CA2AA1-C5CC-4C2D-BFAF-2DE08E71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37D16-71F4-4923-B7A0-5C714F2C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Millions: 5 = 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69CAF-862C-4765-B39B-DBC67BD1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87D046-2628-4FAE-89CC-19E6DE45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86D7CF-3DF0-44BF-9F70-EFAFC7FA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Hundred-thousands: 9 = 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BA8BEB-752A-42C0-B93D-26955F88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FC1B35-FFAD-4489-8B4F-3C66AAE9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E5269D-2618-417A-8383-D45EA9E0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Ten-thousands: 0 &lt; 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7B545D-170F-4B6C-966D-9284B0C8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851E95-66B6-4D0B-9F50-FFEBD80D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729399-3668-4C17-BE78-2D504794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5,906,120 &lt; 5,960,102</a:t>
            </a:r>
          </a:p>
        </p:txBody>
      </p:sp>
    </p:spTree>
    <p:extLst>
      <p:ext uri="{BB962C8B-B14F-4D97-AF65-F5344CB8AC3E}">
        <p14:creationId xmlns:p14="http://schemas.microsoft.com/office/powerpoint/2010/main" val="139849716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1CE3D-1C88-49FE-8E0B-9FCC169D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54744-3E3B-41E0-9339-8BF5C824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4FC64-7FA8-4B9A-8F6B-A33C3DB5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AE4F8-6B71-43C5-9FFD-63B84F8D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E43AF-126D-42C4-8DA7-F7AC88E8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B79C3-85A5-4111-AEB5-AAFBC0BC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C3BA1-8CDF-42DD-87E3-D949E995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8F799-3D95-4C62-AA72-45EBC592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B06D5-0342-45DA-82E2-D290EEF2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and order large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74901-10B3-4512-BC60-402A4AE7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BDA8D-8CE9-48BE-8CFC-E38B309A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5,906,120 &lt; 5,960,102.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D5731-5C8B-4020-A09B-2A2F7620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244E61-3126-4200-86B4-53C15F54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value of every zero and compare from the greatest place.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E9823-04AB-4CBB-A3CE-2A453785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67825945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33172-95D6-49D3-B383-FCA2E1F4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98FDB-882B-4B11-B677-040BAB41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594B0-4BF3-4356-A5A2-3814B37B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A384D-367F-479B-8F8C-E85E87F9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D8D9F-500D-4B00-8B14-3C2B67B8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13FD8-9E0D-422F-83B2-3379DF8C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648B6-8B5B-4583-BD39-83E82372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14DC5-D996-4856-82EB-B8367961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200A2-4FAB-4AD2-AA31-7A556FE8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and order large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9A2A9-26E1-482A-9E5D-A5EE1E7E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Order 7,405,090, 7,450,009 and 7,045,900 from least to greatest.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96015-07C1-406D-AD0D-D4884FE5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F89A3-7559-4F5F-9545-A23AA9B0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36413D-238C-416D-B3ED-21016153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0FD9D9-C6D2-42F9-8C5A-86A74BC0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5B54DB-C140-438A-8A28-BC2F550A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7,045,900, 7,405,090, 7,450,009.</a:t>
            </a:r>
          </a:p>
        </p:txBody>
      </p:sp>
    </p:spTree>
    <p:extLst>
      <p:ext uri="{BB962C8B-B14F-4D97-AF65-F5344CB8AC3E}">
        <p14:creationId xmlns:p14="http://schemas.microsoft.com/office/powerpoint/2010/main" val="56910482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483EDB-A6BC-4F85-B40A-4A92EC1A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3244F-2404-4064-BF5F-F64714CA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19BC5-460D-4435-9FDE-85D4FE3D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7ABE8-82DB-46ED-BC9F-3570AB4F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1B361-BC41-43D1-94D8-15A6DD43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75981-CBBB-45B4-A303-8B948553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EE52D-0E54-4920-84DB-EB09DC3E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87C4A-7E5B-4E11-99B4-C182CC17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BFE1E-0463-49AE-B57A-DF267555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and order large numbers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4faf744064855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9D001-69C7-4495-B9A6-D2A2FE0C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76D5C-4859-498E-8E4C-F464AF51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compares the final digits first because they are on the right.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B61F4-9294-42DC-A232-3E87B96A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6D2A7-8A76-496B-878B-B61FBA6C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CAB561-6611-47B1-BE3A-4CAF5E29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Compare from the greatest place value on the left and stop at the first different digit.</a:t>
            </a:r>
          </a:p>
        </p:txBody>
      </p:sp>
    </p:spTree>
    <p:extLst>
      <p:ext uri="{BB962C8B-B14F-4D97-AF65-F5344CB8AC3E}">
        <p14:creationId xmlns:p14="http://schemas.microsoft.com/office/powerpoint/2010/main" val="183956807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6A65D4-8CDC-471E-B949-0BBCA284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0F392-0DDA-4C2B-84F7-9DA99831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29740-9387-49CE-8E63-36A64E97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5F508-CA4C-4F77-851C-9FFA497E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5A879-B581-4496-9C31-CEE81220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BB3B2-0F83-4FC5-9B6F-7D3C7905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5BA26-C3D7-4553-99AD-C2841840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70C78-EEBD-4BAC-A185-DF5D4938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ADB0B-85AA-40AD-9146-F21A2539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and order large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3151A-DD20-499D-A9A8-3D7C4F8A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85D81-9115-42DB-A343-9195B8B7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3006A0-8E9E-45CF-A490-F092FF46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DFD75-EAA8-40FB-9EE7-9E6D904C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Order 7,405,090, 7,450,009 and 7,045,900 from least to greatest.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E7338D-E0BB-4782-AA74-93437C11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EA226-38CD-48B4-B1FB-7DC45871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C67A5E-0336-44EE-9BBC-D7138C1C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164C9E-6D0A-4E21-9850-4802B7CB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D5CE6-BC50-4168-8DBC-16D2C463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2A1C38-E5A6-415A-B5FE-615957B5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1AC7E2-E6C5-41C0-8524-24098441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9F647-7030-48FF-80E3-70BF6EDF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7,045,900, 7,405,090, 7,450,009.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E46148-4C6C-4164-A78B-2BAA2EB1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36294545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1F6800-1676-413E-91DD-46AAB135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49525-B449-4015-A2A1-2FF86E3C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2D7C2-BDB6-4D2F-81A0-E7A85AE2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F4B52-267E-48B5-A408-AF3877B4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DC5FE-B01D-47AA-8C5E-CA55C2F9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B66DF-BBE1-4F86-8176-D13D43BE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6A1B6-C6A6-43AA-AB6B-B0FD1100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EA3DB-E8DA-47B8-A120-3AE144B7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AD4F3-E6ED-4A4D-9526-B4749713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and order large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91B3E-B261-4B5E-840F-C9E4F837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8735A-7EB4-43EF-8D5A-8ADBC55A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3BF638-7D72-4F40-838D-D2CE76B0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B2CE2-1F2A-4B1F-85B6-2C373BDC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Insert &lt;, &gt; or =: 9,099,999 __ 9,100,001.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BA914-D2C5-4372-B090-A06207D8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B45B4-E755-4E61-83E5-61329A3A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938E4-0041-4A7D-B415-00C178D8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97CC6-1D9A-4542-B0D2-E8F600CB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81057-C105-4B2F-9CDB-1D85AA8C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3CEA6A-BD84-4311-9D01-8BBD7DF7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11C1CA-70FC-4A8A-B72B-391A9DDC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131678-C35C-4044-97B0-81F59004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204849894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20EBA-F7CC-4D48-9AA7-E0F8A638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AEA6E-E490-491C-A2A3-39FA7519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14B19-4B5F-470E-8C03-477A7682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25DE1-FA5F-4642-B983-92B0FB9E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08EC9-4F0F-4809-A5AF-C0C426E1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8384E-1E4B-4C49-B16B-155BED0E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365E9-5199-4C18-812A-53856CA9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FE675-DA57-489E-AD00-5F6F3062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45E91-5DA6-4600-B6C9-E72681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and order large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CE80B-E621-4EB3-A3D6-D780C690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a whole number that lies between 6,799,999 and 6,800,010.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0739E-3D92-457C-BD1E-C16AADD4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9B682-0B4C-4803-A70F-FE1E10E4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47A58-5924-4963-96A6-4F98EC4C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Any integer from 6,800,000 to 6,800,009, for example 6,800,004.</a:t>
            </a:r>
          </a:p>
        </p:txBody>
      </p:sp>
    </p:spTree>
    <p:extLst>
      <p:ext uri="{BB962C8B-B14F-4D97-AF65-F5344CB8AC3E}">
        <p14:creationId xmlns:p14="http://schemas.microsoft.com/office/powerpoint/2010/main" val="146566385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976519-8C00-4553-B1AF-631AC6C3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CA80A-52B0-41F9-971E-84F83E79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A38EF-0D91-4982-9C9B-5732DB78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DBE97-BB98-4F85-A272-F5C3D929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0B835-0337-439E-9426-F49DA962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F8C19-0B66-44E9-9D44-EC70E887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47B1A-DABF-4156-81A5-08A97A03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9F3F7-A129-4CB7-8BC0-6108910E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339A0-15DC-42DB-9CA1-4AD4E02B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and order large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3E6A8-06B7-4F8A-B2CE-8AE46153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7A53E-CB69-4F54-8ACB-35494BD7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0BE91-7A4A-432A-8815-7718A8E9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Insert &lt;, &gt; or =: 9,099,999 __ 9,100,001.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0436E-8C55-4A3E-A383-55387DEA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FE9CE-6487-49EA-B640-57FDB517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525D1-201A-4497-9048-85FDFAA8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F6B89-071F-4698-8597-00C32BC4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66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9,099,999 &lt; 9,100,001.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2B5FE7-D5B4-4A97-87E6-43295295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0232AF-89E0-44D0-9EEB-CD04EC1F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02677200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D47967-9A5A-4272-B046-6073AA1E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E37E9-DAED-4230-B3F1-9068658B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04902-B2C8-4C84-8B9A-18DD732E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A406A-C653-47D2-BCD8-ADCAF5A7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D0537-1EAF-4B7E-B228-2F49FE2F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2F3D4-FB2D-46EE-9F64-0358AF91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51375-2B23-446B-B402-5716173A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204C4-C874-440D-A94B-180E7003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2C90D-5B3E-41F5-A282-0A29425D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and order large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77843-4454-4835-B7DC-75DB3A5E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A24DC-E8BB-4438-929B-256763F3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A7B4E-2D31-48EB-A007-07407942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07D87F-B25B-42F5-9FB2-6F607289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Insert &lt;, &gt; or =: 9,099,999 __ 9,100,001.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94FFA-BC71-4EB6-B1DC-75CC0AB4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0DDF8-EAA0-46F3-9250-68E5FF1A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9C5FBD-693B-4964-9F76-A02A8DD4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355D8B-9CEE-4B80-B37D-E38EAEFA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compares the final digits first because they are on the right.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BE619A-4575-4992-9582-C8525191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97A278-A99B-4BA3-8B96-9671CF93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4ABE04-64C2-4353-9C4D-196629F7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89DC19-2257-4176-8E5A-91932180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549FAE-380A-48DF-A97A-4E97F347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36662974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2026-09-09T22:13:27.8890000Z</dcterms:created>
  <dcterms:modified xsi:type="dcterms:W3CDTF">2026-09-09T22:13:27.8890000Z</dcterms:modified>
</coreProperties>
</file>