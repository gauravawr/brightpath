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Place-value counters, squared paper, multiplication grid, highlighters,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1,632. | Estimate the product before calculating. |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factor, product, partial product, exchange, placeholder, estimate.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47 x 36. Answer: 1,692.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1,632.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Multiplying by 30 gives tens, so the second row begins in the tens column.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1,632..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5,301..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72.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Calculate 68 x 24. Expected: Calculate 93 x 57. Higher: Find the missing factor: __ x 48 = 3,456.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5,301. | Multiplying by 30 gives tens, so the second row begins in the tens column.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9D4C3805-CAAB-468D-B239-3C8C2E7B939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C48F4B-4BF7-4572-B5EB-F2C2189A8F8D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4ABD859-6899-40AA-B6D7-50929BBC1736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89B592B-6266-49D3-847B-99C1FC4A3D78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805958B-6D77-4D5A-9FB8-E0BDF8803085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67BFB89-7CE1-45E6-B529-F5B0BC2F1211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E5A477B-F1FA-4590-ABC6-A3121A6C0442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776D511-C9CE-4A13-AF98-1481AAE213FF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97659D-2B08-452C-92A7-5AB2AE7561D5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6740003-14FC-4836-B71F-BDC0D505C65F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4CB846F-A20C-4F61-92D0-94E7A3B3D200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Place-value counters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80BB77-2469-4A36-91D5-3DC36A4F0149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0188227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7C2DB19-FA3C-4555-88BF-D35E983F9D9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B18D89-F1B3-4A4B-AAE7-7803F1AE6B7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327DBBE-C995-44B9-BA32-A7497DAB43C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9DB9A16-656F-4D85-9E3A-D2CA8D8334A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2EA653-FE7C-4F4F-9130-28BD076B82B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34508CD-6C5F-4721-BC5E-1C7F4A81FB7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2758FE2-1D4D-4B34-AF25-824B0F50B0F6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1C6ECE7-597F-480D-B79C-1F2DF2E76B96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71AD758-D14E-447E-B628-C6BD478196D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302DBE-D1FE-4135-A497-DD72A0D83C8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67DE236-D09E-4600-8C6A-A93FDC36B07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1277ABC-3687-4A34-8E3F-D010B53F74F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BCCC42-F983-4653-8F95-7EB4C4EEEE6A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78A542-6A7C-440B-BE45-AD0C13AB51F3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Multiply up to four digits by one digit and use place value when multiplying by 10 and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7153E6-1274-4D1B-B804-6AD241F940E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2871019-196E-4B38-A682-75704DED79E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B211B7A-5F88-4A2C-9DB0-282C699ED0C6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0354F9C-2880-4232-B59C-0E3B26B90B7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7FD5E60-4A44-4781-8406-A6934CA6DD35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FFE1B6C-5D0A-4643-B9FF-B785E22D43E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D687853-D80D-4DB8-B88F-E07282E13C7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F0F98AA-B3A7-4096-9402-40E7D546AC4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47 x 36.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CB6111F-7387-40D2-BBEE-5739148525CE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2089364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BD82674-6ABC-42FA-8580-6EAA8F607F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0B523A7-2FF8-4A29-9B0B-829629AD677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6540BD4-0887-45EA-AD14-FFDAB74FE6E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78A1969F-A823-4FAC-BD00-1C3D8F836BE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3B32D40-7B92-4D93-B573-F5620960A35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3DE611-D4C6-46D3-9B3D-C72985042B6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FBFCB6-BFB9-4D12-9DA6-A0F21B7525C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8CC418-ECB1-4E40-BB75-41F55454BA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309E18-61B7-48E7-ABD4-0056A2BCE44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FACC877-2F90-4BD2-8FF6-23568DAF3DC1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D25B9CE-608E-4171-92D8-A84A4CD674A6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long multiplication for two-digit by two-digit calculations.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EBC7128-9F53-4A0F-B8D7-EF2397542922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E604B0E-E662-4542-9403-15BC4F392F66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Estimate the product before calculating.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EC5846-C768-4988-9E4B-D32FBDF5580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by the ones, then multiply by the tens using correct place value.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8D0630-56AC-411A-836F-139D95D44631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43F667F-80E5-408C-8ABA-21640FD74830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factor  |  product  |  partial product  |  exchange  |  placeholder  |  estimate</a:t>
            </a:r>
          </a:p>
        </p:txBody>
      </p:sp>
    </p:spTree>
    <p:extLst>
      <p:ext uri="{BB962C8B-B14F-4D97-AF65-F5344CB8AC3E}">
        <p14:creationId xmlns:p14="http://schemas.microsoft.com/office/powerpoint/2010/main" val="1486720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6DAFF940-6462-4C7D-9A5F-808AA51658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58CD5F-842E-4564-B9B7-4490FD5B602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884FDC4-4D6A-4DF4-B8A8-AB619F1D0A9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C6458EBE-B2A1-47CF-A90D-D571AD151B0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3CD117-FD8A-415D-85BD-45DA73AC571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12FA9B0-450A-4E9B-BB02-4D5A6CE3DBD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CEED59B-0072-4935-9600-8987DCF51DD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B4EBFC2-84EA-476E-AFEB-A381C16B35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04CD05F-4933-4D95-938D-B9C73FF50604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6ADA43-D5E6-4BF6-9CB4-DAE7AFF2C58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0CD562A-1AA8-45B2-91C5-868BDB85F63F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47 x 36.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E6AEA94-8F88-4538-B2B4-167CF32D8B21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D3BC4B5-CDDD-458E-A897-AC4FA1078456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37F5014-0FB7-4FA0-8F3A-FC2196478D8E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F6C9806-8CC5-4CEE-A2E7-AC37760E5547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Estimate the product before calculating.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95C56C6-3C3F-4DAB-B690-6F3E942CC95F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CD42BA4-25A8-4A03-A1EB-5574B394E12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5840F21-2419-4BB7-A542-DEC31E9431A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C70603-119A-4C41-B16C-6012981E7DE7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Multiply by the ones, then multiply by the tens using correct place value.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B9BBA05-2D33-4D62-8D99-D9AC75190A60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8B23C56B-EA8F-4CB5-8DD4-40257A7A1F46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2C705D-2866-4EAF-BCC4-9CF08E8088B7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E6E303-11B2-4E4D-A27C-8180EB1D208C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Add the partial products and compare the answer with the estimate.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88750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289FB02-8199-4CA5-8CC7-831E6788F9B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1342ED-EABA-4EA7-86EB-28C35B12B39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A49788-AEE8-4CF4-945F-8F5E34823EA8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B55EB6-5363-4DF8-8065-D9188866E88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D367DD0-BF67-4738-BEC2-4545D7E5D9D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AE3BE-5C58-45E6-8D67-72B14B82B5A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1101117-05C6-4A19-A225-0FDF1746130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73923B6-CC21-429F-8C6A-EBE55F7D702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1EBB15-F43F-45F7-B8FA-FF4019CC938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7CC824-980A-4CAD-A727-0C6DFAFDFD93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1725920-51F6-45AB-BCED-486D260341C9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CE25812-4516-4727-8D2D-1D61635D6B52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1,692.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9049FF-5E05-42C2-B540-5C686A59645B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E147B4-A2EE-46B0-BFDC-282BF511DFB6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Add the partial products and compare the answer with the estimate.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286ADFE-620E-4A9F-98A1-CC31D534C320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015702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4DE3E99-BF90-4192-BBF7-56857D0CC0F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44AE873-EA43-4038-A247-5C783039FE21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28584E-901B-4997-AC02-415B554D1F0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A8F1F4B-A4C9-4291-BACC-F5DD55534A9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B6EA54-4E19-40DD-A800-F6E2A03331D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F60F15-6231-4BBE-9C3C-050504B084A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84A467-17A7-4DE5-832A-54D2A374FF3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1DFDD0-E0EF-420A-A692-2856E7DCFB0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067155A-668D-421E-8596-50D15B37C97F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0647E04-EC3C-4C46-A714-E93905B32B4D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D4DBF4B-EEF3-4B3D-98A8-42FB79FE27A2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8055C9C-8D6C-44A2-96FC-FF0656DEE6A4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1AD9D7-F972-4E86-942C-0A59961E2CA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4C2E659-955D-485B-8D14-5DD609B35AF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473831-F3CE-4871-9F3B-EF15AAB82677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6D385CC-33D4-46D5-A858-6F2587B24A32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1,632.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087177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1AD29FF3-843C-4926-A13A-809225067B5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AC52C1E-7A80-4ADF-B90C-3F82EB5A39AF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35BCCB6-9D53-4E4A-B6E6-7421C1688D7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F778CC1-F237-4E7C-BD21-B0DB5538746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E507E06-7750-4925-ABEA-8C17F040A94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6122347-DF95-4CFD-89C3-FA15F5E900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1549320-C11D-4D23-B3C6-05CA3AD7BB3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B5BF60-9110-4B09-9A7E-05D77B3E82C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A5C66F3-1B8A-4187-9164-8CA243ADF29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185014B-AF40-48BF-B25E-EF9E1C0435C6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425E84F-4DB7-49DF-92F2-9C1D3B893B23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C75F36-6C3E-46C0-AB33-673A48D9CE1B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writes the second partial product directly under the first without a zero placeholder.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53188A-8A2A-4708-A911-A1FFDEC01F95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7287B92-B54E-4976-9EC4-9597D01C4C08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8308C51-71A5-4193-98C2-F71BB5DAE22B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Multiplying by 30 gives tens, so the second row begins in the tens column.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04060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4FC497AF-D7B3-41CE-83D6-2A6DF727BC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8242EE6-BDFB-4458-89C4-BB5AC7203FD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63C0499-8CFA-4788-92E8-5759BC2B5F3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F5FFDD7-1C12-4BBF-995C-3ACE2A989E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B9B0159-4525-4A54-866F-902F10FE701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46D62E6-7326-426F-A8A5-981717718D5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0A157BA-3110-4BC0-AD21-F083F14485D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5AA6E0-B8CD-4F32-9E62-27ADFB45368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126CDC7-EEA6-40FE-A978-BEA67822A8C6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69825C-2BD9-45B8-99CE-4708BD45533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3F4FAF42-08D3-4BE1-9252-53BDB496C1B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7F707C6-13ED-4DCF-B876-DBD070D491B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815A09A-49EC-4AD0-B846-B8930A1310E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C7AFB4-0073-43D1-9274-3623FC48C40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68 x 24.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A66204-61E0-4076-B5C7-58BD17B4E3AA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0E6AFE7-0DAB-48E3-B3A9-39100D9683C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6E0A840-F1E3-440C-A82B-8D9446B1736A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F31E4E7-4149-4155-8257-4C06A0BDE6A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077B052-1377-4EF0-B99A-71D2F806E08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C990AFA-5F87-4D28-B86B-88C7A422233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F3893A3-72CB-4890-8123-065013067049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7DFBCC9-94E5-46CE-A72A-8115713C60AB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1,632.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44FB24-830D-4BB2-8BFB-9498EEADF7A9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698714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3C15376-B275-416B-941F-4C1259B845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5D78F31-EC0B-42B3-A8B7-6AAC5711C6A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5F6D62F-45D5-4CCD-98D6-353677018B8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BBFDA21-FD50-49FA-8DC6-AE0E7BE278B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0C3AFB-6B63-449B-B660-461BA264320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CE58A1-520D-47D3-B742-97E011C8BF9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5FF3B6-BE72-49F7-9AA4-6C27619E0DFA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39F1954-31BD-4208-88EF-BE0A3DE80A8A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B35501-922A-4C87-BB6B-059464E6883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9FB9307-EDEB-4381-899E-DB7BBA90D46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E8953DA-3EBD-4E8D-8FBF-AC1311C982FF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14BE17B-45E8-4240-9123-57353957BF42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50D05B-4328-4E71-BAD2-EE171E1369E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B989D4C-075C-421F-924F-03001326B18C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F75D11CB-C58A-4A33-8001-75CC3F9D086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249957A-6679-43FD-99B8-2B1D2FAFF21E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A2A7B3-A81F-4C57-9880-6510922F4530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23F62CC-F36C-42BA-81E0-345D734C7875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A0162B06-1B06-490E-9C4A-9720101731C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EF76588-4F9C-4C9A-8C69-DA5E3F51927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6AE4B00-BACE-4B89-8841-C98D97AC758E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0309477-96B4-4A14-9480-7B8BD3A05F6E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52917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18ADA20D-F75A-4501-8475-F6DA4CDBDB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9671AF-5ABD-4CC4-9BF0-48CF5E4C0A7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2853A7E-65EE-4173-9572-7D780448092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C72D387-DBD8-42C8-B6C9-1F853186D96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3DE791-FF88-47A1-9F7A-B6062BE802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286389-64F3-47CB-809E-399AAC53D6D5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FDB5DF6-1204-49D3-90E6-9D75ABD545E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0CA7D0-F4F2-4F81-BC7C-B6E1B5B4875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1A2BC7B-AFBE-42F6-B328-5679E3BDCEC0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2301A55-0914-467D-9AE8-1909367FE0E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7ED6197-FD53-4DD5-BC72-AF895804D59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missing factor: __ x 48 = 3,456.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64D914-1FF0-4E93-8DDF-BCACF3C0FBDC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390A23-8C78-46EF-81E0-011C552304FB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70D57F1-C773-474A-BBEF-F06D7386EB3F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72.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510819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D73551B-7F04-4046-B764-DE954FEFA14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25C19D7-1833-4AE4-AE07-05174E5FD68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EF86F5F-5DD5-4FEE-8F5F-AE1818E3EBB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54A0FFB-A3D0-44DB-B382-56DFE1F8099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378678-3EF0-4902-926C-FDE900B5823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8241E2-1B44-40C2-8E5E-5E84AC7DC4A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1EEB71-2DD7-41BA-9BEA-CA02494E4144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44CEDCF-0A04-449A-825F-678BB3AF859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CBFC56B-D914-433A-8A96-CBB0D6C55A2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3255451-42B3-4D5A-850B-7FD06E2C6A3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1CA378A-E23E-4A07-A5D3-BA717DBB1EA0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90CE8E7-40F2-4E5B-9D87-47179FB5180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634A652-38E2-47AD-A6B7-6B3362D08A53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ABA0C1C-8196-4128-9F47-DE514CC0E343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D18519E-37D0-4EBE-BAE3-5B9160399E8B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4ABFA1-078E-4C24-B98D-6FCE8672726C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5D26BF4-1240-44C8-8DC5-98B4280EA464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C11AF3-C254-4043-BE00-D64FD607775E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2397F45-FB33-4CB9-8358-6D651894097C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8FE1605-70CD-4EB9-BC70-29CAB64B8663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F642361-754F-41F8-8EEC-2232222CD62A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030AB4FE-C988-4C1C-9592-71F54B791BFC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3D8575-608F-4A32-B33E-B170E79354FE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3EC5CD4-1194-4C14-8E30-D94BCECF9472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DE6B8EC-9870-45DF-AD6E-48F847E390F7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19AB47A-763D-4F75-8015-F3DE3A462B67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9369354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C489658D-003E-4605-957E-CC73BBB5ED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914081A-F339-4ADC-81AE-9D1F9D11C103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3  |  DAY 2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109E478-4078-48D8-BF08-78DB3A18E68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3E2BFB3-EF2C-415C-9F72-00C2C652A40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394090-02B3-4075-80D7-5F1F0C07DD5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3E0D172-FAE8-4A07-901D-843516CD4D0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A9AD76-9DD7-467A-9184-5476538BEDF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9C7F174-FD08-43C0-808C-18164400B32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E5726F6-0EAA-4106-9796-A4760414994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FFEDF1-F828-43B8-B910-24D08673E66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Multiply two-digit numbers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8ABB246-7F41-40E3-A9BB-6F06FC571D3D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06DAE364-24FE-4A83-86CC-135180E114DD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481F99-E783-4F5E-AB1A-31D98C8B4903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66265F8-2690-442A-91FB-8F0DE8D9529D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93 x 57.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7F1CB65-D8B5-4873-A1D5-B833852972C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C7401D1-6E5C-499A-8DF7-EFE3F997E28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97EC02E-0589-4700-9020-5B15C32D697D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15F3EA-6F74-421A-BC5E-88ABBBF77EDF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writes the second partial product directly under the first without a zero placeholder.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A6AAD17-629E-4C43-B605-77418C4F297F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EBF7451-685E-4E3F-AC00-1B7DBDE8DDFF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39CD930-1A59-4D68-BB7B-243A8C5DA026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6FCE998-E655-4578-816F-B78749A4DCA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76B1A79-2662-4C00-BB83-2EBD5677C5B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317897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1258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2026-09-08T22:35:15Z</dcterms:created>
  <dcterms:modified xsi:type="dcterms:W3CDTF">2026-09-08T22:42:27Z</dcterms:modified>
</cp:coreProperties>
</file>