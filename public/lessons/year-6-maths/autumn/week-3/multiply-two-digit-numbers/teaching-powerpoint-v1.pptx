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Multiply two-digit numbers. Multiply two-digit numbers.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Multiply two-digit numbers. I do. Reveal each digit multiplication and the carried amount. On a tens row, reveal the zero placeholder before calculating. For a decimal, use the same place-value scale in the answer.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Multiply two-digit numbers. I do. Align the place values. Reveal one column at a time, including every carry or exchange.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Multiply two-digit numbers. You do. Pause before clicking. Let pupils try independently, then reveal and discuss every step. Reveal each digit multiplication and the carried amount. On a tens row, reveal the zero placeholder before calculating. For a decimal, use the same place-value scale in the answer.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Multiply two-digit numbers. You do. Pause before clicking. Let pupils try independently, then reveal and discuss every step. Align the place values. Reveal one column at a time, including every carry or exchange.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Multiply two-digit numbers. I do. Reveal each digit multiplication and the carried amount. On a tens row, reveal the zero placeholder before calculating. For a decimal, use the same place-value scale in the answer.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Multiply two-digit numbers. I do. Align the place values. Reveal one column at a time, including every carry or exchange.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Multiply two-digit numbers. You do. Pause before clicking. Let pupils try independently, then reveal and discuss every step. Reveal each digit multiplication and the carried amount. On a tens row, reveal the zero placeholder before calculating. For a decimal, use the same place-value scale in the answer.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Multiply two-digit numbers. You do. Pause before clicking. Let pupils try independently, then reveal and discuss every step. Align the place values. Reveal one column at a time, including every carry or exchange.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Multiply two-digit numbers.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Multiply two-digit numbers.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9C930173-F430-4E17-9403-981CCE58A30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Multiply two-digit numbers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61FBDE8-11DE-4B11-82E0-BB5D0379C068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49D2373-7956-4749-9D7E-37DC5864D21F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3ADEB3A7-9850-4F7D-8D75-A8DF1CF7CB70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Multiply two-digit numbers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69B74AFB-BADA-4CB6-9639-5BA2D9FD0EE0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F5889657-455A-4BEC-8AB3-B3894F520834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use long multiplication for two-digit by two-digit calculations.</a:t>
            </a:r>
          </a:p>
        </p:txBody>
      </p:sp>
    </p:spTree>
    <p:extLst>
      <p:ext uri="{BB962C8B-B14F-4D97-AF65-F5344CB8AC3E}">
        <p14:creationId xmlns:p14="http://schemas.microsoft.com/office/powerpoint/2010/main" val="1778989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-1">
            <a:extLst>
              <a:ext uri="{FF2B5EF4-FFF2-40B4-BE49-F238E27FC236}">
                <a16:creationId xmlns:a16="http://schemas.microsoft.com/office/drawing/2014/main" id="{B355C307-4283-4623-9108-8D3C4EEEF53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0B39457-2A93-491D-97FE-1680306C85BA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47 × 36.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0375DA94-2421-4AEB-87EA-8FC6BC1C561D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1EF1A41-EED3-4DF8-81C9-2001D011BC33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Multiply two-digit numbers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DE6269A6-A145-4128-B795-E93C6AE1FE33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12A29BA8-8F2E-4779-A15D-1E122F5520F9}"/>
              </a:ext>
            </a:extLst>
          </p:cNvPr>
          <p:cNvSpPr>
            <a:spLocks noGrp="1"/>
          </p:cNvSpPr>
          <p:nvPr/>
        </p:nvSpPr>
        <p:spPr>
          <a:xfrm>
            <a:off x="91201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929A870B-F33B-4C29-B526-459801D683C7}"/>
              </a:ext>
            </a:extLst>
          </p:cNvPr>
          <p:cNvSpPr>
            <a:spLocks noGrp="1"/>
          </p:cNvSpPr>
          <p:nvPr/>
        </p:nvSpPr>
        <p:spPr>
          <a:xfrm>
            <a:off x="99774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11CE4695-989C-4749-A86D-3B4A3D2A16A2}"/>
              </a:ext>
            </a:extLst>
          </p:cNvPr>
          <p:cNvSpPr>
            <a:spLocks noGrp="1"/>
          </p:cNvSpPr>
          <p:nvPr/>
        </p:nvSpPr>
        <p:spPr>
          <a:xfrm>
            <a:off x="6691313" y="3690938"/>
            <a:ext cx="7143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67B79897-C318-48D5-B8C7-464906C4AB67}"/>
              </a:ext>
            </a:extLst>
          </p:cNvPr>
          <p:cNvSpPr>
            <a:spLocks noGrp="1"/>
          </p:cNvSpPr>
          <p:nvPr/>
        </p:nvSpPr>
        <p:spPr>
          <a:xfrm>
            <a:off x="9120188" y="3690938"/>
            <a:ext cx="1619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20D0A2B2-6F2B-4BF5-BB73-D15230066CC3}"/>
              </a:ext>
            </a:extLst>
          </p:cNvPr>
          <p:cNvSpPr>
            <a:spLocks noGrp="1"/>
          </p:cNvSpPr>
          <p:nvPr/>
        </p:nvSpPr>
        <p:spPr>
          <a:xfrm>
            <a:off x="7227094" y="4464844"/>
            <a:ext cx="372665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F278FA1D-ACA6-4A90-9E27-813375C8C21F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7 = 42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74C2AA6A-78D9-43C6-BBF2-76928C379D84}"/>
              </a:ext>
            </a:extLst>
          </p:cNvPr>
          <p:cNvSpPr>
            <a:spLocks noGrp="1"/>
          </p:cNvSpPr>
          <p:nvPr/>
        </p:nvSpPr>
        <p:spPr>
          <a:xfrm>
            <a:off x="99774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67AF1DA6-7BF4-4532-8485-BBA33E920929}"/>
              </a:ext>
            </a:extLst>
          </p:cNvPr>
          <p:cNvSpPr>
            <a:spLocks noGrp="1"/>
          </p:cNvSpPr>
          <p:nvPr/>
        </p:nvSpPr>
        <p:spPr>
          <a:xfrm>
            <a:off x="99774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5FA17312-6E93-4317-9ADA-09C2BF32C746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4 + 4 = 28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4CF5FB9F-AC62-47AC-A8F8-C1B2226BA886}"/>
              </a:ext>
            </a:extLst>
          </p:cNvPr>
          <p:cNvSpPr>
            <a:spLocks noGrp="1"/>
          </p:cNvSpPr>
          <p:nvPr/>
        </p:nvSpPr>
        <p:spPr>
          <a:xfrm>
            <a:off x="82629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48603291-04FF-4E81-BF4B-1D2978DB1F28}"/>
              </a:ext>
            </a:extLst>
          </p:cNvPr>
          <p:cNvSpPr>
            <a:spLocks noGrp="1"/>
          </p:cNvSpPr>
          <p:nvPr/>
        </p:nvSpPr>
        <p:spPr>
          <a:xfrm>
            <a:off x="91201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D3453A28-C551-480E-8E0C-7BF96106C3E8}"/>
              </a:ext>
            </a:extLst>
          </p:cNvPr>
          <p:cNvSpPr>
            <a:spLocks noGrp="1"/>
          </p:cNvSpPr>
          <p:nvPr/>
        </p:nvSpPr>
        <p:spPr>
          <a:xfrm>
            <a:off x="99774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173FCCAB-3571-4B2F-B23E-520504993A68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× 7 = 21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8B23777E-3E00-4742-B8E5-1E303C99A076}"/>
              </a:ext>
            </a:extLst>
          </p:cNvPr>
          <p:cNvSpPr>
            <a:spLocks noGrp="1"/>
          </p:cNvSpPr>
          <p:nvPr/>
        </p:nvSpPr>
        <p:spPr>
          <a:xfrm>
            <a:off x="91201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E5FFC062-0FBB-42E8-BCEC-296754A1EE1A}"/>
              </a:ext>
            </a:extLst>
          </p:cNvPr>
          <p:cNvSpPr>
            <a:spLocks noGrp="1"/>
          </p:cNvSpPr>
          <p:nvPr/>
        </p:nvSpPr>
        <p:spPr>
          <a:xfrm>
            <a:off x="99774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C9A548CE-F122-4501-B451-28EEECF821C6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× 4 + 2 = 14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9B69BBA3-1CB4-4C99-8F7A-884CFA20807D}"/>
              </a:ext>
            </a:extLst>
          </p:cNvPr>
          <p:cNvSpPr>
            <a:spLocks noGrp="1"/>
          </p:cNvSpPr>
          <p:nvPr/>
        </p:nvSpPr>
        <p:spPr>
          <a:xfrm>
            <a:off x="74056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55FCD317-334E-4456-AC65-3E682A24764A}"/>
              </a:ext>
            </a:extLst>
          </p:cNvPr>
          <p:cNvSpPr>
            <a:spLocks noGrp="1"/>
          </p:cNvSpPr>
          <p:nvPr/>
        </p:nvSpPr>
        <p:spPr>
          <a:xfrm>
            <a:off x="82629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4C3EEE39-0DD0-42FC-B151-10EACF6486D1}"/>
              </a:ext>
            </a:extLst>
          </p:cNvPr>
          <p:cNvSpPr>
            <a:spLocks noGrp="1"/>
          </p:cNvSpPr>
          <p:nvPr/>
        </p:nvSpPr>
        <p:spPr>
          <a:xfrm>
            <a:off x="892969" y="7286625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Now add the partial products: 282 + 1,410.</a:t>
            </a:r>
          </a:p>
        </p:txBody>
      </p:sp>
    </p:spTree>
    <p:extLst>
      <p:ext uri="{BB962C8B-B14F-4D97-AF65-F5344CB8AC3E}">
        <p14:creationId xmlns:p14="http://schemas.microsoft.com/office/powerpoint/2010/main" val="220609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14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45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/>
      <p:bldP spid="13" grpId="0"/>
      <p:bldP spid="13" grpId="1"/>
      <p:bldP spid="13" grpId="2"/>
      <p:bldP spid="14" grpId="0"/>
      <p:bldP spid="14" grpId="1"/>
      <p:bldP spid="15" grpId="0"/>
      <p:bldP spid="16" grpId="0"/>
      <p:bldP spid="17" grpId="0"/>
      <p:bldP spid="18" grpId="0"/>
      <p:bldP spid="18" grpId="1"/>
      <p:bldP spid="19" grpId="0"/>
      <p:bldP spid="20" grpId="0"/>
      <p:bldP spid="20" grpId="1"/>
      <p:bldP spid="20" grpId="2"/>
      <p:bldP spid="21" grpId="0"/>
      <p:bldP spid="22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-1">
            <a:extLst>
              <a:ext uri="{FF2B5EF4-FFF2-40B4-BE49-F238E27FC236}">
                <a16:creationId xmlns:a16="http://schemas.microsoft.com/office/drawing/2014/main" id="{C6B35C79-C1AD-4EDE-B951-8FAFD6F421C8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98DD659-36EA-4BB5-92BA-D4D1BCB0C30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282 + 1,410.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B426FE7B-78D0-4A6F-BE51-EDDB0F1E941F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3AD75EF-1DD2-4FB2-A5E2-6A510B5CE555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Multiply two-digit numbers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5C6A9B9-36EB-4430-80CF-076F9CCC548E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E424D57-8FFE-4ADE-83FB-264C2D0703CC}"/>
              </a:ext>
            </a:extLst>
          </p:cNvPr>
          <p:cNvSpPr>
            <a:spLocks noGrp="1"/>
          </p:cNvSpPr>
          <p:nvPr/>
        </p:nvSpPr>
        <p:spPr>
          <a:xfrm>
            <a:off x="6405563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C2954EC6-1EE3-4697-91AF-6D76879CD4BE}"/>
              </a:ext>
            </a:extLst>
          </p:cNvPr>
          <p:cNvSpPr>
            <a:spLocks noGrp="1"/>
          </p:cNvSpPr>
          <p:nvPr/>
        </p:nvSpPr>
        <p:spPr>
          <a:xfrm>
            <a:off x="7334250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BC68FD56-0B3F-4C87-9FF4-A1BB95752BAC}"/>
              </a:ext>
            </a:extLst>
          </p:cNvPr>
          <p:cNvSpPr>
            <a:spLocks noGrp="1"/>
          </p:cNvSpPr>
          <p:nvPr/>
        </p:nvSpPr>
        <p:spPr>
          <a:xfrm>
            <a:off x="8262938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AEA77C7B-914A-45E4-9B30-9D673E20611A}"/>
              </a:ext>
            </a:extLst>
          </p:cNvPr>
          <p:cNvSpPr>
            <a:spLocks noGrp="1"/>
          </p:cNvSpPr>
          <p:nvPr/>
        </p:nvSpPr>
        <p:spPr>
          <a:xfrm>
            <a:off x="919162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1E5D7291-5B27-4E04-A52D-8FC7FE20799D}"/>
              </a:ext>
            </a:extLst>
          </p:cNvPr>
          <p:cNvSpPr>
            <a:spLocks noGrp="1"/>
          </p:cNvSpPr>
          <p:nvPr/>
        </p:nvSpPr>
        <p:spPr>
          <a:xfrm>
            <a:off x="6405563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763C5D0E-A816-4612-806E-405FD1110B27}"/>
              </a:ext>
            </a:extLst>
          </p:cNvPr>
          <p:cNvSpPr>
            <a:spLocks noGrp="1"/>
          </p:cNvSpPr>
          <p:nvPr/>
        </p:nvSpPr>
        <p:spPr>
          <a:xfrm>
            <a:off x="7334250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7B26D344-B98E-49B5-BE93-5112C88E9050}"/>
              </a:ext>
            </a:extLst>
          </p:cNvPr>
          <p:cNvSpPr>
            <a:spLocks noGrp="1"/>
          </p:cNvSpPr>
          <p:nvPr/>
        </p:nvSpPr>
        <p:spPr>
          <a:xfrm>
            <a:off x="8262938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27D8FA54-51F1-4F4F-A774-109F063CAC3F}"/>
              </a:ext>
            </a:extLst>
          </p:cNvPr>
          <p:cNvSpPr>
            <a:spLocks noGrp="1"/>
          </p:cNvSpPr>
          <p:nvPr/>
        </p:nvSpPr>
        <p:spPr>
          <a:xfrm>
            <a:off x="919162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84830B66-6EAF-4FC8-BB39-5966B40FE8CB}"/>
              </a:ext>
            </a:extLst>
          </p:cNvPr>
          <p:cNvSpPr>
            <a:spLocks noGrp="1"/>
          </p:cNvSpPr>
          <p:nvPr/>
        </p:nvSpPr>
        <p:spPr>
          <a:xfrm>
            <a:off x="5572125" y="4131469"/>
            <a:ext cx="654844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2A2BF973-1773-4C04-9F53-FEA9C09B1E3F}"/>
              </a:ext>
            </a:extLst>
          </p:cNvPr>
          <p:cNvSpPr>
            <a:spLocks noGrp="1"/>
          </p:cNvSpPr>
          <p:nvPr/>
        </p:nvSpPr>
        <p:spPr>
          <a:xfrm>
            <a:off x="6167438" y="5036344"/>
            <a:ext cx="4131469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6767A9EE-9651-4B82-AE18-5778A84030AC}"/>
              </a:ext>
            </a:extLst>
          </p:cNvPr>
          <p:cNvSpPr>
            <a:spLocks noGrp="1"/>
          </p:cNvSpPr>
          <p:nvPr/>
        </p:nvSpPr>
        <p:spPr>
          <a:xfrm>
            <a:off x="915590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125ED97A-61E0-425C-BACE-EC6DA6BFC8B8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+ 0 = 2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404DFC6E-5C03-42A3-89A3-0C6C20350FDC}"/>
              </a:ext>
            </a:extLst>
          </p:cNvPr>
          <p:cNvSpPr>
            <a:spLocks noGrp="1"/>
          </p:cNvSpPr>
          <p:nvPr/>
        </p:nvSpPr>
        <p:spPr>
          <a:xfrm>
            <a:off x="919162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DE918357-5FA3-4D79-9AB2-1FB010B6707F}"/>
              </a:ext>
            </a:extLst>
          </p:cNvPr>
          <p:cNvSpPr>
            <a:spLocks noGrp="1"/>
          </p:cNvSpPr>
          <p:nvPr/>
        </p:nvSpPr>
        <p:spPr>
          <a:xfrm>
            <a:off x="8227219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0DBADEE7-69B9-4AAF-8FE7-BAB357296055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8 + 1 = 9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55113D04-4A36-4A6E-917E-EAC935F4D6D3}"/>
              </a:ext>
            </a:extLst>
          </p:cNvPr>
          <p:cNvSpPr>
            <a:spLocks noGrp="1"/>
          </p:cNvSpPr>
          <p:nvPr/>
        </p:nvSpPr>
        <p:spPr>
          <a:xfrm>
            <a:off x="8262938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1D79860B-87B1-4469-8ACD-36A462EB2738}"/>
              </a:ext>
            </a:extLst>
          </p:cNvPr>
          <p:cNvSpPr>
            <a:spLocks noGrp="1"/>
          </p:cNvSpPr>
          <p:nvPr/>
        </p:nvSpPr>
        <p:spPr>
          <a:xfrm>
            <a:off x="7298531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E507874D-3DBD-446C-8CEB-9E52623F5B85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+ 4 = 6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04FF5B16-5616-486A-A3A1-B212F9134B6A}"/>
              </a:ext>
            </a:extLst>
          </p:cNvPr>
          <p:cNvSpPr>
            <a:spLocks noGrp="1"/>
          </p:cNvSpPr>
          <p:nvPr/>
        </p:nvSpPr>
        <p:spPr>
          <a:xfrm>
            <a:off x="7334250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F65C312F-ED87-448C-BAD5-361C39EB54D0}"/>
              </a:ext>
            </a:extLst>
          </p:cNvPr>
          <p:cNvSpPr>
            <a:spLocks noGrp="1"/>
          </p:cNvSpPr>
          <p:nvPr/>
        </p:nvSpPr>
        <p:spPr>
          <a:xfrm>
            <a:off x="6369844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709FFD36-AA2C-43BF-ABDF-9950F1865C7F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+ 1 = 1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E7A337FE-BB39-4F7B-92AB-53C0BC410EE9}"/>
              </a:ext>
            </a:extLst>
          </p:cNvPr>
          <p:cNvSpPr>
            <a:spLocks noGrp="1"/>
          </p:cNvSpPr>
          <p:nvPr/>
        </p:nvSpPr>
        <p:spPr>
          <a:xfrm>
            <a:off x="6405563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FF25A585-4748-4E6C-B824-A7C2EB6FD80C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282 + 1,410 = 1,692</a:t>
            </a:r>
          </a:p>
        </p:txBody>
      </p:sp>
    </p:spTree>
    <p:extLst>
      <p:ext uri="{BB962C8B-B14F-4D97-AF65-F5344CB8AC3E}">
        <p14:creationId xmlns:p14="http://schemas.microsoft.com/office/powerpoint/2010/main" val="999755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18" grpId="0"/>
      <p:bldP spid="20" grpId="0"/>
      <p:bldP spid="20" grpId="1"/>
      <p:bldP spid="21" grpId="0"/>
      <p:bldP spid="23" grpId="0"/>
      <p:bldP spid="23" grpId="1"/>
      <p:bldP spid="24" grpId="0"/>
      <p:bldP spid="26" grpId="0"/>
      <p:bldP spid="27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44540013-BEEE-4A1F-BFDE-8E280445F395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B4F37A27-21E6-40A1-B4C6-624898D92E0D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F0FE217B-6641-472B-8140-B9E295AAA45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58 × 36.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AE9B72C5-7CD8-4888-B484-71EED51ABC38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1224ED06-E6B2-4816-97C0-63AD28BDB3D6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Multiply two-digit numbers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ED23CAA-6DAE-4C8A-9A10-97F362A8295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A5F1BD0A-BCE0-4F0E-A6E7-662BFF8ED406}"/>
              </a:ext>
            </a:extLst>
          </p:cNvPr>
          <p:cNvSpPr>
            <a:spLocks noGrp="1"/>
          </p:cNvSpPr>
          <p:nvPr/>
        </p:nvSpPr>
        <p:spPr>
          <a:xfrm>
            <a:off x="91201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ACE12EC-B813-4E6C-A2C1-AECE51829BA9}"/>
              </a:ext>
            </a:extLst>
          </p:cNvPr>
          <p:cNvSpPr>
            <a:spLocks noGrp="1"/>
          </p:cNvSpPr>
          <p:nvPr/>
        </p:nvSpPr>
        <p:spPr>
          <a:xfrm>
            <a:off x="99774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26BA885-B9C0-4262-952A-129C0DF5B9E3}"/>
              </a:ext>
            </a:extLst>
          </p:cNvPr>
          <p:cNvSpPr>
            <a:spLocks noGrp="1"/>
          </p:cNvSpPr>
          <p:nvPr/>
        </p:nvSpPr>
        <p:spPr>
          <a:xfrm>
            <a:off x="6691313" y="3690938"/>
            <a:ext cx="7143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C872693-FA9E-45AC-BF35-06AE7337A4CC}"/>
              </a:ext>
            </a:extLst>
          </p:cNvPr>
          <p:cNvSpPr>
            <a:spLocks noGrp="1"/>
          </p:cNvSpPr>
          <p:nvPr/>
        </p:nvSpPr>
        <p:spPr>
          <a:xfrm>
            <a:off x="9120188" y="3690938"/>
            <a:ext cx="1619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A50B7E5B-E566-47FF-9634-52800EE90AB8}"/>
              </a:ext>
            </a:extLst>
          </p:cNvPr>
          <p:cNvSpPr>
            <a:spLocks noGrp="1"/>
          </p:cNvSpPr>
          <p:nvPr/>
        </p:nvSpPr>
        <p:spPr>
          <a:xfrm>
            <a:off x="7227094" y="4464844"/>
            <a:ext cx="372665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8962B5FA-5FDF-4CA7-9266-56B3B4C4F77D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8 = 48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A834C519-108D-4487-B809-E807FA210BAA}"/>
              </a:ext>
            </a:extLst>
          </p:cNvPr>
          <p:cNvSpPr>
            <a:spLocks noGrp="1"/>
          </p:cNvSpPr>
          <p:nvPr/>
        </p:nvSpPr>
        <p:spPr>
          <a:xfrm>
            <a:off x="99774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96F1831C-7C27-4799-A1FF-70D4224F44A3}"/>
              </a:ext>
            </a:extLst>
          </p:cNvPr>
          <p:cNvSpPr>
            <a:spLocks noGrp="1"/>
          </p:cNvSpPr>
          <p:nvPr/>
        </p:nvSpPr>
        <p:spPr>
          <a:xfrm>
            <a:off x="99774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E54586D1-284D-45ED-A1E9-86F5747E05E7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5 + 4 = 34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54FDE7B7-ED7A-4C11-ADDC-A7DEEED62957}"/>
              </a:ext>
            </a:extLst>
          </p:cNvPr>
          <p:cNvSpPr>
            <a:spLocks noGrp="1"/>
          </p:cNvSpPr>
          <p:nvPr/>
        </p:nvSpPr>
        <p:spPr>
          <a:xfrm>
            <a:off x="82629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6B447F5F-D044-48D1-9A86-B12DD84C52C2}"/>
              </a:ext>
            </a:extLst>
          </p:cNvPr>
          <p:cNvSpPr>
            <a:spLocks noGrp="1"/>
          </p:cNvSpPr>
          <p:nvPr/>
        </p:nvSpPr>
        <p:spPr>
          <a:xfrm>
            <a:off x="91201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7175E2E4-141E-47E8-91A2-F66445FDF98F}"/>
              </a:ext>
            </a:extLst>
          </p:cNvPr>
          <p:cNvSpPr>
            <a:spLocks noGrp="1"/>
          </p:cNvSpPr>
          <p:nvPr/>
        </p:nvSpPr>
        <p:spPr>
          <a:xfrm>
            <a:off x="99774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56E60BF3-16F8-4416-A02C-7EBD6F2044C6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× 8 = 24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EF4D2383-56F5-44AB-9571-E2BF15E85079}"/>
              </a:ext>
            </a:extLst>
          </p:cNvPr>
          <p:cNvSpPr>
            <a:spLocks noGrp="1"/>
          </p:cNvSpPr>
          <p:nvPr/>
        </p:nvSpPr>
        <p:spPr>
          <a:xfrm>
            <a:off x="91201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34D09AF5-B7B3-45A8-A7D3-E1B6C5E7DE12}"/>
              </a:ext>
            </a:extLst>
          </p:cNvPr>
          <p:cNvSpPr>
            <a:spLocks noGrp="1"/>
          </p:cNvSpPr>
          <p:nvPr/>
        </p:nvSpPr>
        <p:spPr>
          <a:xfrm>
            <a:off x="99774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83961890-6C6B-41BE-8D59-E6E120657BF7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× 5 + 2 = 17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0602A038-A3BC-472C-833A-1D605CA3AE3B}"/>
              </a:ext>
            </a:extLst>
          </p:cNvPr>
          <p:cNvSpPr>
            <a:spLocks noGrp="1"/>
          </p:cNvSpPr>
          <p:nvPr/>
        </p:nvSpPr>
        <p:spPr>
          <a:xfrm>
            <a:off x="74056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6F5D17C1-4A70-495D-9E00-E92E09D8B907}"/>
              </a:ext>
            </a:extLst>
          </p:cNvPr>
          <p:cNvSpPr>
            <a:spLocks noGrp="1"/>
          </p:cNvSpPr>
          <p:nvPr/>
        </p:nvSpPr>
        <p:spPr>
          <a:xfrm>
            <a:off x="82629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74D28D2C-611C-430D-8150-0AD84A48F5C2}"/>
              </a:ext>
            </a:extLst>
          </p:cNvPr>
          <p:cNvSpPr>
            <a:spLocks noGrp="1"/>
          </p:cNvSpPr>
          <p:nvPr/>
        </p:nvSpPr>
        <p:spPr>
          <a:xfrm>
            <a:off x="892969" y="7286625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Now add the partial products: 348 + 1,740.</a:t>
            </a:r>
          </a:p>
        </p:txBody>
      </p:sp>
    </p:spTree>
    <p:extLst>
      <p:ext uri="{BB962C8B-B14F-4D97-AF65-F5344CB8AC3E}">
        <p14:creationId xmlns:p14="http://schemas.microsoft.com/office/powerpoint/2010/main" val="1923023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14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45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14" grpId="0"/>
      <p:bldP spid="14" grpId="1"/>
      <p:bldP spid="14" grpId="2"/>
      <p:bldP spid="15" grpId="0"/>
      <p:bldP spid="15" grpId="1"/>
      <p:bldP spid="16" grpId="0"/>
      <p:bldP spid="17" grpId="0"/>
      <p:bldP spid="18" grpId="0"/>
      <p:bldP spid="19" grpId="0"/>
      <p:bldP spid="19" grpId="1"/>
      <p:bldP spid="20" grpId="0"/>
      <p:bldP spid="21" grpId="0"/>
      <p:bldP spid="21" grpId="1"/>
      <p:bldP spid="21" grpId="2"/>
      <p:bldP spid="22" grpId="0"/>
      <p:bldP spid="23" grpId="0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-1">
            <a:extLst>
              <a:ext uri="{FF2B5EF4-FFF2-40B4-BE49-F238E27FC236}">
                <a16:creationId xmlns:a16="http://schemas.microsoft.com/office/drawing/2014/main" id="{3F58C20A-07A5-4E7F-9882-4780CBCB4987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99A3FE5-89D6-4A9C-B4AD-006BDE46D5F2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010962F8-960B-45D2-807F-CCF16324CED1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348 + 1,740.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21036F52-65D6-4748-82C4-41FB17700B00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593F093-9395-4FA8-8FD9-3E3E6538669E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Multiply two-digit numbers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90D00AC6-8242-4660-A989-1C9D89CC5553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1DBB8D9F-310B-41C5-AE44-A6954A375908}"/>
              </a:ext>
            </a:extLst>
          </p:cNvPr>
          <p:cNvSpPr>
            <a:spLocks noGrp="1"/>
          </p:cNvSpPr>
          <p:nvPr/>
        </p:nvSpPr>
        <p:spPr>
          <a:xfrm>
            <a:off x="6405563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1439EBB-696D-4E1A-83E7-FC40BAB1C42A}"/>
              </a:ext>
            </a:extLst>
          </p:cNvPr>
          <p:cNvSpPr>
            <a:spLocks noGrp="1"/>
          </p:cNvSpPr>
          <p:nvPr/>
        </p:nvSpPr>
        <p:spPr>
          <a:xfrm>
            <a:off x="7334250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A4497D29-54A3-4880-B887-AC561CC76905}"/>
              </a:ext>
            </a:extLst>
          </p:cNvPr>
          <p:cNvSpPr>
            <a:spLocks noGrp="1"/>
          </p:cNvSpPr>
          <p:nvPr/>
        </p:nvSpPr>
        <p:spPr>
          <a:xfrm>
            <a:off x="8262938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63EF544D-B04D-47A5-B183-AB59351D29BD}"/>
              </a:ext>
            </a:extLst>
          </p:cNvPr>
          <p:cNvSpPr>
            <a:spLocks noGrp="1"/>
          </p:cNvSpPr>
          <p:nvPr/>
        </p:nvSpPr>
        <p:spPr>
          <a:xfrm>
            <a:off x="919162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CFDE2F20-9BAE-4338-B600-500146838419}"/>
              </a:ext>
            </a:extLst>
          </p:cNvPr>
          <p:cNvSpPr>
            <a:spLocks noGrp="1"/>
          </p:cNvSpPr>
          <p:nvPr/>
        </p:nvSpPr>
        <p:spPr>
          <a:xfrm>
            <a:off x="6405563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5BAAFC0A-E234-41F5-9447-9DD704165A78}"/>
              </a:ext>
            </a:extLst>
          </p:cNvPr>
          <p:cNvSpPr>
            <a:spLocks noGrp="1"/>
          </p:cNvSpPr>
          <p:nvPr/>
        </p:nvSpPr>
        <p:spPr>
          <a:xfrm>
            <a:off x="7334250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8BA9568-0D05-4D3F-A9EF-78E736E987CA}"/>
              </a:ext>
            </a:extLst>
          </p:cNvPr>
          <p:cNvSpPr>
            <a:spLocks noGrp="1"/>
          </p:cNvSpPr>
          <p:nvPr/>
        </p:nvSpPr>
        <p:spPr>
          <a:xfrm>
            <a:off x="8262938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877823C7-1B15-4439-9BEF-68952F92A0CB}"/>
              </a:ext>
            </a:extLst>
          </p:cNvPr>
          <p:cNvSpPr>
            <a:spLocks noGrp="1"/>
          </p:cNvSpPr>
          <p:nvPr/>
        </p:nvSpPr>
        <p:spPr>
          <a:xfrm>
            <a:off x="919162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A50D9824-D5FC-436A-A738-D49C5552C491}"/>
              </a:ext>
            </a:extLst>
          </p:cNvPr>
          <p:cNvSpPr>
            <a:spLocks noGrp="1"/>
          </p:cNvSpPr>
          <p:nvPr/>
        </p:nvSpPr>
        <p:spPr>
          <a:xfrm>
            <a:off x="5572125" y="4131469"/>
            <a:ext cx="654844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AA5BAC9A-5AA0-49F9-82DF-28AAF0FF58C8}"/>
              </a:ext>
            </a:extLst>
          </p:cNvPr>
          <p:cNvSpPr>
            <a:spLocks noGrp="1"/>
          </p:cNvSpPr>
          <p:nvPr/>
        </p:nvSpPr>
        <p:spPr>
          <a:xfrm>
            <a:off x="6167438" y="5036344"/>
            <a:ext cx="4131469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CE545548-3770-4DFE-9CF8-08EED506A83D}"/>
              </a:ext>
            </a:extLst>
          </p:cNvPr>
          <p:cNvSpPr>
            <a:spLocks noGrp="1"/>
          </p:cNvSpPr>
          <p:nvPr/>
        </p:nvSpPr>
        <p:spPr>
          <a:xfrm>
            <a:off x="915590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CA4165B7-93AE-4D0D-AAB5-3B40E6EC0FFB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8 + 0 = 8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4F030F5F-1FF4-410D-9C99-DE130DD64FC0}"/>
              </a:ext>
            </a:extLst>
          </p:cNvPr>
          <p:cNvSpPr>
            <a:spLocks noGrp="1"/>
          </p:cNvSpPr>
          <p:nvPr/>
        </p:nvSpPr>
        <p:spPr>
          <a:xfrm>
            <a:off x="919162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5760BBA3-B92E-483D-AC1A-FC253FDD0344}"/>
              </a:ext>
            </a:extLst>
          </p:cNvPr>
          <p:cNvSpPr>
            <a:spLocks noGrp="1"/>
          </p:cNvSpPr>
          <p:nvPr/>
        </p:nvSpPr>
        <p:spPr>
          <a:xfrm>
            <a:off x="8227219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13F33E6C-DB7F-4121-A976-60A7F6704BB9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+ 4 = 8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2B5A2DF1-5D45-4945-BB81-8E378FB4F5AA}"/>
              </a:ext>
            </a:extLst>
          </p:cNvPr>
          <p:cNvSpPr>
            <a:spLocks noGrp="1"/>
          </p:cNvSpPr>
          <p:nvPr/>
        </p:nvSpPr>
        <p:spPr>
          <a:xfrm>
            <a:off x="8262938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BF6FD6B0-83D7-4275-AF1A-007778CCB0FE}"/>
              </a:ext>
            </a:extLst>
          </p:cNvPr>
          <p:cNvSpPr>
            <a:spLocks noGrp="1"/>
          </p:cNvSpPr>
          <p:nvPr/>
        </p:nvSpPr>
        <p:spPr>
          <a:xfrm>
            <a:off x="7298531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5E35B638-8803-4447-94CC-37F947FE3124}"/>
              </a:ext>
            </a:extLst>
          </p:cNvPr>
          <p:cNvSpPr>
            <a:spLocks noGrp="1"/>
          </p:cNvSpPr>
          <p:nvPr/>
        </p:nvSpPr>
        <p:spPr>
          <a:xfrm>
            <a:off x="7334250" y="2571750"/>
            <a:ext cx="833438" cy="452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438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438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17F2A66A-F73E-423F-B154-58E10C57610A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+ 7 = 10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C612B484-E03E-435F-AD71-16F1B16D21D5}"/>
              </a:ext>
            </a:extLst>
          </p:cNvPr>
          <p:cNvSpPr>
            <a:spLocks noGrp="1"/>
          </p:cNvSpPr>
          <p:nvPr/>
        </p:nvSpPr>
        <p:spPr>
          <a:xfrm>
            <a:off x="7334250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1B85826A-DA1E-4BD4-83C9-13B127E59D9D}"/>
              </a:ext>
            </a:extLst>
          </p:cNvPr>
          <p:cNvSpPr>
            <a:spLocks noGrp="1"/>
          </p:cNvSpPr>
          <p:nvPr/>
        </p:nvSpPr>
        <p:spPr>
          <a:xfrm>
            <a:off x="6369844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E8080291-0B45-422E-BCD7-B93F229C63B0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+ 1 + 1 = 2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9CA26E3E-8F79-42F6-98C3-303ABE4380BA}"/>
              </a:ext>
            </a:extLst>
          </p:cNvPr>
          <p:cNvSpPr>
            <a:spLocks noGrp="1"/>
          </p:cNvSpPr>
          <p:nvPr/>
        </p:nvSpPr>
        <p:spPr>
          <a:xfrm>
            <a:off x="6405563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83CDF4F7-E497-42EF-89E2-4DB8A6675709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348 + 1,740 = 2,088</a:t>
            </a:r>
          </a:p>
        </p:txBody>
      </p:sp>
    </p:spTree>
    <p:extLst>
      <p:ext uri="{BB962C8B-B14F-4D97-AF65-F5344CB8AC3E}">
        <p14:creationId xmlns:p14="http://schemas.microsoft.com/office/powerpoint/2010/main" val="295542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09375 0 E" pathEditMode="relative" ptsTypes="">
                                      <p:cBhvr>
                                        <p:cTn id="37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  <p:bldP spid="19" grpId="0"/>
      <p:bldP spid="21" grpId="0"/>
      <p:bldP spid="21" grpId="1"/>
      <p:bldP spid="22" grpId="0"/>
      <p:bldP spid="24" grpId="0"/>
      <p:bldP spid="24" grpId="1"/>
      <p:bldP spid="25" grpId="0"/>
      <p:bldP spid="25" grpId="1"/>
      <p:bldP spid="26" grpId="0"/>
      <p:bldP spid="28" grpId="0"/>
      <p:bldP spid="29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-1">
            <a:extLst>
              <a:ext uri="{FF2B5EF4-FFF2-40B4-BE49-F238E27FC236}">
                <a16:creationId xmlns:a16="http://schemas.microsoft.com/office/drawing/2014/main" id="{D4792406-61F3-4BE0-A2C0-1C82EDE759D5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3EEC5E6B-BCAB-4B6F-AEF9-5919CBF3A5A1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69 × 36.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958CDCC3-D9C2-4007-914E-A80E4A4CAB31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5C1C5879-DA5C-475A-B393-0DFC4B03A333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Multiply two-digit numbers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60EE7B9B-DDDD-4FA4-8CE2-492E5CDAECFE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B99DA16-86E4-4443-AA29-2869045362B4}"/>
              </a:ext>
            </a:extLst>
          </p:cNvPr>
          <p:cNvSpPr>
            <a:spLocks noGrp="1"/>
          </p:cNvSpPr>
          <p:nvPr/>
        </p:nvSpPr>
        <p:spPr>
          <a:xfrm>
            <a:off x="91201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B9D9CDE8-FAC7-4523-851F-6AB185004414}"/>
              </a:ext>
            </a:extLst>
          </p:cNvPr>
          <p:cNvSpPr>
            <a:spLocks noGrp="1"/>
          </p:cNvSpPr>
          <p:nvPr/>
        </p:nvSpPr>
        <p:spPr>
          <a:xfrm>
            <a:off x="99774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99DA1061-B1D8-4419-8498-67C8AAFE819D}"/>
              </a:ext>
            </a:extLst>
          </p:cNvPr>
          <p:cNvSpPr>
            <a:spLocks noGrp="1"/>
          </p:cNvSpPr>
          <p:nvPr/>
        </p:nvSpPr>
        <p:spPr>
          <a:xfrm>
            <a:off x="6691313" y="3690938"/>
            <a:ext cx="7143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E146BA5-C13E-48DD-ACC7-67DC33E32584}"/>
              </a:ext>
            </a:extLst>
          </p:cNvPr>
          <p:cNvSpPr>
            <a:spLocks noGrp="1"/>
          </p:cNvSpPr>
          <p:nvPr/>
        </p:nvSpPr>
        <p:spPr>
          <a:xfrm>
            <a:off x="9120188" y="3690938"/>
            <a:ext cx="1619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12F53E2A-144B-4759-84E8-8AC5F3107DD5}"/>
              </a:ext>
            </a:extLst>
          </p:cNvPr>
          <p:cNvSpPr>
            <a:spLocks noGrp="1"/>
          </p:cNvSpPr>
          <p:nvPr/>
        </p:nvSpPr>
        <p:spPr>
          <a:xfrm>
            <a:off x="7227094" y="4464844"/>
            <a:ext cx="372665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291C90ED-1203-4217-B4EB-F9155AF5F9C3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9 = 54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D5AEB9CC-0724-44A9-8AFB-E50B0CD3B961}"/>
              </a:ext>
            </a:extLst>
          </p:cNvPr>
          <p:cNvSpPr>
            <a:spLocks noGrp="1"/>
          </p:cNvSpPr>
          <p:nvPr/>
        </p:nvSpPr>
        <p:spPr>
          <a:xfrm>
            <a:off x="99774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7ED04E25-FA4E-4913-9737-6C0304670626}"/>
              </a:ext>
            </a:extLst>
          </p:cNvPr>
          <p:cNvSpPr>
            <a:spLocks noGrp="1"/>
          </p:cNvSpPr>
          <p:nvPr/>
        </p:nvSpPr>
        <p:spPr>
          <a:xfrm>
            <a:off x="99774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A51F6B73-4673-4B5A-9AB5-25D57EA22F48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6 + 5 = 41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8B7C7A5C-6680-464A-AB94-21C891F26685}"/>
              </a:ext>
            </a:extLst>
          </p:cNvPr>
          <p:cNvSpPr>
            <a:spLocks noGrp="1"/>
          </p:cNvSpPr>
          <p:nvPr/>
        </p:nvSpPr>
        <p:spPr>
          <a:xfrm>
            <a:off x="82629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939A79DD-A56E-4C7D-B4D1-8B0188CE1DF5}"/>
              </a:ext>
            </a:extLst>
          </p:cNvPr>
          <p:cNvSpPr>
            <a:spLocks noGrp="1"/>
          </p:cNvSpPr>
          <p:nvPr/>
        </p:nvSpPr>
        <p:spPr>
          <a:xfrm>
            <a:off x="91201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B98120BF-D7B4-444D-9649-BD26B6FCC41B}"/>
              </a:ext>
            </a:extLst>
          </p:cNvPr>
          <p:cNvSpPr>
            <a:spLocks noGrp="1"/>
          </p:cNvSpPr>
          <p:nvPr/>
        </p:nvSpPr>
        <p:spPr>
          <a:xfrm>
            <a:off x="99774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4954E054-8F68-4F68-9B0E-2486E600E92F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× 9 = 27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052DF662-F3FE-4D0D-9A16-BFADEC71356E}"/>
              </a:ext>
            </a:extLst>
          </p:cNvPr>
          <p:cNvSpPr>
            <a:spLocks noGrp="1"/>
          </p:cNvSpPr>
          <p:nvPr/>
        </p:nvSpPr>
        <p:spPr>
          <a:xfrm>
            <a:off x="91201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944077E9-5135-4FEF-A3C0-8FB8096B1E0A}"/>
              </a:ext>
            </a:extLst>
          </p:cNvPr>
          <p:cNvSpPr>
            <a:spLocks noGrp="1"/>
          </p:cNvSpPr>
          <p:nvPr/>
        </p:nvSpPr>
        <p:spPr>
          <a:xfrm>
            <a:off x="9977438" y="2262188"/>
            <a:ext cx="762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344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344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9E7D443E-04AE-4034-884A-E375D8E62EDC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× 6 + 2 = 20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98EC195D-BDD8-4A76-8398-F3460469F4E9}"/>
              </a:ext>
            </a:extLst>
          </p:cNvPr>
          <p:cNvSpPr>
            <a:spLocks noGrp="1"/>
          </p:cNvSpPr>
          <p:nvPr/>
        </p:nvSpPr>
        <p:spPr>
          <a:xfrm>
            <a:off x="74056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FBFDAF36-DEBD-4D43-A3B3-2051C1DC6E39}"/>
              </a:ext>
            </a:extLst>
          </p:cNvPr>
          <p:cNvSpPr>
            <a:spLocks noGrp="1"/>
          </p:cNvSpPr>
          <p:nvPr/>
        </p:nvSpPr>
        <p:spPr>
          <a:xfrm>
            <a:off x="82629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1D6936DE-D237-4AD4-A352-5EC8B33C1C48}"/>
              </a:ext>
            </a:extLst>
          </p:cNvPr>
          <p:cNvSpPr>
            <a:spLocks noGrp="1"/>
          </p:cNvSpPr>
          <p:nvPr/>
        </p:nvSpPr>
        <p:spPr>
          <a:xfrm>
            <a:off x="892969" y="7286625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Now add the partial products: 414 + 2,070.</a:t>
            </a:r>
          </a:p>
        </p:txBody>
      </p:sp>
    </p:spTree>
    <p:extLst>
      <p:ext uri="{BB962C8B-B14F-4D97-AF65-F5344CB8AC3E}">
        <p14:creationId xmlns:p14="http://schemas.microsoft.com/office/powerpoint/2010/main" val="2018308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14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25 0 E" pathEditMode="relative" ptsTypes="">
                                      <p:cBhvr>
                                        <p:cTn id="45" dur="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/>
      <p:bldP spid="13" grpId="0"/>
      <p:bldP spid="13" grpId="1"/>
      <p:bldP spid="13" grpId="2"/>
      <p:bldP spid="14" grpId="0"/>
      <p:bldP spid="14" grpId="1"/>
      <p:bldP spid="15" grpId="0"/>
      <p:bldP spid="16" grpId="0"/>
      <p:bldP spid="17" grpId="0"/>
      <p:bldP spid="18" grpId="0"/>
      <p:bldP spid="18" grpId="1"/>
      <p:bldP spid="19" grpId="0"/>
      <p:bldP spid="20" grpId="0"/>
      <p:bldP spid="20" grpId="1"/>
      <p:bldP spid="20" grpId="2"/>
      <p:bldP spid="21" grpId="0"/>
      <p:bldP spid="22" grpId="0"/>
      <p:bldP spid="23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-1">
            <a:extLst>
              <a:ext uri="{FF2B5EF4-FFF2-40B4-BE49-F238E27FC236}">
                <a16:creationId xmlns:a16="http://schemas.microsoft.com/office/drawing/2014/main" id="{DF1F8BE4-BFDD-4F9D-8FAE-01C8F673003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360D7F72-049E-4F8D-B3D8-4C9FADC64976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414 + 2,070.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215AD09D-2EA3-408C-9EFD-A04BC9CBEA26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4E897EF2-37B9-404B-B1A2-BF46D0CA3D1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Multiply two-digit numbers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34CF59A-5D6B-40D6-BA80-2B06B59F7D58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6B422123-A32C-436E-AE4F-E44689FE5670}"/>
              </a:ext>
            </a:extLst>
          </p:cNvPr>
          <p:cNvSpPr>
            <a:spLocks noGrp="1"/>
          </p:cNvSpPr>
          <p:nvPr/>
        </p:nvSpPr>
        <p:spPr>
          <a:xfrm>
            <a:off x="6405563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C215D5C1-094F-4804-8BEB-0D22BA5B6207}"/>
              </a:ext>
            </a:extLst>
          </p:cNvPr>
          <p:cNvSpPr>
            <a:spLocks noGrp="1"/>
          </p:cNvSpPr>
          <p:nvPr/>
        </p:nvSpPr>
        <p:spPr>
          <a:xfrm>
            <a:off x="7334250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4513AF0-5040-41DF-AC75-C89E262B6FB0}"/>
              </a:ext>
            </a:extLst>
          </p:cNvPr>
          <p:cNvSpPr>
            <a:spLocks noGrp="1"/>
          </p:cNvSpPr>
          <p:nvPr/>
        </p:nvSpPr>
        <p:spPr>
          <a:xfrm>
            <a:off x="8262938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F75EDC7-5F02-44E0-ADAD-D33E4BD9281E}"/>
              </a:ext>
            </a:extLst>
          </p:cNvPr>
          <p:cNvSpPr>
            <a:spLocks noGrp="1"/>
          </p:cNvSpPr>
          <p:nvPr/>
        </p:nvSpPr>
        <p:spPr>
          <a:xfrm>
            <a:off x="919162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04969B7B-FE97-4C44-9E08-52617CBBB72F}"/>
              </a:ext>
            </a:extLst>
          </p:cNvPr>
          <p:cNvSpPr>
            <a:spLocks noGrp="1"/>
          </p:cNvSpPr>
          <p:nvPr/>
        </p:nvSpPr>
        <p:spPr>
          <a:xfrm>
            <a:off x="6405563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CF280D49-6E94-48E3-ACC7-92D19E83E4D0}"/>
              </a:ext>
            </a:extLst>
          </p:cNvPr>
          <p:cNvSpPr>
            <a:spLocks noGrp="1"/>
          </p:cNvSpPr>
          <p:nvPr/>
        </p:nvSpPr>
        <p:spPr>
          <a:xfrm>
            <a:off x="7334250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06DD8F09-85DF-4B40-8E5F-F9C824AD507B}"/>
              </a:ext>
            </a:extLst>
          </p:cNvPr>
          <p:cNvSpPr>
            <a:spLocks noGrp="1"/>
          </p:cNvSpPr>
          <p:nvPr/>
        </p:nvSpPr>
        <p:spPr>
          <a:xfrm>
            <a:off x="8262938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87C9C6CF-8E84-44A8-B7EE-481E9283D945}"/>
              </a:ext>
            </a:extLst>
          </p:cNvPr>
          <p:cNvSpPr>
            <a:spLocks noGrp="1"/>
          </p:cNvSpPr>
          <p:nvPr/>
        </p:nvSpPr>
        <p:spPr>
          <a:xfrm>
            <a:off x="919162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E7928AB1-3B92-4A84-9D10-3E885988E4A2}"/>
              </a:ext>
            </a:extLst>
          </p:cNvPr>
          <p:cNvSpPr>
            <a:spLocks noGrp="1"/>
          </p:cNvSpPr>
          <p:nvPr/>
        </p:nvSpPr>
        <p:spPr>
          <a:xfrm>
            <a:off x="5572125" y="4131469"/>
            <a:ext cx="654844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2271ED26-F227-444F-8879-A86B806F4EC4}"/>
              </a:ext>
            </a:extLst>
          </p:cNvPr>
          <p:cNvSpPr>
            <a:spLocks noGrp="1"/>
          </p:cNvSpPr>
          <p:nvPr/>
        </p:nvSpPr>
        <p:spPr>
          <a:xfrm>
            <a:off x="6167438" y="5036344"/>
            <a:ext cx="4131469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927EE584-33F7-4F2A-89D0-D68FE02DEACE}"/>
              </a:ext>
            </a:extLst>
          </p:cNvPr>
          <p:cNvSpPr>
            <a:spLocks noGrp="1"/>
          </p:cNvSpPr>
          <p:nvPr/>
        </p:nvSpPr>
        <p:spPr>
          <a:xfrm>
            <a:off x="915590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01ED55D5-0FB5-4280-A808-5DB98593E54E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+ 0 = 4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1EAECF74-4DC7-470D-B1EF-D89939CAD47F}"/>
              </a:ext>
            </a:extLst>
          </p:cNvPr>
          <p:cNvSpPr>
            <a:spLocks noGrp="1"/>
          </p:cNvSpPr>
          <p:nvPr/>
        </p:nvSpPr>
        <p:spPr>
          <a:xfrm>
            <a:off x="919162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FB5DC7C6-BC2F-48BD-916B-5E2A3EB9405C}"/>
              </a:ext>
            </a:extLst>
          </p:cNvPr>
          <p:cNvSpPr>
            <a:spLocks noGrp="1"/>
          </p:cNvSpPr>
          <p:nvPr/>
        </p:nvSpPr>
        <p:spPr>
          <a:xfrm>
            <a:off x="8227219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DD230A49-0F3F-45A5-85AC-B4B61187AF83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 + 7 = 8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48703DF3-BB73-465B-AE8A-A9553BF8AC8A}"/>
              </a:ext>
            </a:extLst>
          </p:cNvPr>
          <p:cNvSpPr>
            <a:spLocks noGrp="1"/>
          </p:cNvSpPr>
          <p:nvPr/>
        </p:nvSpPr>
        <p:spPr>
          <a:xfrm>
            <a:off x="8262938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6AF06143-96D8-4C17-8DD8-B92168AAC6D4}"/>
              </a:ext>
            </a:extLst>
          </p:cNvPr>
          <p:cNvSpPr>
            <a:spLocks noGrp="1"/>
          </p:cNvSpPr>
          <p:nvPr/>
        </p:nvSpPr>
        <p:spPr>
          <a:xfrm>
            <a:off x="7298531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635F8588-67B1-466D-8622-1779F6D135E7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+ 0 = 4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97213ACB-FE32-4CBB-AC3E-E72E0D503D04}"/>
              </a:ext>
            </a:extLst>
          </p:cNvPr>
          <p:cNvSpPr>
            <a:spLocks noGrp="1"/>
          </p:cNvSpPr>
          <p:nvPr/>
        </p:nvSpPr>
        <p:spPr>
          <a:xfrm>
            <a:off x="7334250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C6E07F15-5F57-4B54-9464-58F3462F5255}"/>
              </a:ext>
            </a:extLst>
          </p:cNvPr>
          <p:cNvSpPr>
            <a:spLocks noGrp="1"/>
          </p:cNvSpPr>
          <p:nvPr/>
        </p:nvSpPr>
        <p:spPr>
          <a:xfrm>
            <a:off x="6369844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4B7E9B9C-1AC3-4EA5-BB57-CCC5B819C9F0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+ 2 = 2</a:t>
            </a:r>
          </a:p>
        </p:txBody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B23FC4B4-522C-4832-811A-09DD74135A43}"/>
              </a:ext>
            </a:extLst>
          </p:cNvPr>
          <p:cNvSpPr>
            <a:spLocks noGrp="1"/>
          </p:cNvSpPr>
          <p:nvPr/>
        </p:nvSpPr>
        <p:spPr>
          <a:xfrm>
            <a:off x="6405563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CF911E44-9FE3-4B8E-8C0D-26FAAC7F824E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414 + 2,070 = 2,484</a:t>
            </a:r>
          </a:p>
        </p:txBody>
      </p:sp>
    </p:spTree>
    <p:extLst>
      <p:ext uri="{BB962C8B-B14F-4D97-AF65-F5344CB8AC3E}">
        <p14:creationId xmlns:p14="http://schemas.microsoft.com/office/powerpoint/2010/main" val="129239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18" grpId="0"/>
      <p:bldP spid="20" grpId="0"/>
      <p:bldP spid="20" grpId="1"/>
      <p:bldP spid="21" grpId="0"/>
      <p:bldP spid="23" grpId="0"/>
      <p:bldP spid="23" grpId="1"/>
      <p:bldP spid="24" grpId="0"/>
      <p:bldP spid="26" grpId="0"/>
      <p:bldP spid="27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-1">
            <a:extLst>
              <a:ext uri="{FF2B5EF4-FFF2-40B4-BE49-F238E27FC236}">
                <a16:creationId xmlns:a16="http://schemas.microsoft.com/office/drawing/2014/main" id="{E9679CAE-BF0A-40D6-8E1B-8D299E1771F5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A575ECF8-BCEC-42AA-BD63-BD71A3B9A8A2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FC8E12EE-3A97-4DCF-85CE-544807BB9D86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80 × 36.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A67F9B3-662F-4C62-86C9-CA807CCB6898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D96DA98-3D48-459D-B8D4-330937CA35E6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Multiply two-digit numbers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435EAADC-0825-4D6A-9D39-272C1593C882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EFC5034D-32E7-4FC3-86A5-FDCABD8FB257}"/>
              </a:ext>
            </a:extLst>
          </p:cNvPr>
          <p:cNvSpPr>
            <a:spLocks noGrp="1"/>
          </p:cNvSpPr>
          <p:nvPr/>
        </p:nvSpPr>
        <p:spPr>
          <a:xfrm>
            <a:off x="912018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CD0F7655-A183-42B3-A038-6AB684C0BB46}"/>
              </a:ext>
            </a:extLst>
          </p:cNvPr>
          <p:cNvSpPr>
            <a:spLocks noGrp="1"/>
          </p:cNvSpPr>
          <p:nvPr/>
        </p:nvSpPr>
        <p:spPr>
          <a:xfrm>
            <a:off x="9977438" y="2762250"/>
            <a:ext cx="762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4C983878-FEFA-44BE-910A-3DFAC081AB79}"/>
              </a:ext>
            </a:extLst>
          </p:cNvPr>
          <p:cNvSpPr>
            <a:spLocks noGrp="1"/>
          </p:cNvSpPr>
          <p:nvPr/>
        </p:nvSpPr>
        <p:spPr>
          <a:xfrm>
            <a:off x="6691313" y="3690938"/>
            <a:ext cx="7143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938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38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60D97CEE-F232-4ACF-9DBB-0210BFB5AAC0}"/>
              </a:ext>
            </a:extLst>
          </p:cNvPr>
          <p:cNvSpPr>
            <a:spLocks noGrp="1"/>
          </p:cNvSpPr>
          <p:nvPr/>
        </p:nvSpPr>
        <p:spPr>
          <a:xfrm>
            <a:off x="9120188" y="3690938"/>
            <a:ext cx="1619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3938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938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037EEC99-C94E-4605-A963-9C2809EBE295}"/>
              </a:ext>
            </a:extLst>
          </p:cNvPr>
          <p:cNvSpPr>
            <a:spLocks noGrp="1"/>
          </p:cNvSpPr>
          <p:nvPr/>
        </p:nvSpPr>
        <p:spPr>
          <a:xfrm>
            <a:off x="7227094" y="4464844"/>
            <a:ext cx="3726656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A9F73B5C-AB75-4006-A941-C65F90CB6770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0 = 0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69EC38BF-AF2A-4372-938A-75C77A2E0B87}"/>
              </a:ext>
            </a:extLst>
          </p:cNvPr>
          <p:cNvSpPr>
            <a:spLocks noGrp="1"/>
          </p:cNvSpPr>
          <p:nvPr/>
        </p:nvSpPr>
        <p:spPr>
          <a:xfrm>
            <a:off x="99774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FD37212B-4B3D-4B0C-87E1-FAE2FE956D61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 × 8 = 48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776B84F6-2F3C-4C8B-9B49-F4623F528423}"/>
              </a:ext>
            </a:extLst>
          </p:cNvPr>
          <p:cNvSpPr>
            <a:spLocks noGrp="1"/>
          </p:cNvSpPr>
          <p:nvPr/>
        </p:nvSpPr>
        <p:spPr>
          <a:xfrm>
            <a:off x="826293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7226499D-3ACD-4E90-A6C9-E96C94225CA7}"/>
              </a:ext>
            </a:extLst>
          </p:cNvPr>
          <p:cNvSpPr>
            <a:spLocks noGrp="1"/>
          </p:cNvSpPr>
          <p:nvPr/>
        </p:nvSpPr>
        <p:spPr>
          <a:xfrm>
            <a:off x="9120188" y="46553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5BE2DEE2-5397-4756-A7EF-E2D05FE75A7B}"/>
              </a:ext>
            </a:extLst>
          </p:cNvPr>
          <p:cNvSpPr>
            <a:spLocks noGrp="1"/>
          </p:cNvSpPr>
          <p:nvPr/>
        </p:nvSpPr>
        <p:spPr>
          <a:xfrm>
            <a:off x="99774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0D84568E-AFED-4E96-B04E-831E15B97334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× 0 = 0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C34BA6B0-931B-478F-937B-3C25577BA78C}"/>
              </a:ext>
            </a:extLst>
          </p:cNvPr>
          <p:cNvSpPr>
            <a:spLocks noGrp="1"/>
          </p:cNvSpPr>
          <p:nvPr/>
        </p:nvSpPr>
        <p:spPr>
          <a:xfrm>
            <a:off x="91201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351495F8-9206-4003-A439-6E5D39190D17}"/>
              </a:ext>
            </a:extLst>
          </p:cNvPr>
          <p:cNvSpPr>
            <a:spLocks noGrp="1"/>
          </p:cNvSpPr>
          <p:nvPr/>
        </p:nvSpPr>
        <p:spPr>
          <a:xfrm>
            <a:off x="1012031" y="6738938"/>
            <a:ext cx="13215938" cy="5595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× 8 = 24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C47752BA-E28F-4BD6-8D5E-E1FC6D898201}"/>
              </a:ext>
            </a:extLst>
          </p:cNvPr>
          <p:cNvSpPr>
            <a:spLocks noGrp="1"/>
          </p:cNvSpPr>
          <p:nvPr/>
        </p:nvSpPr>
        <p:spPr>
          <a:xfrm>
            <a:off x="740568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5E3DAC68-CA7D-4314-9925-5E7B28DBCED8}"/>
              </a:ext>
            </a:extLst>
          </p:cNvPr>
          <p:cNvSpPr>
            <a:spLocks noGrp="1"/>
          </p:cNvSpPr>
          <p:nvPr/>
        </p:nvSpPr>
        <p:spPr>
          <a:xfrm>
            <a:off x="8262938" y="5607844"/>
            <a:ext cx="762000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031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031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E0BD6368-E305-419E-9575-605F1B1B6761}"/>
              </a:ext>
            </a:extLst>
          </p:cNvPr>
          <p:cNvSpPr>
            <a:spLocks noGrp="1"/>
          </p:cNvSpPr>
          <p:nvPr/>
        </p:nvSpPr>
        <p:spPr>
          <a:xfrm>
            <a:off x="892969" y="7286625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Now add the partial products: 480 + 2,400.</a:t>
            </a:r>
          </a:p>
        </p:txBody>
      </p:sp>
    </p:spTree>
    <p:extLst>
      <p:ext uri="{BB962C8B-B14F-4D97-AF65-F5344CB8AC3E}">
        <p14:creationId xmlns:p14="http://schemas.microsoft.com/office/powerpoint/2010/main" val="1463317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14" grpId="0"/>
      <p:bldP spid="14" grpId="1"/>
      <p:bldP spid="15" grpId="0"/>
      <p:bldP spid="16" grpId="0"/>
      <p:bldP spid="17" grpId="0"/>
      <p:bldP spid="18" grpId="0"/>
      <p:bldP spid="18" grpId="1"/>
      <p:bldP spid="19" grpId="0"/>
      <p:bldP spid="20" grpId="0"/>
      <p:bldP spid="21" grpId="0"/>
      <p:bldP spid="22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-1">
            <a:extLst>
              <a:ext uri="{FF2B5EF4-FFF2-40B4-BE49-F238E27FC236}">
                <a16:creationId xmlns:a16="http://schemas.microsoft.com/office/drawing/2014/main" id="{CA5B79DA-C9E2-43DA-B67C-15F68FD0D05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1EB09C1A-A1DB-40CE-A1F0-138F5501D861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0B154FF-A176-41D1-B10B-922841CA3C5C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480 + 2,400.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4ECDA2AD-5C04-4EA5-B341-6F9580CC7BC1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E6264C7-C0C2-4959-A52B-7C701EC4C54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Multiply two-digit numbers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BC3700B1-EE44-4AC4-BA7A-FEE68A1660CB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2C499E2E-1A97-40F5-85A1-C6A251EA1FFA}"/>
              </a:ext>
            </a:extLst>
          </p:cNvPr>
          <p:cNvSpPr>
            <a:spLocks noGrp="1"/>
          </p:cNvSpPr>
          <p:nvPr/>
        </p:nvSpPr>
        <p:spPr>
          <a:xfrm>
            <a:off x="6405563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BFB24C71-4E7E-4BD5-8453-468171D7B774}"/>
              </a:ext>
            </a:extLst>
          </p:cNvPr>
          <p:cNvSpPr>
            <a:spLocks noGrp="1"/>
          </p:cNvSpPr>
          <p:nvPr/>
        </p:nvSpPr>
        <p:spPr>
          <a:xfrm>
            <a:off x="7334250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D9776A97-264F-4173-BD43-F2D231DC0F96}"/>
              </a:ext>
            </a:extLst>
          </p:cNvPr>
          <p:cNvSpPr>
            <a:spLocks noGrp="1"/>
          </p:cNvSpPr>
          <p:nvPr/>
        </p:nvSpPr>
        <p:spPr>
          <a:xfrm>
            <a:off x="8262938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347B681B-253B-4033-BB8E-20D6B8B58958}"/>
              </a:ext>
            </a:extLst>
          </p:cNvPr>
          <p:cNvSpPr>
            <a:spLocks noGrp="1"/>
          </p:cNvSpPr>
          <p:nvPr/>
        </p:nvSpPr>
        <p:spPr>
          <a:xfrm>
            <a:off x="9191625" y="3095625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92B03D71-5F15-4D41-B48F-80583375EA8B}"/>
              </a:ext>
            </a:extLst>
          </p:cNvPr>
          <p:cNvSpPr>
            <a:spLocks noGrp="1"/>
          </p:cNvSpPr>
          <p:nvPr/>
        </p:nvSpPr>
        <p:spPr>
          <a:xfrm>
            <a:off x="6405563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F39E8DEB-EFEC-4196-8331-80A9FB010ECA}"/>
              </a:ext>
            </a:extLst>
          </p:cNvPr>
          <p:cNvSpPr>
            <a:spLocks noGrp="1"/>
          </p:cNvSpPr>
          <p:nvPr/>
        </p:nvSpPr>
        <p:spPr>
          <a:xfrm>
            <a:off x="7334250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33EE5E24-4CFD-4AC6-A256-BC24CA1A3D96}"/>
              </a:ext>
            </a:extLst>
          </p:cNvPr>
          <p:cNvSpPr>
            <a:spLocks noGrp="1"/>
          </p:cNvSpPr>
          <p:nvPr/>
        </p:nvSpPr>
        <p:spPr>
          <a:xfrm>
            <a:off x="8262938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E47250A0-FF8B-42AE-BBAB-A14F2C0D0AB4}"/>
              </a:ext>
            </a:extLst>
          </p:cNvPr>
          <p:cNvSpPr>
            <a:spLocks noGrp="1"/>
          </p:cNvSpPr>
          <p:nvPr/>
        </p:nvSpPr>
        <p:spPr>
          <a:xfrm>
            <a:off x="9191625" y="4131469"/>
            <a:ext cx="833438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219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219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D0EBA352-463C-49FC-AB51-88EF5B86E1F6}"/>
              </a:ext>
            </a:extLst>
          </p:cNvPr>
          <p:cNvSpPr>
            <a:spLocks noGrp="1"/>
          </p:cNvSpPr>
          <p:nvPr/>
        </p:nvSpPr>
        <p:spPr>
          <a:xfrm>
            <a:off x="5572125" y="4131469"/>
            <a:ext cx="654844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1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1A511CE5-A423-4990-AB25-857D2977AB5D}"/>
              </a:ext>
            </a:extLst>
          </p:cNvPr>
          <p:cNvSpPr>
            <a:spLocks noGrp="1"/>
          </p:cNvSpPr>
          <p:nvPr/>
        </p:nvSpPr>
        <p:spPr>
          <a:xfrm>
            <a:off x="6167438" y="5036344"/>
            <a:ext cx="4131469" cy="35719"/>
          </a:xfrm>
          <a:prstGeom prst="rect">
            <a:avLst/>
          </a:prstGeom>
          <a:solidFill>
            <a:srgbClr val="172B4D"/>
          </a:solidFill>
          <a:ln w="0">
            <a:noFill/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435C8560-1B81-4CCA-B386-DC2C0918452F}"/>
              </a:ext>
            </a:extLst>
          </p:cNvPr>
          <p:cNvSpPr>
            <a:spLocks noGrp="1"/>
          </p:cNvSpPr>
          <p:nvPr/>
        </p:nvSpPr>
        <p:spPr>
          <a:xfrm>
            <a:off x="9155906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62C0565A-9B4E-494B-BEBF-033B3581FD29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+ 0 = 0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FA980425-3325-45D1-9A6C-2D885F5FC820}"/>
              </a:ext>
            </a:extLst>
          </p:cNvPr>
          <p:cNvSpPr>
            <a:spLocks noGrp="1"/>
          </p:cNvSpPr>
          <p:nvPr/>
        </p:nvSpPr>
        <p:spPr>
          <a:xfrm>
            <a:off x="9191625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75EEF21A-E8CB-4AC5-A952-F37D8F8FD03B}"/>
              </a:ext>
            </a:extLst>
          </p:cNvPr>
          <p:cNvSpPr>
            <a:spLocks noGrp="1"/>
          </p:cNvSpPr>
          <p:nvPr/>
        </p:nvSpPr>
        <p:spPr>
          <a:xfrm>
            <a:off x="8227219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B29B608A-89D8-4AB6-856B-44221E230D4E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8 + 0 = 8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2BF03C2B-8603-4BEF-8C6F-025B9CE0A1DF}"/>
              </a:ext>
            </a:extLst>
          </p:cNvPr>
          <p:cNvSpPr>
            <a:spLocks noGrp="1"/>
          </p:cNvSpPr>
          <p:nvPr/>
        </p:nvSpPr>
        <p:spPr>
          <a:xfrm>
            <a:off x="8262938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72BF25A2-BB3D-40E8-B2D4-440D251AF898}"/>
              </a:ext>
            </a:extLst>
          </p:cNvPr>
          <p:cNvSpPr>
            <a:spLocks noGrp="1"/>
          </p:cNvSpPr>
          <p:nvPr/>
        </p:nvSpPr>
        <p:spPr>
          <a:xfrm>
            <a:off x="7298531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0C3F4C5C-0456-493C-8D2E-3991BE47CCFE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+ 4 = 8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8206F7EE-4104-4A43-AF1F-3E78EB5172EE}"/>
              </a:ext>
            </a:extLst>
          </p:cNvPr>
          <p:cNvSpPr>
            <a:spLocks noGrp="1"/>
          </p:cNvSpPr>
          <p:nvPr/>
        </p:nvSpPr>
        <p:spPr>
          <a:xfrm>
            <a:off x="7334250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68BCAC1A-0264-4907-A533-05C21F9E2A1A}"/>
              </a:ext>
            </a:extLst>
          </p:cNvPr>
          <p:cNvSpPr>
            <a:spLocks noGrp="1"/>
          </p:cNvSpPr>
          <p:nvPr/>
        </p:nvSpPr>
        <p:spPr>
          <a:xfrm>
            <a:off x="6369844" y="2988469"/>
            <a:ext cx="904875" cy="1976438"/>
          </a:xfrm>
          <a:prstGeom prst="rect">
            <a:avLst/>
          </a:prstGeom>
          <a:noFill/>
          <a:ln w="35719">
            <a:solidFill>
              <a:srgbClr val="9A5800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CECFE096-8CA2-4320-9BE4-F2CD83783746}"/>
              </a:ext>
            </a:extLst>
          </p:cNvPr>
          <p:cNvSpPr>
            <a:spLocks noGrp="1"/>
          </p:cNvSpPr>
          <p:nvPr/>
        </p:nvSpPr>
        <p:spPr>
          <a:xfrm>
            <a:off x="1190625" y="6477000"/>
            <a:ext cx="128587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 + 2 = 2</a:t>
            </a:r>
          </a:p>
        </p:txBody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29C6945E-48EB-47CC-93FC-2B91D4E2C6C1}"/>
              </a:ext>
            </a:extLst>
          </p:cNvPr>
          <p:cNvSpPr>
            <a:spLocks noGrp="1"/>
          </p:cNvSpPr>
          <p:nvPr/>
        </p:nvSpPr>
        <p:spPr>
          <a:xfrm>
            <a:off x="6405563" y="5214938"/>
            <a:ext cx="8334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59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459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DF452266-FD0C-4D60-B598-439729588263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480 + 2,400 = 2,880</a:t>
            </a:r>
          </a:p>
        </p:txBody>
      </p:sp>
    </p:spTree>
    <p:extLst>
      <p:ext uri="{BB962C8B-B14F-4D97-AF65-F5344CB8AC3E}">
        <p14:creationId xmlns:p14="http://schemas.microsoft.com/office/powerpoint/2010/main" val="21839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  <p:bldP spid="19" grpId="0"/>
      <p:bldP spid="21" grpId="0"/>
      <p:bldP spid="21" grpId="1"/>
      <p:bldP spid="22" grpId="0"/>
      <p:bldP spid="24" grpId="0"/>
      <p:bldP spid="24" grpId="1"/>
      <p:bldP spid="25" grpId="0"/>
      <p:bldP spid="27" grpId="0"/>
      <p:bldP spid="28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D0F9E04E-F683-44A2-8E14-A3711B0205BD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24DCD28-3BEB-4695-B525-541CBF78A121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7F6FAF5B-30FD-4996-94A9-80A45CF1330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D51AFFFD-1451-43E7-8AD8-F32164DC85E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ACF82B94-CC72-4F9D-8117-599A6DFF89EC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Multiply two-digit numbers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332B79D-5A33-47BB-A84A-A8635C9D107F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633EF0B2-6288-4AC9-B0FE-59614620F08B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688F9DFE-D106-45E0-8323-E6CB06DDADA7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47 x 36.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8FEF785-A95A-4CDA-832C-EA6B64A29D0B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685D8856-A7CE-44F7-9B0B-C7D778A66A79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68 x 24.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8EDC3E53-51C3-4B74-987B-3E3CBEF5A860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E6BB4D18-16D0-4998-AADA-2D2FF38B6722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93 x 57.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5341EC04-DC30-4A95-A747-58AAB96028C0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CDAF94EB-AA45-4FBC-A459-E1A72800E7A5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Calculate 47 x 36.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5E1D1ACE-82BB-4778-BA33-B5D4AA401B09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E5390C4F-C835-4F9D-A220-BFB81719572C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Calculate 68 x 24.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52D3CAEF-EB91-4EEF-87BC-2D7846A4DCD1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1D3FB91C-B5E9-4B19-AF2F-F669FAA9E921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Calculate 93 x 57.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903B8395-1E54-4A48-957A-5B51BFE3E58C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D596AAEF-3622-47C9-8C3D-DB6C6617FEAE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the missing factor: __ x 48 = 3,456.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E1738DF1-979B-476B-84BE-36EC4D81683B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417E56B4-C218-49EC-94FE-119B8317725D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writes the second partial product directly under the first without a zero placeholder.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2302EFD3-17CF-4EF8-BBBB-AC0F8BA0B005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2E0E999A-90E1-438C-B376-739817EDA533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A8DA0034-9DFB-48CF-A034-E0111996A9F3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0FC6593A-34D6-4F98-A7C5-75896A117E34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Calculate 93 x 57.</a:t>
            </a:r>
          </a:p>
        </p:txBody>
      </p:sp>
    </p:spTree>
    <p:extLst>
      <p:ext uri="{BB962C8B-B14F-4D97-AF65-F5344CB8AC3E}">
        <p14:creationId xmlns:p14="http://schemas.microsoft.com/office/powerpoint/2010/main" val="949587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F591BF67-06B7-4BED-A7DA-1F87B081ED5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3E996095-D1D3-4BBB-915E-32C642E27B8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3E6C12D0-88EB-4197-A311-63EDB95796ED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800BF745-0879-4D33-9638-CA593F9E5678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Multiply two-digit numbers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EEE6C86-B228-4E63-AA3C-68E89492A099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AFA0CCFE-8CCA-4B51-A265-60FCF4498FBA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918FBFF0-8F17-4466-9CA5-39ADBCB88672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1,692.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6F70FADC-2CFB-4AC3-A53E-8CEFAB71F227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46821DD5-787F-40A4-B847-392B36E5EF9A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1,632.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EAB3B642-BC3A-4808-AC5E-3EF35EE64B97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BCBB8923-87A1-4026-B78D-38C622F7D3A7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5,301.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B263DA76-64AD-42A8-B12E-D9D17620CFAE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E77DA382-010D-446C-BEBC-C8B679D2F0D7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1,692.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0D92F17D-D0FF-477D-9EED-96E9251D34BF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D55A169C-40CF-463E-916C-98DA82551E6E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1,632.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D96F49AB-45BA-4588-BFA0-A796ABD4C624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489E443A-809B-40BE-B62C-B8AF31943020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5,301.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386FB8A1-D47F-4E7F-B897-FC7B54084B77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4D86116E-DF98-4C84-BAAF-6E2AC319FE68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72.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64D56C3A-B532-49D3-8F01-A09A95C5265D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A7C6ABC0-53A8-4482-A00D-4C22CF621EF2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Multiplying by 30 gives tens, so the second row begins in the tens column.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7FC8C203-7F86-435E-AB65-841B5125BF10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9B26ED9A-881C-479A-98AC-EC5876B8B37B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E93770BF-F67E-4D9A-9BC7-7CA5CC9C8303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D55D3AC3-2E2A-4CF8-B0A4-C1854B1221AD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18429259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1473</Words>
  <Application>Microsoft Office PowerPoint</Application>
  <DocSecurity>0</DocSecurity>
  <PresentationFormat>Custom</PresentationFormat>
  <Paragraphs>255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2026-09-14T13:14:14Z</dcterms:created>
  <dcterms:modified xsi:type="dcterms:W3CDTF">2026-09-14T13:18:06Z</dcterms:modified>
</cp:coreProperties>
</file>