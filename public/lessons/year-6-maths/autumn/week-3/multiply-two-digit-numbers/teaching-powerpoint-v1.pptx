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1,632. | Estimate the product before calculating. |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47 x 36. Answer: 1,692.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1,632.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1,632..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5,301..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5,301.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5,301. | Multiplying by 30 gives tens, so the second row begins in the tens column.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151D127-CBBD-4C7A-88C1-005A1BA6C0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4168DD-BB97-41FF-8439-72FB73EB559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0813DD5-6429-47D1-8A46-0BAF97BCC903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F496C4-168C-4F2C-919D-CD85178AA35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76B0A2-4594-4444-BD87-A43B9F1C604C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E877A8-D385-45DE-8AAE-919AFDA84C8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BD3A5B-9786-4122-9F25-7D13F64927F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F7A1BE1-255C-49F2-BAE0-A1F9B2D432E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F76E3C-EE0E-49DB-9C98-AA59D026A375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8D6CC9-0A7E-4E32-8EE1-7725832D30B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0DEA9B-5848-4A80-BB96-B66B66007CF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18384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EA42F5F-8C5F-459E-88F3-CD32798AD2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06E8DB-FA1E-47F7-A5A7-E1494AFA97E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4DC308F-5040-4D3F-86D1-C9AB50F306E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E83E0D-2CCE-4245-ADC5-787DABBF6B4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E12181-D3E2-4E35-B4DF-AB62F02B7D4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75AF9-CBB1-4DE4-89D7-2308DC8C21C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C3B1DB-A263-473C-A2E0-EE5DBD6D04E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F6947B-495D-4F92-8B22-20D64FBC882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E9543-B572-4F7B-8C55-B97B68B8F0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CAC600-97B0-4932-A0CB-7392E09CA94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769CA7F-6587-4F11-93EC-189AFDF0A16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7712A1-7871-4171-B4FF-1ED85CC75F6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7B1106-034C-470E-848F-82AC356040E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11FAFC9-1779-49AC-9925-09AAE06A9ED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A562BA2-D91B-4E39-B35A-62892883F42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AD8619-B8FC-45E2-98E9-312E738ECEE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F813F-2D98-4FCE-B079-F648A7AA010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E8E99C-2937-40CA-8BC5-286278329D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D897706-D764-4C34-B2FB-84803F75772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DDAAE0-AF8E-49DC-A4CC-5B6429740BD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57EFF8-C309-475F-AA0B-654B936805C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47 x 36.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65D025-D203-441D-93D3-36B688D1973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91857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C972EC1-2AAF-449B-8B86-2166D4327A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57FEBD-6DD0-4A87-ABDA-9B4E589B93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2A77F22-160E-44C8-B262-EB276CC29C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3F8E7F-8320-477B-AF16-19F67A3401D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ABB303-B73B-452B-86A7-06A7E06A8E5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C93E9A-7FBE-4C75-AF67-DD1CA85A1CF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CF569A-4898-4728-AF6B-191CD7875BC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FA812E-1C66-4CE4-9518-7FE0E91BD8F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CBCDB-DBA0-4ED2-B760-FCAF1EF1D9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ADF043-C265-40EB-A09E-CF2E6250BC7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830AD7-E723-47E2-95C0-ABDCA6882C8C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232D6C-2206-48DE-B9B4-2A2F8E9DFE5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861A5-066D-4A83-BCBA-13BCADE42A7C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9161F4-0558-437A-A766-32DB575C2275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520E03-E4D7-451B-B368-139E7E2C1F66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5729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45D55F5-5970-407D-8D1D-29D59F8667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975605-3ED1-4A3E-99B8-2107EB1CF6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EAFF36-92C4-4B4C-8F77-D8DE9AF2F2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DB1BD7-D220-4E53-8F28-5CCC60CF48C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075A96-D0F5-4A8B-A9AE-B26B8B908C3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BFE56-02A7-4E37-918D-FFDA53E5DA0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1128A6-0FE9-4408-9B26-E284C8A4265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42058D-18EA-4FDB-846F-6459B1A2236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0F16FD-FFC3-4A8D-8503-D7D6AD9CED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B65CA2-A6B2-443F-AA2B-ACF0CD89406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47 x 36.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8474BF-7BAF-4725-8B33-9B57A9F0B13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348E1E5-B9C1-47F4-AADE-D1C566F26EA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8C7750-D121-4B60-89A6-F3EE48EDA16E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7C8206-F165-441B-8134-DFC23C50676A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435AC3-1F48-447C-A6CD-3A392C03E70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114DAB8-F946-42F0-8DE5-41FFC848440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4FD469-12AA-40AD-B66A-CF033F9404A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75043D-EA2F-4E99-B999-038EA8197DC2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484A83-4220-4BE6-A98D-11F84888286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C14B9EA-6A73-417B-9474-5161A2A0393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47EC56-A873-472E-9A41-82D954A9E171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25797B-3B27-4C73-B9DF-E8D9FF2497B3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86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CE7953D-6B14-4251-9AC5-6A5042CB1F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DA00BD-D906-4FAA-BC96-6E454BC138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F56E14-23BA-4472-8B8A-DD250FD2D80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837CBA-49B8-4B49-8313-ADD81CE074F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B718D9-085A-48B7-93C9-CB79C02A1AC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60F68A-AA38-4E3D-9F4F-DB7E0500F3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B4BDC4-C4C1-4450-B2B1-35380780A33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6274F3-534B-4F43-9D5C-AFC89C2625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E95B4C-A5E4-4CFD-A16B-F6F75BD1039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F02AEB-DCFE-42A9-B187-0C9F0ACA505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3500D-C5C0-42D0-B08E-5D54FED87A25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1,692.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361C62-D035-4D89-A052-25A5484104B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ED4B8E-0205-4F95-9483-C4E6473997C7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A673B8-72A2-492F-9B3B-EBC663E57184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7714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D91F0D2-3395-416F-BB82-DD7E980E9F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D9A22F-ED4F-4352-9E6D-F2E3FEC806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8603BE7-0F3D-4F4F-B205-E66D19A576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7EF6EE-9288-45BE-A9EB-2914172118A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C45986E-F594-45AF-AA88-2A1107A3CBC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37F58C-FE5A-4C4A-865E-81FFC631AAC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607ED-D872-4376-AC17-ABE3BDB3625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0BDE65-4480-4FD6-AEA1-964A91F308C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5BE86-C0C2-4C32-B960-9ABAB43F3F9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3C94C5-129A-4617-8BDE-D2E22843CED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57474C-34E2-41B1-8CE5-B56E7343C93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BD15248-9DCA-4B04-BF17-BEEA0785927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9219A9-87BA-44DA-98E9-8A08C70E52A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C505F5-042E-493F-BAE4-E098C0E45AA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D5D469-CC45-4CF4-BC7E-E23B43074C2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1,632.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2655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911FEF0-C1FC-4B85-BCA8-BC463333AB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6EE7B-3F3A-47CC-BD29-4CB68447B5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07029BA-F6F3-46EC-9FE8-7B23E075984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C3F7C-EA18-4433-94B1-F5B124C83B1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DC4589-58D8-4522-A9A2-AD26930BF32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E0B7A7-76A7-4562-BA84-E09752A45A5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B4E43A-4007-4663-994D-309D27EB940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D2BBC2-7028-47CA-AD7C-60D1EEB44EE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5DFBD8-2F6E-438B-A164-3FE3FFAC74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F9D025A-39E2-4DCF-8E16-2EF382A895F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78472D-CF81-480C-9034-32617BD7B1F3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the second partial product directly under the first without a zero placeholder.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90E37-FFBC-4ED6-8E3D-48E772FF7CEB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DDB261-90AA-49EB-AB0C-D6FD59BFA2E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17DF6F-746F-4655-AE9C-92CE1D6D346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30 gives tens, so the second row begins in the tens column.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6850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A6C611F-4BC7-4603-9112-BAD0053540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B2E190-8607-452F-A48F-FC6A4DADF2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7A489F-30FB-488E-BEE9-7B349B560A0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52E9DE-2A11-4389-B7EA-0C914FFC97A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D9DC76-997A-4BD6-B341-4106CA1D63F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8F464C-31F9-491A-AD99-BEF7F65452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E926B2-99AD-4181-B4DF-194DE73487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3E00EE-DC21-429D-9BBB-97230D3C3C8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506038-B1A8-41A7-A831-2CEBF0F9876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A90F369-8D63-4515-83B2-EC216534044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23DC9F3-659B-4BDC-9650-88B90746A36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419EA7-7FD0-4FA0-984A-8D06829E4C9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7DE665-ECC2-4991-B851-AE2365330F7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41501-1B34-4A4E-BC48-D33ED0E07BB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8DEA3CE-3335-4074-84BA-2D2FA6A565C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EF04B6-5977-4A14-9D17-A874647D135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766B286-FE71-4953-A523-E96AB66436A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32E64DB-AEF2-4C31-A696-4C44F30D8D3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0F795FD-BC02-4A58-BA23-442A1F0CA0E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E71CAAF-23C4-4A21-86F2-066AE5AE621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42FE6F-713E-466C-904C-E5EF0E4E3B6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1,632.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AC4973-C950-4A7F-AD6C-24188CBC0CF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4294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48F29BC-A66F-4A13-A1EB-4F60993F3A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419197-8B26-443D-8041-EF1139C692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6017A7A-51D6-4605-8FEE-5E699DF1D9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199016-60CD-4652-B891-8B06E4AE25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DB0BFC-64B4-4DF3-9F03-A0A89FCC0D5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8D2AA-2309-4B37-81D7-56B4FA323D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FD63F8-0767-4CE9-A4E8-A18B638306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21318C-578D-4EC9-9CC9-80642742A56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F3496B-B052-4EC9-BB24-01E0D02485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C36E84-8BF8-4A16-A65C-3913BA11139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FD6D12-B684-4771-9A4B-DD2DDA275520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AFF946-5062-460F-A15C-572C258F30F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3AF821-9E42-4FB3-B87E-33187E53D30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548EB40-C01C-4D4C-A490-AFEFD7E3323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2A5F283-5719-4F28-992C-1FE06D785F2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F77527-023E-478C-A60B-17C528A7722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6175CB-0A16-40B6-8E70-6EBE224E02C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37B34D0-7B53-4B7D-880E-7EA009C1C0C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E06366C-9129-466D-A0F3-E390BBCBE55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7BF4DF-F0C2-4B28-855D-8906F71BC20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23FF6A-5DF1-4083-94AD-4EA220BBD72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388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78AA53C-2B9E-454D-8ACB-6709EF5969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DD218A-3D1D-4DA5-A9A1-6B92A745D2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8C637D5-F5B5-42D1-8ED7-99B06ADD47B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5CD04E-9EBC-451C-B18C-C4BA7BE393F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A1C3D-39B4-43D1-A257-471C02585E3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FCB3F5-D15A-4842-AA99-8F1CF83990E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13296E-F533-4426-85BF-9F73ACF80A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A0B77D-6B89-4490-9E90-EF976323BF6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5D309E-574D-4AFB-9248-AF17052C61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05A6C8-4A3E-4D4E-8A56-C17E2122518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factor: __ x 48 = 3,456.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664ACD-DC8B-404D-B4E3-8060C3B31B1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4510E7-6DB6-402C-9732-E023270D6EA9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50FB82-8143-48A3-B00E-934F2A845D9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35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7308A11-6C78-4B71-A27E-0D4F8CB234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0D2B31-76D5-461C-B454-C9294C1951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7B81D0E-B0C4-4056-A411-6B222307CF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BAB216-8A75-4AE8-81CE-FA0B41323C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5018D3-DFBA-44E6-A674-31B0381FDC7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73AD447-71A5-4A2A-96E1-1C40A986CE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F5639A-F7A4-4859-B210-684047E3473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94FA46-E3BC-45B9-8A94-D0CAC2A3158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E9DC91-E57F-4203-9253-37C049A3AD5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56AF13-826F-4F8F-9EAC-4DA436ECCB7D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954A4F-6822-4597-B23C-BBE34BB5645F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0F6958-A851-4CF1-8394-20C58D573BC1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731581-6CDC-49E0-A109-735C21652A9D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C32DAC-F131-4E55-A8EC-E3E8892479A6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7AD2744-5009-448A-9F60-C9B04548DC0D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2C025D-FC38-496C-9193-3E401963D0C4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5,301.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D5E851-7CCB-4520-900C-9C5BA476DB5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D65B1E-D253-45AC-B6DA-FFAD6915DD70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2256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121E34A-4959-463E-8135-393B218112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AC9E6D-7B9C-4B7C-9C54-FBCEC56ABC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48C2BB3-81F3-461A-8040-CD1DD36DDD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291DFD3-4B0A-48A0-AA09-D93A002268C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9A2A65-0D54-45DB-816D-78A5701E78F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112681-212B-4A3F-A2E2-F6E8149C923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C1E4B5-5AA0-4AD5-AD04-6BA9BFD4883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EDBDA6-B9E1-4BDF-BE3B-C4703EC90A2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5125E4-8661-4C81-8C6A-E002CBF6EC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F5DFAA-7035-4245-8A6F-1184C5A135A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4AE281B-9681-48D0-B3D9-BDA9ABFBB5D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455339-6872-4C1D-A860-B85121775AD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CF1B5E-4A7A-4BDD-9070-9B23DBC9303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4AAAFA4-EF67-4B79-B2EE-D3473807007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6E8F230-C537-4844-84E3-98F66CCEECC0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CE8C2E-9683-463E-AC44-2E47A0180F0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7D6C04-E52F-4E36-BA77-0BD32BB92D0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the second partial product directly under the first without a zero placeholder.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70AEE98-97EF-477F-87BF-2079DB47CAD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EED6827-25F4-4678-BFEE-5C03CFA27DF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A501BA-83F5-4B4C-8260-4BB07FD830F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314B101-E8C9-42C7-98EA-D5443A6BE63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4939ED-23DC-4747-A6C9-964121D45578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43117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1078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2026-09-09T10:55:58Z</dcterms:created>
  <dcterms:modified xsi:type="dcterms:W3CDTF">2026-09-09T11:03:20Z</dcterms:modified>
</cp:coreProperties>
</file>