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ef48fb27b34ad5" /><Relationship Type="http://schemas.openxmlformats.org/officeDocument/2006/relationships/extended-properties" Target="/docProps/app.xml" Id="Rbd6f0723fd104535" /><Relationship Type="http://schemas.openxmlformats.org/officeDocument/2006/relationships/officeDocument" Target="/ppt/presentation.xml" Id="R8b43a91a522142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fcd7bfc22d4072"/>
  </p:sldMasterIdLst>
  <p:notesMasterIdLst>
    <p:notesMasterId xmlns:r="http://schemas.openxmlformats.org/officeDocument/2006/relationships" r:id="R3bff6743d64a49a0"/>
  </p:notesMasterIdLst>
  <p:sldIdLst>
    <p:sldId xmlns:r="http://schemas.openxmlformats.org/officeDocument/2006/relationships" id="256" r:id="R667c47bce362448d"/>
    <p:sldId xmlns:r="http://schemas.openxmlformats.org/officeDocument/2006/relationships" id="257" r:id="R3b216cb68c28462d"/>
    <p:sldId xmlns:r="http://schemas.openxmlformats.org/officeDocument/2006/relationships" id="258" r:id="Rf77e6b91dde644f0"/>
    <p:sldId xmlns:r="http://schemas.openxmlformats.org/officeDocument/2006/relationships" id="259" r:id="R45beb40f3100494d"/>
    <p:sldId xmlns:r="http://schemas.openxmlformats.org/officeDocument/2006/relationships" id="260" r:id="R258f5a49771545c8"/>
    <p:sldId xmlns:r="http://schemas.openxmlformats.org/officeDocument/2006/relationships" id="261" r:id="R99158516a98d42e8"/>
    <p:sldId xmlns:r="http://schemas.openxmlformats.org/officeDocument/2006/relationships" id="262" r:id="Re2e31db22f2a4f85"/>
    <p:sldId xmlns:r="http://schemas.openxmlformats.org/officeDocument/2006/relationships" id="263" r:id="Red7d203af5f54e42"/>
    <p:sldId xmlns:r="http://schemas.openxmlformats.org/officeDocument/2006/relationships" id="264" r:id="R11d59abba265451a"/>
    <p:sldId xmlns:r="http://schemas.openxmlformats.org/officeDocument/2006/relationships" id="265" r:id="R30ed423e63874805"/>
    <p:sldId xmlns:r="http://schemas.openxmlformats.org/officeDocument/2006/relationships" id="266" r:id="Rdf94addc92c44f62"/>
    <p:sldId xmlns:r="http://schemas.openxmlformats.org/officeDocument/2006/relationships" id="267" r:id="R138718d02f3a48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346e841c254649" /><Relationship Type="http://schemas.openxmlformats.org/officeDocument/2006/relationships/slideMaster" Target="/ppt/slideMasters/slideMaster1.xml" Id="Rc3fcd7bfc22d4072" /><Relationship Type="http://schemas.openxmlformats.org/officeDocument/2006/relationships/notesMaster" Target="/ppt/notesMasters/notesMaster1.xml" Id="R3bff6743d64a49a0" /><Relationship Type="http://schemas.openxmlformats.org/officeDocument/2006/relationships/presProps" Target="/ppt/presProps.xml" Id="R85feb36db8124bff" /><Relationship Type="http://schemas.openxmlformats.org/officeDocument/2006/relationships/tableStyles" Target="/ppt/tableStyles.xml" Id="R8b6dffb47c714c59" /><Relationship Type="http://schemas.openxmlformats.org/officeDocument/2006/relationships/slide" Target="/ppt/slides/slide1.xml" Id="R667c47bce362448d" /><Relationship Type="http://schemas.openxmlformats.org/officeDocument/2006/relationships/slide" Target="/ppt/slides/slide2.xml" Id="R3b216cb68c28462d" /><Relationship Type="http://schemas.openxmlformats.org/officeDocument/2006/relationships/slide" Target="/ppt/slides/slide3.xml" Id="Rf77e6b91dde644f0" /><Relationship Type="http://schemas.openxmlformats.org/officeDocument/2006/relationships/slide" Target="/ppt/slides/slide4.xml" Id="R45beb40f3100494d" /><Relationship Type="http://schemas.openxmlformats.org/officeDocument/2006/relationships/slide" Target="/ppt/slides/slide5.xml" Id="R258f5a49771545c8" /><Relationship Type="http://schemas.openxmlformats.org/officeDocument/2006/relationships/slide" Target="/ppt/slides/slide6.xml" Id="R99158516a98d42e8" /><Relationship Type="http://schemas.openxmlformats.org/officeDocument/2006/relationships/slide" Target="/ppt/slides/slide7.xml" Id="Re2e31db22f2a4f85" /><Relationship Type="http://schemas.openxmlformats.org/officeDocument/2006/relationships/slide" Target="/ppt/slides/slide8.xml" Id="Red7d203af5f54e42" /><Relationship Type="http://schemas.openxmlformats.org/officeDocument/2006/relationships/slide" Target="/ppt/slides/slide9.xml" Id="R11d59abba265451a" /><Relationship Type="http://schemas.openxmlformats.org/officeDocument/2006/relationships/slide" Target="/ppt/slides/slide10.xml" Id="R30ed423e63874805" /><Relationship Type="http://schemas.openxmlformats.org/officeDocument/2006/relationships/slide" Target="/ppt/slides/slide11.xml" Id="Rdf94addc92c44f62" /><Relationship Type="http://schemas.openxmlformats.org/officeDocument/2006/relationships/slide" Target="/ppt/slides/slide12.xml" Id="R138718d02f3a48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64334884b143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97914fafdb45ce" /><Relationship Type="http://schemas.openxmlformats.org/officeDocument/2006/relationships/notesMaster" Target="/ppt/notesMasters/notesMaster1.xml" Id="R729e27d24a984d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8a1f3e6b944ffa" /><Relationship Type="http://schemas.openxmlformats.org/officeDocument/2006/relationships/notesMaster" Target="/ppt/notesMasters/notesMaster1.xml" Id="R8e9f28fbd5b244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f74b5700064ce0" /><Relationship Type="http://schemas.openxmlformats.org/officeDocument/2006/relationships/notesMaster" Target="/ppt/notesMasters/notesMaster1.xml" Id="R672c586e5e144c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51768e08fb4ca9" /><Relationship Type="http://schemas.openxmlformats.org/officeDocument/2006/relationships/notesMaster" Target="/ppt/notesMasters/notesMaster1.xml" Id="Rdfe22b418d3c43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23dd1bdab947cf" /><Relationship Type="http://schemas.openxmlformats.org/officeDocument/2006/relationships/notesMaster" Target="/ppt/notesMasters/notesMaster1.xml" Id="R1f98be4f40fc4f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135b56d2994092" /><Relationship Type="http://schemas.openxmlformats.org/officeDocument/2006/relationships/notesMaster" Target="/ppt/notesMasters/notesMaster1.xml" Id="R44625eb68c054f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b8c84d63c44e8b" /><Relationship Type="http://schemas.openxmlformats.org/officeDocument/2006/relationships/notesMaster" Target="/ppt/notesMasters/notesMaster1.xml" Id="R8127029eaab84e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8207abc0d84ae8" /><Relationship Type="http://schemas.openxmlformats.org/officeDocument/2006/relationships/notesMaster" Target="/ppt/notesMasters/notesMaster1.xml" Id="R38e536b9737a46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1597d10e284788" /><Relationship Type="http://schemas.openxmlformats.org/officeDocument/2006/relationships/notesMaster" Target="/ppt/notesMasters/notesMaster1.xml" Id="R8977add66e2b40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68fc96377848e4" /><Relationship Type="http://schemas.openxmlformats.org/officeDocument/2006/relationships/notesMaster" Target="/ppt/notesMasters/notesMaster1.xml" Id="R9fbfe9e2d9374f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3f721a330b4286" /><Relationship Type="http://schemas.openxmlformats.org/officeDocument/2006/relationships/notesMaster" Target="/ppt/notesMasters/notesMaster1.xml" Id="R81e9018632f948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f126e624964941" /><Relationship Type="http://schemas.openxmlformats.org/officeDocument/2006/relationships/notesMaster" Target="/ppt/notesMasters/notesMaster1.xml" Id="R84558a12cb6a41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1,632. | Estimate the product before calculating. |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1,692.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1,632.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1,632..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5,301..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5,301.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5,301. | Multiplying by 30 gives tens, so the second row begins in the tens column.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c892070bc440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55bfab29f9400f" /><Relationship Type="http://schemas.openxmlformats.org/officeDocument/2006/relationships/slideLayout" Target="/ppt/slideLayouts/slideLayout1.xml" Id="R5da15486c43a40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a15486c43a40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9fee7789e436d" /><Relationship Type="http://schemas.openxmlformats.org/officeDocument/2006/relationships/notesSlide" Target="/ppt/notesSlides/notesSlide1.xml" Id="R670bfbea6aef4e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d659eec7d4a3a" /><Relationship Type="http://schemas.openxmlformats.org/officeDocument/2006/relationships/notesSlide" Target="/ppt/notesSlides/notesSlide2.xml" Id="R5e1cdc9fc3b14e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89ac2e712411e" /><Relationship Type="http://schemas.openxmlformats.org/officeDocument/2006/relationships/notesSlide" Target="/ppt/notesSlides/notesSlide3.xml" Id="R7bf22df745c444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33f99325b4113" /><Relationship Type="http://schemas.openxmlformats.org/officeDocument/2006/relationships/notesSlide" Target="/ppt/notesSlides/notesSlide4.xml" Id="R2bcdc5de7cf74c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06fc514134111" /><Relationship Type="http://schemas.openxmlformats.org/officeDocument/2006/relationships/notesSlide" Target="/ppt/notesSlides/notesSlide5.xml" Id="Red490d49245247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d18ebaae54d3b" /><Relationship Type="http://schemas.openxmlformats.org/officeDocument/2006/relationships/notesSlide" Target="/ppt/notesSlides/notesSlide6.xml" Id="R871de0e5589f44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35a1f78f8471c" /><Relationship Type="http://schemas.openxmlformats.org/officeDocument/2006/relationships/image" Target="/ppt/media/image.png" Id="Rc2f4c2df63ec40e4" /><Relationship Type="http://schemas.openxmlformats.org/officeDocument/2006/relationships/notesSlide" Target="/ppt/notesSlides/notesSlide7.xml" Id="Rfa08be41663144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fcbef832b42f8" /><Relationship Type="http://schemas.openxmlformats.org/officeDocument/2006/relationships/notesSlide" Target="/ppt/notesSlides/notesSlide8.xml" Id="Rab297706e64543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e46993d934bf7" /><Relationship Type="http://schemas.openxmlformats.org/officeDocument/2006/relationships/notesSlide" Target="/ppt/notesSlides/notesSlide9.xml" Id="Rbe17bf4013cb46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64ffb16824411" /><Relationship Type="http://schemas.openxmlformats.org/officeDocument/2006/relationships/notesSlide" Target="/ppt/notesSlides/notesSlide10.xml" Id="Rb1706cfd5d604e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a7d66c3ae45a9" /><Relationship Type="http://schemas.openxmlformats.org/officeDocument/2006/relationships/notesSlide" Target="/ppt/notesSlides/notesSlide11.xml" Id="R0b71907c33a741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e626044704fd7" /><Relationship Type="http://schemas.openxmlformats.org/officeDocument/2006/relationships/notesSlide" Target="/ppt/notesSlides/notesSlide12.xml" Id="R14d37b1a21a94a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368F4-3ED6-4F6B-B1A4-25DC0C46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D61CAF-B85C-4AEB-BAC4-E6619477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1CDFD-29C9-443A-A443-6A2957B7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0D025-D156-42FA-8B6E-601FFCCA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E91AA-4EBC-467B-8CE4-634868B2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4E0C3-022D-46D3-8549-48CD99AC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F94C9-6825-4830-9758-5033A14A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9A1B9-EF88-48C9-AC97-35071FC4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9CD58A-0664-42C9-91EF-06C9752B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8C421-55AA-4055-A476-E15BF8F7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7B42B-F93E-4BAB-80F0-63981069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79448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4F957-9E98-4627-A604-D151FC23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E9311-D849-4B5E-8C22-F9128033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44202-395C-47E4-B016-C55A147B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2EBD1-917D-44CD-A956-4CAA945B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F3B1B-FD49-4E56-87F7-7DBC3FBA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74D5B-20CA-4562-B86F-738AEA2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57F8F-FCFE-4DD7-9C35-1C7BBEEB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DD267-CAA3-4513-8C96-AB5FB946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9BFEC-D79D-49B2-925B-EA682516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132AC-5E76-4537-82B5-7EE7FBFF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DCAEF-E855-45E1-8F27-E3F45A12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BEEBE1-D30B-4621-9777-EDB6BCE1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AD61B-151A-481D-9D04-C8815C30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1792-F706-4D17-8C4A-1B496A2E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DB212D-61CE-4C61-8711-80E7D4CD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749F1-E3E4-4E75-B0DD-198BE49C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36D2E-4EEE-44CC-B1DC-3D65275C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59A19-3F71-4DFA-9A2D-755055EF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2F59F-5A4B-4718-BC40-6473AEAC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52D48C-B5D7-42D9-8BA4-6FE604BA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347F3D-E6E4-49FE-B396-C2FC5193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47 x 36.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933672-50F9-4898-B79C-D8C2A11E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047523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A9624F-1B4F-411C-BED2-4F103047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B3888-8187-46F7-ABA7-9D0D90A3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3115F2-9EFC-4E27-93B6-1A200CA6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378E7-AB04-4CB7-BAF9-F0AF1B11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5E692-2320-4036-867C-211B7588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2B604-F6FB-4BAB-836E-874BBAC1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033E3-4FD3-4A75-8689-305721AD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D082D2-ED9E-4C1E-BEC9-AA09725C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55D21-F3C7-421F-85FE-5562A757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37BCA-5527-47B4-8408-8E22F90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6FA1B-AC4F-4A5F-8606-49674EA6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C4F20-B854-4DE5-978C-49AB0DC3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739758-0F1E-4D19-9AF7-6CAE1430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B0B36-6241-4546-AA71-3B01ECAE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517AE1-581B-4935-9C64-368DC7A6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4157715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E4C3FA-AF77-412C-B4E5-81E01C0F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DD10C-4A98-4711-8F2C-590E1D2E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C2639-0E51-4661-8F8D-209C923F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21750-F42F-4E10-A9E0-792CB7A5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418AD4-8FCC-4CD5-A24B-5533DEE4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AABC4-0B16-49A7-ADF3-27F64A9A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B6C65-B891-4982-8E3E-7A8BADC1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EB9CB-0C3F-4594-9AEF-27E4E8AF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DBB136-DB49-418F-A1BF-525B3103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92A6B1-BFED-48C4-82F1-261FEEB2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47 x 36.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74DAC-931F-4A9B-B9EA-938E844A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8B425-CAB1-4ABE-814B-8318E5E1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9101D-5791-4699-8C25-727A8373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47 × 36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CFB26-BF70-4993-A535-20BB26B4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47241-7E21-40A9-B95D-10F5B5AD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6FB55-EE20-48E6-B8E3-A7B3161F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47 × 6 = 282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CF28E1-AC13-4D8F-A78B-55707B2C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4AADA-03B7-4D09-854E-164E6613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A137E6-3537-41E7-A925-56C579A3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47 × 30 = 1,410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0FAB0-60B2-4F37-A98E-3A6DF6C7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CB7B0-14B4-48EF-BCAD-CB38B76C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DB1658-2FAC-487C-B78D-F0282534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282 + 1,410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5B2A4C-1166-436B-B2A1-D63F6208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D6AFD-54CE-4449-9E03-366C712E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18D72-281B-405C-9F8A-F101B7A2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1,692</a:t>
            </a:r>
          </a:p>
        </p:txBody>
      </p:sp>
    </p:spTree>
    <p:extLst>
      <p:ext uri="{BB962C8B-B14F-4D97-AF65-F5344CB8AC3E}">
        <p14:creationId xmlns:p14="http://schemas.microsoft.com/office/powerpoint/2010/main" val="7701156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798CF-A37A-4ED2-BED3-950945BF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2EA95-FB7B-4DBB-A435-EFF0762A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332EA-57F6-49B4-AC00-889C9ABB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FED10-8A5C-4808-B6DF-448DBE32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02D49-B397-4D53-8189-B736A516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979E4-753A-44E1-A21F-BF3EAB6A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0A121-05CD-4DE1-AEC0-A1AD0AEC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DB8BD-B889-4A56-81C6-1A63B703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6F421-DCE3-4D79-A0BA-9968C37C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2F64A-F9AE-42DE-807C-FD069C1F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92DAF-228E-414C-AA65-407ADE73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1,692.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ED957-D9C1-4E86-A841-72DF6D4D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F7F4C-9D9E-49D2-ABE5-2F247A86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2E086-DD9B-455F-98CE-8576C743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887060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7463E-3613-4809-BDFF-85DA7DED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C3055-BB25-4304-AFEB-96705660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79B21-D763-4F93-989F-0158CCB1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CE91A-F5AF-4425-8066-C53E50E7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5CC61-23B0-4A3E-A09E-90895D5D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ACFC9-F13A-461A-8F0A-D29E1399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72776-58FE-41C6-BEF0-B84E7CAF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685D2-67EB-41F6-A47B-120E2A76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93CA9-B593-4B74-842C-FB3816C8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FEFAE-0930-4006-AA03-0BC8EBE7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97486-E246-4015-A6F3-36BB4092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0ADB2B-8A27-40A9-90C6-24BB7B27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B27C2-2452-421B-AA5C-53CC835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6B457-6A39-4F2A-9AD6-C1F85955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287B4-E112-4144-A48A-B18FDB88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1,632.</a:t>
            </a:r>
          </a:p>
        </p:txBody>
      </p:sp>
    </p:spTree>
    <p:extLst>
      <p:ext uri="{BB962C8B-B14F-4D97-AF65-F5344CB8AC3E}">
        <p14:creationId xmlns:p14="http://schemas.microsoft.com/office/powerpoint/2010/main" val="18377841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4DEBA-EC19-4BA6-86C8-F5908F41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9B43C1-F9CA-47F0-97C0-31FBF0FD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E012D-688A-4D53-BBBA-BF23D077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34D3C-960A-4EC3-BA10-667251C2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3642B-3427-495B-B37F-B97790E3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6E310-A94C-4AAF-B466-1D77E4DA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01CB7-836F-4F63-A0E8-2D7917C0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2B581-D938-4167-AB62-7C4AA7BA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E5D21-FEB3-404B-BFA7-EB475DDB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f4c2df63ec40e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38D7B-ECBE-40AD-9A61-6DFFDBF5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E17F3-5981-472C-B9B1-6FF32D8C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the second partial product directly under the first without a zero placeholder.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9BAC8-D5C5-4C8C-90EC-5F45FD64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75730-852B-4E2D-A99E-656EC738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373BC4-41E9-4F3A-8DEE-8EF15ADE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30 gives tens, so the second row begins in the tens column.</a:t>
            </a:r>
          </a:p>
        </p:txBody>
      </p:sp>
    </p:spTree>
    <p:extLst>
      <p:ext uri="{BB962C8B-B14F-4D97-AF65-F5344CB8AC3E}">
        <p14:creationId xmlns:p14="http://schemas.microsoft.com/office/powerpoint/2010/main" val="13305542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A4F8F1-50C9-40CD-A6CE-A827F5AD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77C6E-03E3-4DF7-A272-946BB0DB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E6AC7-7363-4268-A543-F22CC4A7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A5A6-97D3-47E5-A911-2BABDE49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D7EEF-9695-4C2B-BCF0-B2F304E6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1A655-7FAC-410F-A429-AFD1ABB2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D4DAE-89BA-41A7-8DC2-D67670C2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34466-BEFF-4613-96F6-5E1AB040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87B25-548B-47A3-ADBF-8D86E360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184D4-3D44-445A-ADF1-A382B76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86D29A-A472-430A-987D-B626730E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5EEEFF-CB91-400B-A25C-0255BF27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470227-77B0-4059-9BFB-79E2F31C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0E1B7-2FFA-4046-92B5-DFAFD734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791CA1-B919-451C-AF92-96FE0642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F7876B-1890-45AF-9362-14C4E21A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E81C68-C038-4E3F-B4D7-17CE6730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2FFBE7-4DCC-44E4-9DF5-A37CB089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5CF9B-0A3B-4A51-BCE6-B49547ED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3910F-B43E-4B8B-8C8C-0C622DDD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5BDB7B-0F6F-43F3-8141-B1E3A3F5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1,632.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21B6ED-68B5-4F2E-BCCE-63B084B2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918355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AC7D55-2FAD-46D9-9BA8-A809D822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05559-C31A-472A-A124-9654836F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8432F-4AD6-4526-A0F1-8FBCA62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5BA40-D670-465F-8F88-2FD8A948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0A5EB-CB23-4EDA-8592-BE02C7D8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762091-98D3-42CC-B013-A10E051D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FE391B-6385-4E68-8C39-992EF07F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567D9-1C61-4C8A-9168-9473128D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F8DE4-DB86-46DD-A6A7-A2FDBF7B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F62BF-B9C2-47E2-8CD2-0DC1A429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30C7E-2EF6-4935-9C37-5BBD1146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47EA2-AB57-4F1E-833D-9D593BFB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1C44-ECC0-4C80-A369-625F3D36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74B6C-A70F-40E8-86FC-55FD4A6E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BA57D9-42DB-403C-B789-BECF9919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B4033-A355-4706-8410-7A5754BD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A2F95-893F-40AF-A2CF-46E7EB7F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BA266D-3AD4-41C9-8414-7B1CD38D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9B2B8-1D36-4B42-BD4A-120101D8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A0188F-2988-4747-9E4D-6EBBF778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FF48A5-9738-4621-B6E8-14F668FF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52618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AB051-0FA6-47B9-A132-E63197F9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DDF51-54F1-4344-B30E-5F1B05AA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AEFD4-D13A-45CE-84C7-FE877246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73A4E-3459-4B57-BEE4-1C3D7F8C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AFB84-4463-41FD-9EE8-1DFE9CBE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65688-4B2C-452D-A756-B476F329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72D4F-C110-43BE-9EE8-5A9D6511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5726FA-31BF-455A-A97E-A3BC16D8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6B079-76AF-49D9-ABC9-A7165F65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D455CE-6D7E-4358-97C2-860154DB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factor: __ x 48 = 3,456.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6A6BD-E885-4CAE-8419-93C48260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F8075E-AF61-4C4C-97A9-51633635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7C315-2FE1-4924-ACDF-AA23DD5F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72.</a:t>
            </a:r>
          </a:p>
        </p:txBody>
      </p:sp>
    </p:spTree>
    <p:extLst>
      <p:ext uri="{BB962C8B-B14F-4D97-AF65-F5344CB8AC3E}">
        <p14:creationId xmlns:p14="http://schemas.microsoft.com/office/powerpoint/2010/main" val="18982336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FE3489-BC2A-47AD-93C9-539B37DA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1B9A3-86EB-4BB6-9354-8DAAE9B4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9BC32-8428-4391-89CE-C6416D2F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CDAE7-16DD-4AA0-B4DE-ED1FDC3C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390E8-B31F-4C9D-8598-2B0AEB1F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B2986-976D-4AB4-8312-AFABBEB4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03C49-AEFF-47E1-8CAE-2F2C2FF2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5D652-0F84-4E26-8EAE-6557C348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A4071-7404-4DBA-9AB3-AE4EA7FF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9F4EE-D797-4F87-B1D6-76322938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526C8-8237-427C-8321-0E840C0C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7DADA-45DE-408E-935F-94E9A175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C38FB-CD00-468C-887F-BCBCE1FE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0F2B8F-829C-4CCA-A599-377F5306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E15AA8-A205-43AF-ADDC-7A3796A1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2337E2-3105-4EE6-A8D8-02D74890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5,301.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C502ED-2D2F-429F-8A37-7FCE8578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810A96-EA4A-4900-A66D-66D0297A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332496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17EFD-814D-4844-838E-23D604B0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4F7CB-D16E-4EA9-9608-FA8F41E1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E8CB6-43B9-4FC7-B36E-BA4159B1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3301C-C99E-4A6A-BF4A-4CE058A0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4E9AFC-11C0-4847-A23D-E4D0D8B9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FA3BE-114F-40AE-801D-1B5B1F65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5010D-DA44-4F92-902D-B639F506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F3947-D7DE-4012-ADE6-AE5132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5FA84-E295-4207-A87E-7037A455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945C8-87EE-4D03-928B-9FD65E36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25B3E6-CBAF-449B-B94D-19EB5B5F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ED29C-AC2D-42FD-AC3F-6E2C5E81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A173F-7969-405B-8B19-7DEDD788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EDCF9A-47EF-40C8-972D-85DCC484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87749-6ECE-4155-8686-89F9F6DB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568E5-56F7-4059-9168-2C426C2C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83DA2-0C55-437A-8044-12D97A9A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the second partial product directly under the first without a zero placeholder.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5574B5-043E-44AA-83C8-945380CD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6CCB10-31A4-439F-9512-E5493F29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BCB8D5-3859-4CD7-AA4F-EDF6A31C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B7F7C8-886C-4730-BA78-5C89A822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F60374-8446-4BCF-BFD9-90D2412F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883312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2026-09-09T22:13:43.1680000Z</dcterms:created>
  <dcterms:modified xsi:type="dcterms:W3CDTF">2026-09-09T22:13:43.1680000Z</dcterms:modified>
</coreProperties>
</file>