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0e10fbe07542ec" /><Relationship Type="http://schemas.openxmlformats.org/officeDocument/2006/relationships/extended-properties" Target="/docProps/app.xml" Id="R5a8364d31c7a41eb" /><Relationship Type="http://schemas.openxmlformats.org/officeDocument/2006/relationships/officeDocument" Target="/ppt/presentation.xml" Id="R19e72569883c46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c3097054149d7"/>
  </p:sldMasterIdLst>
  <p:notesMasterIdLst>
    <p:notesMasterId xmlns:r="http://schemas.openxmlformats.org/officeDocument/2006/relationships" r:id="R05e0ef8b720d400d"/>
  </p:notesMasterIdLst>
  <p:sldIdLst>
    <p:sldId xmlns:r="http://schemas.openxmlformats.org/officeDocument/2006/relationships" id="256" r:id="R7001eae494794f0b"/>
    <p:sldId xmlns:r="http://schemas.openxmlformats.org/officeDocument/2006/relationships" id="257" r:id="Re2cb7a156c404744"/>
    <p:sldId xmlns:r="http://schemas.openxmlformats.org/officeDocument/2006/relationships" id="258" r:id="R8368312eb5264645"/>
    <p:sldId xmlns:r="http://schemas.openxmlformats.org/officeDocument/2006/relationships" id="259" r:id="R7d340b3abc454fb6"/>
    <p:sldId xmlns:r="http://schemas.openxmlformats.org/officeDocument/2006/relationships" id="260" r:id="R7ca984230624443f"/>
    <p:sldId xmlns:r="http://schemas.openxmlformats.org/officeDocument/2006/relationships" id="261" r:id="R223a4d669859452a"/>
    <p:sldId xmlns:r="http://schemas.openxmlformats.org/officeDocument/2006/relationships" id="262" r:id="Rd16230e044c64d24"/>
    <p:sldId xmlns:r="http://schemas.openxmlformats.org/officeDocument/2006/relationships" id="263" r:id="R1d1a9d634cbe433a"/>
    <p:sldId xmlns:r="http://schemas.openxmlformats.org/officeDocument/2006/relationships" id="264" r:id="R8fd347f478a340e0"/>
    <p:sldId xmlns:r="http://schemas.openxmlformats.org/officeDocument/2006/relationships" id="265" r:id="R993e46be10d64c95"/>
    <p:sldId xmlns:r="http://schemas.openxmlformats.org/officeDocument/2006/relationships" id="266" r:id="R2ceb0ac57458429f"/>
    <p:sldId xmlns:r="http://schemas.openxmlformats.org/officeDocument/2006/relationships" id="267" r:id="Rb3b5ce7bad8e4a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831291c6234484" /><Relationship Type="http://schemas.openxmlformats.org/officeDocument/2006/relationships/slideMaster" Target="/ppt/slideMasters/slideMaster1.xml" Id="Rae7c3097054149d7" /><Relationship Type="http://schemas.openxmlformats.org/officeDocument/2006/relationships/notesMaster" Target="/ppt/notesMasters/notesMaster1.xml" Id="R05e0ef8b720d400d" /><Relationship Type="http://schemas.openxmlformats.org/officeDocument/2006/relationships/presProps" Target="/ppt/presProps.xml" Id="Raa9be725d5394e53" /><Relationship Type="http://schemas.openxmlformats.org/officeDocument/2006/relationships/tableStyles" Target="/ppt/tableStyles.xml" Id="R2367be447c3845f1" /><Relationship Type="http://schemas.openxmlformats.org/officeDocument/2006/relationships/slide" Target="/ppt/slides/slide1.xml" Id="R7001eae494794f0b" /><Relationship Type="http://schemas.openxmlformats.org/officeDocument/2006/relationships/slide" Target="/ppt/slides/slide2.xml" Id="Re2cb7a156c404744" /><Relationship Type="http://schemas.openxmlformats.org/officeDocument/2006/relationships/slide" Target="/ppt/slides/slide3.xml" Id="R8368312eb5264645" /><Relationship Type="http://schemas.openxmlformats.org/officeDocument/2006/relationships/slide" Target="/ppt/slides/slide4.xml" Id="R7d340b3abc454fb6" /><Relationship Type="http://schemas.openxmlformats.org/officeDocument/2006/relationships/slide" Target="/ppt/slides/slide5.xml" Id="R7ca984230624443f" /><Relationship Type="http://schemas.openxmlformats.org/officeDocument/2006/relationships/slide" Target="/ppt/slides/slide6.xml" Id="R223a4d669859452a" /><Relationship Type="http://schemas.openxmlformats.org/officeDocument/2006/relationships/slide" Target="/ppt/slides/slide7.xml" Id="Rd16230e044c64d24" /><Relationship Type="http://schemas.openxmlformats.org/officeDocument/2006/relationships/slide" Target="/ppt/slides/slide8.xml" Id="R1d1a9d634cbe433a" /><Relationship Type="http://schemas.openxmlformats.org/officeDocument/2006/relationships/slide" Target="/ppt/slides/slide9.xml" Id="R8fd347f478a340e0" /><Relationship Type="http://schemas.openxmlformats.org/officeDocument/2006/relationships/slide" Target="/ppt/slides/slide10.xml" Id="R993e46be10d64c95" /><Relationship Type="http://schemas.openxmlformats.org/officeDocument/2006/relationships/slide" Target="/ppt/slides/slide11.xml" Id="R2ceb0ac57458429f" /><Relationship Type="http://schemas.openxmlformats.org/officeDocument/2006/relationships/slide" Target="/ppt/slides/slide12.xml" Id="Rb3b5ce7bad8e4a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4e8d1f55964a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250dd31eae47ba" /><Relationship Type="http://schemas.openxmlformats.org/officeDocument/2006/relationships/notesMaster" Target="/ppt/notesMasters/notesMaster1.xml" Id="R4cf1147b293b4a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10f65d2b7d4092" /><Relationship Type="http://schemas.openxmlformats.org/officeDocument/2006/relationships/notesMaster" Target="/ppt/notesMasters/notesMaster1.xml" Id="Racbd1fdb4bc944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1d8082198e4603" /><Relationship Type="http://schemas.openxmlformats.org/officeDocument/2006/relationships/notesMaster" Target="/ppt/notesMasters/notesMaster1.xml" Id="Rc59be78b9d6544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0ca876ee014b9e" /><Relationship Type="http://schemas.openxmlformats.org/officeDocument/2006/relationships/notesMaster" Target="/ppt/notesMasters/notesMaster1.xml" Id="Rd31c1feaa86849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3a9e59dd5b49c2" /><Relationship Type="http://schemas.openxmlformats.org/officeDocument/2006/relationships/notesMaster" Target="/ppt/notesMasters/notesMaster1.xml" Id="Rbc9ea5c1b06a4b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a1fac1349c4521" /><Relationship Type="http://schemas.openxmlformats.org/officeDocument/2006/relationships/notesMaster" Target="/ppt/notesMasters/notesMaster1.xml" Id="R8b4c4c4b74524d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9534cc8978416b" /><Relationship Type="http://schemas.openxmlformats.org/officeDocument/2006/relationships/notesMaster" Target="/ppt/notesMasters/notesMaster1.xml" Id="R8551ae2f488441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3c43a00a074997" /><Relationship Type="http://schemas.openxmlformats.org/officeDocument/2006/relationships/notesMaster" Target="/ppt/notesMasters/notesMaster1.xml" Id="R28f4e4ed867448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20d4cda9b54f97" /><Relationship Type="http://schemas.openxmlformats.org/officeDocument/2006/relationships/notesMaster" Target="/ppt/notesMasters/notesMaster1.xml" Id="R969dd49369b54f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89179aefe24c0d" /><Relationship Type="http://schemas.openxmlformats.org/officeDocument/2006/relationships/notesMaster" Target="/ppt/notesMasters/notesMaster1.xml" Id="Ra9dcda47de6d45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c0af05d5ec409f" /><Relationship Type="http://schemas.openxmlformats.org/officeDocument/2006/relationships/notesMaster" Target="/ppt/notesMasters/notesMaster1.xml" Id="Rffd374aa5ff048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b674d5f17b4e46" /><Relationship Type="http://schemas.openxmlformats.org/officeDocument/2006/relationships/notesMaster" Target="/ppt/notesMasters/notesMaster1.xml" Id="R9e9efed10a8b4f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1,632. | Estimate the product before calculating. |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1,692.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1,632.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1,632..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5,301..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5,301.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5,301. | Multiplying by 30 gives tens, so the second row begins in the tens column.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4bf50c806e4e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d2c255920f40a2" /><Relationship Type="http://schemas.openxmlformats.org/officeDocument/2006/relationships/slideLayout" Target="/ppt/slideLayouts/slideLayout1.xml" Id="R61183574565f43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183574565f43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f3f4f833247de" /><Relationship Type="http://schemas.openxmlformats.org/officeDocument/2006/relationships/notesSlide" Target="/ppt/notesSlides/notesSlide1.xml" Id="R906e021cff8c4c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dacb205194c13" /><Relationship Type="http://schemas.openxmlformats.org/officeDocument/2006/relationships/notesSlide" Target="/ppt/notesSlides/notesSlide2.xml" Id="R5bfd92d338574d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13b9786024086" /><Relationship Type="http://schemas.openxmlformats.org/officeDocument/2006/relationships/notesSlide" Target="/ppt/notesSlides/notesSlide3.xml" Id="R2ceabf1e23c74e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2dce297494474" /><Relationship Type="http://schemas.openxmlformats.org/officeDocument/2006/relationships/notesSlide" Target="/ppt/notesSlides/notesSlide4.xml" Id="R822436f3d05744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c77d0ea684fdb" /><Relationship Type="http://schemas.openxmlformats.org/officeDocument/2006/relationships/notesSlide" Target="/ppt/notesSlides/notesSlide5.xml" Id="R33d28b66154e4e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0d2322cb14aa9" /><Relationship Type="http://schemas.openxmlformats.org/officeDocument/2006/relationships/notesSlide" Target="/ppt/notesSlides/notesSlide6.xml" Id="Rf4f2dc84054541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00cb49c3e4307" /><Relationship Type="http://schemas.openxmlformats.org/officeDocument/2006/relationships/image" Target="/ppt/media/image.png" Id="Rde9b98ddb3214316" /><Relationship Type="http://schemas.openxmlformats.org/officeDocument/2006/relationships/notesSlide" Target="/ppt/notesSlides/notesSlide7.xml" Id="R69e68296ef4047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bea72b6e24b2f" /><Relationship Type="http://schemas.openxmlformats.org/officeDocument/2006/relationships/notesSlide" Target="/ppt/notesSlides/notesSlide8.xml" Id="Rc5cb8415f40d4a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e957cab734a4d" /><Relationship Type="http://schemas.openxmlformats.org/officeDocument/2006/relationships/notesSlide" Target="/ppt/notesSlides/notesSlide9.xml" Id="R10d422aa03494c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e4eb0ab484b46" /><Relationship Type="http://schemas.openxmlformats.org/officeDocument/2006/relationships/notesSlide" Target="/ppt/notesSlides/notesSlide10.xml" Id="Rdcde979a7fc042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7dc0992aa4adc" /><Relationship Type="http://schemas.openxmlformats.org/officeDocument/2006/relationships/notesSlide" Target="/ppt/notesSlides/notesSlide11.xml" Id="R959f159e494341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aeb2730d6403e" /><Relationship Type="http://schemas.openxmlformats.org/officeDocument/2006/relationships/notesSlide" Target="/ppt/notesSlides/notesSlide12.xml" Id="R32083331e4b148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4DA6B-686E-4C9E-B13E-1608A7D7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C01816-8468-4AE5-84D2-176CB1E3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54BF0-0AC0-4C39-8A1D-59991C87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E6A7B-FFFC-4728-92D8-A3969D64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E76B9-F385-4C60-920C-8897E05D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637CA-00DD-4342-9B8D-4CD7BFB9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A071D-D71E-4676-81F2-75A6EBA3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E87C5-09D8-4A05-BF4A-B69B1224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189F1-3A62-418F-B2B9-888E3087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EEF43-C535-4414-A5D2-0BFC8E27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6752F-ED7B-4B63-AE56-3322F4A4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118753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1A7592-AE3B-4B34-9E5D-F61F4CA1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E37AD-DB93-4EC1-BD31-C6CBFF8E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D047E-3442-4F19-904B-CC72D978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6EE9D-F4CC-4F3D-AAAE-BCD1667B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BF6C0-9957-41CD-8A64-F25AF163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5C9E-A074-439C-A45A-AE3797E3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E8E55-D507-4F62-915E-20D4CA08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5BBDF-3AF8-4EFD-A801-11B6D329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32710-BCD5-4A1C-ACFC-678487D7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8E50CD-919E-4873-870D-47114837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22700-C7AC-4387-B3B5-547602DF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CC4E75-7938-4A1A-B4DD-F96701E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CA97CA-8A4F-4AC1-8814-1561A507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01F355-0E26-480F-A05A-C0B67A7A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B1486-6DB4-4081-88BE-E86AE60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0206D-A372-4D66-A9FB-B3F5CB51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3246B-55DD-4811-96A0-685E0EF3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2C45F6-4AB6-462C-A826-869A4947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60BB46-3A90-45E3-A33C-327F3C72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F21AE-E6A2-41F9-B069-6E6CB03D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7E12A9-CC5C-4B19-B505-4259E374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47 x 36.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FA1449-29A2-484D-8FAD-F2E854C9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97001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A01632-9C8A-4A6F-91AB-799EFFCB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9F27E-51E7-4BA3-A0E9-46ACCFA6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49C5B-C376-436D-A6E3-0690345E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35AC94-FE5F-482F-904E-9DA0E395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7BD11-DBB2-4652-B1EC-5A5C219F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341BD-65A9-4E68-93AF-817CA471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D5553-3913-4D12-ADCC-61B868E9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1F811-716E-49ED-903F-21AF4413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EBED8-B307-47C9-BCE3-5CE648C5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A7DE5-1DE1-4504-AAA2-51E2887A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F0E529-61C6-47A3-A591-98684245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10810-D97C-4707-BB2B-4762E148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5866D-0F0C-4DBB-91D3-6A08290C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0ED45-BEFD-4252-BB2F-29A8947C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5EEAF-3ACD-4DF6-B4A0-2F578FEE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195616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751EBA-080C-4656-B319-F2543BB2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82153-E73D-4CBE-944D-CD5AC38C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FE11A-C667-42F5-95C3-CE01EBEB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2802E-4AE9-45F9-8A55-85A7EF04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51DAB-3370-4853-94C7-78903FC7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EC8756-8098-4694-85A4-3DFFE360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549E4-8242-437D-A67A-D6A79AE1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9891C-0433-4E8A-9C9A-739D1967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3910D-6611-4F45-B028-6DCAA618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1E92C-A92E-4BB8-95BD-C22A0776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47 x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243D0-730C-4D2C-ADEF-A505B05E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629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8AE23-7635-4E73-AC6D-9928E4E3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Ones row: 47 × 6 = 282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F8197-7394-453F-A9D1-EAAFF00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Tens row: 47 × 30 = 1410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DCC75-18FF-49CD-99CC-04D27182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56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Estimate first: Estimate the product before calculating.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70A30-A191-4299-B895-07A0346B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F480C6-CE61-48BA-92AE-019F6577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575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81C17-047D-4B20-B04B-CBF7ABE2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622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47 × 36 in place-value columns.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2F3AA-E521-4BFF-BC37-7E875DE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71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461E28-B36E-4321-8C9B-861B0CDD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00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885E02-A7CD-4F9E-AB9F-D4CB4C3E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05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6: first partial product 282.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DFAF-C4FD-41B6-A4B0-C2F199A9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14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D357D-85BA-4AF0-9215-4032AC2F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43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002EE2-18AB-4947-9494-D362F34F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48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30: second partial product 1410.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6584E-C078-4C85-A534-53022BB1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57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14418A-2F1E-4230-9B8E-ED18BE32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86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D22C8-9866-42FD-B6A7-816C3870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91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the partial products: 282 + 1410 = 1692.</a:t>
            </a:r>
          </a:p>
        </p:txBody>
      </p:sp>
    </p:spTree>
    <p:extLst>
      <p:ext uri="{BB962C8B-B14F-4D97-AF65-F5344CB8AC3E}">
        <p14:creationId xmlns:p14="http://schemas.microsoft.com/office/powerpoint/2010/main" val="800653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4" grpId="0"/>
      <p:bldP spid="17" grpId="0"/>
      <p:bldP spid="20" grpId="0"/>
      <p:bldP spid="23" grpId="0"/>
      <p:bldP spid="26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1981D-834B-41C5-9192-00010064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79873-86D2-4E0D-97EB-9F4042AB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966D5-9DC4-4DBB-9F92-7F7BE424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B6A37-720D-4B52-AD25-3D140D1F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AE444-8A0C-4DA1-9846-0FF60931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96294-183C-41F9-96BB-BF6D237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31C90-8EFD-4DDD-B337-C4D9798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0616C-D6A3-4E00-8F01-422504A8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506C5-0DE7-4AF1-A48F-84A064E8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E88E6-5E14-46A0-891A-F0CBF579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97169-5905-4F60-B6A5-1F8BA316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1,692.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48FE43-0AED-4F7F-9347-A7B85B9B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D0FE7-EF6C-4DEE-B7CA-164F0E8A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22C00-97AC-42D5-8FA7-B3AB2CDC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031250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9E809-72A0-402A-952E-339FE515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0CEB5-A003-42E4-B672-00D1675C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EDC76-5A81-43CF-AB71-45E350AE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26059-6326-458B-B5D4-362A0FC7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191D5-0DE9-4C16-92A0-6A4BEC7E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0A48F-B1F6-4E36-91AD-D2E11648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2159B-556E-4D06-90A3-752538FE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2D894-255F-461B-9C7F-A942B1B3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32BAF-2B6F-4FCF-A8F8-5C75A1CD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2EA3A-53CF-41EC-A7FE-1CC57594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3C63F8-D375-44B9-B7F2-CF67A51D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559571-DB71-44B5-B39B-7ACB80C0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596C7-20EE-498A-B2E4-966C2517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647AF-7F4F-4475-8506-C4F49358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3355D1-00B0-4D01-A4F3-99944115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1,632.</a:t>
            </a:r>
          </a:p>
        </p:txBody>
      </p:sp>
    </p:spTree>
    <p:extLst>
      <p:ext uri="{BB962C8B-B14F-4D97-AF65-F5344CB8AC3E}">
        <p14:creationId xmlns:p14="http://schemas.microsoft.com/office/powerpoint/2010/main" val="16662327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17830B-F866-4D33-A3DA-F27C6333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CC9A3-D5D6-4F87-B8D2-DD2511CD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B9162-4863-48BF-A729-6875D978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6F3F3-9AE7-49F7-9205-34167E3B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DDD541-A533-492A-9C3F-DF7571A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0CE58-A9D9-4B9D-B8BB-2763CD06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EFBAF-C7F9-473B-A1FA-847E6C5B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4E188-ADA7-445A-B38B-B1C1B02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71219-6F98-4E6B-9A9A-BE6CC09C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b98ddb321431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A47A1-ED57-4C94-831C-FE4E2213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C52BA-467A-4136-83A9-D0AB7659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the second partial product directly under the first without a zero placeholder.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DE826-EC8B-4107-9DD7-7D097A52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04EDB-78B1-4E3B-BDFC-DACBAAF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E23207-A691-457D-9B6A-CBA9ADC5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30 gives tens, so the second row begins in the tens column.</a:t>
            </a:r>
          </a:p>
        </p:txBody>
      </p:sp>
    </p:spTree>
    <p:extLst>
      <p:ext uri="{BB962C8B-B14F-4D97-AF65-F5344CB8AC3E}">
        <p14:creationId xmlns:p14="http://schemas.microsoft.com/office/powerpoint/2010/main" val="20647167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F478DF-9972-4302-B95C-8565E8FF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E76F3-10B5-4AB0-8A6D-E0F9C2AF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6CA8CF-1A3D-44EC-8321-69A64105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E1C3E-3847-4AD9-A7F0-7437CD57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8A427-4A7F-4901-8FF1-67B6D7A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1741A-27F8-4194-9D9D-DCF0A5E5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24989E-390F-4CE5-823E-41825D8E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544F6D-7260-46EA-9CCF-60642863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40C56-27C5-470F-A6FE-9E5BF66D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CBDA9-D6E8-4D01-B4B8-D2F92F5E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520183-6EF5-42CB-BB1D-18340078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C4725-5F7B-49F9-AC23-505A42C2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D6B32-320D-4869-A760-A6606503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201C3-9051-4514-92E5-DC0C70F6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482402-D351-4E22-AE91-EB23E82F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E93784-CB2C-4A93-A279-7929FBDE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3D6FC-5C6D-46F6-9109-E30DAA76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EAC7B2-7E38-4D5B-B676-8137D476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D37401-9823-42BD-9843-0A18F9E9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88A58B-74F9-4E44-9690-F5FBE67B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A01662-3098-41D5-9AF1-F4F6EE1D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1,632.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27AB4A-667B-4638-A30E-C0AC5ED0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591498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0413BC-E9BB-40D5-9849-80A7092C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AD5FC2-6B7D-4290-8C0A-33702538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18C4C-51E8-46C6-9785-4A6D7D12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7FEB0-953C-4687-B430-D5076851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E3B19-8CC9-48EC-9597-E2F2F4A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642E7-D10D-4D2D-9ABC-265AF419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8A8BF-0D51-4B84-97EA-40C7C8BA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5F430-6CEC-47D0-97B5-446654EE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9E769-1476-420A-A73C-D0EAF03A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7F440-AA81-41E0-80B4-B4CC715A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8FF6F-FB9A-4258-982A-2DB09DD4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FC500-80D6-4F2A-BB85-77F7CAB0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EC226A-5A22-4468-8F08-FB535117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AA4EC-7D4A-4569-8D94-FBB9EEA7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C7ABF-A94D-4FCF-9467-E2AE1ADB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811A36-FC4C-45E6-B003-3079005C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14F69-3180-42B7-BF1F-07D11D69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06355-7824-4DB0-8767-07697668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1A3D1-6CD2-4459-AB3C-5C2761E3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8E424-55C7-4A65-89D8-479F52AF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CADFD-4933-43F2-858F-F3780269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119939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E6D58-8D6D-4259-A12B-32B3BFA7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C831F-5948-423D-8621-38E64FC7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0907F6-755B-4207-93D1-081E68F0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B399F-F7FB-4DAF-A7A6-FB971DED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075EC-90C3-46BC-91A6-B3AA636B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A6301-1CEF-409B-AEA4-65D15238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74CC7-7AFF-4CF6-89BE-CBCB1E1C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B77FB-2996-4525-A266-3BEA8326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47978-5AFD-45FF-9BF7-68175CE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DCF08-7288-4C47-B97C-81B5770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factor: __ x 48 = 3,456.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FDA363-2488-4B64-8580-3BC9E790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C0419-8EC4-462E-9216-047B77F2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D95D8-4350-4554-B55B-ACD0EC5A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72.</a:t>
            </a:r>
          </a:p>
        </p:txBody>
      </p:sp>
    </p:spTree>
    <p:extLst>
      <p:ext uri="{BB962C8B-B14F-4D97-AF65-F5344CB8AC3E}">
        <p14:creationId xmlns:p14="http://schemas.microsoft.com/office/powerpoint/2010/main" val="21075408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31170F-E241-407F-8A6C-3BD70585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36EFF-1C47-4824-A932-622E9247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EBD48-2BFA-4105-B8F0-D8C8EA35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77C57-55A1-4E51-A08E-3AB07D39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FE75D-4D06-4518-93AD-DF4D068D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F8FF7-27F1-4C6A-ACB1-E1B72B42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6D720-A68E-4497-9B31-0CFDFB5C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3B74D-F8F3-46B5-9C96-D9BEA53F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5BB58-D644-492B-A4F0-70AF4288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7DB54-EC94-427C-B2D8-17AF5780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D4A21-20E0-4BB2-883B-F8D72F07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E399A-7082-4FF0-9BE6-75380761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58BBF7-2521-4F63-B663-D36777A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4186E-A84C-4BA1-B186-47D471D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7BDD5-8FD3-48A5-83D7-62348390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4D25E-98E3-4254-88A3-504AEC22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5,301.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E273C-B1B5-4F42-AA8B-A9655B6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ECAE64-0B7C-4886-89B9-8D7EA68E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34133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4A1EAF-3D5B-450A-B13F-0A61B204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80B7A-A34C-4879-849D-A1BD4376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7D191-96D5-4862-93EB-F9701B7A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5D783-8DB7-47FD-9442-72604708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C05AC-E46B-4C39-9B4D-306D4E9F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956FE-97FA-4074-A5DE-E4A125EB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6E845-E08F-4CCE-A94E-136EC6AA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638C9-E197-4098-A23F-C3E5212C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322610-68EE-4CAF-9AF7-45A7EE7D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83AFC-0BEF-4F98-9B05-9743E242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9D7DF-FC3E-4228-91FE-0741C609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586FD-AD78-4C23-B4DD-6DBEAB3C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4C3C90-208D-4788-9901-3217B942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7B063-2A3A-41CF-9EB6-25DF7B1E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30DCA9-3CE7-4C9A-A98B-1379856B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61934-84F1-4C1E-9AEE-F0F5D360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26B60-FF23-40CD-AC5C-40C91BD1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the second partial product directly under the first without a zero placeholder.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67AAAF-8040-4FB3-A4E7-E241B95F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92943-3EA9-4463-A968-343B4CA8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B8D53-E1A7-4583-9318-4488E954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A6B2A3-84E8-42DB-BE0D-BCE2CA0A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F8EC8-71BF-40EA-B99B-B3FF989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924347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2026-09-09T20:45:06.2770000Z</dcterms:created>
  <dcterms:modified xsi:type="dcterms:W3CDTF">2026-09-09T20:45:06.2770000Z</dcterms:modified>
</coreProperties>
</file>