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Solve long multiplication problems.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long multiplication problems.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153F504-1E7A-41D7-B903-6F3A20D7C8F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Solve long multiplication problems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154E6B1-EECF-44F1-8312-85AF7A4B73E3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595868E-1140-4B41-8272-39BC057487A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F4BC1AA-D397-4706-BC09-A91FA09FE1A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8996A92-FDA3-4D87-A567-5C6F029E999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A7942D9-8E07-4833-868E-FDCFDF77B49F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apply long multiplication in multi-step contexts.</a:t>
            </a:r>
          </a:p>
        </p:txBody>
      </p:sp>
    </p:spTree>
    <p:extLst>
      <p:ext uri="{BB962C8B-B14F-4D97-AF65-F5344CB8AC3E}">
        <p14:creationId xmlns:p14="http://schemas.microsoft.com/office/powerpoint/2010/main" val="115805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-1">
            <a:extLst>
              <a:ext uri="{FF2B5EF4-FFF2-40B4-BE49-F238E27FC236}">
                <a16:creationId xmlns:a16="http://schemas.microsoft.com/office/drawing/2014/main" id="{983D54C7-C311-44E3-BB19-5D0094DECDD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75FF016-3A99-4FAA-9EFF-A0861660AA4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1,248 × 24.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BF23A1A-A585-46F5-A313-787C0EB03EF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796B05F-D18A-4497-BCE8-8725A187A22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C463C40-1E8D-412B-AE0B-F1F7EE0DBC8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80B6B23-E711-4530-95B1-4CF26C06C7BC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8CD3173-B5C5-4FA9-928C-DC7088A5B675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ABC361A-7611-4EAC-838E-4F4A8144F887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6A53C12-02EA-4BC1-A68E-9E304781379C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A3742B8-FA8C-448A-A7B1-C8BB68E8ADF8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3686866-9114-4AC6-9A36-1867098D23EC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5798A5D-298D-4593-B89E-60CBF21E86A2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D2D4E06-A843-44FB-BEBC-F7C8206E414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8 = 32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A01109A-5CC1-446F-8E36-7C2E4DD70BE1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FE134ED-FF08-42EC-B0F8-4555579FC064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3601442-A003-4445-B4BF-34E205934A52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4 + 3 = 19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EB6BDA2-C5C9-41C2-A0B8-24512E0B1B34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F814A59-5F3A-4108-9E4B-1BB66604C56E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D00F42E-D6F0-4A04-B6A2-B6DCB09FACA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+ 1 = 9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13489F2-510B-4DFD-85A8-AA9753E08AA1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D89100E-3D96-4670-B668-2CA062E5E42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1 = 4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C73AE61-2622-4F7D-B1A1-309A0E55C59E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8842A9D-7733-45FE-A65E-31E08B737955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5A3962C-5481-4CFD-9843-6108A5DF06B9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8 = 16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FA51ABD-B109-4709-A204-10E98C1EB6C8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EE9D30B-22FD-4A2F-8151-5DC8477B5010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E04C481F-5909-4AF2-93F6-80084B31AEB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4 + 1 = 9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A95FFC61-8755-4158-92AC-C8CB5ACCD2D9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6A466CE-EA81-457C-A27F-53E49978B866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2 = 4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210FE946-39A1-4A2D-9489-525946E8CD8C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9C8DA5BA-E0E2-4EB1-95D3-37E7C644E5D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1 = 2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25F6287B-F1E9-41AA-93B7-AF44A1CD8129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8BA9CD10-27ED-4D18-B554-E3320F525723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4,992 + 24,960.</a:t>
            </a:r>
          </a:p>
        </p:txBody>
      </p:sp>
    </p:spTree>
    <p:extLst>
      <p:ext uri="{BB962C8B-B14F-4D97-AF65-F5344CB8AC3E}">
        <p14:creationId xmlns:p14="http://schemas.microsoft.com/office/powerpoint/2010/main" val="171079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68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5" grpId="2"/>
      <p:bldP spid="16" grpId="0"/>
      <p:bldP spid="16" grpId="1"/>
      <p:bldP spid="17" grpId="0"/>
      <p:bldP spid="18" grpId="0"/>
      <p:bldP spid="18" grpId="1"/>
      <p:bldP spid="18" grpId="2"/>
      <p:bldP spid="19" grpId="0"/>
      <p:bldP spid="19" grpId="1"/>
      <p:bldP spid="20" grpId="0"/>
      <p:bldP spid="21" grpId="0"/>
      <p:bldP spid="21" grpId="1"/>
      <p:bldP spid="22" grpId="0"/>
      <p:bldP spid="23" grpId="0"/>
      <p:bldP spid="24" grpId="0"/>
      <p:bldP spid="24" grpId="1"/>
      <p:bldP spid="25" grpId="0"/>
      <p:bldP spid="26" grpId="0"/>
      <p:bldP spid="26" grpId="1"/>
      <p:bldP spid="26" grpId="2"/>
      <p:bldP spid="27" grpId="0"/>
      <p:bldP spid="27" grpId="1"/>
      <p:bldP spid="28" grpId="0"/>
      <p:bldP spid="29" grpId="0"/>
      <p:bldP spid="29" grpId="1"/>
      <p:bldP spid="30" grpId="0"/>
      <p:bldP spid="31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-1">
            <a:extLst>
              <a:ext uri="{FF2B5EF4-FFF2-40B4-BE49-F238E27FC236}">
                <a16:creationId xmlns:a16="http://schemas.microsoft.com/office/drawing/2014/main" id="{2B0AC4F7-6864-4B78-85EF-FCB605AB3DC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EA9B7E2-4214-4104-BC8B-C4067F81CD6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4,992 + 24,960.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A0C8271-461F-4528-8DFD-7032C45BCBD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84AD6D6-9317-4674-A35D-88EF84D0BFD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2C3CA6A-67FD-4CE2-A2AF-914F7A43CE4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691D46E-7F09-4531-8FA7-2329EF7DFC90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154F314-764F-4BED-A643-B61037B204E7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45C47E1-E904-4225-9DC6-46864507CEBF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3AC76BF-9968-4E00-AF14-7B7267DD131B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8703EDB-E16D-42A6-B8AC-83CFAA3F3251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EE7EDDC-E15F-4D18-862C-25A9676FCEC7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E2F45E6-220E-497D-82AF-93C4AD0E426A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D96CB67-1B8F-456F-9900-269EE6116175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5F255AA-D990-4867-9283-BF907DB7B8F6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97F9316-0202-4E59-B97D-DB216AED9BDC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BC7C2B3-7AC1-4199-B268-321D315027EB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56BCAAB-D374-4F54-BB76-1E7AE30442E5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4649E9B-A828-4D29-92F1-BBF97F657120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3726001-BDF8-42FF-8B9A-2FA1992A1AC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+ 0 = 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A39AB52-8204-47F3-BE75-E7625CA30BA2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772CD75-118B-4369-996C-AB056E7B7DAE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AA357EC-63C1-4C75-9D15-FD10F9D3284D}"/>
              </a:ext>
            </a:extLst>
          </p:cNvPr>
          <p:cNvSpPr>
            <a:spLocks noGrp="1"/>
          </p:cNvSpPr>
          <p:nvPr/>
        </p:nvSpPr>
        <p:spPr>
          <a:xfrm>
            <a:off x="8262938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E05335A-91EF-42E2-B7DB-64586702E57F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 + 6 = 15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895056A-9623-4833-85D8-CB41FB46C73E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604B7E8-3ABC-434C-8BA6-0F7A2C32D1E8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1318A14-A6AE-489E-88C9-F5C05A5756E1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6D1EB0F-F0DF-40E4-9340-1696AA22BC5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 + 9 + 1 = 19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148F3CE-CBA9-48BE-99D5-2A8684A007CF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9B361E47-6905-4B38-BE37-0E95F763C4A6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7F94E1A1-F1F2-41A8-9287-B3331D53867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+ 4 + 1 = 9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05C4CF2-7B21-4026-8179-9ABB51C6D468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FE905663-FCA1-49D2-8140-B25884E2934A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EEF71192-5C07-435E-ACDC-90DFA55F2DA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= 2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F027397B-B7E5-4CDB-B736-58B37C407024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6D403888-76B6-4184-8193-22B23DDC31AA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4,992 + 24,960 = 29,952</a:t>
            </a:r>
          </a:p>
        </p:txBody>
      </p:sp>
    </p:spTree>
    <p:extLst>
      <p:ext uri="{BB962C8B-B14F-4D97-AF65-F5344CB8AC3E}">
        <p14:creationId xmlns:p14="http://schemas.microsoft.com/office/powerpoint/2010/main" val="190908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24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42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2" grpId="0"/>
      <p:bldP spid="22" grpId="1"/>
      <p:bldP spid="23" grpId="0"/>
      <p:bldP spid="23" grpId="1"/>
      <p:bldP spid="24" grpId="0"/>
      <p:bldP spid="26" grpId="0"/>
      <p:bldP spid="26" grpId="1"/>
      <p:bldP spid="27" grpId="0"/>
      <p:bldP spid="27" grpId="1"/>
      <p:bldP spid="28" grpId="0"/>
      <p:bldP spid="30" grpId="0"/>
      <p:bldP spid="30" grpId="1"/>
      <p:bldP spid="31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-1">
            <a:extLst>
              <a:ext uri="{FF2B5EF4-FFF2-40B4-BE49-F238E27FC236}">
                <a16:creationId xmlns:a16="http://schemas.microsoft.com/office/drawing/2014/main" id="{BD5DEDD1-8B66-41EF-8614-954763CD437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C9261FB-31F0-4F84-91F7-F81213698F4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8C2EF19-C3D5-47B6-9309-8CFF7169B49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1,259 × 24.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2C1F060-E33E-4BBA-BC69-D966B77F321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BD1B07E-EA67-47C8-A92D-D5AEDEBBA54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9500A39-9A62-4196-8C28-B1DFB9A249D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6AF3A9F-08E9-4457-A023-A631A559C075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AE70E58-78C9-4F3E-AEB3-C646285572E7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A1B49D8-3E83-4C74-AEAE-87F2C4554E82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19AE86F-8083-4C88-8BA8-C39FE4F0C09C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5E45B38-13B2-426C-9860-30DA7355D08A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909789D-D334-412F-A62C-1E2F5D45ADC8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99CFA49-8906-4365-A8BD-8D12FB030CBC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953C192-0E34-47D0-974A-A4AE93910E1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9 = 36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B44B690-FC2F-4EA4-9ADE-277B81D63B52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BB73545-3403-4A5E-AEA2-57936CD92FF8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12C319D-717F-4597-83E0-B39703365CE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5 + 3 = 23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466431B-835D-45FE-A5F0-AFFB357BEC80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24DEC2C-566E-4025-9B9B-DDC98656CE2C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1BC9BEB-0694-4655-9F07-7B085E206E8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+ 2 = 10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A3E407C-BEDC-4586-8A29-C41428121424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3F99238-2DFF-4938-A122-DB9E0D86AE38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51E1780-904B-4119-9111-8929FFFE577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1 + 1 = 5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35303130-814A-44B3-BFFF-94843C236731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095F480-9A01-4E2A-8903-9AAD66CAF2A4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59B44A7-E280-4F94-B6BD-B51DC95BC2B9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9 = 18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3BE1D51-686A-4A63-B61D-CC3724D40934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57280A6-623E-4834-872F-0C7D0C5C74F6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C727DAC-9E7A-4B42-B056-A85924DD9605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5 + 1 = 11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7074323C-5142-4EF9-BB58-B53729899894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FD1DB56-DB71-4E44-9B11-5BE535C1B177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E5CCCAE-4528-43F4-A2F5-2ADBE2F2BB3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2 + 1 = 5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19BB97C-99A0-4C8C-A74B-0DD4E05380C4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61236B3C-3CBF-4FAB-A2DB-6742FD3B1CF3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1 = 2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BD53D7AC-B880-4242-B96B-5F6D5EB246DE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B7A291BE-81D1-427A-A18D-3862460E71BA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5,036 + 25,180.</a:t>
            </a:r>
          </a:p>
        </p:txBody>
      </p:sp>
    </p:spTree>
    <p:extLst>
      <p:ext uri="{BB962C8B-B14F-4D97-AF65-F5344CB8AC3E}">
        <p14:creationId xmlns:p14="http://schemas.microsoft.com/office/powerpoint/2010/main" val="195892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5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91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6" grpId="1"/>
      <p:bldP spid="16" grpId="2"/>
      <p:bldP spid="17" grpId="0"/>
      <p:bldP spid="17" grpId="1"/>
      <p:bldP spid="18" grpId="0"/>
      <p:bldP spid="19" grpId="0"/>
      <p:bldP spid="19" grpId="1"/>
      <p:bldP spid="19" grpId="2"/>
      <p:bldP spid="20" grpId="0"/>
      <p:bldP spid="20" grpId="1"/>
      <p:bldP spid="21" grpId="0"/>
      <p:bldP spid="22" grpId="0"/>
      <p:bldP spid="22" grpId="1"/>
      <p:bldP spid="22" grpId="2"/>
      <p:bldP spid="23" grpId="0"/>
      <p:bldP spid="23" grpId="1"/>
      <p:bldP spid="24" grpId="0"/>
      <p:bldP spid="25" grpId="0"/>
      <p:bldP spid="26" grpId="0"/>
      <p:bldP spid="26" grpId="1"/>
      <p:bldP spid="27" grpId="0"/>
      <p:bldP spid="28" grpId="0"/>
      <p:bldP spid="28" grpId="1"/>
      <p:bldP spid="28" grpId="2"/>
      <p:bldP spid="29" grpId="0"/>
      <p:bldP spid="29" grpId="1"/>
      <p:bldP spid="30" grpId="0"/>
      <p:bldP spid="31" grpId="0"/>
      <p:bldP spid="31" grpId="1"/>
      <p:bldP spid="31" grpId="2"/>
      <p:bldP spid="32" grpId="0"/>
      <p:bldP spid="32" grpId="1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-1">
            <a:extLst>
              <a:ext uri="{FF2B5EF4-FFF2-40B4-BE49-F238E27FC236}">
                <a16:creationId xmlns:a16="http://schemas.microsoft.com/office/drawing/2014/main" id="{B1752835-E1B6-47EA-B8D0-7F72AB78B45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B6A3BBC-7300-4E6A-9D9A-85F5B8C771D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AA81F53-A727-44A8-9F27-587C5027609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5,036 + 25,180.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B72B926-0181-44FB-82EE-7300153B65A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8073DE4-5EA4-4A74-99B2-0D12EA47D83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ABB19D6-D1C5-4292-8522-05D9E8E8AD5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8CC501F-CF87-4DDA-AD38-086523E18860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879E0EE-56C1-4C4D-8C2E-3235CC50C5A4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32E61CB-57E4-4D96-BA4B-F27267773772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ADB3736-51E0-43C2-B154-33A383ED732D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81704F6-82C4-4E0F-9340-43DD56FAD82E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D13A43E-6241-4C75-848D-D019A47A8332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3D3EBDD-C6F3-4E74-9D13-815B1BD185F8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41A3230-EC20-47DB-BBF1-6C69E95710F9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0A10029-2618-4454-A31F-01A646E39098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73036E5-A773-4DE4-BBD4-5B3DAE56D088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6537B93-A539-4025-AE82-11BC932C5E48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91F0D03-EF7F-4F6D-A01A-81EFBA34F778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659D685-F970-4693-BFBA-69A8FABF0CBF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375A857-D849-4743-96D9-A2265652E04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+ 0 = 6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3EC7C93-57A5-49A0-BA96-29903D76BDCD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D22EC74-F779-495A-984D-4D5155D51FB2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8008957-486F-4B2E-B46D-1FE26DDDB125}"/>
              </a:ext>
            </a:extLst>
          </p:cNvPr>
          <p:cNvSpPr>
            <a:spLocks noGrp="1"/>
          </p:cNvSpPr>
          <p:nvPr/>
        </p:nvSpPr>
        <p:spPr>
          <a:xfrm>
            <a:off x="8262938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CEABA74-1A10-4BB2-9C12-181781F710AD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+ 8 = 11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DD8FA87-1A46-40BC-83F2-C272D054A7B2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7F1D91F-7C24-4C4E-A04E-B94E72A53AB8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B7B5A67-816D-45A9-AB23-20D2F9470AE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+ 1 = 2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D18801E-3326-4F08-BDF5-48814517D2A0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B189C489-8E0B-43BB-B8CF-F2FE189D9F46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EB981D52-2313-4345-B70B-D81CB519786F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DCE6D3C2-636C-4303-916F-26C13708DE1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+ 5 = 10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E6AC2190-CB3B-4439-ACDB-57C23B978AF2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6928A5DC-62F8-4577-AF61-EB3BDBCC3B7F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A25DE9D1-F95E-4777-85A4-5C2A277ED908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+ 1 = 3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357567C6-AB65-4FF4-9AAB-DFA2AA394002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EE8BFD04-75EC-4089-94CD-0F24939980DB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5,036 + 25,180 = 30,216</a:t>
            </a:r>
          </a:p>
        </p:txBody>
      </p:sp>
    </p:spTree>
    <p:extLst>
      <p:ext uri="{BB962C8B-B14F-4D97-AF65-F5344CB8AC3E}">
        <p14:creationId xmlns:p14="http://schemas.microsoft.com/office/powerpoint/2010/main" val="152541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24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5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3" grpId="0"/>
      <p:bldP spid="23" grpId="1"/>
      <p:bldP spid="24" grpId="0"/>
      <p:bldP spid="24" grpId="1"/>
      <p:bldP spid="25" grpId="0"/>
      <p:bldP spid="27" grpId="0"/>
      <p:bldP spid="27" grpId="1"/>
      <p:bldP spid="28" grpId="0"/>
      <p:bldP spid="30" grpId="0"/>
      <p:bldP spid="30" grpId="1"/>
      <p:bldP spid="31" grpId="0"/>
      <p:bldP spid="31" grpId="1"/>
      <p:bldP spid="32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-1">
            <a:extLst>
              <a:ext uri="{FF2B5EF4-FFF2-40B4-BE49-F238E27FC236}">
                <a16:creationId xmlns:a16="http://schemas.microsoft.com/office/drawing/2014/main" id="{A9C5006F-4936-4DE6-8ADD-03FB6071307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1B7335C-8DBB-43CF-87D4-778743300DC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1,270 × 24.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8DB8319-C806-4BCB-BE6F-577BD0430D9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2E5F811-1ED3-4519-B54D-ABED2AB4D06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385F7F5-E185-4A1C-904D-2120664AF49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88795EC-D360-405C-BCB6-8C11925FFD15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33FE04A-1A23-4442-9958-847FD24D09CD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6ADF076-5B35-4DCB-BC66-A1B094156094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9F6F55A-FE5F-4296-AFB1-1A68C75D487F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6EBE865-8D4B-4646-A2EB-DB085A7B0AF7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5692D06-46DE-45F1-BEF4-206F8C92FB38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A20E8A3-0109-40E2-B8EC-56B74721AA18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1178030-84E0-4F16-8C7D-A044FF0D888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0 = 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F37671C-4536-446E-9B02-8073FFDFBEDA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9FDFB21-AF0F-4447-9F8B-F06145FDD9E4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7 = 28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A570C43-64EC-4096-8BB6-DDBF26992D56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CE755F0-EE49-40D4-ACE7-F1DB88480F54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D323E42-8170-4E26-802E-F330EA750EF5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+ 2 = 10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5536898-C463-4818-AB85-6C3816A2672C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AD6C71A-9CF9-46D4-903D-EAEF9AC5CAE5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D1CE333-CC78-48DC-8C12-2AA7007B764D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1 + 1 = 5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0F8D678-FD77-425D-BCD4-DDECD03B8D5D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D832F32-F8B6-4B7F-9139-A4DFCF28D15A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E14B96B-7C57-4F0D-B13E-19F2575AA05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0 = 0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EF35614-DBA4-4A1B-97E0-A30025E21477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4C9B3D0-ED30-4665-BE8E-518BF0DD6C3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7 = 14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39377ED-B2A2-4F6B-899F-0388B0A55C9D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8264C7EF-A0EA-44CE-8B5A-4EE960C3EA62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3EA9B03-6065-4F48-AA58-BD66F330B46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2 + 1 = 5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150399FD-27A5-46B0-AE69-FF4B3210E0FB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4CF61620-F46C-44AD-8064-0B45C240E63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1 = 2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EB6C468-D7A4-43CC-9670-22A71017732E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5EC66BE4-C9ED-49D3-B248-C71BFE00121E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5,080 + 25,400.</a:t>
            </a:r>
          </a:p>
        </p:txBody>
      </p:sp>
    </p:spTree>
    <p:extLst>
      <p:ext uri="{BB962C8B-B14F-4D97-AF65-F5344CB8AC3E}">
        <p14:creationId xmlns:p14="http://schemas.microsoft.com/office/powerpoint/2010/main" val="34449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23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9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6" grpId="0"/>
      <p:bldP spid="17" grpId="0"/>
      <p:bldP spid="17" grpId="1"/>
      <p:bldP spid="17" grpId="2"/>
      <p:bldP spid="18" grpId="0"/>
      <p:bldP spid="18" grpId="1"/>
      <p:bldP spid="19" grpId="0"/>
      <p:bldP spid="20" grpId="0"/>
      <p:bldP spid="20" grpId="1"/>
      <p:bldP spid="20" grpId="2"/>
      <p:bldP spid="21" grpId="0"/>
      <p:bldP spid="21" grpId="1"/>
      <p:bldP spid="22" grpId="0"/>
      <p:bldP spid="23" grpId="0"/>
      <p:bldP spid="24" grpId="0"/>
      <p:bldP spid="24" grpId="1"/>
      <p:bldP spid="25" grpId="0"/>
      <p:bldP spid="26" grpId="0"/>
      <p:bldP spid="26" grpId="1"/>
      <p:bldP spid="27" grpId="0"/>
      <p:bldP spid="28" grpId="0"/>
      <p:bldP spid="28" grpId="1"/>
      <p:bldP spid="28" grpId="2"/>
      <p:bldP spid="29" grpId="0"/>
      <p:bldP spid="29" grpId="1"/>
      <p:bldP spid="30" grpId="0"/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-1">
            <a:extLst>
              <a:ext uri="{FF2B5EF4-FFF2-40B4-BE49-F238E27FC236}">
                <a16:creationId xmlns:a16="http://schemas.microsoft.com/office/drawing/2014/main" id="{9DB2589F-9AAA-44C1-9ECF-039A658560A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9809484-15CE-41BF-83BE-6C579670803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5,080 + 25,400.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8582783-D41B-4957-8CE2-0BFB969440D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5772388-4326-409B-9CB0-B2FE54F35C3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C9134D7-94A9-4909-8D71-C5F1E2BC53A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DBBA50D-BD3B-44BF-9D0F-8C286CD552AB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172BD3F-1172-4777-ABFD-6A5A91B86EA2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DD45292-7846-44C4-8544-A236DCB230E3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4764EBB-2619-48A0-9D25-B5F496AB4EC9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F1A4A17-B337-4883-8372-E29F351F7EAC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8A119C4-44AF-415B-A8FA-1E233A900B64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E4D9D79-2B93-4422-A5FE-43310549ED44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888BAD9-89FB-4577-8BEE-04BAA99941E6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9E161B3-27A6-4350-860D-3A2AF9010378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CFDC674-5064-4946-A791-7255444D3B2E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9DFB493-C5F6-4713-BADE-57AF12D1B8FD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B5968B3-7006-4B5B-8B2E-A080871163CC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65B5194-FC39-4387-BA91-D0FF062D313F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2105DF9-CA16-4491-B6A6-F3D2F14E94F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4640590-CB11-4EE5-8AF1-EFB486099CAA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FA2D7DE-675D-47FD-9ED3-FC72E4CE1D80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668F74D-2703-40BC-9669-0FD6D3EF19A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+ 0 = 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D6A16E8-37A2-455B-8A24-AB1CA312A011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08CA2D4-F26A-40D3-B843-5F11A1110DEC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89C059F-58A3-4246-BEE8-BD00FEE00E28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+ 4 = 4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D95F4B0-E4D0-47E8-828B-B2817371B748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07547E03-95D2-45A3-885E-A5375C1E515E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A83D418-2FDE-43F7-941A-D6389C16835A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62256A6-DE2C-4FB9-AC2C-D3083354105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+ 5 = 10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4F58EF11-13E6-4C4A-9B30-A1E165BFC599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8B0664F-EDDB-41B8-8F08-1A2EED7A4CEA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FD013CF0-AED6-4E20-9016-56016F8FDBFD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+ 1 = 3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7CB65C35-3E34-4FFA-9B0C-832AF7679AE7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318DA531-8F38-48A6-A68A-032A813CEBCC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5,080 + 25,400 = 30,480</a:t>
            </a:r>
          </a:p>
        </p:txBody>
      </p:sp>
    </p:spTree>
    <p:extLst>
      <p:ext uri="{BB962C8B-B14F-4D97-AF65-F5344CB8AC3E}">
        <p14:creationId xmlns:p14="http://schemas.microsoft.com/office/powerpoint/2010/main" val="2762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0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2" grpId="0"/>
      <p:bldP spid="22" grpId="1"/>
      <p:bldP spid="23" grpId="0"/>
      <p:bldP spid="25" grpId="0"/>
      <p:bldP spid="25" grpId="1"/>
      <p:bldP spid="26" grpId="0"/>
      <p:bldP spid="28" grpId="0"/>
      <p:bldP spid="28" grpId="1"/>
      <p:bldP spid="29" grpId="0"/>
      <p:bldP spid="29" grpId="1"/>
      <p:bldP spid="30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-1">
            <a:extLst>
              <a:ext uri="{FF2B5EF4-FFF2-40B4-BE49-F238E27FC236}">
                <a16:creationId xmlns:a16="http://schemas.microsoft.com/office/drawing/2014/main" id="{A1C4D343-F6BA-438A-949B-0811722B62A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FB4DBF9-4E50-44EF-B668-0CB6D96DA5A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8F88BD5-6D97-4FD5-971F-4DE8DCA08A1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1,281 × 24.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8D566B3-50B4-4160-9999-49B2A905490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5BD31F7-3325-4471-ACEA-08F3FC07D21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EF8550E-7841-4726-AC48-D8CC4DCB03C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A010D3A-A2A2-416E-82E9-BAAB28C0659B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0DF4096-BE95-4AAA-90DF-D1387044F62B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EDA51F3-5B12-4CD6-AB60-89904E9B0B23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A1FBA21-17E6-4150-B5E7-88D86F45ECBA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8835040-217D-47D2-8166-F5DC4B373EB1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DF58E5F-7711-41EF-A19E-4FCA3CA3A138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651F374-1A0E-4733-8BF6-933661C3FF9B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47E6871-3135-4A74-AB24-5456F4FAF03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1 = 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D0228DB-C8A8-4BF7-9651-9276483444C0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74AD615-47F2-4DE9-B818-655EAA2E1EA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8 = 32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EA90258-F21F-4E8D-9F03-C66D531E46D0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EC69CC-7730-4B08-8411-183EAA8AF883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D86CF0B-4C03-4B54-8E41-458F67E1C4F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+ 3 = 11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79CA151-9FED-4E90-8BF7-FE4E263E77F9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BC5A94D-F124-4E31-9636-C216C62CF215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6EB63BF-912D-45A3-AB29-A4FE7023615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1 + 1 = 5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814A432-962B-4EA0-96C5-2E4BDE65107A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7D6CFD1-EC20-42FF-856F-25DB65F8E14B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A4AE121-5549-4706-BAC6-CE7102BFBBF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1 = 2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D71034B-C677-4A32-A251-45AAD92C0FA2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57D4B2DD-68D9-4960-826D-F3111E73FBE3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8 = 16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957437FA-2284-47C4-A150-40EAC47B3521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CB3A640-79E9-45DA-9127-D6F9998E8216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09F2F72-8CB8-4BC4-B897-FC4B86564C5E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2 + 1 = 5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6EA1843A-7245-42E0-BD51-CEB963A640E6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4C109256-6A7E-4CA3-A6A1-6E3F67DF006D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1 = 2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C772953C-3AFF-4B47-B328-6CDE59D43F9C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0CFCA54E-2153-4C21-BB7A-C91951EB420C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5,124 + 25,620.</a:t>
            </a:r>
          </a:p>
        </p:txBody>
      </p:sp>
    </p:spTree>
    <p:extLst>
      <p:ext uri="{BB962C8B-B14F-4D97-AF65-F5344CB8AC3E}">
        <p14:creationId xmlns:p14="http://schemas.microsoft.com/office/powerpoint/2010/main" val="94702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2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9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6" grpId="1"/>
      <p:bldP spid="17" grpId="0"/>
      <p:bldP spid="18" grpId="0"/>
      <p:bldP spid="18" grpId="1"/>
      <p:bldP spid="18" grpId="2"/>
      <p:bldP spid="19" grpId="0"/>
      <p:bldP spid="19" grpId="1"/>
      <p:bldP spid="20" grpId="0"/>
      <p:bldP spid="21" grpId="0"/>
      <p:bldP spid="21" grpId="1"/>
      <p:bldP spid="21" grpId="2"/>
      <p:bldP spid="22" grpId="0"/>
      <p:bldP spid="22" grpId="1"/>
      <p:bldP spid="23" grpId="0"/>
      <p:bldP spid="24" grpId="0"/>
      <p:bldP spid="25" grpId="0"/>
      <p:bldP spid="25" grpId="1"/>
      <p:bldP spid="26" grpId="0"/>
      <p:bldP spid="27" grpId="0"/>
      <p:bldP spid="27" grpId="1"/>
      <p:bldP spid="28" grpId="0"/>
      <p:bldP spid="29" grpId="0"/>
      <p:bldP spid="29" grpId="1"/>
      <p:bldP spid="29" grpId="2"/>
      <p:bldP spid="30" grpId="0"/>
      <p:bldP spid="30" grpId="1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-1">
            <a:extLst>
              <a:ext uri="{FF2B5EF4-FFF2-40B4-BE49-F238E27FC236}">
                <a16:creationId xmlns:a16="http://schemas.microsoft.com/office/drawing/2014/main" id="{2EE53186-9B3C-47FB-AB8F-14E49AAB8BB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B9DD910-B1E7-40FE-B62E-D2110AA0065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31EA515-0D9E-43B0-A9E7-732E6A9284A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5,124 + 25,620.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BF85E1F-258B-4218-BA0F-9ABBD8EF4EE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00B45DB-3763-4514-B427-A92CE6473C8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2DDD39A-22E3-4266-A59E-F9CB94B6D11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13027B2-206F-4562-96AA-2CA8A3066C31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19411D7-A218-4C82-9E69-63D83AB9D1B5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7D9F769-97A1-4528-B2AF-A404ED9917B8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C67FB59-8913-4F79-BAD2-BC4007360383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C5B1980-84D3-474B-AA4F-71161106722A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E4B7C7C-2C13-486E-805E-98CF392FD6EC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4B35790-B01F-4288-AA2A-E02D18E288A7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DD64C5E-8A63-438C-84C8-5C8A88CC386E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E9B70EB-9FD1-4001-9956-6F856612EC2A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FF04268E-36F2-40BA-A8C4-3F1A3E322FAC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6E5CD18-0F55-4275-B395-21A6C124D3AE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D4CD15E-0D86-4AF1-A567-5C1181B3A5CA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0B08A47-08F9-4217-B2FE-187E5F3075E3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59F8235-36E5-40E7-AC25-CBB9E755930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+ 0 = 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10541F7-A504-4CE1-ADE4-99AFC1C41138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B398A81-A38C-49C7-8D95-F1B59484A03F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89F55E1-F9F7-47A6-B696-5324EC91C614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+ 2 = 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D5BBF28-15AA-4410-B423-9EF80DA92BD8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1E49C31-3C46-4A0D-8340-C3473FD51B6A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0573ACB-294C-4D51-9796-BC1C068305B4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+ 6 = 7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18DA1364-2EC6-4DCC-8EE8-C0133AB69B9C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4246B5F9-3269-408C-B7AF-E627F4EC6811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77EC277D-144F-47B3-8D01-635BC027F333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B98FC469-FB13-4FB0-AD8E-D59A8F2B0461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+ 5 = 10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EC4448FD-FA29-4979-98CF-CBFE1CD4F641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359E6A8-83B9-450D-88D2-E2580BFD4376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B837B6E3-9308-487C-B33A-B9251E0593D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+ 1 = 3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C0FD390C-A898-42D5-9573-13C0C859FFD5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E46FFFF8-5675-46F4-B05B-E0648BD07F43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5,124 + 25,620 = 30,744</a:t>
            </a:r>
          </a:p>
        </p:txBody>
      </p:sp>
    </p:spTree>
    <p:extLst>
      <p:ext uri="{BB962C8B-B14F-4D97-AF65-F5344CB8AC3E}">
        <p14:creationId xmlns:p14="http://schemas.microsoft.com/office/powerpoint/2010/main" val="135634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3" grpId="0"/>
      <p:bldP spid="23" grpId="1"/>
      <p:bldP spid="24" grpId="0"/>
      <p:bldP spid="26" grpId="0"/>
      <p:bldP spid="26" grpId="1"/>
      <p:bldP spid="27" grpId="0"/>
      <p:bldP spid="29" grpId="0"/>
      <p:bldP spid="29" grpId="1"/>
      <p:bldP spid="30" grpId="0"/>
      <p:bldP spid="30" grpId="1"/>
      <p:bldP spid="31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F8842F02-3A04-4CF1-BD23-6D2EAAD1159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6E6A93D-FFF3-40E8-94DA-513438C498A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2CD2F65-3A49-4889-9A33-D4C6D210FCC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3DB4C2D-84FE-4A6E-9ECA-7481894B26F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571636B-912D-4A09-A08E-58BD6E0E96B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1623A1E-8004-472C-A752-DE91226C6E6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48196CB-B101-4E52-BCBF-F70284F1EE50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846DD32-B426-4EDB-8D4A-68CEE5C4A9F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theatre has 1,248 seats in each of 24 identical sections. How many seats are there?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84F8C08-A20B-4605-96D3-1D8829AABA3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14CD5C8-1954-44C9-B3F2-78A6AFCDD6B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factory packs 2,315 items each day for 32 days. How many items?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02985F3-D02F-4C2C-AD23-311DF8E6C3B4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2732E87-B00F-4A02-A765-EE7A86CDCE2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school orders 48 boxes of 1,275 pencils. How many pencils?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4AE05E3-C8B4-4C0E-A3BC-DC90DC6156D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172BA40-E721-4274-A65F-13B2F925201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theatre has 1,248 seats in each of 24 identical sections. How many seats are there?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7BA2CF8-15C8-4BBE-A89E-68F816B5B81A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F49802B-5352-4883-BC4D-E85E89D8A5B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factory packs 2,315 items each day for 32 days. How many items?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715B62E-804F-442E-A7A0-724EE3E36F5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29D6D46-C65F-4D4D-8EF3-CBFE0FBA97B1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school orders 48 boxes of 1,275 pencils. How many pencils?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8D61C1E-CF9C-4605-B494-303E5A3D7F35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7FBF57B-111C-4762-B0C7-BC3FAA9A6E8F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school gives 18 pencils to each of 3,200 pupils. How many remain from 61,200?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C1231ED-4A90-40D5-A536-D33F2E1978F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17333F1-74AB-4295-B4A5-AF8494F8A12F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calculates correctly but gives a product with no unit or context.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76A9DED-CC3D-4F3F-A2E5-96F271CDBB6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EE88533-4457-4B15-AF89-093DFE7CBEE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D9411CA-482D-425E-B2D4-0AAB15F6C14C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565C026-7C85-40F0-A978-4CD8BB9247B0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school orders 48 boxes of 1,275 pencils. How many pencils?</a:t>
            </a:r>
          </a:p>
        </p:txBody>
      </p:sp>
    </p:spTree>
    <p:extLst>
      <p:ext uri="{BB962C8B-B14F-4D97-AF65-F5344CB8AC3E}">
        <p14:creationId xmlns:p14="http://schemas.microsoft.com/office/powerpoint/2010/main" val="106586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C66FA9AC-2C15-40A7-8B2E-2DA6ACD8538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C91FD64-FB07-4178-86F1-1D2BFF0E605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FA64210-7C1F-48C9-9814-C92B070F0C6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7927F48-590F-4572-9263-8B5BCEE5493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long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8B54945-A900-48F0-B088-A94CEF074DE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2C309A4-D184-41BF-BA31-E3EEB26B000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B8B6528-5ACD-470B-9594-6AB50AE96AE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29,952 seats.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08C7C1E-A4E7-4EA1-9147-9E15D03698A0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D4320D1-339C-4BCE-8D7A-4B210D3790E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74,080 items.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280280B-25D8-4D3B-8F2B-11E5484EF45C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3EFE1A1-6A63-44F8-9A0C-55B20F0F0A9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61,200 pencils.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EDC8275-3D75-44F7-9BE4-9E28FD4222C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5391FF1-4B9B-4C09-9AFF-B38186F454F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29,952 seats.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15B5D84-1DCC-40FC-9D8B-A8B9C0F9999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3A97BD3-7BF0-46A1-BC1D-A1EED2862FB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74,080 items.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411E191-7284-4481-9EC6-777F2823440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33F5ECD-4A59-4277-83D7-C20F3CB2A6C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61,200 pencils.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3915C18-56E6-4452-99D8-0FC548CCFD36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C4A4AAE-B868-46A2-9704-48A35564646E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3,600 pencils.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22D273B-5441-46B7-BD8F-31ABEFA1888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36492BE-B21B-4148-BA4C-EA621C71BA48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Return to the question, label the answer and complete every step in the context.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88F5588-7E1A-4478-AD2F-273B4358CE9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F211715-9425-4C75-9C99-7FADEF1970B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329EDD7-2D41-4454-963A-5DA5CD04486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F1EF9B7-FACE-47DF-943B-06B85F1D2B02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4106580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Microsoft Office PowerPoint</Application>
  <DocSecurity>0</DocSecurity>
  <PresentationFormat>Custom</PresentationFormat>
  <Paragraphs>316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2026-09-14T13:14:14Z</dcterms:created>
  <dcterms:modified xsi:type="dcterms:W3CDTF">2026-09-14T13:18:11Z</dcterms:modified>
</cp:coreProperties>
</file>