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3:44.395" v="59"/>
      <pc:docMkLst>
        <pc:docMk/>
      </pc:docMkLst>
      <pc:sldChg chg="modSp mod modAnim">
        <pc:chgData name="Garima Sharma" userId="c5ca40beb9a8554c" providerId="LiveId" clId="{2265D429-760C-4FF0-9653-4AF4BA9B0970}" dt="2026-09-09T11:03:42.036" v="5"/>
        <pc:sldMkLst>
          <pc:docMk/>
          <pc:sldMk cId="204404109" sldId="257"/>
        </pc:sldMkLst>
        <pc:spChg chg="mod">
          <ac:chgData name="Garima Sharma" userId="c5ca40beb9a8554c" providerId="LiveId" clId="{2265D429-760C-4FF0-9653-4AF4BA9B0970}" dt="2026-09-09T11:03:41.961" v="0" actId="20577"/>
          <ac:spMkLst>
            <pc:docMk/>
            <pc:sldMk cId="204404109" sldId="257"/>
            <ac:spMk id="13" creationId="{9DE408FB-AFC7-431F-BC89-39201E5F4BBF}"/>
          </ac:spMkLst>
        </pc:spChg>
        <pc:spChg chg="mod">
          <ac:chgData name="Garima Sharma" userId="c5ca40beb9a8554c" providerId="LiveId" clId="{2265D429-760C-4FF0-9653-4AF4BA9B0970}" dt="2026-09-09T11:03:42.007" v="2" actId="20577"/>
          <ac:spMkLst>
            <pc:docMk/>
            <pc:sldMk cId="204404109" sldId="257"/>
            <ac:spMk id="17" creationId="{2990C914-25EA-4AA6-9708-07800115EA64}"/>
          </ac:spMkLst>
        </pc:spChg>
        <pc:spChg chg="mod">
          <ac:chgData name="Garima Sharma" userId="c5ca40beb9a8554c" providerId="LiveId" clId="{2265D429-760C-4FF0-9653-4AF4BA9B0970}" dt="2026-09-09T11:03:42.036" v="4" actId="20577"/>
          <ac:spMkLst>
            <pc:docMk/>
            <pc:sldMk cId="204404109" sldId="257"/>
            <ac:spMk id="21" creationId="{CCE9DC3E-4C97-4762-9A57-D3B7A2218562}"/>
          </ac:spMkLst>
        </pc:spChg>
      </pc:sldChg>
      <pc:sldChg chg="modSp mod modAnim">
        <pc:chgData name="Garima Sharma" userId="c5ca40beb9a8554c" providerId="LiveId" clId="{2265D429-760C-4FF0-9653-4AF4BA9B0970}" dt="2026-09-09T11:03:43.652" v="11"/>
        <pc:sldMkLst>
          <pc:docMk/>
          <pc:sldMk cId="688351875" sldId="258"/>
        </pc:sldMkLst>
        <pc:spChg chg="mod">
          <ac:chgData name="Garima Sharma" userId="c5ca40beb9a8554c" providerId="LiveId" clId="{2265D429-760C-4FF0-9653-4AF4BA9B0970}" dt="2026-09-09T11:03:43.625" v="6" actId="20577"/>
          <ac:spMkLst>
            <pc:docMk/>
            <pc:sldMk cId="688351875" sldId="258"/>
            <ac:spMk id="12" creationId="{5895557A-3296-4C30-9545-A1A35994FA74}"/>
          </ac:spMkLst>
        </pc:spChg>
        <pc:spChg chg="mod">
          <ac:chgData name="Garima Sharma" userId="c5ca40beb9a8554c" providerId="LiveId" clId="{2265D429-760C-4FF0-9653-4AF4BA9B0970}" dt="2026-09-09T11:03:43.638" v="8" actId="20577"/>
          <ac:spMkLst>
            <pc:docMk/>
            <pc:sldMk cId="688351875" sldId="258"/>
            <ac:spMk id="13" creationId="{3A2C3B27-DE97-4A3E-8900-3474D7600A5A}"/>
          </ac:spMkLst>
        </pc:spChg>
        <pc:spChg chg="mod">
          <ac:chgData name="Garima Sharma" userId="c5ca40beb9a8554c" providerId="LiveId" clId="{2265D429-760C-4FF0-9653-4AF4BA9B0970}" dt="2026-09-09T11:03:43.649" v="10" actId="20577"/>
          <ac:spMkLst>
            <pc:docMk/>
            <pc:sldMk cId="688351875" sldId="258"/>
            <ac:spMk id="14" creationId="{FD0719B3-3E5F-4F76-8D0C-9F0940B05B4C}"/>
          </ac:spMkLst>
        </pc:spChg>
      </pc:sldChg>
      <pc:sldChg chg="modSp mod modAnim">
        <pc:chgData name="Garima Sharma" userId="c5ca40beb9a8554c" providerId="LiveId" clId="{2265D429-760C-4FF0-9653-4AF4BA9B0970}" dt="2026-09-09T11:03:43.785" v="17"/>
        <pc:sldMkLst>
          <pc:docMk/>
          <pc:sldMk cId="323772780" sldId="259"/>
        </pc:sldMkLst>
        <pc:spChg chg="mod">
          <ac:chgData name="Garima Sharma" userId="c5ca40beb9a8554c" providerId="LiveId" clId="{2265D429-760C-4FF0-9653-4AF4BA9B0970}" dt="2026-09-09T11:03:43.730" v="12" actId="20577"/>
          <ac:spMkLst>
            <pc:docMk/>
            <pc:sldMk cId="323772780" sldId="259"/>
            <ac:spMk id="14" creationId="{7760F2CF-5600-442E-BB6B-A3E33BAB5045}"/>
          </ac:spMkLst>
        </pc:spChg>
        <pc:spChg chg="mod">
          <ac:chgData name="Garima Sharma" userId="c5ca40beb9a8554c" providerId="LiveId" clId="{2265D429-760C-4FF0-9653-4AF4BA9B0970}" dt="2026-09-09T11:03:43.758" v="14" actId="20577"/>
          <ac:spMkLst>
            <pc:docMk/>
            <pc:sldMk cId="323772780" sldId="259"/>
            <ac:spMk id="18" creationId="{9BC2CBEC-592C-4ED3-B6E6-96D3F8EE4BD0}"/>
          </ac:spMkLst>
        </pc:spChg>
        <pc:spChg chg="mod">
          <ac:chgData name="Garima Sharma" userId="c5ca40beb9a8554c" providerId="LiveId" clId="{2265D429-760C-4FF0-9653-4AF4BA9B0970}" dt="2026-09-09T11:03:43.784" v="16" actId="20577"/>
          <ac:spMkLst>
            <pc:docMk/>
            <pc:sldMk cId="323772780" sldId="259"/>
            <ac:spMk id="22" creationId="{430739E9-DAE9-4504-942A-5FD7858B3AEA}"/>
          </ac:spMkLst>
        </pc:spChg>
      </pc:sldChg>
      <pc:sldChg chg="modSp mod modAnim">
        <pc:chgData name="Garima Sharma" userId="c5ca40beb9a8554c" providerId="LiveId" clId="{2265D429-760C-4FF0-9653-4AF4BA9B0970}" dt="2026-09-09T11:03:43.868" v="23"/>
        <pc:sldMkLst>
          <pc:docMk/>
          <pc:sldMk cId="897887263" sldId="260"/>
        </pc:sldMkLst>
        <pc:spChg chg="mod">
          <ac:chgData name="Garima Sharma" userId="c5ca40beb9a8554c" providerId="LiveId" clId="{2265D429-760C-4FF0-9653-4AF4BA9B0970}" dt="2026-09-09T11:03:43.842" v="18" actId="20577"/>
          <ac:spMkLst>
            <pc:docMk/>
            <pc:sldMk cId="897887263" sldId="260"/>
            <ac:spMk id="11" creationId="{21494AB9-404E-4FDA-A04F-C42403A81055}"/>
          </ac:spMkLst>
        </pc:spChg>
        <pc:spChg chg="mod">
          <ac:chgData name="Garima Sharma" userId="c5ca40beb9a8554c" providerId="LiveId" clId="{2265D429-760C-4FF0-9653-4AF4BA9B0970}" dt="2026-09-09T11:03:43.857" v="20" actId="20577"/>
          <ac:spMkLst>
            <pc:docMk/>
            <pc:sldMk cId="897887263" sldId="260"/>
            <ac:spMk id="13" creationId="{60605A4C-E8C6-4E06-9871-C4482D4F03C1}"/>
          </ac:spMkLst>
        </pc:spChg>
        <pc:spChg chg="mod">
          <ac:chgData name="Garima Sharma" userId="c5ca40beb9a8554c" providerId="LiveId" clId="{2265D429-760C-4FF0-9653-4AF4BA9B0970}" dt="2026-09-09T11:03:43.865" v="22" actId="20577"/>
          <ac:spMkLst>
            <pc:docMk/>
            <pc:sldMk cId="897887263" sldId="260"/>
            <ac:spMk id="14" creationId="{AE70BCF4-0ED3-4DA3-8380-1DA1DB20FDC3}"/>
          </ac:spMkLst>
        </pc:spChg>
      </pc:sldChg>
      <pc:sldChg chg="modSp mod modAnim">
        <pc:chgData name="Garima Sharma" userId="c5ca40beb9a8554c" providerId="LiveId" clId="{2265D429-760C-4FF0-9653-4AF4BA9B0970}" dt="2026-09-09T11:03:43.948" v="27"/>
        <pc:sldMkLst>
          <pc:docMk/>
          <pc:sldMk cId="913267488" sldId="261"/>
        </pc:sldMkLst>
        <pc:spChg chg="mod">
          <ac:chgData name="Garima Sharma" userId="c5ca40beb9a8554c" providerId="LiveId" clId="{2265D429-760C-4FF0-9653-4AF4BA9B0970}" dt="2026-09-09T11:03:43.935" v="24" actId="20577"/>
          <ac:spMkLst>
            <pc:docMk/>
            <pc:sldMk cId="913267488" sldId="261"/>
            <ac:spMk id="14" creationId="{25DF4AE8-B50F-4BF7-8566-678178888839}"/>
          </ac:spMkLst>
        </pc:spChg>
        <pc:spChg chg="mod">
          <ac:chgData name="Garima Sharma" userId="c5ca40beb9a8554c" providerId="LiveId" clId="{2265D429-760C-4FF0-9653-4AF4BA9B0970}" dt="2026-09-09T11:03:43.947" v="26" actId="20577"/>
          <ac:spMkLst>
            <pc:docMk/>
            <pc:sldMk cId="913267488" sldId="261"/>
            <ac:spMk id="15" creationId="{126943E9-F874-4692-9400-F545A72EED08}"/>
          </ac:spMkLst>
        </pc:spChg>
      </pc:sldChg>
      <pc:sldChg chg="modSp mod modAnim">
        <pc:chgData name="Garima Sharma" userId="c5ca40beb9a8554c" providerId="LiveId" clId="{2265D429-760C-4FF0-9653-4AF4BA9B0970}" dt="2026-09-09T11:03:44.009" v="31"/>
        <pc:sldMkLst>
          <pc:docMk/>
          <pc:sldMk cId="1909011427" sldId="262"/>
        </pc:sldMkLst>
        <pc:spChg chg="mod">
          <ac:chgData name="Garima Sharma" userId="c5ca40beb9a8554c" providerId="LiveId" clId="{2265D429-760C-4FF0-9653-4AF4BA9B0970}" dt="2026-09-09T11:03:43.991" v="28" actId="20577"/>
          <ac:spMkLst>
            <pc:docMk/>
            <pc:sldMk cId="1909011427" sldId="262"/>
            <ac:spMk id="12" creationId="{76AE6B6B-08AC-42B4-8629-0A63DF949D37}"/>
          </ac:spMkLst>
        </pc:spChg>
        <pc:spChg chg="mod">
          <ac:chgData name="Garima Sharma" userId="c5ca40beb9a8554c" providerId="LiveId" clId="{2265D429-760C-4FF0-9653-4AF4BA9B0970}" dt="2026-09-09T11:03:44.007" v="30" actId="20577"/>
          <ac:spMkLst>
            <pc:docMk/>
            <pc:sldMk cId="1909011427" sldId="262"/>
            <ac:spMk id="15" creationId="{3EFD0FF6-852C-42AC-BA18-6884B6CB018E}"/>
          </ac:spMkLst>
        </pc:spChg>
      </pc:sldChg>
      <pc:sldChg chg="modSp mod modAnim">
        <pc:chgData name="Garima Sharma" userId="c5ca40beb9a8554c" providerId="LiveId" clId="{2265D429-760C-4FF0-9653-4AF4BA9B0970}" dt="2026-09-09T11:03:44.096" v="37"/>
        <pc:sldMkLst>
          <pc:docMk/>
          <pc:sldMk cId="999682039" sldId="263"/>
        </pc:sldMkLst>
        <pc:spChg chg="mod">
          <ac:chgData name="Garima Sharma" userId="c5ca40beb9a8554c" providerId="LiveId" clId="{2265D429-760C-4FF0-9653-4AF4BA9B0970}" dt="2026-09-09T11:03:44.055" v="32" actId="20577"/>
          <ac:spMkLst>
            <pc:docMk/>
            <pc:sldMk cId="999682039" sldId="263"/>
            <ac:spMk id="13" creationId="{93772B67-0E35-4E7E-930E-C9239171C0C3}"/>
          </ac:spMkLst>
        </pc:spChg>
        <pc:spChg chg="mod">
          <ac:chgData name="Garima Sharma" userId="c5ca40beb9a8554c" providerId="LiveId" clId="{2265D429-760C-4FF0-9653-4AF4BA9B0970}" dt="2026-09-09T11:03:44.076" v="34" actId="20577"/>
          <ac:spMkLst>
            <pc:docMk/>
            <pc:sldMk cId="999682039" sldId="263"/>
            <ac:spMk id="17" creationId="{29ABFE77-8BCE-46AA-B7C7-F3C8F50D70B4}"/>
          </ac:spMkLst>
        </pc:spChg>
        <pc:spChg chg="mod">
          <ac:chgData name="Garima Sharma" userId="c5ca40beb9a8554c" providerId="LiveId" clId="{2265D429-760C-4FF0-9653-4AF4BA9B0970}" dt="2026-09-09T11:03:44.095" v="36" actId="20577"/>
          <ac:spMkLst>
            <pc:docMk/>
            <pc:sldMk cId="999682039" sldId="263"/>
            <ac:spMk id="21" creationId="{B4512D1A-B601-480F-9801-B19DA1B40A2D}"/>
          </ac:spMkLst>
        </pc:spChg>
      </pc:sldChg>
      <pc:sldChg chg="modSp mod modAnim">
        <pc:chgData name="Garima Sharma" userId="c5ca40beb9a8554c" providerId="LiveId" clId="{2265D429-760C-4FF0-9653-4AF4BA9B0970}" dt="2026-09-09T11:03:44.180" v="43"/>
        <pc:sldMkLst>
          <pc:docMk/>
          <pc:sldMk cId="1417964093" sldId="264"/>
        </pc:sldMkLst>
        <pc:spChg chg="mod">
          <ac:chgData name="Garima Sharma" userId="c5ca40beb9a8554c" providerId="LiveId" clId="{2265D429-760C-4FF0-9653-4AF4BA9B0970}" dt="2026-09-09T11:03:44.146" v="38" actId="20577"/>
          <ac:spMkLst>
            <pc:docMk/>
            <pc:sldMk cId="1417964093" sldId="264"/>
            <ac:spMk id="13" creationId="{47345A10-BAF5-4DB7-9FB5-0B3D084617E9}"/>
          </ac:spMkLst>
        </pc:spChg>
        <pc:spChg chg="mod">
          <ac:chgData name="Garima Sharma" userId="c5ca40beb9a8554c" providerId="LiveId" clId="{2265D429-760C-4FF0-9653-4AF4BA9B0970}" dt="2026-09-09T11:03:44.163" v="40" actId="20577"/>
          <ac:spMkLst>
            <pc:docMk/>
            <pc:sldMk cId="1417964093" sldId="264"/>
            <ac:spMk id="17" creationId="{B5A22629-1353-4CD2-A404-0EAD67DE51CD}"/>
          </ac:spMkLst>
        </pc:spChg>
        <pc:spChg chg="mod">
          <ac:chgData name="Garima Sharma" userId="c5ca40beb9a8554c" providerId="LiveId" clId="{2265D429-760C-4FF0-9653-4AF4BA9B0970}" dt="2026-09-09T11:03:44.179" v="42" actId="20577"/>
          <ac:spMkLst>
            <pc:docMk/>
            <pc:sldMk cId="1417964093" sldId="264"/>
            <ac:spMk id="21" creationId="{7A821F50-9C80-4C48-89EB-53983B257FFA}"/>
          </ac:spMkLst>
        </pc:spChg>
      </pc:sldChg>
      <pc:sldChg chg="modSp mod modAnim">
        <pc:chgData name="Garima Sharma" userId="c5ca40beb9a8554c" providerId="LiveId" clId="{2265D429-760C-4FF0-9653-4AF4BA9B0970}" dt="2026-09-09T11:03:44.240" v="49"/>
        <pc:sldMkLst>
          <pc:docMk/>
          <pc:sldMk cId="479117031" sldId="265"/>
        </pc:sldMkLst>
        <pc:spChg chg="mod">
          <ac:chgData name="Garima Sharma" userId="c5ca40beb9a8554c" providerId="LiveId" clId="{2265D429-760C-4FF0-9653-4AF4BA9B0970}" dt="2026-09-09T11:03:44.219" v="44" actId="20577"/>
          <ac:spMkLst>
            <pc:docMk/>
            <pc:sldMk cId="479117031" sldId="265"/>
            <ac:spMk id="11" creationId="{BB0AEA35-C53D-40E3-BFDA-8B5FD3EC463D}"/>
          </ac:spMkLst>
        </pc:spChg>
        <pc:spChg chg="mod">
          <ac:chgData name="Garima Sharma" userId="c5ca40beb9a8554c" providerId="LiveId" clId="{2265D429-760C-4FF0-9653-4AF4BA9B0970}" dt="2026-09-09T11:03:44.230" v="46" actId="20577"/>
          <ac:spMkLst>
            <pc:docMk/>
            <pc:sldMk cId="479117031" sldId="265"/>
            <ac:spMk id="12" creationId="{1848EC74-5312-448A-B49E-401310D920C4}"/>
          </ac:spMkLst>
        </pc:spChg>
        <pc:spChg chg="mod">
          <ac:chgData name="Garima Sharma" userId="c5ca40beb9a8554c" providerId="LiveId" clId="{2265D429-760C-4FF0-9653-4AF4BA9B0970}" dt="2026-09-09T11:03:44.238" v="48" actId="20577"/>
          <ac:spMkLst>
            <pc:docMk/>
            <pc:sldMk cId="479117031" sldId="265"/>
            <ac:spMk id="13" creationId="{066F6BFE-574D-4990-9734-D2F3AB59FE22}"/>
          </ac:spMkLst>
        </pc:spChg>
      </pc:sldChg>
      <pc:sldChg chg="modSp mod modAnim">
        <pc:chgData name="Garima Sharma" userId="c5ca40beb9a8554c" providerId="LiveId" clId="{2265D429-760C-4FF0-9653-4AF4BA9B0970}" dt="2026-09-09T11:03:44.306" v="53"/>
        <pc:sldMkLst>
          <pc:docMk/>
          <pc:sldMk cId="260165262" sldId="266"/>
        </pc:sldMkLst>
        <pc:spChg chg="mod">
          <ac:chgData name="Garima Sharma" userId="c5ca40beb9a8554c" providerId="LiveId" clId="{2265D429-760C-4FF0-9653-4AF4BA9B0970}" dt="2026-09-09T11:03:44.293" v="50" actId="20577"/>
          <ac:spMkLst>
            <pc:docMk/>
            <pc:sldMk cId="260165262" sldId="266"/>
            <ac:spMk id="16" creationId="{60876B26-4FE5-4802-A8A3-07F631481811}"/>
          </ac:spMkLst>
        </pc:spChg>
        <pc:spChg chg="mod">
          <ac:chgData name="Garima Sharma" userId="c5ca40beb9a8554c" providerId="LiveId" clId="{2265D429-760C-4FF0-9653-4AF4BA9B0970}" dt="2026-09-09T11:03:44.304" v="52" actId="20577"/>
          <ac:spMkLst>
            <pc:docMk/>
            <pc:sldMk cId="260165262" sldId="266"/>
            <ac:spMk id="17" creationId="{1231F47A-3669-47A1-B139-C2879BEC2A06}"/>
          </ac:spMkLst>
        </pc:spChg>
      </pc:sldChg>
      <pc:sldChg chg="modSp mod modAnim">
        <pc:chgData name="Garima Sharma" userId="c5ca40beb9a8554c" providerId="LiveId" clId="{2265D429-760C-4FF0-9653-4AF4BA9B0970}" dt="2026-09-09T11:03:44.395" v="59"/>
        <pc:sldMkLst>
          <pc:docMk/>
          <pc:sldMk cId="1999702471" sldId="267"/>
        </pc:sldMkLst>
        <pc:spChg chg="mod">
          <ac:chgData name="Garima Sharma" userId="c5ca40beb9a8554c" providerId="LiveId" clId="{2265D429-760C-4FF0-9653-4AF4BA9B0970}" dt="2026-09-09T11:03:44.359" v="54" actId="20577"/>
          <ac:spMkLst>
            <pc:docMk/>
            <pc:sldMk cId="1999702471" sldId="267"/>
            <ac:spMk id="13" creationId="{877953C0-4133-474D-A7D6-0415F795EAE6}"/>
          </ac:spMkLst>
        </pc:spChg>
        <pc:spChg chg="mod">
          <ac:chgData name="Garima Sharma" userId="c5ca40beb9a8554c" providerId="LiveId" clId="{2265D429-760C-4FF0-9653-4AF4BA9B0970}" dt="2026-09-09T11:03:44.378" v="56" actId="20577"/>
          <ac:spMkLst>
            <pc:docMk/>
            <pc:sldMk cId="1999702471" sldId="267"/>
            <ac:spMk id="17" creationId="{0ADB4697-A28A-484B-9DD3-1043BB445137}"/>
          </ac:spMkLst>
        </pc:spChg>
        <pc:spChg chg="mod">
          <ac:chgData name="Garima Sharma" userId="c5ca40beb9a8554c" providerId="LiveId" clId="{2265D429-760C-4FF0-9653-4AF4BA9B0970}" dt="2026-09-09T11:03:44.394" v="58" actId="20577"/>
          <ac:spMkLst>
            <pc:docMk/>
            <pc:sldMk cId="1999702471" sldId="267"/>
            <ac:spMk id="21" creationId="{B0AB7928-7CF7-41A9-850D-307AF420CB5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74,080 items. | Estimate the product before calculating. | Return to the question, label the answer and complete every step in the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theatre has 1,248 seats in each of 24 identical sections. How many seats are there? Answer: 29,952 seats.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74,080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Return to the question, label the answer and complete every step in the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74,080 items..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61,200 pencils..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3,600 pencils.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61,200 pencils.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61,200 pencils. | Return to the question, label the answer and complete every step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92F0E55-ED0E-4DB3-8A20-C4249070C2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7AD76E-AD2B-4DD7-B157-B6C16BDFEA8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6DBCD72-043C-4AA2-BBC7-9AED68C71681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2C70BE-2542-49B5-90D2-DAC906785CB4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53AE55-3D26-4FBB-90E4-7743CB67406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DA806E-6C20-4503-8B49-C0A7F0EBDCB4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6DEC71-47CD-4DC9-9D08-FB97B5719A01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9FC43D-9842-482B-B660-9B26B2F20816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long multiplication in multi-step contexts.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42CADD-2A69-4CCF-AE55-560C8876A9A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897AA7-9EF8-4EBC-A25C-DA835880CC2E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CC1115-6F44-4C8F-B60C-3737FAE07D91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91484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826BF7D-29BB-4E1B-8AE6-EC0D52F382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E48DF4-456B-40DE-9279-53BE2EDD577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192EEB2-010F-4F5A-81C2-F077FAF975E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4156B7-2A1F-40C8-8535-3E3195FAE5F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E45940-CA72-4527-AC5F-37A3C58FEB8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E6CD7F-2DD6-4390-96FE-56F2820BE50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664A2D-4FD2-4DFA-BD4C-1D38A43465B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7147B6-DC57-453B-9F57-33B2DCBB51C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26B45F-612B-4C5F-9176-3E3AF96C5BF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0679A4-940C-44D9-B4F5-A563703B463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619A781-99D2-4F18-AC82-61485F9DC14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BB9606-FC5A-4F03-A1EF-FE2C7700A4B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408FB-AFC7-431F-BC89-39201E5F4BB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D0E51CA-EAF8-467B-BA9B-60F37B1A601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A953EAD-1E7E-45EE-BAA3-2A8513AC06E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42BBBEB-CCB0-4D48-AB06-CECF247E4A4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90C914-25EA-4AA6-9708-07800115EA6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D25B0C3-7188-4D7E-93BE-1B8CBA536A0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9C2B663-9D1F-4F62-9F80-2906EE03217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7EBB3-3547-49AE-B021-C3B5DAB1FC1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CE9DC3E-4C97-4762-9A57-D3B7A221856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theatre has 1,248 seats in each of 24 identical sections. How many seats are there?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208DA1-EA8A-4B4D-B4E2-E89407EB002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4404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C196B92-2E35-410E-B1FB-B03FDA9E10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B5BA-B7BB-4FEE-8A66-F257F041688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98D900-C6F7-4FFE-BE1E-EF6482AAC1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74F53B-6847-43EE-8145-5DB9461AFF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8BF0B-5260-40ED-90F3-B99889B51D7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A50203-C44B-49B8-8AB2-37094BC36F9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4F766E-C5EE-46A6-83A0-9447859E85D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9C0402-CD8A-452A-BB85-8BBADD21C57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6B6103-4A58-411B-946B-59CA6E40233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99E06A-A0C7-45D9-BB6A-AFEAF118045A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long multiplication in multi-step contexts.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42711B-BE18-456B-8ECC-26B2244FE499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95557A-3296-4C30-9545-A1A35994FA74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2C3B27-DE97-4A3E-8900-3474D7600A5A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0719B3-3E5F-4F76-8D0C-9F0940B05B4C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86BB91-B1BF-4FAD-8D64-3FBAC7A1E71B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68835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41862C6-53E3-478D-8532-E2349FD2D1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7779AF-A009-4170-A120-D1447A0BD3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C1D606-05E3-45B7-B062-A2684CCDFAF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E780A-A61F-4514-9CF8-43A02769DD8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EFB7A7-5714-4D50-9D55-0B6B5D928B0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F7A70-2D39-479F-B5A4-5F8E8E0EAA5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CC02B3-3AD0-4F50-83EC-245E95A787F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E67181-56F4-49CE-8A87-04D67EF598A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7DE756-167B-40B9-A289-DC4BF1B8516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95AC16-6E6A-442A-A7D9-C3C69D2E7A5C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theatre has 1,248 seats in each of 24 identical sections. How many seats are there?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25A917-1A9C-49E4-9E01-6469B26CCD7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49BB77-1784-44D3-96E4-070BF008D07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B4C106-1F86-4B09-AB9D-CA274FD46E74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60F2CF-5600-442E-BB6B-A3E33BAB504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D972FE-57FD-4950-9D26-37B3233F945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E43D20B-620A-4111-B156-CDE973AD326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67090E-54E8-4F2C-BD93-48365477E2DA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BC2CBEC-592C-4ED3-B6E6-96D3F8EE4BD0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A3A9B5-1959-409A-950A-BDB8F221BC6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4417E70-77CE-416C-8FDD-B19F750B9FF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C5E0AD-DE49-4E25-B283-C269AC2668C0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30739E9-DAE9-4504-942A-5FD7858B3AEA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3772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28612B7-6817-488C-8B25-C98A786250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0A3553-1266-42EA-9B48-67D1F5398B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F9F883-73AE-42F8-8BDD-AF2BE781B0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D3BCA0-1611-4B54-9349-45CE9FF137F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F483F2-099E-40E7-9C65-48BDB273746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A01A87-E68D-4435-8A5B-3B8411DC96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3D724D-B81E-4CA0-A665-A8307454FD5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CBEA1F-A50F-4478-8D22-49F0538F333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D667B9-ABEC-49C6-8F80-39576E8C9FC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73F54E-8467-4519-97A5-A7E285E07E8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494AB9-404E-4FDA-A04F-C42403A81055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29,952 seats.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D61A8-FA33-4B0F-BDAD-0A329F67CCBB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605A4C-E8C6-4E06-9871-C4482D4F03C1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70BCF4-0ED3-4DA3-8380-1DA1DB20FDC3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7887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81DE116-0823-46BA-980C-2E5F37AD1C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02F7B9-4093-4350-BDB2-4FD51591F0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DA5550A-34F1-4598-870B-4F2F6E6F735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B4CA28-0565-45F9-8149-B0E51A524B4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40CB8-3627-4C2A-A516-A14B54FD09E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DAFB91-A959-4C0B-9406-58CE967DF90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50BCAB-882D-4758-8005-DF5DD0A890A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B4A714-19AA-4563-A856-6FC7C99BA09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925BC8-5A3E-4C34-BE2B-8EED09B469F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DA62A4-D236-4AF9-BD26-EAB381661C95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2D9CF1-F30B-4425-85A6-C0A633902C60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31D807-BC88-4763-801B-1E6D6A60D82F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FEB5A0-5C42-46AF-BE26-741DAEFE451B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DF4AE8-B50F-4BF7-8566-67817888883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6943E9-F874-4692-9400-F545A72EED08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74,080 items.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26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D3CBC50-4F81-4B93-962B-65E67F6CFB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05E1B9-BEA3-4B77-8291-518658AD77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3F29D8-2B87-4997-8F44-088848B7CB3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82B402D-5C86-48D8-88F4-33961F835E5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DCE981-26C5-477D-B728-97AD3897D15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B10286-1F80-4068-9BB7-E3BF99EDF5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2CB755-4C65-4029-AD07-101FE34CBBA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4B36C9-8C3D-4690-8463-70ABEB7BAD0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020DA3-7FDE-4C89-BA3E-6F183DD6E01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7E83417-4C17-4948-9C73-3690DAA363F1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AE6B6B-08AC-42B4-8629-0A63DF949D37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correctly but gives a product with no unit or context.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88D552-DB89-4B97-9A4B-344E970F65F0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1E7D62-9098-43C9-9B82-8DC750A31BE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FD0FF6-852C-42AC-BA18-6884B6CB018E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Return to the question, label the answer and complete every step in the context.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09011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0926DEF-60B4-4A59-827D-0E3C3A8803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7B3602-148A-4C97-82F8-A5E45542CB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842CB5D-38DA-483B-9EF1-258DE222DE0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4C33C6-8492-4508-84E7-05008AFEB3D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E48FFC-D38E-4417-9717-633EB36E749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C6F369-583E-4939-A715-34DED126C47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FC3A6F-A362-438F-9AE6-B422F9FCC68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5DEB77-3867-4494-B574-E2F175C7F0A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0CFAD8-CF66-4920-8E4B-7139E89D8BA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7DD4AD0-641C-4923-98A2-71E414225B1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5DE2795-932F-4232-96D0-640A262DBF0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FD4A02-FBE4-45A6-AFDF-484AD0315B5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772B67-0E35-4E7E-930E-C9239171C0C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610A5FC-8066-45C0-B2D8-4AA622BD270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9BF817-988F-4ACE-B55D-7DE6B16BE24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C92D9F-8D4F-474C-9ABC-514B9888808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ABFE77-8BCE-46AA-B7C7-F3C8F50D70B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8CA0287-6F66-43CE-9946-2C051E05779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75B3C3E-0B83-4A94-80BF-0337400A561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2A2E32F-CDE1-46E7-BA1E-5B4277F1066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512D1A-B601-480F-9801-B19DA1B40A2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74,080 items.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79AEE6-34CC-4647-B73B-F6DA218BB70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99682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19BD731-9F15-4A48-B88D-0451D04093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9743B1-BC37-4459-9905-68E970F529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754133-86A8-4FB5-B829-42E5BF0858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E32C87-B5C9-49B7-A179-F2470B8C324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B50E17-A585-4F62-BA01-CE3EC3BA22E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F536AC-3A70-494B-B249-B92B9404141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3E2539-BDC7-40F5-87C2-5C59093138C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A60C40-C406-4F41-B2C7-8A4D00F7D7F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2D6480-A6FD-4CE8-B804-AA1D8CD54B3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3170CF-7218-4C34-B35C-60564EE7388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48B8C47-5054-43F7-8A38-533F9514A22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518359-5239-4C3B-98FD-5DE52789799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345A10-BAF5-4DB7-9FB5-0B3D084617E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5E118B-B3C8-4EB1-AAFB-08F6076BA18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C7DDAA8-2F85-4179-8C49-C27861E615E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E46801-3C4C-425B-B122-CF94E026E26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A22629-1353-4CD2-A404-0EAD67DE51C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73004E0-350B-406B-8150-BAD574CC90F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D88F369-A846-4C61-B1D1-310A35FE296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3DE709-63E9-4802-B284-C459BFB6AC4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821F50-9C80-4C48-89EB-53983B257FF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7964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B48D07E-32DC-42BD-BBE9-8647D4B7D2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B7ADAA-65A5-4357-9016-FA74B9628A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BE206B4-5AE6-4685-951F-63CCB74E0C3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BFA952-8E0E-494C-9055-72AD96E581A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095C14-9305-41F7-B747-49773BD0049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11C2ADD-3D4E-418C-8DFD-D7ABE37409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739B53-553E-4AFF-AFD3-6C3510C6DD6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7503F2-0E43-46F9-A965-406C11A78FF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ECF4D1-3D3A-4E7B-9FE0-CD69E594A09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49CC2B-9A0B-4EE5-880C-08F9F397AA1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school gives 18 pencils to each of 3,200 pupils. How many remain from 61,200?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0AEA35-C53D-40E3-BFDA-8B5FD3EC463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48EC74-5312-448A-B49E-401310D920C4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6F6BFE-574D-4990-9734-D2F3AB59FE2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3,600 pencils.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9117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47ED190-1B3E-4A41-9407-AAB0269EF3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553BEB-4832-4794-B253-42CEE807788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A2F3C87-9FE9-432E-8A60-2CE78F34C2A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A02D29-AC6F-42A3-8504-9528CD8FEDC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342474-081C-45FD-A826-1A6C12ECDBF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AB8010-4502-49DE-B3F2-CF5748682B2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BF929A-487E-4348-BE13-C0EE03F5229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7D2CF1-F472-4CC1-9A1C-91773CD61C0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CE7FF6-4A40-4DAB-9D39-8BF6CDA0F75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E3E97A-4EB0-47C5-9185-69F1468D250B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28CFB78-94CE-477B-A6F5-46E263297ACE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CD7460-57B9-4761-BF47-DF3DE5373DE8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D9EEC4-397E-4D9A-94EF-7559301DCB76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033292-C82B-4021-9351-E1CB5A833EA8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F7CB37-EC23-4DB8-BD61-F1183FE70973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876B26-4FE5-4802-A8A3-07F631481811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66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61,200 pencils.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31F47A-3669-47A1-B139-C2879BEC2A06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D54B9B-AD51-4E59-81E5-1A5B98D063A8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60165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D2ADA82-F278-4E4E-A52E-02F176F55D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14F1EA-E1F5-4E43-B7CE-3ECA96FBA2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05004F-87B5-4E30-81BB-B34880D71B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9DEFDF-A2B8-4D3E-8667-9D522321813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626108-693A-4256-89E4-A12F49B256E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CD6459-A781-4462-B94A-837F28403EC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336D36-738E-4973-88AD-B33C34C30FF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C1CF9A-2654-4942-9952-6C7A0BBD6B6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106F78-6D65-4811-BB6C-ECADC93BF06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7BD51B9-DB70-4F31-A069-550E7BE50F4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3CF0995-5539-45C1-B377-DFA7FC9765F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5906DE-5FA1-408E-8E48-988291EA026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7953C0-4133-474D-A7D6-0415F795EAE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E92878-D454-4637-962D-E70152FC301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3356287-3501-4AA9-897A-50A57F648BF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4E5516-3C12-45C4-A82A-D2DF346996D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ADB4697-A28A-484B-9DD3-1043BB44513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correctly but gives a product with no unit or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CEDFC07-EAE8-4F38-99A4-172C06BFA15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7A226A3-B3C4-4135-97E0-5E51846603C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1217D0-E5CD-4735-8DD0-671C648E0B1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AB7928-7CF7-41A9-850D-307AF420CB5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BEEBD7-B148-4881-9D31-A6344C47124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99702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1194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2026-09-09T10:56:01Z</dcterms:created>
  <dcterms:modified xsi:type="dcterms:W3CDTF">2026-09-09T11:03:44Z</dcterms:modified>
</cp:coreProperties>
</file>