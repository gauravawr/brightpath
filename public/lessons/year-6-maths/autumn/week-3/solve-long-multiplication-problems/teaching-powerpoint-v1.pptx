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deef44be1c4b4a" /><Relationship Type="http://schemas.openxmlformats.org/officeDocument/2006/relationships/extended-properties" Target="/docProps/app.xml" Id="Rb5a1661684d24597" /><Relationship Type="http://schemas.openxmlformats.org/officeDocument/2006/relationships/officeDocument" Target="/ppt/presentation.xml" Id="Rd9f6cc1959be45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568c6bcbf34764"/>
  </p:sldMasterIdLst>
  <p:notesMasterIdLst>
    <p:notesMasterId xmlns:r="http://schemas.openxmlformats.org/officeDocument/2006/relationships" r:id="R13d93821f5724f54"/>
  </p:notesMasterIdLst>
  <p:sldIdLst>
    <p:sldId xmlns:r="http://schemas.openxmlformats.org/officeDocument/2006/relationships" id="256" r:id="R6fd8beceebad4891"/>
    <p:sldId xmlns:r="http://schemas.openxmlformats.org/officeDocument/2006/relationships" id="257" r:id="R4eb6095b93704d07"/>
    <p:sldId xmlns:r="http://schemas.openxmlformats.org/officeDocument/2006/relationships" id="258" r:id="R5cea0d2e49a946ce"/>
    <p:sldId xmlns:r="http://schemas.openxmlformats.org/officeDocument/2006/relationships" id="259" r:id="R54d06fe929374a83"/>
    <p:sldId xmlns:r="http://schemas.openxmlformats.org/officeDocument/2006/relationships" id="260" r:id="Re308feadbd174ca1"/>
    <p:sldId xmlns:r="http://schemas.openxmlformats.org/officeDocument/2006/relationships" id="261" r:id="R38e1ad0678ab4159"/>
    <p:sldId xmlns:r="http://schemas.openxmlformats.org/officeDocument/2006/relationships" id="262" r:id="Re62696447d514b55"/>
    <p:sldId xmlns:r="http://schemas.openxmlformats.org/officeDocument/2006/relationships" id="263" r:id="Rfa486e86442b419f"/>
    <p:sldId xmlns:r="http://schemas.openxmlformats.org/officeDocument/2006/relationships" id="264" r:id="R7f6d41534bbf4980"/>
    <p:sldId xmlns:r="http://schemas.openxmlformats.org/officeDocument/2006/relationships" id="265" r:id="R5fdd7777bacb4a5f"/>
    <p:sldId xmlns:r="http://schemas.openxmlformats.org/officeDocument/2006/relationships" id="266" r:id="R48af1a18f1734bbf"/>
    <p:sldId xmlns:r="http://schemas.openxmlformats.org/officeDocument/2006/relationships" id="267" r:id="R5ac3f83d0fc54a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48ecff7b024b07" /><Relationship Type="http://schemas.openxmlformats.org/officeDocument/2006/relationships/slideMaster" Target="/ppt/slideMasters/slideMaster1.xml" Id="R37568c6bcbf34764" /><Relationship Type="http://schemas.openxmlformats.org/officeDocument/2006/relationships/notesMaster" Target="/ppt/notesMasters/notesMaster1.xml" Id="R13d93821f5724f54" /><Relationship Type="http://schemas.openxmlformats.org/officeDocument/2006/relationships/presProps" Target="/ppt/presProps.xml" Id="Rc28d040597e54a74" /><Relationship Type="http://schemas.openxmlformats.org/officeDocument/2006/relationships/tableStyles" Target="/ppt/tableStyles.xml" Id="Rc00fae19002d4538" /><Relationship Type="http://schemas.openxmlformats.org/officeDocument/2006/relationships/slide" Target="/ppt/slides/slide1.xml" Id="R6fd8beceebad4891" /><Relationship Type="http://schemas.openxmlformats.org/officeDocument/2006/relationships/slide" Target="/ppt/slides/slide2.xml" Id="R4eb6095b93704d07" /><Relationship Type="http://schemas.openxmlformats.org/officeDocument/2006/relationships/slide" Target="/ppt/slides/slide3.xml" Id="R5cea0d2e49a946ce" /><Relationship Type="http://schemas.openxmlformats.org/officeDocument/2006/relationships/slide" Target="/ppt/slides/slide4.xml" Id="R54d06fe929374a83" /><Relationship Type="http://schemas.openxmlformats.org/officeDocument/2006/relationships/slide" Target="/ppt/slides/slide5.xml" Id="Re308feadbd174ca1" /><Relationship Type="http://schemas.openxmlformats.org/officeDocument/2006/relationships/slide" Target="/ppt/slides/slide6.xml" Id="R38e1ad0678ab4159" /><Relationship Type="http://schemas.openxmlformats.org/officeDocument/2006/relationships/slide" Target="/ppt/slides/slide7.xml" Id="Re62696447d514b55" /><Relationship Type="http://schemas.openxmlformats.org/officeDocument/2006/relationships/slide" Target="/ppt/slides/slide8.xml" Id="Rfa486e86442b419f" /><Relationship Type="http://schemas.openxmlformats.org/officeDocument/2006/relationships/slide" Target="/ppt/slides/slide9.xml" Id="R7f6d41534bbf4980" /><Relationship Type="http://schemas.openxmlformats.org/officeDocument/2006/relationships/slide" Target="/ppt/slides/slide10.xml" Id="R5fdd7777bacb4a5f" /><Relationship Type="http://schemas.openxmlformats.org/officeDocument/2006/relationships/slide" Target="/ppt/slides/slide11.xml" Id="R48af1a18f1734bbf" /><Relationship Type="http://schemas.openxmlformats.org/officeDocument/2006/relationships/slide" Target="/ppt/slides/slide12.xml" Id="R5ac3f83d0fc54a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126326bca145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0b393b36714a8d" /><Relationship Type="http://schemas.openxmlformats.org/officeDocument/2006/relationships/notesMaster" Target="/ppt/notesMasters/notesMaster1.xml" Id="Rd3ebe24a731a46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ed76773fcb434e" /><Relationship Type="http://schemas.openxmlformats.org/officeDocument/2006/relationships/notesMaster" Target="/ppt/notesMasters/notesMaster1.xml" Id="R1a3473ba293842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1a4ff3a1ee40e2" /><Relationship Type="http://schemas.openxmlformats.org/officeDocument/2006/relationships/notesMaster" Target="/ppt/notesMasters/notesMaster1.xml" Id="R93f3989974974f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466f7fa154448a" /><Relationship Type="http://schemas.openxmlformats.org/officeDocument/2006/relationships/notesMaster" Target="/ppt/notesMasters/notesMaster1.xml" Id="R16541463d97249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8129fef8b247ea" /><Relationship Type="http://schemas.openxmlformats.org/officeDocument/2006/relationships/notesMaster" Target="/ppt/notesMasters/notesMaster1.xml" Id="Rad018e087c5345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7fd055edf84fca" /><Relationship Type="http://schemas.openxmlformats.org/officeDocument/2006/relationships/notesMaster" Target="/ppt/notesMasters/notesMaster1.xml" Id="R350992635c1048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b72cd08e324df5" /><Relationship Type="http://schemas.openxmlformats.org/officeDocument/2006/relationships/notesMaster" Target="/ppt/notesMasters/notesMaster1.xml" Id="R9b1c3250cd9c42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9b207ec39743d0" /><Relationship Type="http://schemas.openxmlformats.org/officeDocument/2006/relationships/notesMaster" Target="/ppt/notesMasters/notesMaster1.xml" Id="R202141d0c84a46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1e5b8f9bd744f8" /><Relationship Type="http://schemas.openxmlformats.org/officeDocument/2006/relationships/notesMaster" Target="/ppt/notesMasters/notesMaster1.xml" Id="Rbfae1eaa9f7842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67b4d0e554440c" /><Relationship Type="http://schemas.openxmlformats.org/officeDocument/2006/relationships/notesMaster" Target="/ppt/notesMasters/notesMaster1.xml" Id="R704c662177c54c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bc900206da748ce" /><Relationship Type="http://schemas.openxmlformats.org/officeDocument/2006/relationships/notesMaster" Target="/ppt/notesMasters/notesMaster1.xml" Id="Rba571496ab8e43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823322014bb41d3" /><Relationship Type="http://schemas.openxmlformats.org/officeDocument/2006/relationships/notesMaster" Target="/ppt/notesMasters/notesMaster1.xml" Id="Rbd33318690f842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74,080 items. | Estimate the product before calculating. | Return to the question, label the answer and complete every step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29,952 seats.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74,080 items.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Return to the question, label the answer and complete every step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74,080 items..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61,200 pencils..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3,600 pencils.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61,200 pencils.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61,200 pencils. | Return to the question, label the answer and complete every step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1adffd4cc048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4ab1622d0c46c2" /><Relationship Type="http://schemas.openxmlformats.org/officeDocument/2006/relationships/slideLayout" Target="/ppt/slideLayouts/slideLayout1.xml" Id="Rd84c937db30945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4c937db30945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2dfbef6eb408f" /><Relationship Type="http://schemas.openxmlformats.org/officeDocument/2006/relationships/notesSlide" Target="/ppt/notesSlides/notesSlide1.xml" Id="R70e06c92dab747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b6f93d5304bbb" /><Relationship Type="http://schemas.openxmlformats.org/officeDocument/2006/relationships/notesSlide" Target="/ppt/notesSlides/notesSlide2.xml" Id="R104c1e38cdaf44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33b5f1af245f3" /><Relationship Type="http://schemas.openxmlformats.org/officeDocument/2006/relationships/notesSlide" Target="/ppt/notesSlides/notesSlide3.xml" Id="R8a46e6bee71e49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8e36eff564743" /><Relationship Type="http://schemas.openxmlformats.org/officeDocument/2006/relationships/notesSlide" Target="/ppt/notesSlides/notesSlide4.xml" Id="Rce273878cd284a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e9d4aee184834" /><Relationship Type="http://schemas.openxmlformats.org/officeDocument/2006/relationships/notesSlide" Target="/ppt/notesSlides/notesSlide5.xml" Id="R0898431ad27e42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06a68b2af44af" /><Relationship Type="http://schemas.openxmlformats.org/officeDocument/2006/relationships/notesSlide" Target="/ppt/notesSlides/notesSlide6.xml" Id="R6544083dcfd84c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a65bd872446dd" /><Relationship Type="http://schemas.openxmlformats.org/officeDocument/2006/relationships/image" Target="/ppt/media/image.png" Id="R0de815de74a24995" /><Relationship Type="http://schemas.openxmlformats.org/officeDocument/2006/relationships/notesSlide" Target="/ppt/notesSlides/notesSlide7.xml" Id="R8ac8d3894c5e4e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37a3385b2426e" /><Relationship Type="http://schemas.openxmlformats.org/officeDocument/2006/relationships/notesSlide" Target="/ppt/notesSlides/notesSlide8.xml" Id="R2b09360142624f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0c72269844d03" /><Relationship Type="http://schemas.openxmlformats.org/officeDocument/2006/relationships/notesSlide" Target="/ppt/notesSlides/notesSlide9.xml" Id="Rf1ee1f2ef8ef43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7c6e782824c35" /><Relationship Type="http://schemas.openxmlformats.org/officeDocument/2006/relationships/notesSlide" Target="/ppt/notesSlides/notesSlide10.xml" Id="R4f5ebe50e56a474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b27f9daf94ac0" /><Relationship Type="http://schemas.openxmlformats.org/officeDocument/2006/relationships/notesSlide" Target="/ppt/notesSlides/notesSlide11.xml" Id="R7935f8792e29474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f51ce43c343b3" /><Relationship Type="http://schemas.openxmlformats.org/officeDocument/2006/relationships/notesSlide" Target="/ppt/notesSlides/notesSlide12.xml" Id="Rf2215e8bab4f4e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2F0B9-8E2C-4C3C-9AA3-8CFE65BE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DBE780-634B-4955-ADCC-1810E9D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31775B-4B2D-47E1-9AC9-72EC25EA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3F7BD-3CCF-4658-88A0-8680F4E1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931956-3799-4FE9-A5DC-17BA3793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06C01-7581-40A7-8D04-B228EB54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EC7A6-3765-4E23-A5D6-935C944C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59FCC-D1D3-4DA8-9A1F-21E14313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long multiplication in multi-step contexts.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31F9D-7FEF-4362-9F8D-A7CCFCC1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F8120-FDCC-4C6F-AF57-B9DF2787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252F8-FA23-4DF6-B8CE-6763501B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588316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910015-D4A5-428A-BE16-63BEBAFA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75736-FE1E-4852-BC00-6B27924D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374787-5FA2-4B33-BEF3-6CA1B3FC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C898D-5C01-4149-9448-419FF8DB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36581-E12A-411B-B8A6-494B21E5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E06D1-4094-42C4-B8E3-A12FAA45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F73688-0333-447D-8065-9C8E5A85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2FCAF1-4EBF-4701-B95F-D47A7E4E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22CF3-2856-4DA6-B75B-E71CDD3B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E0C1B-1C50-4C2E-B68A-4EC75012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BE70E-670F-4DA2-9821-8A1D8D91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5EE2B-18C3-40AB-81C6-64EC1F33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9056A1-C1A5-4859-A337-B4B490C3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2AB495-C786-4F63-8CA5-8233AFB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3BE21E-C045-486C-BDB4-5C16DCA2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6C2662-48D2-434B-9DF5-D7441D67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C087D-DBE9-4E85-B8F4-8017FBAD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94F637-5824-4C21-BE8A-3693A85A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ABED59-5E1C-480E-B355-B96733C2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EF6675-756C-4094-970A-349CCAED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AA00FA-7E9F-4E84-B9D4-E6531E9E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theatre has 1,248 seats in each of 24 identical sections. How many seats are there?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02D281-87C1-436D-8F3F-4B5ACF9E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370643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28FBC2-E863-4EE6-9182-A3B5391C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1EB5C-D8D6-4E1A-9B19-89C95917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67AE6-6999-4ED5-98F0-BFA7DD48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46F75-29C6-4915-9F2A-EF43302B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B2840F-6B86-422D-87AD-AEE0DE32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17F956-9FD1-4112-ABC0-4CE8C302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21970-88DE-404E-9AB9-2C61A582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AE162-9C58-4974-84FB-2F1F2D7C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673C23-1527-4FA6-9685-A85C68AC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11A78-BE4E-4390-BDCD-93DAB72C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long multiplication in multi-step contexts.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63971-64D6-42FD-8154-84572070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8C620-07E9-46F8-85EA-BD1EBAAE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8A8231-28C1-4557-A644-8B131A72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3687A6-3768-41CD-B43A-28288D47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C22EE9-C829-4CD4-A052-3D84E333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5289580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BE6D95-9F6B-49A3-99BD-FE22986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5678E-AAE4-476C-B286-6BC9DB8B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DB5382-76D3-4ABB-B7B6-8F2D3FBF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3BEED-6B5E-4FF7-B967-ECAD3294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3DEBF-4FCE-414A-9298-5288DD60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E0F4C-E5F8-446C-A85F-4591AE26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7E1F9-BA8D-4824-8240-FA138D1E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31B633-E396-4841-BD2F-20C75E2F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62DBCC-BF3C-4FF5-B33E-49C60374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D8125-4693-4275-B9BB-DE11A826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theatre has 1,248 seats in each of 24 identical sections. How many seats are there?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F6F4A7-885D-4157-AB89-35CFFCB6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AA623C-D17B-4AFC-B4C5-02240A5C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3DE528-6800-41DA-B04D-E39047D2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1,248 seats × 24 sections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34B1B-C324-46DC-A9A5-81F62B47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AE34BF-0888-40B8-9258-61EFB584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42F279-D6D5-4AA0-81C9-7829626E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1,248 × 4 = 4,992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05BC0D-9226-437E-9EE3-9E10A2BA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57F887-E282-4F2E-BDE1-3F90159F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066246-D002-402A-ADF1-A8F54562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1,248 × 20 = 24,960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237991-9476-4576-BE78-1463080A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C3557A-2B97-4A80-B0FC-07AC8A87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C0A7F2-3F7A-4CAD-A40F-03BA6FBA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4,992 + 24,960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292703-0689-437A-8D6D-9FF2EA7D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3ABE1E-58BD-4C79-85C9-BC8C5061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2CBA30-F105-42D6-86D7-BFB63C347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29,952 seats</a:t>
            </a:r>
          </a:p>
        </p:txBody>
      </p:sp>
    </p:spTree>
    <p:extLst>
      <p:ext uri="{BB962C8B-B14F-4D97-AF65-F5344CB8AC3E}">
        <p14:creationId xmlns:p14="http://schemas.microsoft.com/office/powerpoint/2010/main" val="19606415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2046A9-3D9C-4D67-9137-1A13BFE5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1A124-EF27-400C-B7A4-310125B9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B6431-FA09-4980-B4AD-D3118B8C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40F85-EEB9-4E0A-AE2D-89775973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34EA78-D76F-4038-9DDF-3D68E8BE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EC02BF-6C64-46BE-8F6E-913EB1DA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DF073-4BD7-4881-A2F0-7A32D1A4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405CA-2764-43C6-A382-161812D9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A02627-1AB1-4A0B-A62D-9DDE3ACF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DD4D60-47F7-4F14-8E4C-36557621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3D6B07-9B5A-45B6-A40C-F88CDB2F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29,952 seats.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5A2770-806A-4F26-B4DB-18E4F6B7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CFE8D7-748B-43FB-986C-77A0852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3A5B58-67EF-45D5-AE87-02B660FA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531336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23ED8E-0440-48BE-9ECD-2DCE5D76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3AFAF-CADB-40FF-9A79-F185E2AF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4CD0B6-2FB2-41A7-8370-6E385A88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B58C1-8F39-4E9B-92F1-B6D5F6AA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26F94-BFCC-458E-9576-3161DA77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9F368-B077-49C0-92BC-5136BC5C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0866B-876A-4344-8C24-84F7216A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F1FF01-BB04-4178-8EFA-8B3F796A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C0250A-7421-42FB-9753-77E45A31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017C1-F864-49DE-92C6-ED8EE0CB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AF564-25F4-464C-BFD5-7586A6CA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34D39-B66B-48FD-90E8-A101480F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0A543-7533-4AC6-868E-7DDAFF9A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615070-A321-452C-A832-9B52B528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C5785-D656-4A81-92EA-B138D27E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74,080 items.</a:t>
            </a:r>
          </a:p>
        </p:txBody>
      </p:sp>
    </p:spTree>
    <p:extLst>
      <p:ext uri="{BB962C8B-B14F-4D97-AF65-F5344CB8AC3E}">
        <p14:creationId xmlns:p14="http://schemas.microsoft.com/office/powerpoint/2010/main" val="870681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8121E9-BB1D-4AB6-A98B-24865486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F707C9-D981-42C5-9DF2-8D95A393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D1E8C-7718-433B-8DBF-CB61B493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A48B6-3482-4848-93DA-BEBAD971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D93AA7-D3F1-4B5E-BEB8-4EF8EE2F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7D8FE-469C-4486-AB84-86235885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7E07C-8804-45A1-94A6-6A697324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ACA10-B61D-4065-8BFC-FAF8ABBB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16D5E-F12C-49A6-A3F4-ADA11D22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815de74a24995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5E7A67-9772-4790-B2B7-0D080D38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B729D-53D1-403C-BA1A-39316E1C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correctly but gives a product with no unit or context.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92DAC3-CF39-4ACB-AB0F-1AEDBB59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7E6F09-A749-4F30-9966-265B546F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416E59-3A80-4DAC-B676-9159747B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Return to the question, label the answer and complete every step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5951684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61C79E-AD1C-4DCA-BFDE-1C81BE23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DED03-F906-426F-BDD8-44023DF7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4AE95-6B68-4611-8C27-0A4F5755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D045B-32E3-4B4F-AEAB-B096E0A3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F5E87-83FD-4FD8-AAE7-2F0A8365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7F82A-A07B-4324-865E-A10B1368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60C3F-7423-40E9-B149-394EBF49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2D123-F5CF-43AD-BEFA-5B22FA13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7C9D3E-B978-4203-BC30-8641EF25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9BB018-2A3D-49CA-888E-A76BEE2B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439469-6C1A-4461-9445-5E6A74F4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43B7D-60E2-48EA-AE03-8B416132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4E9CF-EC75-4368-920E-3CFACFD5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63437D-B1B7-4A13-BFFA-4F7D53BA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51EBCF-10EA-45CE-A944-F91A3324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D990C2-3C8E-4369-9830-E24FC7CB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98AD62-8002-4CA2-B4B5-2B3532C9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494352-351B-4795-A0CC-F1BA4736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6FAF8-5386-4D0D-8AD5-CF0EED8E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0C07DB-1630-422F-B773-D9B359AA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D981FC-1871-4FFC-9E19-39B10606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74,080 items.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994C5B-84C3-4F85-8500-C03D73F3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074515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1E2324-0D1B-4D4C-8B07-7A13E0B2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A5987-C4C1-4A89-B88E-B319D3C0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1551A-0F71-49EB-BD74-7AE65EA1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CB070-BAB1-4141-9A0B-9EDE225F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B3330-5C9C-4C24-81A0-B7709E2A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3B80C-8B9F-4739-874A-1FD4C2BB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D1A2E-BD32-4264-99C0-B7BE4576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3F5DB-4756-4637-9593-DDB5B93C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129628-5C87-4889-A6B6-88169238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3B522-926F-46E0-AABB-70464D29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0E12B-3383-427E-90EA-8FE31444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4B59B-DAAB-4868-B892-BCEAD373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59925A-7E61-4928-86ED-C54D1E12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DBACB-275F-4F49-8EE3-02AD5168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378476-DF9A-4E47-9918-3CF86EC3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BB11F5-1587-4BD3-9745-42CF5A5A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E725C2-2AB9-439B-8B8C-A1CDCF55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1B1A3C-2C17-4708-83FB-932D618A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8E68F0-DD09-4B96-A049-3836E037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6BDC10-7BD2-444A-BA7E-382110CD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247038-B584-4159-BFAA-9865E3F6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092356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8F1B5C-3986-40B9-957A-1778D9BF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39D76-E029-4348-B376-CB5E29CD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3BA55-C893-4B17-9F80-2A39A55B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BA960-56CA-411B-A541-6E56B4B4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F0587-45D3-4CD5-9F08-C6FFDCCB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EFC4E-9F9F-4688-9CCA-E4C3338D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C46EB-F065-49B6-BC47-645089DD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ED5A7-0A0D-444D-B655-4BD31443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E2A89-91C3-41E2-BF87-C161CA79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D38903-798D-4909-86BE-DB4F54BF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school gives 18 pencils to each of 3,200 pupils. How many remain from 61,200?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C66AF5-2154-458A-B7CF-976964C6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BFA51-94D1-436E-9A00-C2A6F65D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CA3B1-A6D0-46EF-9C10-E80D0152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3,600 pencils.</a:t>
            </a:r>
          </a:p>
        </p:txBody>
      </p:sp>
    </p:spTree>
    <p:extLst>
      <p:ext uri="{BB962C8B-B14F-4D97-AF65-F5344CB8AC3E}">
        <p14:creationId xmlns:p14="http://schemas.microsoft.com/office/powerpoint/2010/main" val="1655354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CEC6A-9803-4008-A43E-FD2FAF33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66201-92EE-490F-9DED-2EF6637A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AA40C4-E484-4B5F-B612-1EC28C9D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814D3-103D-4A30-8A60-C505ABE1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7B9BE-5E6B-4643-A96F-C5A9E07F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B65700-5871-4B7D-A1CA-C4768D01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D79EC-941C-4F63-A30D-F8623068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B08B5-2675-44B1-AF0C-1760EBEC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A3FE98-6404-47EC-AFC2-3B7D7432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AEE284-EE43-4D5F-BBE6-D4304B4A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09004-3BD3-4F90-B3AF-00D501C3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6F899-3D88-4323-BB49-6B2F4671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9529B8-2240-439F-BB38-72D5D5AE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A87D6A-6F1D-4104-B252-E20797A2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3B79F9-F9EA-46EF-9C5F-0CC58AFE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B3287F-68F3-4C9B-843B-66737291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61,200 pencils.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A801F8-561D-4EF4-909F-CB387786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2147B-9AB2-4475-8E68-2343B729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36513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B586A2-38DC-4113-976C-84B7DA22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2A6D86-43BA-4D0C-863E-82AD2987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657CC-0185-4951-ADDE-0359AD32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36260-8D5F-4808-9456-C0BE6190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C1765D-8E87-4F2B-B8E4-DA49593E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3D79A-2A25-4147-9E0D-AD3CD9ED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03373-A6BE-4656-94BB-1394C334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C3F17-9346-49A0-9FA5-D8A406C5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B08126-AF5D-4849-A1C9-FC14BB74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9B566-87C3-4665-979E-455B651E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B6F881-9CF3-43D8-AD00-02A34937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532A99-63FA-493C-987F-DD4A58F5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CC4F0E-92D8-4E94-9314-30147C6C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D62D0D-DBAE-4548-AB8F-E7130EDF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400F7-6CC9-4310-857B-B2B41BD6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18846-ED74-4894-9385-99116C44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7C7C5-05BE-45F2-ABE4-E0918162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correctly but gives a product with no unit or context.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842198-3A8E-4BE8-8281-92A89841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D15D2-4807-4565-B0E2-C9BE613D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8C8721-56B7-4C05-9BA4-9868C1CF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3245DA-FB63-4806-8AA2-7BAB54E2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5731C9-E1CC-4635-8872-F4DFEDE0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781810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2026-09-09T22:13:46.5160000Z</dcterms:created>
  <dcterms:modified xsi:type="dcterms:W3CDTF">2026-09-09T22:13:46.5160000Z</dcterms:modified>
</coreProperties>
</file>