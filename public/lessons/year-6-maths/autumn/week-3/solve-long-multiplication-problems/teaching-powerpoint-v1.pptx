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4a036e09af45d2" /><Relationship Type="http://schemas.openxmlformats.org/officeDocument/2006/relationships/extended-properties" Target="/docProps/app.xml" Id="R3e3f1a4e72a74e30" /><Relationship Type="http://schemas.openxmlformats.org/officeDocument/2006/relationships/officeDocument" Target="/ppt/presentation.xml" Id="R8842c27cda7148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f52d228c1847c8"/>
  </p:sldMasterIdLst>
  <p:notesMasterIdLst>
    <p:notesMasterId xmlns:r="http://schemas.openxmlformats.org/officeDocument/2006/relationships" r:id="Rae2d33be667740d7"/>
  </p:notesMasterIdLst>
  <p:sldIdLst>
    <p:sldId xmlns:r="http://schemas.openxmlformats.org/officeDocument/2006/relationships" id="256" r:id="R274369a3916c4a29"/>
    <p:sldId xmlns:r="http://schemas.openxmlformats.org/officeDocument/2006/relationships" id="257" r:id="R3e9ed2c246074764"/>
    <p:sldId xmlns:r="http://schemas.openxmlformats.org/officeDocument/2006/relationships" id="258" r:id="R6882552fc75341fe"/>
    <p:sldId xmlns:r="http://schemas.openxmlformats.org/officeDocument/2006/relationships" id="259" r:id="Re3de8354c7b448c1"/>
    <p:sldId xmlns:r="http://schemas.openxmlformats.org/officeDocument/2006/relationships" id="260" r:id="R0c4f78222bde46eb"/>
    <p:sldId xmlns:r="http://schemas.openxmlformats.org/officeDocument/2006/relationships" id="261" r:id="R9843edc62e3143e7"/>
    <p:sldId xmlns:r="http://schemas.openxmlformats.org/officeDocument/2006/relationships" id="262" r:id="R5902f02ca2e044c1"/>
    <p:sldId xmlns:r="http://schemas.openxmlformats.org/officeDocument/2006/relationships" id="263" r:id="Ra7d983e4bc904f35"/>
    <p:sldId xmlns:r="http://schemas.openxmlformats.org/officeDocument/2006/relationships" id="264" r:id="R8496826376f441db"/>
    <p:sldId xmlns:r="http://schemas.openxmlformats.org/officeDocument/2006/relationships" id="265" r:id="Re6cb42730a4143ad"/>
    <p:sldId xmlns:r="http://schemas.openxmlformats.org/officeDocument/2006/relationships" id="266" r:id="R45323da612734208"/>
    <p:sldId xmlns:r="http://schemas.openxmlformats.org/officeDocument/2006/relationships" id="267" r:id="R19e5895900054c0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4fc3163ad54ad4" /><Relationship Type="http://schemas.openxmlformats.org/officeDocument/2006/relationships/slideMaster" Target="/ppt/slideMasters/slideMaster1.xml" Id="R0df52d228c1847c8" /><Relationship Type="http://schemas.openxmlformats.org/officeDocument/2006/relationships/notesMaster" Target="/ppt/notesMasters/notesMaster1.xml" Id="Rae2d33be667740d7" /><Relationship Type="http://schemas.openxmlformats.org/officeDocument/2006/relationships/presProps" Target="/ppt/presProps.xml" Id="Re7b7a6843d4644f9" /><Relationship Type="http://schemas.openxmlformats.org/officeDocument/2006/relationships/tableStyles" Target="/ppt/tableStyles.xml" Id="R389999691af54669" /><Relationship Type="http://schemas.openxmlformats.org/officeDocument/2006/relationships/slide" Target="/ppt/slides/slide1.xml" Id="R274369a3916c4a29" /><Relationship Type="http://schemas.openxmlformats.org/officeDocument/2006/relationships/slide" Target="/ppt/slides/slide2.xml" Id="R3e9ed2c246074764" /><Relationship Type="http://schemas.openxmlformats.org/officeDocument/2006/relationships/slide" Target="/ppt/slides/slide3.xml" Id="R6882552fc75341fe" /><Relationship Type="http://schemas.openxmlformats.org/officeDocument/2006/relationships/slide" Target="/ppt/slides/slide4.xml" Id="Re3de8354c7b448c1" /><Relationship Type="http://schemas.openxmlformats.org/officeDocument/2006/relationships/slide" Target="/ppt/slides/slide5.xml" Id="R0c4f78222bde46eb" /><Relationship Type="http://schemas.openxmlformats.org/officeDocument/2006/relationships/slide" Target="/ppt/slides/slide6.xml" Id="R9843edc62e3143e7" /><Relationship Type="http://schemas.openxmlformats.org/officeDocument/2006/relationships/slide" Target="/ppt/slides/slide7.xml" Id="R5902f02ca2e044c1" /><Relationship Type="http://schemas.openxmlformats.org/officeDocument/2006/relationships/slide" Target="/ppt/slides/slide8.xml" Id="Ra7d983e4bc904f35" /><Relationship Type="http://schemas.openxmlformats.org/officeDocument/2006/relationships/slide" Target="/ppt/slides/slide9.xml" Id="R8496826376f441db" /><Relationship Type="http://schemas.openxmlformats.org/officeDocument/2006/relationships/slide" Target="/ppt/slides/slide10.xml" Id="Re6cb42730a4143ad" /><Relationship Type="http://schemas.openxmlformats.org/officeDocument/2006/relationships/slide" Target="/ppt/slides/slide11.xml" Id="R45323da612734208" /><Relationship Type="http://schemas.openxmlformats.org/officeDocument/2006/relationships/slide" Target="/ppt/slides/slide12.xml" Id="R19e5895900054c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f9cc5963d5643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9afd023a4347ba" /><Relationship Type="http://schemas.openxmlformats.org/officeDocument/2006/relationships/notesMaster" Target="/ppt/notesMasters/notesMaster1.xml" Id="R5c0f8cd2683149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755d3994d34314" /><Relationship Type="http://schemas.openxmlformats.org/officeDocument/2006/relationships/notesMaster" Target="/ppt/notesMasters/notesMaster1.xml" Id="Rcd2cfbbec26849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793bc4438f45e6" /><Relationship Type="http://schemas.openxmlformats.org/officeDocument/2006/relationships/notesMaster" Target="/ppt/notesMasters/notesMaster1.xml" Id="R19d41d4e7ba74b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a13437dec64d87" /><Relationship Type="http://schemas.openxmlformats.org/officeDocument/2006/relationships/notesMaster" Target="/ppt/notesMasters/notesMaster1.xml" Id="R2555956c8d0e4f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f659c936f04ff4" /><Relationship Type="http://schemas.openxmlformats.org/officeDocument/2006/relationships/notesMaster" Target="/ppt/notesMasters/notesMaster1.xml" Id="Rbdc99bdf380c44d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27cd18d9494a34" /><Relationship Type="http://schemas.openxmlformats.org/officeDocument/2006/relationships/notesMaster" Target="/ppt/notesMasters/notesMaster1.xml" Id="R75cf55b534ca4b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b85a46d9d1407f" /><Relationship Type="http://schemas.openxmlformats.org/officeDocument/2006/relationships/notesMaster" Target="/ppt/notesMasters/notesMaster1.xml" Id="Ra90c1f28e8d54c2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f322461a384e92" /><Relationship Type="http://schemas.openxmlformats.org/officeDocument/2006/relationships/notesMaster" Target="/ppt/notesMasters/notesMaster1.xml" Id="Rc10d2a74e0944b4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668ac9b6264fda" /><Relationship Type="http://schemas.openxmlformats.org/officeDocument/2006/relationships/notesMaster" Target="/ppt/notesMasters/notesMaster1.xml" Id="R8e89568aa7a64b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7cb2598d9446aa" /><Relationship Type="http://schemas.openxmlformats.org/officeDocument/2006/relationships/notesMaster" Target="/ppt/notesMasters/notesMaster1.xml" Id="Rb1080141ffe04ab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1f8e5eb53654649" /><Relationship Type="http://schemas.openxmlformats.org/officeDocument/2006/relationships/notesMaster" Target="/ppt/notesMasters/notesMaster1.xml" Id="R2ac879b96ebc4a6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1fac74bb2b44421" /><Relationship Type="http://schemas.openxmlformats.org/officeDocument/2006/relationships/notesMaster" Target="/ppt/notesMasters/notesMaster1.xml" Id="R342018e84b6e46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74,080 items. | Estimate the product before calculating. | Return to the question, label the answer and complete every step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29,952 seats.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74,080 items.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Return to the question, label the answer and complete every step in the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74,080 items..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61,200 pencils..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3,600 pencils.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61,200 pencils.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61,200 pencils. | Return to the question, label the answer and complete every step in the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8547b8ee6d40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7010a134434c81" /><Relationship Type="http://schemas.openxmlformats.org/officeDocument/2006/relationships/slideLayout" Target="/ppt/slideLayouts/slideLayout1.xml" Id="R2f3c35c66e084d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3c35c66e084d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10ad44ae7b4a1d" /><Relationship Type="http://schemas.openxmlformats.org/officeDocument/2006/relationships/notesSlide" Target="/ppt/notesSlides/notesSlide1.xml" Id="R49231018130e45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12a505263c45c7" /><Relationship Type="http://schemas.openxmlformats.org/officeDocument/2006/relationships/notesSlide" Target="/ppt/notesSlides/notesSlide2.xml" Id="R891d8adcea5047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bf52d8a934395" /><Relationship Type="http://schemas.openxmlformats.org/officeDocument/2006/relationships/notesSlide" Target="/ppt/notesSlides/notesSlide3.xml" Id="R4f5f7741d8484a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ff2aa907b45af" /><Relationship Type="http://schemas.openxmlformats.org/officeDocument/2006/relationships/notesSlide" Target="/ppt/notesSlides/notesSlide4.xml" Id="R8195fb53aee641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dba5c26fd4755" /><Relationship Type="http://schemas.openxmlformats.org/officeDocument/2006/relationships/notesSlide" Target="/ppt/notesSlides/notesSlide5.xml" Id="R9534962ecea24fe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1cd39a5cf541b8" /><Relationship Type="http://schemas.openxmlformats.org/officeDocument/2006/relationships/notesSlide" Target="/ppt/notesSlides/notesSlide6.xml" Id="R53e11c68b9614e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323c0158464d6b" /><Relationship Type="http://schemas.openxmlformats.org/officeDocument/2006/relationships/image" Target="/ppt/media/image.png" Id="R24b27378507a4eea" /><Relationship Type="http://schemas.openxmlformats.org/officeDocument/2006/relationships/notesSlide" Target="/ppt/notesSlides/notesSlide7.xml" Id="Rb81e9a0972a746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7723e1f2b4529" /><Relationship Type="http://schemas.openxmlformats.org/officeDocument/2006/relationships/notesSlide" Target="/ppt/notesSlides/notesSlide8.xml" Id="Rbe6507664a8749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465dd3a4743c4" /><Relationship Type="http://schemas.openxmlformats.org/officeDocument/2006/relationships/notesSlide" Target="/ppt/notesSlides/notesSlide9.xml" Id="Raeccebcaab45448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f85db438e43be" /><Relationship Type="http://schemas.openxmlformats.org/officeDocument/2006/relationships/notesSlide" Target="/ppt/notesSlides/notesSlide10.xml" Id="Rfb54c39e1fc74b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ae2212ff0a4e88" /><Relationship Type="http://schemas.openxmlformats.org/officeDocument/2006/relationships/notesSlide" Target="/ppt/notesSlides/notesSlide11.xml" Id="R98f8d46f44aa46f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c7a683722d4c64" /><Relationship Type="http://schemas.openxmlformats.org/officeDocument/2006/relationships/notesSlide" Target="/ppt/notesSlides/notesSlide12.xml" Id="R4ed52a3a621548c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8D580B-AEC5-4822-B787-160F3150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99E42-76D1-4266-9589-D7D72059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4E62A7-6236-40B8-85A5-C75D588B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175653-4AA1-43E5-BAF4-D16B24BA8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ABABCF-3356-462E-880D-2DBA3E81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0EF59A-4BB7-46FA-9068-485538E8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5654A4-06AD-4314-9C4A-40A95212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116DB7-75CE-4573-AEBE-05883261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long multiplication in multi-step contexts.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BAC9C0-2EF1-428F-86AC-698318CF3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C566F-5390-4626-9025-25FF31DF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1097AB-0F1E-4844-B1A8-E6A49816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294186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95E5A8-BF53-490B-A4DE-E952FF68B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1B8678-9F43-435F-BF28-1EF2FF02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877387-B1EC-4B15-A7F6-1ECCD1B3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9D1E8D-D376-4FB5-895E-A77A3F00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C72C26-037E-4044-B6EB-9A58E614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E79408-032A-476C-962D-C4642DEB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2A97FE-438A-40C7-9269-BB707445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FE3A55-E754-4E71-B955-C6B8046E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95EC00-E5BF-46AC-A2E2-54380639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8F22DA-583A-423B-923E-C17B7824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6799C4-9D61-4EF0-8093-95212F67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9E66E3-349C-43E0-8083-F2712878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E36AFC-D631-483C-BFEC-DB6AE968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09BDD7-47C7-44A9-A5FF-A188B176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3AFB4-AA9E-4983-8DF4-71C3FDF4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DAF669-B5BF-45A3-86D2-2FDCFE1B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F878D3-22B1-4D62-A9D8-2DA51B27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factory packs 2,315 items each day for 32 days. How many items?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730C07-A3DB-4E73-BB34-11711525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11C59E-3ABC-4F17-BA5C-B9A60932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E5787D-4D64-4250-94E3-9EF1CC52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0DD87B-E180-4250-953D-26723069B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theatre has 1,248 seats in each of 24 identical sections. How many seats are there?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3FA3C7-F31F-4AB0-8822-0133AFC3F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7050736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BAF2BD-F02E-4F64-947B-63C216AB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96AA7B-FA55-47FD-BE1F-FBB7143B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47DB2B-F6BC-4BE8-B4D9-F5118E47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814E51-E8BF-4848-9CDD-091AACB0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EE5160-BC97-4E05-B9A2-E7733049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44535F-A96B-4965-B6C6-5EECA4B2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CB5890-3F17-452A-857C-FFB8DD36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AB6707-4962-46DD-904D-29E0C7DF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5AFD62-4AA6-4B75-8D30-9E2A0BDD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B4DBE6-5380-4544-9F49-958E48EA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apply long multiplication in multi-step contexts.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2C136D-C89C-4FFF-A7F1-51D38771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7BDC08-A72A-400E-A799-FE87DAC0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C7E672-C11F-49B1-82E9-DBC15CB1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07037B-80C5-4943-BCA9-579A3A06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ECCC22-BFC6-4822-B3C5-2F00CD72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9412307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E8FFFF-DCED-496E-9525-29CB9A50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549A2-A29C-46EF-9DEA-4C182D65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A4E561-4C4F-4CB7-9206-60B8C792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271DA-9111-432D-849C-6638A046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8DF71-B91F-4FDE-AC0E-02DD65827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AEA297-C559-4954-9F9B-36131210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056FCA-129C-40F3-B370-55D744CA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8298EB-C6AA-47DF-A095-FA38A290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1C2A35-E8D0-42B5-B779-51142BF4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7F8653-F30A-4931-85B1-5261DE9C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theatre has 1,248 seats in each of 24 identical sections. How many seats are there?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63ED39-B0FB-42D9-8CBF-237CFB3E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B9BFA0-C378-4F87-8CD5-F4C3A8C0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41699A-DE52-4732-B84F-2EEDB770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Estimate the product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E8B7D4-42EF-43BE-9E98-E2C7300A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2D8C15-191E-4FEC-B1F9-529494A3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51F14-808B-463B-BD70-21D0223D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by the ones, then multiply by the tens using correct place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3D85F1-DE33-4A54-80F1-9C6C5DEA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04C9C7-B901-49E2-8D65-E201CF76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EF0E5A-D1AA-453C-B3C8-7DBF1AF6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29,952 seats.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A6EEB-D5F7-4390-8A90-7AD16659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C90EBE-E1FB-494D-AD1F-C0E3CB0B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071F8C-1824-4D07-9069-3F961D32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Add the partial products and compare the answer with the estimate.</a:t>
            </a:r>
          </a:p>
        </p:txBody>
      </p:sp>
    </p:spTree>
    <p:extLst>
      <p:ext uri="{BB962C8B-B14F-4D97-AF65-F5344CB8AC3E}">
        <p14:creationId xmlns:p14="http://schemas.microsoft.com/office/powerpoint/2010/main" val="152422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143FA2-9933-46D1-9942-AD9C1EB34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1731B-8C3D-4B16-BD2F-03F0DE0B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C5083F-BAE1-4F28-A7C0-03DD4EB0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971DD3-AA25-414F-96C1-2B277654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D4759-6565-4020-B686-E432EB36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33D23B-4967-4E9C-B574-BEA3D2EB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64CFAD-4C0E-4B2D-9247-B5EF9EC0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9EFAFD-0D3D-49C9-80E8-9D0A4EC4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9DCC54-527D-4652-B502-5000C323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0849A3-7157-44D1-B7E2-B76301A8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8358F-2755-4897-A18A-C2531985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29,952 seats.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9991C7-6642-4D80-8DDC-FDBDEC3F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31AE36-DAAA-4880-94DD-DDA2BE91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2B28A0-86E4-45AA-8741-8C68A389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4673289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67D849-DA8D-4854-BDB7-CA8062DC5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6D37D-0EBD-4F88-8399-96A84D04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1FE0D2-7947-473E-885A-1941A50C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8285D-82E8-41BD-99FA-DB37A167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442091-5DF2-4DA0-B9C7-1DCDD62C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6D6EBE-F692-47E7-9B1B-B9322416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ABBF2D-D69F-4079-B5C7-C9D1DFD7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7578C6-0339-4980-B099-CCF4A57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9CB5C1-CA73-4757-A654-8FB06D43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439FFF-6E0D-48D8-BB92-CC051EC3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factory packs 2,315 items each day for 32 days. How many items?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CF751E-A4BD-4A2F-8E4B-0E0ADCE0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DA53D6-F53B-4F48-B8DE-2A661302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8690C1-3870-4D9D-995C-2DDA178E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331A63-DD7B-40D1-93E1-AB6D037C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1565D2-CCE8-4467-BD75-1B007E31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74,080 items.</a:t>
            </a:r>
          </a:p>
        </p:txBody>
      </p:sp>
    </p:spTree>
    <p:extLst>
      <p:ext uri="{BB962C8B-B14F-4D97-AF65-F5344CB8AC3E}">
        <p14:creationId xmlns:p14="http://schemas.microsoft.com/office/powerpoint/2010/main" val="15679503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CCD958-C08E-4676-A9FC-90FA17C7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60095-1647-4B57-AA9F-35EE4C10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99146-C340-40A8-9C75-67B23C1BE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AB5CD6-43C7-49A2-9788-5AAC9A07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AFAD17-9786-40FE-8061-8879F2CF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C6D161-08B8-40B7-AB9C-A2353723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31F784-E853-442A-A3A9-7B9C0968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7A4DB8-6FB2-4605-8E8F-D2D87B9F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48170E-4E27-40B1-A4C5-0DDF66AD7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27378507a4eea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D9F2F2-2CC1-4464-8F48-48DB56E0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FF135A-BFEA-4B64-BA5E-EE9A6231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correctly but gives a product with no unit or context.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A68AA4-FD51-41A8-A934-2F1E9525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6DAB66-6AA7-4714-B703-97BC3414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F9DB3A-4E14-4C26-9C38-EF44BEA51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Return to the question, label the answer and complete every step in the context.</a:t>
            </a:r>
          </a:p>
        </p:txBody>
      </p:sp>
    </p:spTree>
    <p:extLst>
      <p:ext uri="{BB962C8B-B14F-4D97-AF65-F5344CB8AC3E}">
        <p14:creationId xmlns:p14="http://schemas.microsoft.com/office/powerpoint/2010/main" val="9026945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384449-51B0-4C92-900A-C7820B77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55BF8C-0B49-4A0D-8DD2-F30A37D2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7A19D4-D51B-498E-A440-67C614E9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F3EC9-1D0A-47DD-BAC8-2E02C626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C02A2A-804E-4EEA-AB7E-C9D19A36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DABF84-1092-42B4-8B17-49A30A1D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F59CC8-2DEF-4216-8EDE-BD3D2147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301712-4D3A-46B2-A1FB-3974E581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F4BCEC-D525-4B57-9B61-D73BF89A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E3D4FE-D80B-4B3A-8398-C514248F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E163E0-1BE1-4239-87A4-8CF32646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8F3E50-CDBA-420B-BBBC-3339A8C2D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3B4ADC-E34D-4F00-84E4-8FDEB9338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factory packs 2,315 items each day for 32 days. How many items?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9E8343-CFAF-4DE6-B840-95D39D1D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530D50-A9A8-4D0C-88AC-6288961A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203F32-7634-471A-BDA9-C956C49B3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AC167A-4E8E-47A1-AA96-377657AB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5742B7-11BC-4572-BC4E-E363C9D4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C2463D-3938-43DF-B1BE-95CD9109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D2DED8-6948-4F34-838E-528FBB76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49FE81-8545-4E70-9514-26E42624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74,080 items.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EDF688-B7D0-4459-A145-03B7E524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281735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9FF6FC-5C34-4AAE-945D-1C01A8C3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714375-92D0-4B08-90FE-6C1F93AB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DD0A6C-3F75-47E5-A4CF-2C227580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72679-0BAB-415E-AD4B-C1BBCA1C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546A16-A6AC-4FEA-9850-9D5832D4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774DF6-37B4-40B2-9118-D0AA698A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DBC623-0934-4270-8455-2BAFAE8F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B47E00-3B13-449F-9E6B-DF3B5F39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8025ED-E7DF-4867-9A43-30910BBB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104492-8F33-449A-AB82-F1987D64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558F52-5462-43E6-8381-9FAD2AFB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885F90-320C-4A12-B630-78EFCFA3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F95034-A0C2-48B3-8832-F03BE946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orders 48 boxes of 1,275 pencils. How many pencils?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EAF7A6-AF22-4026-AD37-074E3B1E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24BDF5-03EA-498E-82F5-ABD6C25C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73E18E-9A8A-4844-844D-FDF396C6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865E88-3ED8-4795-B001-776B44C3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6E3137-3FA0-473B-8B25-04A2AE02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F3C3FA-A3E4-4BD8-85DC-F776EB5B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106262-C1F5-4EF0-9DAB-AA6BAD83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A81522-1A2A-4EC8-AE3D-E78D016F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220478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B6A687-AE02-4013-9E29-272EB8D8F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C7E609-6950-4388-A093-4D505333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C22ED0-81D6-4C5B-BAB1-54CF7BA5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CFE33-27F2-4407-996C-D78CD383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152C61-5EC2-4CD5-88AF-1998FE98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1DD89D-E6F9-4CD9-A565-7FB06A8C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7D1E57-3966-4FC8-A6CB-84F3F9E5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7C8EEB-295B-4B6F-A274-5ECECBE54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F84719-1903-463B-9DB0-59008D77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FCC9CF-7915-4113-8635-3AE372BE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 school gives 18 pencils to each of 3,200 pupils. How many remain from 61,200?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B06C8A-E70D-4FB6-B177-FF1DD0A3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E50145-00DC-47D1-96CC-E5FE04B69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3F516D-5D7C-4892-96B9-438A32F5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3,600 pencils.</a:t>
            </a:r>
          </a:p>
        </p:txBody>
      </p:sp>
    </p:spTree>
    <p:extLst>
      <p:ext uri="{BB962C8B-B14F-4D97-AF65-F5344CB8AC3E}">
        <p14:creationId xmlns:p14="http://schemas.microsoft.com/office/powerpoint/2010/main" val="13808546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A46097-85FE-44A8-A354-3EC84BD2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D7BC50-0E3A-4324-AF07-E785AB0E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F13D8-8634-41C8-A7E5-8C66C28F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021F3F-FF44-4051-A847-4E018F5C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E50CB-6752-48E2-B2DD-7A7B44DF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566248-EBDA-45AC-8C3B-C93B9EC2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19EFB5-A3B1-48D8-B993-DA98F7E3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EBBDEA-03F5-43CB-98CD-516B5FF7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E11D7F-B5A8-4CDF-A8EC-9FFA54B1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698A7-8C47-40A0-A663-957D837B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60B7C-65CA-4D55-9899-8274AB8C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EB3B94-2DF7-4C81-94EA-14E88309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orders 48 boxes of 1,275 pencils. How many pencils?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966BBA-BFFF-49FC-A3B1-450628DDF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DA7E71-EC21-4E6B-9D88-875F54DF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F39A5B-EA15-4BF0-8845-0EA1F321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F9D60F-5B5A-404C-BAF5-E20A8B5C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61,200 pencils.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BEF239-D5B9-46A1-8423-0A1436C5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B70B7C-0CA1-4FB5-8BBA-3C8014E6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483863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FAF288-1827-468C-BE70-D99BA5F9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9A1B74-3413-433F-97AA-FF634741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CEE16A-4C5E-4678-BBDA-699EA05F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000EEF-9AF6-4A2F-AF4B-6F01EF2B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133DEE-9D10-46BD-B7EB-BBF11BDF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FACF7-D8C3-438E-9D0B-DA19D1AE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D13AD7-5689-4B61-932F-91AF97AD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E01BE4-E90B-4BA8-BA80-57494D73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F9EF28-B2CF-4CC2-9E0F-BE37E4A3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long multiplication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D1EBC7-872B-4513-B1EC-481CAA2C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FD65DF-0850-4F44-B331-9B1283FB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DD6EE4-F364-4CC9-A9DD-59BE6A6C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D2DD4B-3225-407B-9884-CE6EEB79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orders 48 boxes of 1,275 pencils. How many pencils?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93950C-BF32-44DA-92AA-5A0FAD65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0799F0-1632-4A26-8216-D163DD15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BF8BCF-66E8-4DE4-B6A1-AB4AE29F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7F4311-E89E-4946-AFFC-43762F43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calculates correctly but gives a product with no unit or context.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2EB833-D448-4286-9F8C-E341530D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8C4231-52B2-4614-869B-F2C035264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785E12-264F-4D1A-AA5A-3B5D71644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C4254D-579A-4C4D-BDBC-FC29FEA6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A16E26-53EA-40C4-AC1B-1BE5E271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3612622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2026-09-09T20:45:09.4170000Z</dcterms:created>
  <dcterms:modified xsi:type="dcterms:W3CDTF">2026-09-09T20:45:09.4170000Z</dcterms:modified>
</coreProperties>
</file>