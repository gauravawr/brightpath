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Place-value counters, squared paper, multiplication grid, highlighters,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74,080 items. | Estimate the product before calculating. | Return to the question, label the answer and complete every step in the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factor, product, partial product, exchange, placeholder,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A theatre has 1,248 seats in each of 24 identical sections. How many seats are there? Answer: 29,952 seats.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74,080 items.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Return to the question, label the answer and complete every step in the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74,080 items..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61,200 pencils..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3,600 pencils.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A factory packs 2,315 items each day for 32 days. How many items? Expected: A school orders 48 boxes of 1,275 pencils. How many pencils? Higher: The school gives 18 pencils to each of 3,200 pupils. How many remain from 61,200?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61,200 pencils. | Return to the question, label the answer and complete every step in the context.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25EB422-CA22-4E0F-BDAF-AFDF714FA2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072F2F-EC7A-4F03-9CA2-9E31F531AAE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22DDA91-C570-44B7-9AAC-3A0166C27740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9D0284-253E-4813-ADF1-37016E2A9609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414379-CA39-46F3-AD61-DEE837F686F2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3  |  Day 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D9C531-82E3-4155-A1CA-76FBD3812F63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13672C8-DEA0-4281-A9C5-FB5EB04654F7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7033E6-5876-4B05-8DFE-1F7325B96A5A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8F5423-921B-4002-AFCC-31F7486D0CA8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apply long multiplication in multi-step contexts.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207470-0426-499C-9FA6-83B1C4E27B26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5AB3B9-971B-4362-A31A-B70FAD9FDD1B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counters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09629C-6C17-469C-9C54-5BDCC8D5055E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5758570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732CA43-EA15-4283-BE62-87769E23C17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32E396-2F39-4628-9C0F-A5A41F2731D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4D57302-7684-44A8-8FA9-DF2BE2EC892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8A83E74-1F34-428D-9804-68D2F7F9819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66FB7D-4025-45BF-A82A-2597E3FA708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775F1B-1223-4797-A240-F089D2B444A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A6687D-8950-402D-8AD6-8779F67DCA8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815461-A5C3-45FB-9EA2-FEC15622744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232ABC-C81E-44E3-AFAA-9A56BB6C953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18972-5520-476B-9D66-D49D5A30547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8434725-044B-4FE8-BE8C-A99F1608AB63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0CAA385-CB24-408B-982D-F15ADA5C400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0A26D7-809E-46F9-B810-BD9A517E27F5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E0AF56-1DB8-4F13-B3A5-02A7C7EE6FCA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Multiply up to four digits by one digit and use place value when multiplying by 10 and 100.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C72C717-A7D7-4FFF-8237-21A6D90586D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E86966B-4866-475A-BD57-5D2D6CC8706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9B288D-F361-4E72-89EE-965556B010F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930237-09CF-4216-BA90-19E0C36DEAD1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factory packs 2,315 items each day for 32 days. How many items?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AAC72BB-C65E-49B3-9089-8FAD9CC9D48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1BE9A61-A6C5-486A-B69F-CF90EBD3F21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BAB1948-190A-4AB6-9FC3-9E9FF0FF4A9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7E779D2-9A73-4436-B5FB-11220D99BB5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theatre has 1,248 seats in each of 24 identical sections. How many seats are there?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607392-EBE1-4A22-9714-FD80DB507658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084613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F692F35-BFA2-4C10-AFFE-B5FB7A3769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CF8A9C4-AC55-4C27-9AD1-42170A26C30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DCCCA34-4FC0-4F3D-B0D8-E226E89B0F1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DCA12B1-E999-47D3-9A77-09173E9C7BC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0C69A9-863F-4305-A08D-FD374B7518D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FB22D7-A350-4C0F-94C3-41768777958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1C9CD7-626E-43C1-AA0F-780065F66A4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8DA8E5-F3C7-4F68-A61B-2D4342E89C1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5F7EC9-61EE-4258-A573-E42DD8FCE84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93B9BE-5458-4A3D-8558-5C214BDC78A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26B087-103C-46E7-BF09-973084A1D246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apply long multiplication in multi-step contexts.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4A9F6C-A22F-4733-919B-511E1ABFF724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6DFCAB-D86E-4EDF-883A-28622F70CB61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product before calculating.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F65439E-AB01-49D0-B79D-5867B5487370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by the ones, then multiply by the tens using correct place value.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ECC5AC-787A-4377-95AA-F6E7D341951D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Add the partial products and compare the answer with the estimate.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773368A-1397-4C87-AB37-A3B4AB12067A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product  |  partial product  |  exchange  |  placeholder  |  estimate</a:t>
            </a:r>
          </a:p>
        </p:txBody>
      </p:sp>
    </p:spTree>
    <p:extLst>
      <p:ext uri="{BB962C8B-B14F-4D97-AF65-F5344CB8AC3E}">
        <p14:creationId xmlns:p14="http://schemas.microsoft.com/office/powerpoint/2010/main" val="2079393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D5AA6B08-7FF7-4584-96FB-22815696388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1D8A79-E708-4F79-A67D-6E9BA5A6287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C37DE8-298E-4BBF-8D5D-4047BB72F7E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8D872B0-F304-4776-B24A-1A88A9C9A78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9AB9E4-0AC0-4FBA-B964-13ADE5F30A6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BF4E8C-4E8F-4DC9-9A4A-895CED1B569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16BDF1-857A-4F53-B2C5-DD15315B2A7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B0CFF8-7B17-41A4-9440-36E205F22B5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B84534-556B-454B-87EA-25A2843282F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0EE566-3CE6-4607-9C48-D66E741BC41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41BE90-0FC9-4336-8619-45B26D5D392A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theatre has 1,248 seats in each of 24 identical sections. How many seats are there?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87998F-5A19-4EE6-ADC4-A56AE084AEC1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F5A5AC7-4CCD-477F-80A4-D9C16543292D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382146-295F-4311-ABB1-F862EA13A446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32CCFAD-DEE7-4F37-A934-FA3D1F47EDA0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product before calculating.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978F7D-54BA-41D4-ACA3-592FEDAB40B9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1A4F432-5607-4F11-9314-0C7FB9B31649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602478-3446-4BAD-B9FC-0CF332F3588E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22A33D-A79A-4004-8133-8EF7D0E62544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by the ones, then multiply by the tens using correct place value.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46598C0-5D7F-4245-BD6A-3BE990B75ACB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4DB9BE3-8B8D-43B9-B43D-BB91B2A48555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3651EF0-5091-48EC-9D0E-1BFCC3B19C48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0AFF4F8-729C-4ADA-B4AB-5CD5243834A4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Add the partial products and compare the answer with the estimate.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97749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288FB0B-5595-41B4-9770-444A36881AD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6B5A41-05B7-4939-AE9D-7C8D312E421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B500F7C-4289-48F8-9FAF-177B7751464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521B359-1845-457E-91BE-139A4DE1FC1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476D9B-8050-499D-AB73-BC61243A63D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82B503-90BC-4FFC-B1AF-15E2B9E8A75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4978AE-D347-4038-BB5C-703F30A2F2A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1B7054-8158-461A-BD9A-7B9B79F7940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511B9D-7FA8-4247-B855-D40D1CF572C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25D26B-2F1F-44C0-8B9D-335B232F795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19263F-3BF3-4F80-970D-B1B829A6CE01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7CDA66-65EC-4013-BE23-441141D7601A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29,952 seats.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765A300-4AF8-4C5B-98F8-18DAFA498599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BE9862-3058-4DB6-8793-1C9E9B8D7FF9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Add the partial products and compare the answer with the estimate.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0FFEC90-3408-4833-A53C-67D6576911F4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7090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7E0D92B-C2DE-4CFC-8F2C-2F50D567D44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A62DAD9-B58C-4B25-896F-D31E65CC5B0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2330B43-312A-4E6E-9616-FD8626C10EC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E552880-CC5E-4D09-9225-A0544599FAE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EB5E7C-841F-4C14-B638-9C06B8C8B26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791EDF-1248-47F8-A992-555C0AED026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6E9236-D7CA-434A-AD8F-50230B65544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A9127F-FA39-4A20-B95F-CE29DB879C2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132C89-37D5-4D12-B982-779CDC99101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A60F5A-6C5E-4D66-A5DC-CA0D287C449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87C1A2-188C-4F9B-8DB7-72886467A3D8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factory packs 2,315 items each day for 32 days. How many items?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D32DCB-70F8-4DA8-AEF8-CE8F12507E61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402E2A-AE1B-48F8-9DFC-4516B303E37D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BBD918B-BE4C-4D29-900B-8FA2B5EFD66D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C74858-CDD3-4181-AE35-8D6C8D77EDE1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248CFA-E945-44ED-9E05-9D90496A9E84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74,080 items.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85348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EA73BBB-3B8B-4B23-B4C9-503D944428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4E4C80-2CD6-4439-AF71-7FCC76ED483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5C0625A-7A15-4BAA-877F-4A8FF62CEB5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F1C655C-B1A2-4025-9CBF-F2DDE4B4FA8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B2BD75-62E6-435B-A6EC-50EF71DC125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BF7FB6-5A75-4A0C-8ABA-3D5886AAB64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208FCF-4A4C-4F4F-BEDC-D112BC8E305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DCC494-B617-4A98-8915-A1437DDD2D0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E99641-6D8A-4F92-B7D6-041F467C1FC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16DBE64-5043-4BDF-95BC-792576D1A32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22D6BED-2786-4220-A3B1-91EECC84D767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B3383D-6BCF-4D4A-A69D-39DCE9B5B528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calculates correctly but gives a product with no unit or context.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DE9906-A4D1-45AD-9006-D1F6D793D926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2A4EFE-2446-49A5-AE89-6DF690DCFFED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FE1B9BB-DC43-405F-AD0A-C165A9A594C0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Return to the question, label the answer and complete every step in the context.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2013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9E68953E-B875-46C8-93C0-0966C4C185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975F8E-743F-4BFC-AA4B-DE9EB8CA468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03080D3-F5C2-4A1D-8035-EA2E41E7FCA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5BDC12-464C-4554-85F7-0E6FCB6D78B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545FB-270A-4607-8253-5D97F83EF43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46D0EF-6986-44D2-8C98-305AB65BEF6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27DE28-5652-4565-BCD6-52388E45CC0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2C44DF-53CA-48DF-9EB6-451FAD39776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70AFC9-03B8-473F-BB59-49004D3D98F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741A79-4C79-4ED1-A20A-ADDF3CC80C2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15F425B-787E-4276-88E1-BD8AD12166C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CB4D884-C680-47F5-9FC2-92D066FA8F1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ACE00A-AB32-413D-AC99-0824300DE0A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388C71-39B8-4F57-95F7-8568081B55C2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factory packs 2,315 items each day for 32 days. How many items?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4E7A20B-778C-414F-9260-30E63C789C5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DB1EE4E-35D3-4E85-8002-7DCE61C4A85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5751D30-8716-4CCC-B305-5730EEC5409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3FFA3B3-61F0-4F27-9D88-298D285DE3A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609A28A-227D-4577-9AAD-96EDD7E36FF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C063228-3641-4ADE-8B82-4F439A35475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AFCDB2E-F648-45D9-A184-B1A82339AA5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8CAFC04-BFDB-4AAA-862E-1196D40C208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74,080 items.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9F1EFDC-3D89-4D75-877E-507968B2D33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812077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4821238-C38B-4B67-8D2D-1198BA6C53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7D5B6D0-0F99-420E-AE4C-F00B78801FF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A16631-0BAF-4359-94F7-CB93B255012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2EDCDC5-C87B-4AFD-866A-AB7EC8FF58D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A204D3-20B9-4DB9-8DF4-B9797C5458D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EBFE52-5304-418B-9393-55800B6ADF1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F6FD40-52D9-4283-9FE3-33FB9F79A83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5E8EA8-73AC-40B3-B574-C0402BFC370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A65E73-A795-49C8-AE54-B3DA78AC214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9D0443-447B-4A8F-BAF8-20BECD71A54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23BAC2B-8D7F-4726-9EEA-C3AD35E1081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ED3AF91-B1DB-482B-A9F6-B944863E355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CC14A3-8E38-4198-8A73-F211DF658E6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5A088E-658E-45D8-8D70-8AA515323DD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school orders 48 boxes of 1,275 pencils. How many pencils?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4DD6E80-8997-4AEE-AB33-F2330194014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6DB5910-84EC-4B42-9613-9D8EDE78063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3E5A785-A1D4-4D24-A1BD-89B8E249C9A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994E93-0A22-49E3-BEC2-9704971A3C5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8DF2222-4CAC-4DD6-A3FC-7C12D0E7A58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02526E2-4D62-41E6-8238-52F21749F0A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F4018A-F906-4DE2-A06B-9389D4FF2A0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23402FF-7BB6-4EB4-A070-42308A670659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44479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D86BF45-0412-4D1C-A177-7F58BE42804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6BE205-4771-4FAF-A2C7-0A66BFB88E6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0FA09B-90E3-4C77-B06F-61CC1E2FBB6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25C0E35-7C5D-4746-B7F9-D4B48A7F60C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5B5CB4-0497-4AAD-A6DB-C3106F34C03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60572F-CEB2-48BD-BD13-5EE722E6C80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39F5BC-29A6-4D8A-9B19-C3B5D08F72A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CA9BF8-3435-471C-AD64-E0910DE957E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27CF49-25F1-4827-8A05-054B4D37F88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B8522F-C632-4E05-BE08-E65C104FCDC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99979A-E984-4F32-85F0-1D4391E7D645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 school gives 18 pencils to each of 3,200 pupils. How many remain from 61,200?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AEDF98-0782-4281-A620-16BAE313AB77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96DF-DF9C-43DB-AEA8-78134B480395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5E7B31-CA22-4A85-B972-FC291B9F8093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3,600 pencils.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2463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896CCB82-E874-403B-B67A-69DABA709AD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65A4E4D-266C-4141-A1BA-9B023B25CB6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018026-D22E-42E1-9230-91729DA6E46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7C135C7-3F58-4F99-82BE-7B953F35ECC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E7FB21D-5348-4FB9-A669-83A4532FF4D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C950B0-E2F5-4539-BDAD-6B8117F07A8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266324-36FA-442C-968D-1CD0DE76A2F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2DD0C0-141A-473E-9019-B234B796B06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F6233E-6347-4266-88A4-244BD1BD6B0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8BD825-F1F1-4155-B52B-EE73E4D221B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EBA9B6D-1672-42F1-90C1-4FB5B2B2A2D3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1EEAD3D-5245-4C56-9D96-F66E44644ABA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A87998C-95CC-40FD-8154-4560287C4ED0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2B3A9D-E060-4B6A-92CB-6C47FC88C25F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FBF082-726F-4000-B4C1-2D774F57C9B6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C808AE-70D7-4266-BE51-9FC8BCEB8D11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7356C65-4908-47E2-8707-43B8D3F008EB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89EA2BF-1819-4222-B959-2FA134E61D93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0ED549B-FD12-46AD-B7EF-9AD6107CF11C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D0999BD-DDFE-4E6E-A95B-E3F64B9FFB65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9CD500B-EB3C-4614-8051-3419258060FC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DD9EB20-8A92-4119-A615-F3D47E9C8121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4C09555-83AE-4707-88AF-13F5B4450226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B1CBCBC-5590-45EC-BF3F-54D062A15021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9F1B55C-D111-400F-B9BF-DEA5E4EAF14D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AE524A1-74D7-4996-A9CF-35327C73EA32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0435255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915261C5-8D36-40C5-96A1-FC1A1430A7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E0F42A-635F-4B5B-ABE6-1F409BC95EA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C877B1-93CB-49A3-A663-3FA74B1934B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205B29-6588-4977-8FEB-9484C3F11F4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DA2073-CF90-4A71-81D0-408411795F3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C6C204-A3DE-4F1B-A049-B8E6D8ACEA2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5CDA32-1DF2-427A-BD94-E3ED0BF467C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7D1A08-7148-4A2C-B2D6-B1246D6F4BC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9A7DCF-2341-4BC4-B1C3-4FD6A68622B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11AAFA-2D4C-413D-B446-D0913623248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C114719-AAAD-4860-9933-A2DB3377ED0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A5B4B62-889F-496F-9BD8-915443434EF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28C6993-C4F4-4347-8B54-E6C7D409794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8190E2-5249-42A4-A7F1-BD509A02A10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school orders 48 boxes of 1,275 pencils. How many pencils?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1276A3E-EA2D-4600-A237-10EA15ACA75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3962548-556D-451B-97F2-E46E092E076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0C9CECC-FED8-49B5-B793-51B98091E6C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0D7A4E-A73A-40DA-AA49-1351BA151F8D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calculates correctly but gives a product with no unit or context.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BB4285D-426D-47F0-B3EB-F390102DFC5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F78A8BE-6AD8-4F07-8FE4-70C37CDE8CE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6F21932-A3C1-4453-AEE4-3CD5C9E68D9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92ABE0A-6F79-4D81-862A-1945254B28D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1DB6AAB-24FC-4B07-A034-7C71CA5D4A5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095768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1388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2026-09-08T22:35:28Z</dcterms:created>
  <dcterms:modified xsi:type="dcterms:W3CDTF">2026-09-08T22:42:48Z</dcterms:modified>
</cp:coreProperties>
</file>