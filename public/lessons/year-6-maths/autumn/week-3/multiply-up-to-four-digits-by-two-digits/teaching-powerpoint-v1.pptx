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3" r:id="rId9"/>
    <p:sldId id="264" r:id="rId10"/>
    <p:sldId id="265" r:id="rId11"/>
    <p:sldId id="266" r:id="rId12"/>
  </p:sldIdLst>
  <p:sldSz cx="15240000" cy="85725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Multiply up to four digits by two digits. Multiply up to four digits by two digits. Introduce the mathematical idea using the first worked example. The lesson can be placed anywhere in the teaching sequence.</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Multiply up to four digits by two digits. I do. Reveal each digit multiplication and the carried amount. On a tens row, reveal the zero placeholder before calculating. For a decimal, use the same place-value scale in the answer.</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Multiply up to four digits by two digits. I do. Align the place values. Reveal one column at a time, including every carry or exchange.</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Multiply up to four digits by two digits. You do. Pause before clicking. Let pupils try independently, then reveal and discuss every step. Reveal each digit multiplication and the carried amount. On a tens row, reveal the zero placeholder before calculating. For a decimal, use the same place-value scale in the answer.</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Multiply up to four digits by two digits. You do. Pause before clicking. Let pupils try independently, then reveal and discuss every step. Align the place values. Reveal one column at a time, including every carry or exchange.</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Multiply up to four digits by two digits. I do. Reveal each digit multiplication and the carried amount. On a tens row, reveal the zero placeholder before calculating. For a decimal, use the same place-value scale in the answer.</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Multiply up to four digits by two digits. I do. Align the place values. Reveal one column at a time, including every carry or exchange.</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Multiply up to four digits by two digits. You do. Pause before clicking. Let pupils try independently, then reveal and discuss every step. Reveal each digit multiplication and the carried amount. On a tens row, reveal the zero placeholder before calculating. For a decimal, use the same place-value scale in the answer.</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Multiply up to four digits by two digits. You do. Pause before clicking. Let pupils try independently, then reveal and discuss every step. Align the place values. Reveal one column at a time, including every carry or exchange.</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Multiply up to four digits by two digits. You do. Pause before clicking. Let pupils try independently, then reveal and discuss every step. These are the existing expected-level worksheet questions, in their original order. Do not advance to the answer slide until pupils have had time to finish.</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Multiply up to four digits by two digits. Answers. Answers to the preceding complete activity question set, in matching order. Accept mathematically valid alternatives for open questions.</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object-1">
            <a:extLst>
              <a:ext uri="{FF2B5EF4-FFF2-40B4-BE49-F238E27FC236}">
                <a16:creationId xmlns:a16="http://schemas.microsoft.com/office/drawing/2014/main" id="{D30A2157-31F2-41DA-8E6E-CC5772128ACD}"/>
              </a:ext>
            </a:extLst>
          </p:cNvPr>
          <p:cNvSpPr>
            <a:spLocks noGrp="1"/>
          </p:cNvSpPr>
          <p:nvPr/>
        </p:nvSpPr>
        <p:spPr>
          <a:xfrm>
            <a:off x="654844" y="357188"/>
            <a:ext cx="13930313" cy="1547813"/>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Multiply up to four digits by two digits</a:t>
            </a:r>
          </a:p>
        </p:txBody>
      </p:sp>
      <p:sp>
        <p:nvSpPr>
          <p:cNvPr id="2" name="object-2">
            <a:extLst>
              <a:ext uri="{FF2B5EF4-FFF2-40B4-BE49-F238E27FC236}">
                <a16:creationId xmlns:a16="http://schemas.microsoft.com/office/drawing/2014/main" id="{AD9D78F8-0642-48BB-BECA-35724E479F1A}"/>
              </a:ext>
            </a:extLst>
          </p:cNvPr>
          <p:cNvSpPr>
            <a:spLocks noGrp="1"/>
          </p:cNvSpPr>
          <p:nvPr/>
        </p:nvSpPr>
        <p:spPr>
          <a:xfrm>
            <a:off x="654844" y="2024063"/>
            <a:ext cx="13930313" cy="1012031"/>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Watch the model. Try the next question. Explain what changes.</a:t>
            </a:r>
          </a:p>
        </p:txBody>
      </p:sp>
      <p:sp>
        <p:nvSpPr>
          <p:cNvPr id="3" name="object-3">
            <a:extLst>
              <a:ext uri="{FF2B5EF4-FFF2-40B4-BE49-F238E27FC236}">
                <a16:creationId xmlns:a16="http://schemas.microsoft.com/office/drawing/2014/main" id="{1B28BB98-96E0-4E58-B98F-F18F37A36738}"/>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90FEA0AE-7163-43C7-A2AF-98A69DF999B2}"/>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Multiply up to four digits by two digits</a:t>
            </a:r>
          </a:p>
        </p:txBody>
      </p:sp>
      <p:sp>
        <p:nvSpPr>
          <p:cNvPr id="5" name="object-5">
            <a:extLst>
              <a:ext uri="{FF2B5EF4-FFF2-40B4-BE49-F238E27FC236}">
                <a16:creationId xmlns:a16="http://schemas.microsoft.com/office/drawing/2014/main" id="{A0AAA9C0-FB38-4BEC-87FD-192996761BA9}"/>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1</a:t>
            </a:r>
          </a:p>
        </p:txBody>
      </p:sp>
      <p:sp>
        <p:nvSpPr>
          <p:cNvPr id="6" name="object-6">
            <a:extLst>
              <a:ext uri="{FF2B5EF4-FFF2-40B4-BE49-F238E27FC236}">
                <a16:creationId xmlns:a16="http://schemas.microsoft.com/office/drawing/2014/main" id="{E0812EFC-5449-44AC-A8EF-9E78E46ADFA2}"/>
              </a:ext>
            </a:extLst>
          </p:cNvPr>
          <p:cNvSpPr>
            <a:spLocks noGrp="1"/>
          </p:cNvSpPr>
          <p:nvPr/>
        </p:nvSpPr>
        <p:spPr>
          <a:xfrm>
            <a:off x="1190625" y="3631406"/>
            <a:ext cx="12858750" cy="2143125"/>
          </a:xfrm>
          <a:prstGeom prst="rect">
            <a:avLst/>
          </a:prstGeom>
          <a:noFill/>
          <a:ln w="0">
            <a:noFill/>
          </a:ln>
        </p:spPr>
        <p:txBody>
          <a:bodyPr anchor="ctr">
            <a:noAutofit/>
          </a:bodyPr>
          <a:lstStyle/>
          <a:p>
            <a:pPr algn="ctr">
              <a:defRPr sz="3375" b="1">
                <a:solidFill>
                  <a:srgbClr val="1D4ED8"/>
                </a:solidFill>
                <a:latin typeface="Arial"/>
                <a:ea typeface="Arial"/>
                <a:cs typeface="Arial"/>
              </a:defRPr>
            </a:pPr>
            <a:r>
              <a:rPr sz="3375" b="1">
                <a:solidFill>
                  <a:srgbClr val="1D4ED8"/>
                </a:solidFill>
                <a:latin typeface="Arial"/>
                <a:ea typeface="Arial"/>
                <a:cs typeface="Arial"/>
              </a:rPr>
              <a:t>To multiply a number up to four digits by a two-digit number.</a:t>
            </a:r>
          </a:p>
        </p:txBody>
      </p:sp>
    </p:spTree>
    <p:extLst>
      <p:ext uri="{BB962C8B-B14F-4D97-AF65-F5344CB8AC3E}">
        <p14:creationId xmlns:p14="http://schemas.microsoft.com/office/powerpoint/2010/main" val="100825877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4" name="object-1">
            <a:extLst>
              <a:ext uri="{FF2B5EF4-FFF2-40B4-BE49-F238E27FC236}">
                <a16:creationId xmlns:a16="http://schemas.microsoft.com/office/drawing/2014/main" id="{14738723-AB73-402C-AF83-0429BAA59BE1}"/>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I do</a:t>
            </a:r>
          </a:p>
        </p:txBody>
      </p:sp>
      <p:sp>
        <p:nvSpPr>
          <p:cNvPr id="2" name="object-2">
            <a:extLst>
              <a:ext uri="{FF2B5EF4-FFF2-40B4-BE49-F238E27FC236}">
                <a16:creationId xmlns:a16="http://schemas.microsoft.com/office/drawing/2014/main" id="{FAEB8785-11C3-4EE7-A89C-80F125E7C24D}"/>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Calculate 2,304 × 27.</a:t>
            </a:r>
          </a:p>
        </p:txBody>
      </p:sp>
      <p:sp>
        <p:nvSpPr>
          <p:cNvPr id="3" name="object-3">
            <a:extLst>
              <a:ext uri="{FF2B5EF4-FFF2-40B4-BE49-F238E27FC236}">
                <a16:creationId xmlns:a16="http://schemas.microsoft.com/office/drawing/2014/main" id="{A2A59D1B-4E73-4513-8938-D8455E33BC41}"/>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6D500027-17DC-4A79-9F6F-A10010953028}"/>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Multiply up to four digits by two digits</a:t>
            </a:r>
          </a:p>
        </p:txBody>
      </p:sp>
      <p:sp>
        <p:nvSpPr>
          <p:cNvPr id="5" name="object-5">
            <a:extLst>
              <a:ext uri="{FF2B5EF4-FFF2-40B4-BE49-F238E27FC236}">
                <a16:creationId xmlns:a16="http://schemas.microsoft.com/office/drawing/2014/main" id="{6012A304-DD84-4038-A8D9-98F1F007FAAC}"/>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2</a:t>
            </a:r>
          </a:p>
        </p:txBody>
      </p:sp>
      <p:sp>
        <p:nvSpPr>
          <p:cNvPr id="6" name="object-6">
            <a:extLst>
              <a:ext uri="{FF2B5EF4-FFF2-40B4-BE49-F238E27FC236}">
                <a16:creationId xmlns:a16="http://schemas.microsoft.com/office/drawing/2014/main" id="{52E51584-01FA-4FA4-817F-CAF2CB2D177A}"/>
              </a:ext>
            </a:extLst>
          </p:cNvPr>
          <p:cNvSpPr>
            <a:spLocks noGrp="1"/>
          </p:cNvSpPr>
          <p:nvPr/>
        </p:nvSpPr>
        <p:spPr>
          <a:xfrm>
            <a:off x="7405688" y="2762250"/>
            <a:ext cx="762000" cy="714375"/>
          </a:xfrm>
          <a:prstGeom prst="rect">
            <a:avLst/>
          </a:prstGeom>
          <a:noFill/>
          <a:ln w="0">
            <a:noFill/>
          </a:ln>
        </p:spPr>
        <p:txBody>
          <a:bodyPr anchor="ctr">
            <a:noAutofit/>
          </a:bodyPr>
          <a:lstStyle/>
          <a:p>
            <a:pPr algn="ctr">
              <a:defRPr sz="3938" b="1">
                <a:solidFill>
                  <a:srgbClr val="1D4ED8"/>
                </a:solidFill>
                <a:latin typeface="Arial"/>
                <a:ea typeface="Arial"/>
                <a:cs typeface="Arial"/>
              </a:defRPr>
            </a:pPr>
            <a:r>
              <a:rPr sz="3938" b="1">
                <a:solidFill>
                  <a:srgbClr val="1D4ED8"/>
                </a:solidFill>
                <a:latin typeface="Arial"/>
                <a:ea typeface="Arial"/>
                <a:cs typeface="Arial"/>
              </a:rPr>
              <a:t>2</a:t>
            </a:r>
          </a:p>
        </p:txBody>
      </p:sp>
      <p:sp>
        <p:nvSpPr>
          <p:cNvPr id="7" name="object-7">
            <a:extLst>
              <a:ext uri="{FF2B5EF4-FFF2-40B4-BE49-F238E27FC236}">
                <a16:creationId xmlns:a16="http://schemas.microsoft.com/office/drawing/2014/main" id="{07119DA8-8639-439F-A603-15A19904941D}"/>
              </a:ext>
            </a:extLst>
          </p:cNvPr>
          <p:cNvSpPr>
            <a:spLocks noGrp="1"/>
          </p:cNvSpPr>
          <p:nvPr/>
        </p:nvSpPr>
        <p:spPr>
          <a:xfrm>
            <a:off x="8262938" y="2762250"/>
            <a:ext cx="762000" cy="714375"/>
          </a:xfrm>
          <a:prstGeom prst="rect">
            <a:avLst/>
          </a:prstGeom>
          <a:noFill/>
          <a:ln w="0">
            <a:noFill/>
          </a:ln>
        </p:spPr>
        <p:txBody>
          <a:bodyPr anchor="ctr">
            <a:noAutofit/>
          </a:bodyPr>
          <a:lstStyle/>
          <a:p>
            <a:pPr algn="ctr">
              <a:defRPr sz="3938" b="1">
                <a:solidFill>
                  <a:srgbClr val="1D4ED8"/>
                </a:solidFill>
                <a:latin typeface="Arial"/>
                <a:ea typeface="Arial"/>
                <a:cs typeface="Arial"/>
              </a:defRPr>
            </a:pPr>
            <a:r>
              <a:rPr sz="3938" b="1">
                <a:solidFill>
                  <a:srgbClr val="1D4ED8"/>
                </a:solidFill>
                <a:latin typeface="Arial"/>
                <a:ea typeface="Arial"/>
                <a:cs typeface="Arial"/>
              </a:rPr>
              <a:t>3</a:t>
            </a:r>
          </a:p>
        </p:txBody>
      </p:sp>
      <p:sp>
        <p:nvSpPr>
          <p:cNvPr id="8" name="object-8">
            <a:extLst>
              <a:ext uri="{FF2B5EF4-FFF2-40B4-BE49-F238E27FC236}">
                <a16:creationId xmlns:a16="http://schemas.microsoft.com/office/drawing/2014/main" id="{721E5276-D3E5-427D-8140-03E84085705C}"/>
              </a:ext>
            </a:extLst>
          </p:cNvPr>
          <p:cNvSpPr>
            <a:spLocks noGrp="1"/>
          </p:cNvSpPr>
          <p:nvPr/>
        </p:nvSpPr>
        <p:spPr>
          <a:xfrm>
            <a:off x="9120188" y="2762250"/>
            <a:ext cx="762000" cy="714375"/>
          </a:xfrm>
          <a:prstGeom prst="rect">
            <a:avLst/>
          </a:prstGeom>
          <a:noFill/>
          <a:ln w="0">
            <a:noFill/>
          </a:ln>
        </p:spPr>
        <p:txBody>
          <a:bodyPr anchor="ctr">
            <a:noAutofit/>
          </a:bodyPr>
          <a:lstStyle/>
          <a:p>
            <a:pPr algn="ctr">
              <a:defRPr sz="3938" b="1">
                <a:solidFill>
                  <a:srgbClr val="1D4ED8"/>
                </a:solidFill>
                <a:latin typeface="Arial"/>
                <a:ea typeface="Arial"/>
                <a:cs typeface="Arial"/>
              </a:defRPr>
            </a:pPr>
            <a:r>
              <a:rPr sz="3938" b="1">
                <a:solidFill>
                  <a:srgbClr val="1D4ED8"/>
                </a:solidFill>
                <a:latin typeface="Arial"/>
                <a:ea typeface="Arial"/>
                <a:cs typeface="Arial"/>
              </a:rPr>
              <a:t>0</a:t>
            </a:r>
          </a:p>
        </p:txBody>
      </p:sp>
      <p:sp>
        <p:nvSpPr>
          <p:cNvPr id="9" name="object-9">
            <a:extLst>
              <a:ext uri="{FF2B5EF4-FFF2-40B4-BE49-F238E27FC236}">
                <a16:creationId xmlns:a16="http://schemas.microsoft.com/office/drawing/2014/main" id="{8624BE9F-859F-4119-A9E3-6D0B6A2096CF}"/>
              </a:ext>
            </a:extLst>
          </p:cNvPr>
          <p:cNvSpPr>
            <a:spLocks noGrp="1"/>
          </p:cNvSpPr>
          <p:nvPr/>
        </p:nvSpPr>
        <p:spPr>
          <a:xfrm>
            <a:off x="9977438" y="2762250"/>
            <a:ext cx="762000" cy="714375"/>
          </a:xfrm>
          <a:prstGeom prst="rect">
            <a:avLst/>
          </a:prstGeom>
          <a:noFill/>
          <a:ln w="0">
            <a:noFill/>
          </a:ln>
        </p:spPr>
        <p:txBody>
          <a:bodyPr anchor="ctr">
            <a:noAutofit/>
          </a:bodyPr>
          <a:lstStyle/>
          <a:p>
            <a:pPr algn="ctr">
              <a:defRPr sz="3938" b="1">
                <a:solidFill>
                  <a:srgbClr val="1D4ED8"/>
                </a:solidFill>
                <a:latin typeface="Arial"/>
                <a:ea typeface="Arial"/>
                <a:cs typeface="Arial"/>
              </a:defRPr>
            </a:pPr>
            <a:r>
              <a:rPr sz="3938" b="1">
                <a:solidFill>
                  <a:srgbClr val="1D4ED8"/>
                </a:solidFill>
                <a:latin typeface="Arial"/>
                <a:ea typeface="Arial"/>
                <a:cs typeface="Arial"/>
              </a:rPr>
              <a:t>4</a:t>
            </a:r>
          </a:p>
        </p:txBody>
      </p:sp>
      <p:sp>
        <p:nvSpPr>
          <p:cNvPr id="10" name="object-10">
            <a:extLst>
              <a:ext uri="{FF2B5EF4-FFF2-40B4-BE49-F238E27FC236}">
                <a16:creationId xmlns:a16="http://schemas.microsoft.com/office/drawing/2014/main" id="{B989FFAA-B32D-4848-9F27-9F075BCA276F}"/>
              </a:ext>
            </a:extLst>
          </p:cNvPr>
          <p:cNvSpPr>
            <a:spLocks noGrp="1"/>
          </p:cNvSpPr>
          <p:nvPr/>
        </p:nvSpPr>
        <p:spPr>
          <a:xfrm>
            <a:off x="5834063" y="3690938"/>
            <a:ext cx="714375" cy="714375"/>
          </a:xfrm>
          <a:prstGeom prst="rect">
            <a:avLst/>
          </a:prstGeom>
          <a:noFill/>
          <a:ln w="0">
            <a:noFill/>
          </a:ln>
        </p:spPr>
        <p:txBody>
          <a:bodyPr anchor="ctr">
            <a:noAutofit/>
          </a:bodyPr>
          <a:lstStyle/>
          <a:p>
            <a:pPr algn="l">
              <a:defRPr sz="3938" b="0">
                <a:solidFill>
                  <a:srgbClr val="172B4D"/>
                </a:solidFill>
                <a:latin typeface="Arial"/>
                <a:ea typeface="Arial"/>
                <a:cs typeface="Arial"/>
              </a:defRPr>
            </a:pPr>
            <a:r>
              <a:rPr sz="3938" b="0">
                <a:solidFill>
                  <a:srgbClr val="172B4D"/>
                </a:solidFill>
                <a:latin typeface="Arial"/>
                <a:ea typeface="Arial"/>
                <a:cs typeface="Arial"/>
              </a:rPr>
              <a:t>×</a:t>
            </a:r>
          </a:p>
        </p:txBody>
      </p:sp>
      <p:sp>
        <p:nvSpPr>
          <p:cNvPr id="11" name="object-11">
            <a:extLst>
              <a:ext uri="{FF2B5EF4-FFF2-40B4-BE49-F238E27FC236}">
                <a16:creationId xmlns:a16="http://schemas.microsoft.com/office/drawing/2014/main" id="{41DC0B83-0E4D-4BA4-A281-6E89D59173F8}"/>
              </a:ext>
            </a:extLst>
          </p:cNvPr>
          <p:cNvSpPr>
            <a:spLocks noGrp="1"/>
          </p:cNvSpPr>
          <p:nvPr/>
        </p:nvSpPr>
        <p:spPr>
          <a:xfrm>
            <a:off x="9120188" y="3690938"/>
            <a:ext cx="1619250" cy="714375"/>
          </a:xfrm>
          <a:prstGeom prst="rect">
            <a:avLst/>
          </a:prstGeom>
          <a:noFill/>
          <a:ln w="0">
            <a:noFill/>
          </a:ln>
        </p:spPr>
        <p:txBody>
          <a:bodyPr anchor="ctr">
            <a:noAutofit/>
          </a:bodyPr>
          <a:lstStyle/>
          <a:p>
            <a:pPr algn="r">
              <a:defRPr sz="3938" b="1">
                <a:solidFill>
                  <a:srgbClr val="1D4ED8"/>
                </a:solidFill>
                <a:latin typeface="Arial"/>
                <a:ea typeface="Arial"/>
                <a:cs typeface="Arial"/>
              </a:defRPr>
            </a:pPr>
            <a:r>
              <a:rPr sz="3938" b="1">
                <a:solidFill>
                  <a:srgbClr val="1D4ED8"/>
                </a:solidFill>
                <a:latin typeface="Arial"/>
                <a:ea typeface="Arial"/>
                <a:cs typeface="Arial"/>
              </a:rPr>
              <a:t>27</a:t>
            </a:r>
          </a:p>
        </p:txBody>
      </p:sp>
      <p:sp>
        <p:nvSpPr>
          <p:cNvPr id="12" name="object-12">
            <a:extLst>
              <a:ext uri="{FF2B5EF4-FFF2-40B4-BE49-F238E27FC236}">
                <a16:creationId xmlns:a16="http://schemas.microsoft.com/office/drawing/2014/main" id="{BD75DA1E-02D7-4AD1-9A6A-CE3A974A9076}"/>
              </a:ext>
            </a:extLst>
          </p:cNvPr>
          <p:cNvSpPr>
            <a:spLocks noGrp="1"/>
          </p:cNvSpPr>
          <p:nvPr/>
        </p:nvSpPr>
        <p:spPr>
          <a:xfrm>
            <a:off x="6369844" y="4464844"/>
            <a:ext cx="4583906" cy="35719"/>
          </a:xfrm>
          <a:prstGeom prst="rect">
            <a:avLst/>
          </a:prstGeom>
          <a:solidFill>
            <a:srgbClr val="172B4D"/>
          </a:solidFill>
          <a:ln w="0">
            <a:noFill/>
          </a:ln>
        </p:spPr>
      </p:sp>
      <p:sp>
        <p:nvSpPr>
          <p:cNvPr id="13" name="object-13">
            <a:extLst>
              <a:ext uri="{FF2B5EF4-FFF2-40B4-BE49-F238E27FC236}">
                <a16:creationId xmlns:a16="http://schemas.microsoft.com/office/drawing/2014/main" id="{5327296E-14B6-4564-9A12-F0CF7AC70B0C}"/>
              </a:ext>
            </a:extLst>
          </p:cNvPr>
          <p:cNvSpPr>
            <a:spLocks noGrp="1"/>
          </p:cNvSpPr>
          <p:nvPr/>
        </p:nvSpPr>
        <p:spPr>
          <a:xfrm>
            <a:off x="1012031" y="6738938"/>
            <a:ext cx="13215938" cy="559594"/>
          </a:xfrm>
          <a:prstGeom prst="rect">
            <a:avLst/>
          </a:prstGeom>
          <a:noFill/>
          <a:ln w="0">
            <a:noFill/>
          </a:ln>
        </p:spPr>
        <p:txBody>
          <a:bodyPr anchor="ctr">
            <a:noAutofit/>
          </a:bodyPr>
          <a:lstStyle/>
          <a:p>
            <a:pPr algn="ctr">
              <a:defRPr sz="2813" b="1">
                <a:solidFill>
                  <a:srgbClr val="172B4D"/>
                </a:solidFill>
                <a:latin typeface="Arial"/>
                <a:ea typeface="Arial"/>
                <a:cs typeface="Arial"/>
              </a:defRPr>
            </a:pPr>
            <a:r>
              <a:rPr sz="2813" b="1">
                <a:solidFill>
                  <a:srgbClr val="172B4D"/>
                </a:solidFill>
                <a:latin typeface="Arial"/>
                <a:ea typeface="Arial"/>
                <a:cs typeface="Arial"/>
              </a:rPr>
              <a:t>7 × 4 = 28</a:t>
            </a:r>
          </a:p>
        </p:txBody>
      </p:sp>
      <p:sp>
        <p:nvSpPr>
          <p:cNvPr id="14" name="object-14">
            <a:extLst>
              <a:ext uri="{FF2B5EF4-FFF2-40B4-BE49-F238E27FC236}">
                <a16:creationId xmlns:a16="http://schemas.microsoft.com/office/drawing/2014/main" id="{AD4E52D6-DE08-45E0-9488-A8EEE05729FF}"/>
              </a:ext>
            </a:extLst>
          </p:cNvPr>
          <p:cNvSpPr>
            <a:spLocks noGrp="1"/>
          </p:cNvSpPr>
          <p:nvPr/>
        </p:nvSpPr>
        <p:spPr>
          <a:xfrm>
            <a:off x="9977438" y="4655344"/>
            <a:ext cx="762000" cy="773906"/>
          </a:xfrm>
          <a:prstGeom prst="rect">
            <a:avLst/>
          </a:prstGeom>
          <a:noFill/>
          <a:ln w="0">
            <a:noFill/>
          </a:ln>
        </p:spPr>
        <p:txBody>
          <a:bodyPr anchor="ctr">
            <a:noAutofit/>
          </a:bodyPr>
          <a:lstStyle/>
          <a:p>
            <a:pPr algn="ctr">
              <a:defRPr sz="4031" b="1">
                <a:solidFill>
                  <a:srgbClr val="11745A"/>
                </a:solidFill>
                <a:latin typeface="Arial"/>
                <a:ea typeface="Arial"/>
                <a:cs typeface="Arial"/>
              </a:defRPr>
            </a:pPr>
            <a:r>
              <a:rPr sz="4031" b="1">
                <a:solidFill>
                  <a:srgbClr val="11745A"/>
                </a:solidFill>
                <a:latin typeface="Arial"/>
                <a:ea typeface="Arial"/>
                <a:cs typeface="Arial"/>
              </a:rPr>
              <a:t>8</a:t>
            </a:r>
          </a:p>
        </p:txBody>
      </p:sp>
      <p:sp>
        <p:nvSpPr>
          <p:cNvPr id="15" name="object-15">
            <a:extLst>
              <a:ext uri="{FF2B5EF4-FFF2-40B4-BE49-F238E27FC236}">
                <a16:creationId xmlns:a16="http://schemas.microsoft.com/office/drawing/2014/main" id="{669D70A2-2F33-473B-8135-AE1835024AD0}"/>
              </a:ext>
            </a:extLst>
          </p:cNvPr>
          <p:cNvSpPr>
            <a:spLocks noGrp="1"/>
          </p:cNvSpPr>
          <p:nvPr/>
        </p:nvSpPr>
        <p:spPr>
          <a:xfrm>
            <a:off x="9977438" y="2262188"/>
            <a:ext cx="762000" cy="476250"/>
          </a:xfrm>
          <a:prstGeom prst="rect">
            <a:avLst/>
          </a:prstGeom>
          <a:noFill/>
          <a:ln w="0">
            <a:noFill/>
          </a:ln>
        </p:spPr>
        <p:txBody>
          <a:bodyPr anchor="ctr">
            <a:noAutofit/>
          </a:bodyPr>
          <a:lstStyle/>
          <a:p>
            <a:pPr algn="ctr">
              <a:defRPr sz="2344" b="1">
                <a:solidFill>
                  <a:srgbClr val="9A5800"/>
                </a:solidFill>
                <a:latin typeface="Arial"/>
                <a:ea typeface="Arial"/>
                <a:cs typeface="Arial"/>
              </a:defRPr>
            </a:pPr>
            <a:r>
              <a:rPr sz="2344" b="1">
                <a:solidFill>
                  <a:srgbClr val="9A5800"/>
                </a:solidFill>
                <a:latin typeface="Arial"/>
                <a:ea typeface="Arial"/>
                <a:cs typeface="Arial"/>
              </a:rPr>
              <a:t>2</a:t>
            </a:r>
          </a:p>
        </p:txBody>
      </p:sp>
      <p:sp>
        <p:nvSpPr>
          <p:cNvPr id="16" name="object-16">
            <a:extLst>
              <a:ext uri="{FF2B5EF4-FFF2-40B4-BE49-F238E27FC236}">
                <a16:creationId xmlns:a16="http://schemas.microsoft.com/office/drawing/2014/main" id="{E437E8A8-5D8B-436A-BE83-77025F7FCA5E}"/>
              </a:ext>
            </a:extLst>
          </p:cNvPr>
          <p:cNvSpPr>
            <a:spLocks noGrp="1"/>
          </p:cNvSpPr>
          <p:nvPr/>
        </p:nvSpPr>
        <p:spPr>
          <a:xfrm>
            <a:off x="1012031" y="6738938"/>
            <a:ext cx="13215938" cy="559594"/>
          </a:xfrm>
          <a:prstGeom prst="rect">
            <a:avLst/>
          </a:prstGeom>
          <a:noFill/>
          <a:ln w="0">
            <a:noFill/>
          </a:ln>
        </p:spPr>
        <p:txBody>
          <a:bodyPr anchor="ctr">
            <a:noAutofit/>
          </a:bodyPr>
          <a:lstStyle/>
          <a:p>
            <a:pPr algn="ctr">
              <a:defRPr sz="2813" b="1">
                <a:solidFill>
                  <a:srgbClr val="172B4D"/>
                </a:solidFill>
                <a:latin typeface="Arial"/>
                <a:ea typeface="Arial"/>
                <a:cs typeface="Arial"/>
              </a:defRPr>
            </a:pPr>
            <a:r>
              <a:rPr sz="2813" b="1">
                <a:solidFill>
                  <a:srgbClr val="172B4D"/>
                </a:solidFill>
                <a:latin typeface="Arial"/>
                <a:ea typeface="Arial"/>
                <a:cs typeface="Arial"/>
              </a:rPr>
              <a:t>7 × 0 + 2 = 2</a:t>
            </a:r>
          </a:p>
        </p:txBody>
      </p:sp>
      <p:sp>
        <p:nvSpPr>
          <p:cNvPr id="17" name="object-17">
            <a:extLst>
              <a:ext uri="{FF2B5EF4-FFF2-40B4-BE49-F238E27FC236}">
                <a16:creationId xmlns:a16="http://schemas.microsoft.com/office/drawing/2014/main" id="{29E40FF5-C407-4BFE-B098-5182831DF7A1}"/>
              </a:ext>
            </a:extLst>
          </p:cNvPr>
          <p:cNvSpPr>
            <a:spLocks noGrp="1"/>
          </p:cNvSpPr>
          <p:nvPr/>
        </p:nvSpPr>
        <p:spPr>
          <a:xfrm>
            <a:off x="9120188" y="4655344"/>
            <a:ext cx="762000" cy="773906"/>
          </a:xfrm>
          <a:prstGeom prst="rect">
            <a:avLst/>
          </a:prstGeom>
          <a:noFill/>
          <a:ln w="0">
            <a:noFill/>
          </a:ln>
        </p:spPr>
        <p:txBody>
          <a:bodyPr anchor="ctr">
            <a:noAutofit/>
          </a:bodyPr>
          <a:lstStyle/>
          <a:p>
            <a:pPr algn="ctr">
              <a:defRPr sz="4031" b="1">
                <a:solidFill>
                  <a:srgbClr val="11745A"/>
                </a:solidFill>
                <a:latin typeface="Arial"/>
                <a:ea typeface="Arial"/>
                <a:cs typeface="Arial"/>
              </a:defRPr>
            </a:pPr>
            <a:r>
              <a:rPr sz="4031" b="1">
                <a:solidFill>
                  <a:srgbClr val="11745A"/>
                </a:solidFill>
                <a:latin typeface="Arial"/>
                <a:ea typeface="Arial"/>
                <a:cs typeface="Arial"/>
              </a:rPr>
              <a:t>2</a:t>
            </a:r>
          </a:p>
        </p:txBody>
      </p:sp>
      <p:sp>
        <p:nvSpPr>
          <p:cNvPr id="18" name="object-18">
            <a:extLst>
              <a:ext uri="{FF2B5EF4-FFF2-40B4-BE49-F238E27FC236}">
                <a16:creationId xmlns:a16="http://schemas.microsoft.com/office/drawing/2014/main" id="{D1DB407D-94C4-4B26-B6D5-95DF0ACC97B2}"/>
              </a:ext>
            </a:extLst>
          </p:cNvPr>
          <p:cNvSpPr>
            <a:spLocks noGrp="1"/>
          </p:cNvSpPr>
          <p:nvPr/>
        </p:nvSpPr>
        <p:spPr>
          <a:xfrm>
            <a:off x="1012031" y="6738938"/>
            <a:ext cx="13215938" cy="559594"/>
          </a:xfrm>
          <a:prstGeom prst="rect">
            <a:avLst/>
          </a:prstGeom>
          <a:noFill/>
          <a:ln w="0">
            <a:noFill/>
          </a:ln>
        </p:spPr>
        <p:txBody>
          <a:bodyPr anchor="ctr">
            <a:noAutofit/>
          </a:bodyPr>
          <a:lstStyle/>
          <a:p>
            <a:pPr algn="ctr">
              <a:defRPr sz="2813" b="1">
                <a:solidFill>
                  <a:srgbClr val="172B4D"/>
                </a:solidFill>
                <a:latin typeface="Arial"/>
                <a:ea typeface="Arial"/>
                <a:cs typeface="Arial"/>
              </a:defRPr>
            </a:pPr>
            <a:r>
              <a:rPr sz="2813" b="1">
                <a:solidFill>
                  <a:srgbClr val="172B4D"/>
                </a:solidFill>
                <a:latin typeface="Arial"/>
                <a:ea typeface="Arial"/>
                <a:cs typeface="Arial"/>
              </a:rPr>
              <a:t>7 × 3 = 21</a:t>
            </a:r>
          </a:p>
        </p:txBody>
      </p:sp>
      <p:sp>
        <p:nvSpPr>
          <p:cNvPr id="19" name="object-19">
            <a:extLst>
              <a:ext uri="{FF2B5EF4-FFF2-40B4-BE49-F238E27FC236}">
                <a16:creationId xmlns:a16="http://schemas.microsoft.com/office/drawing/2014/main" id="{98A41A01-1346-49A8-8805-9D060F76954D}"/>
              </a:ext>
            </a:extLst>
          </p:cNvPr>
          <p:cNvSpPr>
            <a:spLocks noGrp="1"/>
          </p:cNvSpPr>
          <p:nvPr/>
        </p:nvSpPr>
        <p:spPr>
          <a:xfrm>
            <a:off x="8262938" y="4655344"/>
            <a:ext cx="762000" cy="773906"/>
          </a:xfrm>
          <a:prstGeom prst="rect">
            <a:avLst/>
          </a:prstGeom>
          <a:noFill/>
          <a:ln w="0">
            <a:noFill/>
          </a:ln>
        </p:spPr>
        <p:txBody>
          <a:bodyPr anchor="ctr">
            <a:noAutofit/>
          </a:bodyPr>
          <a:lstStyle/>
          <a:p>
            <a:pPr algn="ctr">
              <a:defRPr sz="4031" b="1">
                <a:solidFill>
                  <a:srgbClr val="11745A"/>
                </a:solidFill>
                <a:latin typeface="Arial"/>
                <a:ea typeface="Arial"/>
                <a:cs typeface="Arial"/>
              </a:defRPr>
            </a:pPr>
            <a:r>
              <a:rPr sz="4031" b="1">
                <a:solidFill>
                  <a:srgbClr val="11745A"/>
                </a:solidFill>
                <a:latin typeface="Arial"/>
                <a:ea typeface="Arial"/>
                <a:cs typeface="Arial"/>
              </a:rPr>
              <a:t>1</a:t>
            </a:r>
          </a:p>
        </p:txBody>
      </p:sp>
      <p:sp>
        <p:nvSpPr>
          <p:cNvPr id="20" name="object-20">
            <a:extLst>
              <a:ext uri="{FF2B5EF4-FFF2-40B4-BE49-F238E27FC236}">
                <a16:creationId xmlns:a16="http://schemas.microsoft.com/office/drawing/2014/main" id="{7799058C-25F0-44F4-A6F1-8EFF1F57DB21}"/>
              </a:ext>
            </a:extLst>
          </p:cNvPr>
          <p:cNvSpPr>
            <a:spLocks noGrp="1"/>
          </p:cNvSpPr>
          <p:nvPr/>
        </p:nvSpPr>
        <p:spPr>
          <a:xfrm>
            <a:off x="8262938" y="2262188"/>
            <a:ext cx="762000" cy="476250"/>
          </a:xfrm>
          <a:prstGeom prst="rect">
            <a:avLst/>
          </a:prstGeom>
          <a:noFill/>
          <a:ln w="0">
            <a:noFill/>
          </a:ln>
        </p:spPr>
        <p:txBody>
          <a:bodyPr anchor="ctr">
            <a:noAutofit/>
          </a:bodyPr>
          <a:lstStyle/>
          <a:p>
            <a:pPr algn="ctr">
              <a:defRPr sz="2344" b="1">
                <a:solidFill>
                  <a:srgbClr val="9A5800"/>
                </a:solidFill>
                <a:latin typeface="Arial"/>
                <a:ea typeface="Arial"/>
                <a:cs typeface="Arial"/>
              </a:defRPr>
            </a:pPr>
            <a:r>
              <a:rPr sz="2344" b="1">
                <a:solidFill>
                  <a:srgbClr val="9A5800"/>
                </a:solidFill>
                <a:latin typeface="Arial"/>
                <a:ea typeface="Arial"/>
                <a:cs typeface="Arial"/>
              </a:rPr>
              <a:t>2</a:t>
            </a:r>
          </a:p>
        </p:txBody>
      </p:sp>
      <p:sp>
        <p:nvSpPr>
          <p:cNvPr id="21" name="object-21">
            <a:extLst>
              <a:ext uri="{FF2B5EF4-FFF2-40B4-BE49-F238E27FC236}">
                <a16:creationId xmlns:a16="http://schemas.microsoft.com/office/drawing/2014/main" id="{51F9657B-AD3B-41E5-8B87-1F9CF970D06C}"/>
              </a:ext>
            </a:extLst>
          </p:cNvPr>
          <p:cNvSpPr>
            <a:spLocks noGrp="1"/>
          </p:cNvSpPr>
          <p:nvPr/>
        </p:nvSpPr>
        <p:spPr>
          <a:xfrm>
            <a:off x="1012031" y="6738938"/>
            <a:ext cx="13215938" cy="559594"/>
          </a:xfrm>
          <a:prstGeom prst="rect">
            <a:avLst/>
          </a:prstGeom>
          <a:noFill/>
          <a:ln w="0">
            <a:noFill/>
          </a:ln>
        </p:spPr>
        <p:txBody>
          <a:bodyPr anchor="ctr">
            <a:noAutofit/>
          </a:bodyPr>
          <a:lstStyle/>
          <a:p>
            <a:pPr algn="ctr">
              <a:defRPr sz="2813" b="1">
                <a:solidFill>
                  <a:srgbClr val="172B4D"/>
                </a:solidFill>
                <a:latin typeface="Arial"/>
                <a:ea typeface="Arial"/>
                <a:cs typeface="Arial"/>
              </a:defRPr>
            </a:pPr>
            <a:r>
              <a:rPr sz="2813" b="1">
                <a:solidFill>
                  <a:srgbClr val="172B4D"/>
                </a:solidFill>
                <a:latin typeface="Arial"/>
                <a:ea typeface="Arial"/>
                <a:cs typeface="Arial"/>
              </a:rPr>
              <a:t>7 × 2 + 2 = 16</a:t>
            </a:r>
          </a:p>
        </p:txBody>
      </p:sp>
      <p:sp>
        <p:nvSpPr>
          <p:cNvPr id="22" name="object-22">
            <a:extLst>
              <a:ext uri="{FF2B5EF4-FFF2-40B4-BE49-F238E27FC236}">
                <a16:creationId xmlns:a16="http://schemas.microsoft.com/office/drawing/2014/main" id="{75F451EA-EC68-42E9-89BF-C6ADD72A2E7E}"/>
              </a:ext>
            </a:extLst>
          </p:cNvPr>
          <p:cNvSpPr>
            <a:spLocks noGrp="1"/>
          </p:cNvSpPr>
          <p:nvPr/>
        </p:nvSpPr>
        <p:spPr>
          <a:xfrm>
            <a:off x="6548438" y="4655344"/>
            <a:ext cx="762000" cy="773906"/>
          </a:xfrm>
          <a:prstGeom prst="rect">
            <a:avLst/>
          </a:prstGeom>
          <a:noFill/>
          <a:ln w="0">
            <a:noFill/>
          </a:ln>
        </p:spPr>
        <p:txBody>
          <a:bodyPr anchor="ctr">
            <a:noAutofit/>
          </a:bodyPr>
          <a:lstStyle/>
          <a:p>
            <a:pPr algn="ctr">
              <a:defRPr sz="4031" b="1">
                <a:solidFill>
                  <a:srgbClr val="11745A"/>
                </a:solidFill>
                <a:latin typeface="Arial"/>
                <a:ea typeface="Arial"/>
                <a:cs typeface="Arial"/>
              </a:defRPr>
            </a:pPr>
            <a:r>
              <a:rPr sz="4031" b="1">
                <a:solidFill>
                  <a:srgbClr val="11745A"/>
                </a:solidFill>
                <a:latin typeface="Arial"/>
                <a:ea typeface="Arial"/>
                <a:cs typeface="Arial"/>
              </a:rPr>
              <a:t>1</a:t>
            </a:r>
          </a:p>
        </p:txBody>
      </p:sp>
      <p:sp>
        <p:nvSpPr>
          <p:cNvPr id="23" name="object-23">
            <a:extLst>
              <a:ext uri="{FF2B5EF4-FFF2-40B4-BE49-F238E27FC236}">
                <a16:creationId xmlns:a16="http://schemas.microsoft.com/office/drawing/2014/main" id="{CE4C8C0A-256B-4EF0-80AC-2E7B79EF67D6}"/>
              </a:ext>
            </a:extLst>
          </p:cNvPr>
          <p:cNvSpPr>
            <a:spLocks noGrp="1"/>
          </p:cNvSpPr>
          <p:nvPr/>
        </p:nvSpPr>
        <p:spPr>
          <a:xfrm>
            <a:off x="7405688" y="4655344"/>
            <a:ext cx="762000" cy="773906"/>
          </a:xfrm>
          <a:prstGeom prst="rect">
            <a:avLst/>
          </a:prstGeom>
          <a:noFill/>
          <a:ln w="0">
            <a:noFill/>
          </a:ln>
        </p:spPr>
        <p:txBody>
          <a:bodyPr anchor="ctr">
            <a:noAutofit/>
          </a:bodyPr>
          <a:lstStyle/>
          <a:p>
            <a:pPr algn="ctr">
              <a:defRPr sz="4031" b="1">
                <a:solidFill>
                  <a:srgbClr val="11745A"/>
                </a:solidFill>
                <a:latin typeface="Arial"/>
                <a:ea typeface="Arial"/>
                <a:cs typeface="Arial"/>
              </a:defRPr>
            </a:pPr>
            <a:r>
              <a:rPr sz="4031" b="1">
                <a:solidFill>
                  <a:srgbClr val="11745A"/>
                </a:solidFill>
                <a:latin typeface="Arial"/>
                <a:ea typeface="Arial"/>
                <a:cs typeface="Arial"/>
              </a:rPr>
              <a:t>6</a:t>
            </a:r>
          </a:p>
        </p:txBody>
      </p:sp>
      <p:sp>
        <p:nvSpPr>
          <p:cNvPr id="24" name="object-24">
            <a:extLst>
              <a:ext uri="{FF2B5EF4-FFF2-40B4-BE49-F238E27FC236}">
                <a16:creationId xmlns:a16="http://schemas.microsoft.com/office/drawing/2014/main" id="{0A4BA807-6D0C-4011-98BF-A2826C2A8706}"/>
              </a:ext>
            </a:extLst>
          </p:cNvPr>
          <p:cNvSpPr>
            <a:spLocks noGrp="1"/>
          </p:cNvSpPr>
          <p:nvPr/>
        </p:nvSpPr>
        <p:spPr>
          <a:xfrm>
            <a:off x="9977438" y="5607844"/>
            <a:ext cx="762000" cy="773906"/>
          </a:xfrm>
          <a:prstGeom prst="rect">
            <a:avLst/>
          </a:prstGeom>
          <a:noFill/>
          <a:ln w="0">
            <a:noFill/>
          </a:ln>
        </p:spPr>
        <p:txBody>
          <a:bodyPr anchor="ctr">
            <a:noAutofit/>
          </a:bodyPr>
          <a:lstStyle/>
          <a:p>
            <a:pPr algn="ctr">
              <a:defRPr sz="4219" b="1">
                <a:solidFill>
                  <a:srgbClr val="9A5800"/>
                </a:solidFill>
                <a:latin typeface="Arial"/>
                <a:ea typeface="Arial"/>
                <a:cs typeface="Arial"/>
              </a:defRPr>
            </a:pPr>
            <a:r>
              <a:rPr sz="4219" b="1">
                <a:solidFill>
                  <a:srgbClr val="9A5800"/>
                </a:solidFill>
                <a:latin typeface="Arial"/>
                <a:ea typeface="Arial"/>
                <a:cs typeface="Arial"/>
              </a:rPr>
              <a:t>0</a:t>
            </a:r>
          </a:p>
        </p:txBody>
      </p:sp>
      <p:sp>
        <p:nvSpPr>
          <p:cNvPr id="25" name="object-25">
            <a:extLst>
              <a:ext uri="{FF2B5EF4-FFF2-40B4-BE49-F238E27FC236}">
                <a16:creationId xmlns:a16="http://schemas.microsoft.com/office/drawing/2014/main" id="{1876078F-8310-4147-B352-ACFDEFC1224C}"/>
              </a:ext>
            </a:extLst>
          </p:cNvPr>
          <p:cNvSpPr>
            <a:spLocks noGrp="1"/>
          </p:cNvSpPr>
          <p:nvPr/>
        </p:nvSpPr>
        <p:spPr>
          <a:xfrm>
            <a:off x="1012031" y="6738938"/>
            <a:ext cx="13215938" cy="559594"/>
          </a:xfrm>
          <a:prstGeom prst="rect">
            <a:avLst/>
          </a:prstGeom>
          <a:noFill/>
          <a:ln w="0">
            <a:noFill/>
          </a:ln>
        </p:spPr>
        <p:txBody>
          <a:bodyPr anchor="ctr">
            <a:noAutofit/>
          </a:bodyPr>
          <a:lstStyle/>
          <a:p>
            <a:pPr algn="ctr">
              <a:defRPr sz="2813" b="1">
                <a:solidFill>
                  <a:srgbClr val="172B4D"/>
                </a:solidFill>
                <a:latin typeface="Arial"/>
                <a:ea typeface="Arial"/>
                <a:cs typeface="Arial"/>
              </a:defRPr>
            </a:pPr>
            <a:r>
              <a:rPr sz="2813" b="1">
                <a:solidFill>
                  <a:srgbClr val="172B4D"/>
                </a:solidFill>
                <a:latin typeface="Arial"/>
                <a:ea typeface="Arial"/>
                <a:cs typeface="Arial"/>
              </a:rPr>
              <a:t>2 × 4 = 8</a:t>
            </a:r>
          </a:p>
        </p:txBody>
      </p:sp>
      <p:sp>
        <p:nvSpPr>
          <p:cNvPr id="26" name="object-26">
            <a:extLst>
              <a:ext uri="{FF2B5EF4-FFF2-40B4-BE49-F238E27FC236}">
                <a16:creationId xmlns:a16="http://schemas.microsoft.com/office/drawing/2014/main" id="{0CDBA170-7303-41AE-8D00-981019490963}"/>
              </a:ext>
            </a:extLst>
          </p:cNvPr>
          <p:cNvSpPr>
            <a:spLocks noGrp="1"/>
          </p:cNvSpPr>
          <p:nvPr/>
        </p:nvSpPr>
        <p:spPr>
          <a:xfrm>
            <a:off x="9120188" y="5607844"/>
            <a:ext cx="762000" cy="773906"/>
          </a:xfrm>
          <a:prstGeom prst="rect">
            <a:avLst/>
          </a:prstGeom>
          <a:noFill/>
          <a:ln w="0">
            <a:noFill/>
          </a:ln>
        </p:spPr>
        <p:txBody>
          <a:bodyPr anchor="ctr">
            <a:noAutofit/>
          </a:bodyPr>
          <a:lstStyle/>
          <a:p>
            <a:pPr algn="ctr">
              <a:defRPr sz="4031" b="1">
                <a:solidFill>
                  <a:srgbClr val="11745A"/>
                </a:solidFill>
                <a:latin typeface="Arial"/>
                <a:ea typeface="Arial"/>
                <a:cs typeface="Arial"/>
              </a:defRPr>
            </a:pPr>
            <a:r>
              <a:rPr sz="4031" b="1">
                <a:solidFill>
                  <a:srgbClr val="11745A"/>
                </a:solidFill>
                <a:latin typeface="Arial"/>
                <a:ea typeface="Arial"/>
                <a:cs typeface="Arial"/>
              </a:rPr>
              <a:t>8</a:t>
            </a:r>
          </a:p>
        </p:txBody>
      </p:sp>
      <p:sp>
        <p:nvSpPr>
          <p:cNvPr id="27" name="object-27">
            <a:extLst>
              <a:ext uri="{FF2B5EF4-FFF2-40B4-BE49-F238E27FC236}">
                <a16:creationId xmlns:a16="http://schemas.microsoft.com/office/drawing/2014/main" id="{5A6B4A6F-8C15-41F3-A24D-3D7CC2F016EF}"/>
              </a:ext>
            </a:extLst>
          </p:cNvPr>
          <p:cNvSpPr>
            <a:spLocks noGrp="1"/>
          </p:cNvSpPr>
          <p:nvPr/>
        </p:nvSpPr>
        <p:spPr>
          <a:xfrm>
            <a:off x="1012031" y="6738938"/>
            <a:ext cx="13215938" cy="559594"/>
          </a:xfrm>
          <a:prstGeom prst="rect">
            <a:avLst/>
          </a:prstGeom>
          <a:noFill/>
          <a:ln w="0">
            <a:noFill/>
          </a:ln>
        </p:spPr>
        <p:txBody>
          <a:bodyPr anchor="ctr">
            <a:noAutofit/>
          </a:bodyPr>
          <a:lstStyle/>
          <a:p>
            <a:pPr algn="ctr">
              <a:defRPr sz="2813" b="1">
                <a:solidFill>
                  <a:srgbClr val="172B4D"/>
                </a:solidFill>
                <a:latin typeface="Arial"/>
                <a:ea typeface="Arial"/>
                <a:cs typeface="Arial"/>
              </a:defRPr>
            </a:pPr>
            <a:r>
              <a:rPr sz="2813" b="1">
                <a:solidFill>
                  <a:srgbClr val="172B4D"/>
                </a:solidFill>
                <a:latin typeface="Arial"/>
                <a:ea typeface="Arial"/>
                <a:cs typeface="Arial"/>
              </a:rPr>
              <a:t>2 × 0 = 0</a:t>
            </a:r>
          </a:p>
        </p:txBody>
      </p:sp>
      <p:sp>
        <p:nvSpPr>
          <p:cNvPr id="28" name="object-28">
            <a:extLst>
              <a:ext uri="{FF2B5EF4-FFF2-40B4-BE49-F238E27FC236}">
                <a16:creationId xmlns:a16="http://schemas.microsoft.com/office/drawing/2014/main" id="{1D8EAEEA-31B4-4C2B-940C-6E24A15AD997}"/>
              </a:ext>
            </a:extLst>
          </p:cNvPr>
          <p:cNvSpPr>
            <a:spLocks noGrp="1"/>
          </p:cNvSpPr>
          <p:nvPr/>
        </p:nvSpPr>
        <p:spPr>
          <a:xfrm>
            <a:off x="8262938" y="5607844"/>
            <a:ext cx="762000" cy="773906"/>
          </a:xfrm>
          <a:prstGeom prst="rect">
            <a:avLst/>
          </a:prstGeom>
          <a:noFill/>
          <a:ln w="0">
            <a:noFill/>
          </a:ln>
        </p:spPr>
        <p:txBody>
          <a:bodyPr anchor="ctr">
            <a:noAutofit/>
          </a:bodyPr>
          <a:lstStyle/>
          <a:p>
            <a:pPr algn="ctr">
              <a:defRPr sz="4031" b="1">
                <a:solidFill>
                  <a:srgbClr val="11745A"/>
                </a:solidFill>
                <a:latin typeface="Arial"/>
                <a:ea typeface="Arial"/>
                <a:cs typeface="Arial"/>
              </a:defRPr>
            </a:pPr>
            <a:r>
              <a:rPr sz="4031" b="1">
                <a:solidFill>
                  <a:srgbClr val="11745A"/>
                </a:solidFill>
                <a:latin typeface="Arial"/>
                <a:ea typeface="Arial"/>
                <a:cs typeface="Arial"/>
              </a:rPr>
              <a:t>0</a:t>
            </a:r>
          </a:p>
        </p:txBody>
      </p:sp>
      <p:sp>
        <p:nvSpPr>
          <p:cNvPr id="29" name="object-29">
            <a:extLst>
              <a:ext uri="{FF2B5EF4-FFF2-40B4-BE49-F238E27FC236}">
                <a16:creationId xmlns:a16="http://schemas.microsoft.com/office/drawing/2014/main" id="{551F7086-7247-459B-8E41-0438385A5C7D}"/>
              </a:ext>
            </a:extLst>
          </p:cNvPr>
          <p:cNvSpPr>
            <a:spLocks noGrp="1"/>
          </p:cNvSpPr>
          <p:nvPr/>
        </p:nvSpPr>
        <p:spPr>
          <a:xfrm>
            <a:off x="1012031" y="6738938"/>
            <a:ext cx="13215938" cy="559594"/>
          </a:xfrm>
          <a:prstGeom prst="rect">
            <a:avLst/>
          </a:prstGeom>
          <a:noFill/>
          <a:ln w="0">
            <a:noFill/>
          </a:ln>
        </p:spPr>
        <p:txBody>
          <a:bodyPr anchor="ctr">
            <a:noAutofit/>
          </a:bodyPr>
          <a:lstStyle/>
          <a:p>
            <a:pPr algn="ctr">
              <a:defRPr sz="2813" b="1">
                <a:solidFill>
                  <a:srgbClr val="172B4D"/>
                </a:solidFill>
                <a:latin typeface="Arial"/>
                <a:ea typeface="Arial"/>
                <a:cs typeface="Arial"/>
              </a:defRPr>
            </a:pPr>
            <a:r>
              <a:rPr sz="2813" b="1">
                <a:solidFill>
                  <a:srgbClr val="172B4D"/>
                </a:solidFill>
                <a:latin typeface="Arial"/>
                <a:ea typeface="Arial"/>
                <a:cs typeface="Arial"/>
              </a:rPr>
              <a:t>2 × 3 = 6</a:t>
            </a:r>
          </a:p>
        </p:txBody>
      </p:sp>
      <p:sp>
        <p:nvSpPr>
          <p:cNvPr id="30" name="object-30">
            <a:extLst>
              <a:ext uri="{FF2B5EF4-FFF2-40B4-BE49-F238E27FC236}">
                <a16:creationId xmlns:a16="http://schemas.microsoft.com/office/drawing/2014/main" id="{153CC93F-0ED0-496A-8A33-4BA2630A3451}"/>
              </a:ext>
            </a:extLst>
          </p:cNvPr>
          <p:cNvSpPr>
            <a:spLocks noGrp="1"/>
          </p:cNvSpPr>
          <p:nvPr/>
        </p:nvSpPr>
        <p:spPr>
          <a:xfrm>
            <a:off x="7405688" y="5607844"/>
            <a:ext cx="762000" cy="773906"/>
          </a:xfrm>
          <a:prstGeom prst="rect">
            <a:avLst/>
          </a:prstGeom>
          <a:noFill/>
          <a:ln w="0">
            <a:noFill/>
          </a:ln>
        </p:spPr>
        <p:txBody>
          <a:bodyPr anchor="ctr">
            <a:noAutofit/>
          </a:bodyPr>
          <a:lstStyle/>
          <a:p>
            <a:pPr algn="ctr">
              <a:defRPr sz="4031" b="1">
                <a:solidFill>
                  <a:srgbClr val="11745A"/>
                </a:solidFill>
                <a:latin typeface="Arial"/>
                <a:ea typeface="Arial"/>
                <a:cs typeface="Arial"/>
              </a:defRPr>
            </a:pPr>
            <a:r>
              <a:rPr sz="4031" b="1">
                <a:solidFill>
                  <a:srgbClr val="11745A"/>
                </a:solidFill>
                <a:latin typeface="Arial"/>
                <a:ea typeface="Arial"/>
                <a:cs typeface="Arial"/>
              </a:rPr>
              <a:t>6</a:t>
            </a:r>
          </a:p>
        </p:txBody>
      </p:sp>
      <p:sp>
        <p:nvSpPr>
          <p:cNvPr id="31" name="object-31">
            <a:extLst>
              <a:ext uri="{FF2B5EF4-FFF2-40B4-BE49-F238E27FC236}">
                <a16:creationId xmlns:a16="http://schemas.microsoft.com/office/drawing/2014/main" id="{17586171-CCF9-42DA-A01E-1B8190AF3096}"/>
              </a:ext>
            </a:extLst>
          </p:cNvPr>
          <p:cNvSpPr>
            <a:spLocks noGrp="1"/>
          </p:cNvSpPr>
          <p:nvPr/>
        </p:nvSpPr>
        <p:spPr>
          <a:xfrm>
            <a:off x="1012031" y="6738938"/>
            <a:ext cx="13215938" cy="559594"/>
          </a:xfrm>
          <a:prstGeom prst="rect">
            <a:avLst/>
          </a:prstGeom>
          <a:noFill/>
          <a:ln w="0">
            <a:noFill/>
          </a:ln>
        </p:spPr>
        <p:txBody>
          <a:bodyPr anchor="ctr">
            <a:noAutofit/>
          </a:bodyPr>
          <a:lstStyle/>
          <a:p>
            <a:pPr algn="ctr">
              <a:defRPr sz="2813" b="1">
                <a:solidFill>
                  <a:srgbClr val="172B4D"/>
                </a:solidFill>
                <a:latin typeface="Arial"/>
                <a:ea typeface="Arial"/>
                <a:cs typeface="Arial"/>
              </a:defRPr>
            </a:pPr>
            <a:r>
              <a:rPr sz="2813" b="1">
                <a:solidFill>
                  <a:srgbClr val="172B4D"/>
                </a:solidFill>
                <a:latin typeface="Arial"/>
                <a:ea typeface="Arial"/>
                <a:cs typeface="Arial"/>
              </a:rPr>
              <a:t>2 × 2 = 4</a:t>
            </a:r>
          </a:p>
        </p:txBody>
      </p:sp>
      <p:sp>
        <p:nvSpPr>
          <p:cNvPr id="32" name="object-32">
            <a:extLst>
              <a:ext uri="{FF2B5EF4-FFF2-40B4-BE49-F238E27FC236}">
                <a16:creationId xmlns:a16="http://schemas.microsoft.com/office/drawing/2014/main" id="{E122042F-F04A-4D66-ACAF-BC28C47EEDBD}"/>
              </a:ext>
            </a:extLst>
          </p:cNvPr>
          <p:cNvSpPr>
            <a:spLocks noGrp="1"/>
          </p:cNvSpPr>
          <p:nvPr/>
        </p:nvSpPr>
        <p:spPr>
          <a:xfrm>
            <a:off x="6548438" y="5607844"/>
            <a:ext cx="762000" cy="773906"/>
          </a:xfrm>
          <a:prstGeom prst="rect">
            <a:avLst/>
          </a:prstGeom>
          <a:noFill/>
          <a:ln w="0">
            <a:noFill/>
          </a:ln>
        </p:spPr>
        <p:txBody>
          <a:bodyPr anchor="ctr">
            <a:noAutofit/>
          </a:bodyPr>
          <a:lstStyle/>
          <a:p>
            <a:pPr algn="ctr">
              <a:defRPr sz="4031" b="1">
                <a:solidFill>
                  <a:srgbClr val="11745A"/>
                </a:solidFill>
                <a:latin typeface="Arial"/>
                <a:ea typeface="Arial"/>
                <a:cs typeface="Arial"/>
              </a:defRPr>
            </a:pPr>
            <a:r>
              <a:rPr sz="4031" b="1">
                <a:solidFill>
                  <a:srgbClr val="11745A"/>
                </a:solidFill>
                <a:latin typeface="Arial"/>
                <a:ea typeface="Arial"/>
                <a:cs typeface="Arial"/>
              </a:rPr>
              <a:t>4</a:t>
            </a:r>
          </a:p>
        </p:txBody>
      </p:sp>
      <p:sp>
        <p:nvSpPr>
          <p:cNvPr id="33" name="object-33">
            <a:extLst>
              <a:ext uri="{FF2B5EF4-FFF2-40B4-BE49-F238E27FC236}">
                <a16:creationId xmlns:a16="http://schemas.microsoft.com/office/drawing/2014/main" id="{721D8238-D1B5-4B0C-928E-06C0E4AB5F65}"/>
              </a:ext>
            </a:extLst>
          </p:cNvPr>
          <p:cNvSpPr>
            <a:spLocks noGrp="1"/>
          </p:cNvSpPr>
          <p:nvPr/>
        </p:nvSpPr>
        <p:spPr>
          <a:xfrm>
            <a:off x="892969" y="7286625"/>
            <a:ext cx="13454063" cy="738188"/>
          </a:xfrm>
          <a:prstGeom prst="rect">
            <a:avLst/>
          </a:prstGeom>
          <a:noFill/>
          <a:ln w="0">
            <a:noFill/>
          </a:ln>
        </p:spPr>
        <p:txBody>
          <a:bodyPr anchor="ctr">
            <a:noAutofit/>
          </a:bodyPr>
          <a:lstStyle/>
          <a:p>
            <a:pPr algn="ctr">
              <a:defRPr sz="2813" b="1">
                <a:solidFill>
                  <a:srgbClr val="11745A"/>
                </a:solidFill>
                <a:latin typeface="Arial"/>
                <a:ea typeface="Arial"/>
                <a:cs typeface="Arial"/>
              </a:defRPr>
            </a:pPr>
            <a:r>
              <a:rPr sz="2813" b="1">
                <a:solidFill>
                  <a:srgbClr val="11745A"/>
                </a:solidFill>
                <a:latin typeface="Arial"/>
                <a:ea typeface="Arial"/>
                <a:cs typeface="Arial"/>
              </a:rPr>
              <a:t>Now add the partial products: 16,128 + 46,080.</a:t>
            </a:r>
          </a:p>
        </p:txBody>
      </p:sp>
    </p:spTree>
    <p:extLst>
      <p:ext uri="{BB962C8B-B14F-4D97-AF65-F5344CB8AC3E}">
        <p14:creationId xmlns:p14="http://schemas.microsoft.com/office/powerpoint/2010/main" val="4869203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par>
                          <p:cTn id="7" fill="hold">
                            <p:stCondLst>
                              <p:cond delay="0"/>
                            </p:stCondLst>
                            <p:childTnLst>
                              <p:par>
                                <p:cTn id="8" presetID="1" presetClass="entr" presetSubtype="0" fill="hold" grpId="0" nodeType="afterEffect">
                                  <p:stCondLst>
                                    <p:cond delay="0"/>
                                  </p:stCondLst>
                                  <p:childTnLst>
                                    <p:set>
                                      <p:cBhvr>
                                        <p:cTn id="9" dur="1" fill="hold">
                                          <p:stCondLst>
                                            <p:cond delay="0"/>
                                          </p:stCondLst>
                                        </p:cTn>
                                        <p:tgtEl>
                                          <p:spTgt spid="14"/>
                                        </p:tgtEl>
                                        <p:attrNameLst>
                                          <p:attrName>style.visibility</p:attrName>
                                        </p:attrNameLst>
                                      </p:cBhvr>
                                      <p:to>
                                        <p:strVal val="visible"/>
                                      </p:to>
                                    </p:set>
                                  </p:childTnLst>
                                </p:cTn>
                              </p:par>
                              <p:par>
                                <p:cTn id="10" presetID="1" presetClass="entr" presetSubtype="0" fill="hold" grpId="0" nodeType="withEffect">
                                  <p:stCondLst>
                                    <p:cond delay="0"/>
                                  </p:stCondLst>
                                  <p:childTnLst>
                                    <p:set>
                                      <p:cBhvr>
                                        <p:cTn id="11" dur="1" fill="hold">
                                          <p:stCondLst>
                                            <p:cond delay="0"/>
                                          </p:stCondLst>
                                        </p:cTn>
                                        <p:tgtEl>
                                          <p:spTgt spid="15"/>
                                        </p:tgtEl>
                                        <p:attrNameLst>
                                          <p:attrName>style.visibility</p:attrName>
                                        </p:attrNameLst>
                                      </p:cBhvr>
                                      <p:to>
                                        <p:strVal val="visible"/>
                                      </p:to>
                                    </p:set>
                                  </p:childTnLst>
                                </p:cTn>
                              </p:par>
                            </p:childTnLst>
                          </p:cTn>
                        </p:par>
                        <p:par>
                          <p:cTn id="12" fill="hold">
                            <p:stCondLst>
                              <p:cond delay="0"/>
                            </p:stCondLst>
                            <p:childTnLst>
                              <p:par>
                                <p:cTn id="13" presetID="63" presetClass="path" presetSubtype="0" accel="50000" decel="50000" fill="hold" grpId="1" nodeType="afterEffect">
                                  <p:stCondLst>
                                    <p:cond delay="0"/>
                                  </p:stCondLst>
                                  <p:childTnLst>
                                    <p:animMotion origin="layout" path="M 0 0 L -0.05625 0 E" pathEditMode="relative" ptsTypes="">
                                      <p:cBhvr>
                                        <p:cTn id="14" dur="800" fill="hold"/>
                                        <p:tgtEl>
                                          <p:spTgt spid="15"/>
                                        </p:tgtEl>
                                        <p:attrNameLst>
                                          <p:attrName>ppt_x</p:attrName>
                                          <p:attrName>ppt_y</p:attrName>
                                        </p:attrNameLst>
                                      </p:cBhvr>
                                    </p:animMotion>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par>
                                <p:cTn id="19" presetID="1" presetClass="exit" presetSubtype="0" fill="hold" grpId="1" nodeType="withEffect">
                                  <p:stCondLst>
                                    <p:cond delay="0"/>
                                  </p:stCondLst>
                                  <p:childTnLst>
                                    <p:set>
                                      <p:cBhvr>
                                        <p:cTn id="20" dur="1" fill="hold">
                                          <p:stCondLst>
                                            <p:cond delay="0"/>
                                          </p:stCondLst>
                                        </p:cTn>
                                        <p:tgtEl>
                                          <p:spTgt spid="13"/>
                                        </p:tgtEl>
                                        <p:attrNameLst>
                                          <p:attrName>style.visibility</p:attrName>
                                        </p:attrNameLst>
                                      </p:cBhvr>
                                      <p:to>
                                        <p:strVal val="hidden"/>
                                      </p:to>
                                    </p:set>
                                  </p:childTnLst>
                                </p:cTn>
                              </p:par>
                              <p:par>
                                <p:cTn id="21" presetID="1" presetClass="exit" presetSubtype="0" fill="hold" grpId="2" nodeType="withEffect">
                                  <p:stCondLst>
                                    <p:cond delay="0"/>
                                  </p:stCondLst>
                                  <p:childTnLst>
                                    <p:set>
                                      <p:cBhvr>
                                        <p:cTn id="22" dur="1" fill="hold">
                                          <p:stCondLst>
                                            <p:cond delay="0"/>
                                          </p:stCondLst>
                                        </p:cTn>
                                        <p:tgtEl>
                                          <p:spTgt spid="15"/>
                                        </p:tgtEl>
                                        <p:attrNameLst>
                                          <p:attrName>style.visibility</p:attrName>
                                        </p:attrNameLst>
                                      </p:cBhvr>
                                      <p:to>
                                        <p:strVal val="hidden"/>
                                      </p:to>
                                    </p:set>
                                  </p:childTnLst>
                                </p:cTn>
                              </p:par>
                            </p:childTnLst>
                          </p:cTn>
                        </p:par>
                        <p:par>
                          <p:cTn id="23" fill="hold">
                            <p:stCondLst>
                              <p:cond delay="0"/>
                            </p:stCondLst>
                            <p:childTnLst>
                              <p:par>
                                <p:cTn id="24" presetID="1" presetClass="entr" presetSubtype="0" fill="hold" grpId="0" nodeType="afterEffect">
                                  <p:stCondLst>
                                    <p:cond delay="0"/>
                                  </p:stCondLst>
                                  <p:childTnLst>
                                    <p:set>
                                      <p:cBhvr>
                                        <p:cTn id="25" dur="1" fill="hold">
                                          <p:stCondLst>
                                            <p:cond delay="0"/>
                                          </p:stCondLst>
                                        </p:cTn>
                                        <p:tgtEl>
                                          <p:spTgt spid="17"/>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18"/>
                                        </p:tgtEl>
                                        <p:attrNameLst>
                                          <p:attrName>style.visibility</p:attrName>
                                        </p:attrNameLst>
                                      </p:cBhvr>
                                      <p:to>
                                        <p:strVal val="visible"/>
                                      </p:to>
                                    </p:set>
                                  </p:childTnLst>
                                </p:cTn>
                              </p:par>
                              <p:par>
                                <p:cTn id="30" presetID="1" presetClass="exit" presetSubtype="0" fill="hold" grpId="1" nodeType="withEffect">
                                  <p:stCondLst>
                                    <p:cond delay="0"/>
                                  </p:stCondLst>
                                  <p:childTnLst>
                                    <p:set>
                                      <p:cBhvr>
                                        <p:cTn id="31" dur="1" fill="hold">
                                          <p:stCondLst>
                                            <p:cond delay="0"/>
                                          </p:stCondLst>
                                        </p:cTn>
                                        <p:tgtEl>
                                          <p:spTgt spid="16"/>
                                        </p:tgtEl>
                                        <p:attrNameLst>
                                          <p:attrName>style.visibility</p:attrName>
                                        </p:attrNameLst>
                                      </p:cBhvr>
                                      <p:to>
                                        <p:strVal val="hidden"/>
                                      </p:to>
                                    </p:set>
                                  </p:childTnLst>
                                </p:cTn>
                              </p:par>
                            </p:childTnLst>
                          </p:cTn>
                        </p:par>
                        <p:par>
                          <p:cTn id="32" fill="hold">
                            <p:stCondLst>
                              <p:cond delay="0"/>
                            </p:stCondLst>
                            <p:childTnLst>
                              <p:par>
                                <p:cTn id="33" presetID="1" presetClass="entr" presetSubtype="0" fill="hold" grpId="0" nodeType="afterEffect">
                                  <p:stCondLst>
                                    <p:cond delay="0"/>
                                  </p:stCondLst>
                                  <p:childTnLst>
                                    <p:set>
                                      <p:cBhvr>
                                        <p:cTn id="34" dur="1" fill="hold">
                                          <p:stCondLst>
                                            <p:cond delay="0"/>
                                          </p:stCondLst>
                                        </p:cTn>
                                        <p:tgtEl>
                                          <p:spTgt spid="19"/>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0"/>
                                        </p:tgtEl>
                                        <p:attrNameLst>
                                          <p:attrName>style.visibility</p:attrName>
                                        </p:attrNameLst>
                                      </p:cBhvr>
                                      <p:to>
                                        <p:strVal val="visible"/>
                                      </p:to>
                                    </p:set>
                                  </p:childTnLst>
                                </p:cTn>
                              </p:par>
                            </p:childTnLst>
                          </p:cTn>
                        </p:par>
                        <p:par>
                          <p:cTn id="37" fill="hold">
                            <p:stCondLst>
                              <p:cond delay="0"/>
                            </p:stCondLst>
                            <p:childTnLst>
                              <p:par>
                                <p:cTn id="38" presetID="63" presetClass="path" presetSubtype="0" accel="50000" decel="50000" fill="hold" grpId="1" nodeType="afterEffect">
                                  <p:stCondLst>
                                    <p:cond delay="0"/>
                                  </p:stCondLst>
                                  <p:childTnLst>
                                    <p:animMotion origin="layout" path="M 0 0 L -0.05625 0 E" pathEditMode="relative" ptsTypes="">
                                      <p:cBhvr>
                                        <p:cTn id="39" dur="800" fill="hold"/>
                                        <p:tgtEl>
                                          <p:spTgt spid="20"/>
                                        </p:tgtEl>
                                        <p:attrNameLst>
                                          <p:attrName>ppt_x</p:attrName>
                                          <p:attrName>ppt_y</p:attrName>
                                        </p:attrNameLst>
                                      </p:cBhvr>
                                    </p:animMotion>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grpId="0" nodeType="clickEffect">
                                  <p:stCondLst>
                                    <p:cond delay="0"/>
                                  </p:stCondLst>
                                  <p:childTnLst>
                                    <p:set>
                                      <p:cBhvr>
                                        <p:cTn id="43" dur="1" fill="hold">
                                          <p:stCondLst>
                                            <p:cond delay="0"/>
                                          </p:stCondLst>
                                        </p:cTn>
                                        <p:tgtEl>
                                          <p:spTgt spid="21"/>
                                        </p:tgtEl>
                                        <p:attrNameLst>
                                          <p:attrName>style.visibility</p:attrName>
                                        </p:attrNameLst>
                                      </p:cBhvr>
                                      <p:to>
                                        <p:strVal val="visible"/>
                                      </p:to>
                                    </p:set>
                                  </p:childTnLst>
                                </p:cTn>
                              </p:par>
                              <p:par>
                                <p:cTn id="44" presetID="1" presetClass="exit" presetSubtype="0" fill="hold" grpId="1" nodeType="withEffect">
                                  <p:stCondLst>
                                    <p:cond delay="0"/>
                                  </p:stCondLst>
                                  <p:childTnLst>
                                    <p:set>
                                      <p:cBhvr>
                                        <p:cTn id="45" dur="1" fill="hold">
                                          <p:stCondLst>
                                            <p:cond delay="0"/>
                                          </p:stCondLst>
                                        </p:cTn>
                                        <p:tgtEl>
                                          <p:spTgt spid="18"/>
                                        </p:tgtEl>
                                        <p:attrNameLst>
                                          <p:attrName>style.visibility</p:attrName>
                                        </p:attrNameLst>
                                      </p:cBhvr>
                                      <p:to>
                                        <p:strVal val="hidden"/>
                                      </p:to>
                                    </p:set>
                                  </p:childTnLst>
                                </p:cTn>
                              </p:par>
                              <p:par>
                                <p:cTn id="46" presetID="1" presetClass="exit" presetSubtype="0" fill="hold" grpId="2" nodeType="withEffect">
                                  <p:stCondLst>
                                    <p:cond delay="0"/>
                                  </p:stCondLst>
                                  <p:childTnLst>
                                    <p:set>
                                      <p:cBhvr>
                                        <p:cTn id="47" dur="1" fill="hold">
                                          <p:stCondLst>
                                            <p:cond delay="0"/>
                                          </p:stCondLst>
                                        </p:cTn>
                                        <p:tgtEl>
                                          <p:spTgt spid="20"/>
                                        </p:tgtEl>
                                        <p:attrNameLst>
                                          <p:attrName>style.visibility</p:attrName>
                                        </p:attrNameLst>
                                      </p:cBhvr>
                                      <p:to>
                                        <p:strVal val="hidden"/>
                                      </p:to>
                                    </p:set>
                                  </p:childTnLst>
                                </p:cTn>
                              </p:par>
                            </p:childTnLst>
                          </p:cTn>
                        </p:par>
                        <p:par>
                          <p:cTn id="48" fill="hold">
                            <p:stCondLst>
                              <p:cond delay="0"/>
                            </p:stCondLst>
                            <p:childTnLst>
                              <p:par>
                                <p:cTn id="49" presetID="1" presetClass="entr" presetSubtype="0" fill="hold" grpId="0" nodeType="afterEffect">
                                  <p:stCondLst>
                                    <p:cond delay="0"/>
                                  </p:stCondLst>
                                  <p:childTnLst>
                                    <p:set>
                                      <p:cBhvr>
                                        <p:cTn id="50" dur="1" fill="hold">
                                          <p:stCondLst>
                                            <p:cond delay="0"/>
                                          </p:stCondLst>
                                        </p:cTn>
                                        <p:tgtEl>
                                          <p:spTgt spid="22"/>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23"/>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24"/>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grpId="0" nodeType="clickEffect">
                                  <p:stCondLst>
                                    <p:cond delay="0"/>
                                  </p:stCondLst>
                                  <p:childTnLst>
                                    <p:set>
                                      <p:cBhvr>
                                        <p:cTn id="60" dur="1" fill="hold">
                                          <p:stCondLst>
                                            <p:cond delay="0"/>
                                          </p:stCondLst>
                                        </p:cTn>
                                        <p:tgtEl>
                                          <p:spTgt spid="25"/>
                                        </p:tgtEl>
                                        <p:attrNameLst>
                                          <p:attrName>style.visibility</p:attrName>
                                        </p:attrNameLst>
                                      </p:cBhvr>
                                      <p:to>
                                        <p:strVal val="visible"/>
                                      </p:to>
                                    </p:set>
                                  </p:childTnLst>
                                </p:cTn>
                              </p:par>
                              <p:par>
                                <p:cTn id="61" presetID="1" presetClass="exit" presetSubtype="0" fill="hold" grpId="1" nodeType="withEffect">
                                  <p:stCondLst>
                                    <p:cond delay="0"/>
                                  </p:stCondLst>
                                  <p:childTnLst>
                                    <p:set>
                                      <p:cBhvr>
                                        <p:cTn id="62" dur="1" fill="hold">
                                          <p:stCondLst>
                                            <p:cond delay="0"/>
                                          </p:stCondLst>
                                        </p:cTn>
                                        <p:tgtEl>
                                          <p:spTgt spid="21"/>
                                        </p:tgtEl>
                                        <p:attrNameLst>
                                          <p:attrName>style.visibility</p:attrName>
                                        </p:attrNameLst>
                                      </p:cBhvr>
                                      <p:to>
                                        <p:strVal val="hidden"/>
                                      </p:to>
                                    </p:set>
                                  </p:childTnLst>
                                </p:cTn>
                              </p:par>
                            </p:childTnLst>
                          </p:cTn>
                        </p:par>
                        <p:par>
                          <p:cTn id="63" fill="hold">
                            <p:stCondLst>
                              <p:cond delay="0"/>
                            </p:stCondLst>
                            <p:childTnLst>
                              <p:par>
                                <p:cTn id="64" presetID="1" presetClass="entr" presetSubtype="0" fill="hold" grpId="0" nodeType="afterEffect">
                                  <p:stCondLst>
                                    <p:cond delay="0"/>
                                  </p:stCondLst>
                                  <p:childTnLst>
                                    <p:set>
                                      <p:cBhvr>
                                        <p:cTn id="65" dur="1" fill="hold">
                                          <p:stCondLst>
                                            <p:cond delay="0"/>
                                          </p:stCondLst>
                                        </p:cTn>
                                        <p:tgtEl>
                                          <p:spTgt spid="26"/>
                                        </p:tgtEl>
                                        <p:attrNameLst>
                                          <p:attrName>style.visibility</p:attrName>
                                        </p:attrNameLst>
                                      </p:cBhvr>
                                      <p:to>
                                        <p:strVal val="visible"/>
                                      </p:to>
                                    </p:set>
                                  </p:childTnLst>
                                </p:cTn>
                              </p:par>
                            </p:childTnLst>
                          </p:cTn>
                        </p:par>
                      </p:childTnLst>
                    </p:cTn>
                  </p:par>
                  <p:par>
                    <p:cTn id="66" fill="hold">
                      <p:stCondLst>
                        <p:cond delay="indefinite"/>
                      </p:stCondLst>
                      <p:childTnLst>
                        <p:par>
                          <p:cTn id="67" fill="hold">
                            <p:stCondLst>
                              <p:cond delay="0"/>
                            </p:stCondLst>
                            <p:childTnLst>
                              <p:par>
                                <p:cTn id="68" presetID="1" presetClass="entr" presetSubtype="0" fill="hold" grpId="0" nodeType="clickEffect">
                                  <p:stCondLst>
                                    <p:cond delay="0"/>
                                  </p:stCondLst>
                                  <p:childTnLst>
                                    <p:set>
                                      <p:cBhvr>
                                        <p:cTn id="69" dur="1" fill="hold">
                                          <p:stCondLst>
                                            <p:cond delay="0"/>
                                          </p:stCondLst>
                                        </p:cTn>
                                        <p:tgtEl>
                                          <p:spTgt spid="27"/>
                                        </p:tgtEl>
                                        <p:attrNameLst>
                                          <p:attrName>style.visibility</p:attrName>
                                        </p:attrNameLst>
                                      </p:cBhvr>
                                      <p:to>
                                        <p:strVal val="visible"/>
                                      </p:to>
                                    </p:set>
                                  </p:childTnLst>
                                </p:cTn>
                              </p:par>
                              <p:par>
                                <p:cTn id="70" presetID="1" presetClass="exit" presetSubtype="0" fill="hold" grpId="1" nodeType="withEffect">
                                  <p:stCondLst>
                                    <p:cond delay="0"/>
                                  </p:stCondLst>
                                  <p:childTnLst>
                                    <p:set>
                                      <p:cBhvr>
                                        <p:cTn id="71" dur="1" fill="hold">
                                          <p:stCondLst>
                                            <p:cond delay="0"/>
                                          </p:stCondLst>
                                        </p:cTn>
                                        <p:tgtEl>
                                          <p:spTgt spid="25"/>
                                        </p:tgtEl>
                                        <p:attrNameLst>
                                          <p:attrName>style.visibility</p:attrName>
                                        </p:attrNameLst>
                                      </p:cBhvr>
                                      <p:to>
                                        <p:strVal val="hidden"/>
                                      </p:to>
                                    </p:set>
                                  </p:childTnLst>
                                </p:cTn>
                              </p:par>
                            </p:childTnLst>
                          </p:cTn>
                        </p:par>
                        <p:par>
                          <p:cTn id="72" fill="hold">
                            <p:stCondLst>
                              <p:cond delay="0"/>
                            </p:stCondLst>
                            <p:childTnLst>
                              <p:par>
                                <p:cTn id="73" presetID="1" presetClass="entr" presetSubtype="0" fill="hold" grpId="0" nodeType="afterEffect">
                                  <p:stCondLst>
                                    <p:cond delay="0"/>
                                  </p:stCondLst>
                                  <p:childTnLst>
                                    <p:set>
                                      <p:cBhvr>
                                        <p:cTn id="74" dur="1" fill="hold">
                                          <p:stCondLst>
                                            <p:cond delay="0"/>
                                          </p:stCondLst>
                                        </p:cTn>
                                        <p:tgtEl>
                                          <p:spTgt spid="28"/>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ntr" presetSubtype="0" fill="hold" grpId="0" nodeType="clickEffect">
                                  <p:stCondLst>
                                    <p:cond delay="0"/>
                                  </p:stCondLst>
                                  <p:childTnLst>
                                    <p:set>
                                      <p:cBhvr>
                                        <p:cTn id="78" dur="1" fill="hold">
                                          <p:stCondLst>
                                            <p:cond delay="0"/>
                                          </p:stCondLst>
                                        </p:cTn>
                                        <p:tgtEl>
                                          <p:spTgt spid="29"/>
                                        </p:tgtEl>
                                        <p:attrNameLst>
                                          <p:attrName>style.visibility</p:attrName>
                                        </p:attrNameLst>
                                      </p:cBhvr>
                                      <p:to>
                                        <p:strVal val="visible"/>
                                      </p:to>
                                    </p:set>
                                  </p:childTnLst>
                                </p:cTn>
                              </p:par>
                              <p:par>
                                <p:cTn id="79" presetID="1" presetClass="exit" presetSubtype="0" fill="hold" grpId="1" nodeType="withEffect">
                                  <p:stCondLst>
                                    <p:cond delay="0"/>
                                  </p:stCondLst>
                                  <p:childTnLst>
                                    <p:set>
                                      <p:cBhvr>
                                        <p:cTn id="80" dur="1" fill="hold">
                                          <p:stCondLst>
                                            <p:cond delay="0"/>
                                          </p:stCondLst>
                                        </p:cTn>
                                        <p:tgtEl>
                                          <p:spTgt spid="27"/>
                                        </p:tgtEl>
                                        <p:attrNameLst>
                                          <p:attrName>style.visibility</p:attrName>
                                        </p:attrNameLst>
                                      </p:cBhvr>
                                      <p:to>
                                        <p:strVal val="hidden"/>
                                      </p:to>
                                    </p:set>
                                  </p:childTnLst>
                                </p:cTn>
                              </p:par>
                            </p:childTnLst>
                          </p:cTn>
                        </p:par>
                        <p:par>
                          <p:cTn id="81" fill="hold">
                            <p:stCondLst>
                              <p:cond delay="0"/>
                            </p:stCondLst>
                            <p:childTnLst>
                              <p:par>
                                <p:cTn id="82" presetID="1" presetClass="entr" presetSubtype="0" fill="hold" grpId="0" nodeType="afterEffect">
                                  <p:stCondLst>
                                    <p:cond delay="0"/>
                                  </p:stCondLst>
                                  <p:childTnLst>
                                    <p:set>
                                      <p:cBhvr>
                                        <p:cTn id="83" dur="1" fill="hold">
                                          <p:stCondLst>
                                            <p:cond delay="0"/>
                                          </p:stCondLst>
                                        </p:cTn>
                                        <p:tgtEl>
                                          <p:spTgt spid="30"/>
                                        </p:tgtEl>
                                        <p:attrNameLst>
                                          <p:attrName>style.visibility</p:attrName>
                                        </p:attrNameLst>
                                      </p:cBhvr>
                                      <p:to>
                                        <p:strVal val="visible"/>
                                      </p:to>
                                    </p:set>
                                  </p:childTnLst>
                                </p:cTn>
                              </p:par>
                            </p:childTnLst>
                          </p:cTn>
                        </p:par>
                      </p:childTnLst>
                    </p:cTn>
                  </p:par>
                  <p:par>
                    <p:cTn id="84" fill="hold">
                      <p:stCondLst>
                        <p:cond delay="indefinite"/>
                      </p:stCondLst>
                      <p:childTnLst>
                        <p:par>
                          <p:cTn id="85" fill="hold">
                            <p:stCondLst>
                              <p:cond delay="0"/>
                            </p:stCondLst>
                            <p:childTnLst>
                              <p:par>
                                <p:cTn id="86" presetID="1" presetClass="entr" presetSubtype="0" fill="hold" grpId="0" nodeType="clickEffect">
                                  <p:stCondLst>
                                    <p:cond delay="0"/>
                                  </p:stCondLst>
                                  <p:childTnLst>
                                    <p:set>
                                      <p:cBhvr>
                                        <p:cTn id="87" dur="1" fill="hold">
                                          <p:stCondLst>
                                            <p:cond delay="0"/>
                                          </p:stCondLst>
                                        </p:cTn>
                                        <p:tgtEl>
                                          <p:spTgt spid="31"/>
                                        </p:tgtEl>
                                        <p:attrNameLst>
                                          <p:attrName>style.visibility</p:attrName>
                                        </p:attrNameLst>
                                      </p:cBhvr>
                                      <p:to>
                                        <p:strVal val="visible"/>
                                      </p:to>
                                    </p:set>
                                  </p:childTnLst>
                                </p:cTn>
                              </p:par>
                              <p:par>
                                <p:cTn id="88" presetID="1" presetClass="exit" presetSubtype="0" fill="hold" grpId="1" nodeType="withEffect">
                                  <p:stCondLst>
                                    <p:cond delay="0"/>
                                  </p:stCondLst>
                                  <p:childTnLst>
                                    <p:set>
                                      <p:cBhvr>
                                        <p:cTn id="89" dur="1" fill="hold">
                                          <p:stCondLst>
                                            <p:cond delay="0"/>
                                          </p:stCondLst>
                                        </p:cTn>
                                        <p:tgtEl>
                                          <p:spTgt spid="29"/>
                                        </p:tgtEl>
                                        <p:attrNameLst>
                                          <p:attrName>style.visibility</p:attrName>
                                        </p:attrNameLst>
                                      </p:cBhvr>
                                      <p:to>
                                        <p:strVal val="hidden"/>
                                      </p:to>
                                    </p:set>
                                  </p:childTnLst>
                                </p:cTn>
                              </p:par>
                            </p:childTnLst>
                          </p:cTn>
                        </p:par>
                        <p:par>
                          <p:cTn id="90" fill="hold">
                            <p:stCondLst>
                              <p:cond delay="0"/>
                            </p:stCondLst>
                            <p:childTnLst>
                              <p:par>
                                <p:cTn id="91" presetID="1" presetClass="entr" presetSubtype="0" fill="hold" grpId="0" nodeType="afterEffect">
                                  <p:stCondLst>
                                    <p:cond delay="0"/>
                                  </p:stCondLst>
                                  <p:childTnLst>
                                    <p:set>
                                      <p:cBhvr>
                                        <p:cTn id="92" dur="1" fill="hold">
                                          <p:stCondLst>
                                            <p:cond delay="0"/>
                                          </p:stCondLst>
                                        </p:cTn>
                                        <p:tgtEl>
                                          <p:spTgt spid="32"/>
                                        </p:tgtEl>
                                        <p:attrNameLst>
                                          <p:attrName>style.visibility</p:attrName>
                                        </p:attrNameLst>
                                      </p:cBhvr>
                                      <p:to>
                                        <p:strVal val="visible"/>
                                      </p:to>
                                    </p:set>
                                  </p:childTnLst>
                                </p:cTn>
                              </p:par>
                            </p:childTnLst>
                          </p:cTn>
                        </p:par>
                      </p:childTnLst>
                    </p:cTn>
                  </p:par>
                  <p:par>
                    <p:cTn id="93" fill="hold">
                      <p:stCondLst>
                        <p:cond delay="indefinite"/>
                      </p:stCondLst>
                      <p:childTnLst>
                        <p:par>
                          <p:cTn id="94" fill="hold">
                            <p:stCondLst>
                              <p:cond delay="0"/>
                            </p:stCondLst>
                            <p:childTnLst>
                              <p:par>
                                <p:cTn id="95" presetID="1" presetClass="entr" presetSubtype="0" fill="hold" grpId="0" nodeType="clickEffect">
                                  <p:stCondLst>
                                    <p:cond delay="0"/>
                                  </p:stCondLst>
                                  <p:childTnLst>
                                    <p:set>
                                      <p:cBhvr>
                                        <p:cTn id="96" dur="1" fill="hold">
                                          <p:stCondLst>
                                            <p:cond delay="0"/>
                                          </p:stCondLst>
                                        </p:cTn>
                                        <p:tgtEl>
                                          <p:spTgt spid="3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3" grpId="1"/>
      <p:bldP spid="14" grpId="0"/>
      <p:bldP spid="15" grpId="0"/>
      <p:bldP spid="15" grpId="1"/>
      <p:bldP spid="15" grpId="2"/>
      <p:bldP spid="16" grpId="0"/>
      <p:bldP spid="16" grpId="1"/>
      <p:bldP spid="17" grpId="0"/>
      <p:bldP spid="18" grpId="0"/>
      <p:bldP spid="18" grpId="1"/>
      <p:bldP spid="19" grpId="0"/>
      <p:bldP spid="20" grpId="0"/>
      <p:bldP spid="20" grpId="1"/>
      <p:bldP spid="20" grpId="2"/>
      <p:bldP spid="21" grpId="0"/>
      <p:bldP spid="21" grpId="1"/>
      <p:bldP spid="22" grpId="0"/>
      <p:bldP spid="23" grpId="0"/>
      <p:bldP spid="24" grpId="0"/>
      <p:bldP spid="25" grpId="0"/>
      <p:bldP spid="25" grpId="1"/>
      <p:bldP spid="26" grpId="0"/>
      <p:bldP spid="27" grpId="0"/>
      <p:bldP spid="27" grpId="1"/>
      <p:bldP spid="28" grpId="0"/>
      <p:bldP spid="29" grpId="0"/>
      <p:bldP spid="29" grpId="1"/>
      <p:bldP spid="30" grpId="0"/>
      <p:bldP spid="31" grpId="0"/>
      <p:bldP spid="32" grpId="0"/>
      <p:bldP spid="33"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6" name="object-1">
            <a:extLst>
              <a:ext uri="{FF2B5EF4-FFF2-40B4-BE49-F238E27FC236}">
                <a16:creationId xmlns:a16="http://schemas.microsoft.com/office/drawing/2014/main" id="{3E25A504-A40D-46A8-B960-A0A947AFF103}"/>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I do</a:t>
            </a:r>
          </a:p>
        </p:txBody>
      </p:sp>
      <p:sp>
        <p:nvSpPr>
          <p:cNvPr id="2" name="object-2">
            <a:extLst>
              <a:ext uri="{FF2B5EF4-FFF2-40B4-BE49-F238E27FC236}">
                <a16:creationId xmlns:a16="http://schemas.microsoft.com/office/drawing/2014/main" id="{D51590EF-27E4-4912-B019-A9B402EF74A4}"/>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Calculate 16,128 + 46,080.</a:t>
            </a:r>
          </a:p>
        </p:txBody>
      </p:sp>
      <p:sp>
        <p:nvSpPr>
          <p:cNvPr id="3" name="object-3">
            <a:extLst>
              <a:ext uri="{FF2B5EF4-FFF2-40B4-BE49-F238E27FC236}">
                <a16:creationId xmlns:a16="http://schemas.microsoft.com/office/drawing/2014/main" id="{1F306D39-DC4F-43A1-ADDC-5EDC3674CDDA}"/>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3259D58B-FF3A-48AA-BBE5-1D1362436FD6}"/>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Multiply up to four digits by two digits</a:t>
            </a:r>
          </a:p>
        </p:txBody>
      </p:sp>
      <p:sp>
        <p:nvSpPr>
          <p:cNvPr id="5" name="object-5">
            <a:extLst>
              <a:ext uri="{FF2B5EF4-FFF2-40B4-BE49-F238E27FC236}">
                <a16:creationId xmlns:a16="http://schemas.microsoft.com/office/drawing/2014/main" id="{B0E57D7B-B59D-4501-AE1F-608484B2921F}"/>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3</a:t>
            </a:r>
          </a:p>
        </p:txBody>
      </p:sp>
      <p:sp>
        <p:nvSpPr>
          <p:cNvPr id="6" name="object-6">
            <a:extLst>
              <a:ext uri="{FF2B5EF4-FFF2-40B4-BE49-F238E27FC236}">
                <a16:creationId xmlns:a16="http://schemas.microsoft.com/office/drawing/2014/main" id="{0FA76A0D-11B9-467E-8EEE-6395F4EB5DA4}"/>
              </a:ext>
            </a:extLst>
          </p:cNvPr>
          <p:cNvSpPr>
            <a:spLocks noGrp="1"/>
          </p:cNvSpPr>
          <p:nvPr/>
        </p:nvSpPr>
        <p:spPr>
          <a:xfrm>
            <a:off x="5476875" y="3095625"/>
            <a:ext cx="833438" cy="773906"/>
          </a:xfrm>
          <a:prstGeom prst="rect">
            <a:avLst/>
          </a:prstGeom>
          <a:noFill/>
          <a:ln w="0">
            <a:noFill/>
          </a:ln>
        </p:spPr>
        <p:txBody>
          <a:bodyPr anchor="ctr">
            <a:noAutofit/>
          </a:bodyPr>
          <a:lstStyle/>
          <a:p>
            <a:pPr algn="ctr">
              <a:defRPr sz="4219" b="1">
                <a:solidFill>
                  <a:srgbClr val="1D4ED8"/>
                </a:solidFill>
                <a:latin typeface="Arial"/>
                <a:ea typeface="Arial"/>
                <a:cs typeface="Arial"/>
              </a:defRPr>
            </a:pPr>
            <a:r>
              <a:rPr sz="4219" b="1">
                <a:solidFill>
                  <a:srgbClr val="1D4ED8"/>
                </a:solidFill>
                <a:latin typeface="Arial"/>
                <a:ea typeface="Arial"/>
                <a:cs typeface="Arial"/>
              </a:rPr>
              <a:t>1</a:t>
            </a:r>
          </a:p>
        </p:txBody>
      </p:sp>
      <p:sp>
        <p:nvSpPr>
          <p:cNvPr id="7" name="object-7">
            <a:extLst>
              <a:ext uri="{FF2B5EF4-FFF2-40B4-BE49-F238E27FC236}">
                <a16:creationId xmlns:a16="http://schemas.microsoft.com/office/drawing/2014/main" id="{3DFD8F7A-0303-4066-9660-1AC9D9F6F771}"/>
              </a:ext>
            </a:extLst>
          </p:cNvPr>
          <p:cNvSpPr>
            <a:spLocks noGrp="1"/>
          </p:cNvSpPr>
          <p:nvPr/>
        </p:nvSpPr>
        <p:spPr>
          <a:xfrm>
            <a:off x="6405563" y="3095625"/>
            <a:ext cx="833438" cy="773906"/>
          </a:xfrm>
          <a:prstGeom prst="rect">
            <a:avLst/>
          </a:prstGeom>
          <a:noFill/>
          <a:ln w="0">
            <a:noFill/>
          </a:ln>
        </p:spPr>
        <p:txBody>
          <a:bodyPr anchor="ctr">
            <a:noAutofit/>
          </a:bodyPr>
          <a:lstStyle/>
          <a:p>
            <a:pPr algn="ctr">
              <a:defRPr sz="4219" b="1">
                <a:solidFill>
                  <a:srgbClr val="1D4ED8"/>
                </a:solidFill>
                <a:latin typeface="Arial"/>
                <a:ea typeface="Arial"/>
                <a:cs typeface="Arial"/>
              </a:defRPr>
            </a:pPr>
            <a:r>
              <a:rPr sz="4219" b="1">
                <a:solidFill>
                  <a:srgbClr val="1D4ED8"/>
                </a:solidFill>
                <a:latin typeface="Arial"/>
                <a:ea typeface="Arial"/>
                <a:cs typeface="Arial"/>
              </a:rPr>
              <a:t>6</a:t>
            </a:r>
          </a:p>
        </p:txBody>
      </p:sp>
      <p:sp>
        <p:nvSpPr>
          <p:cNvPr id="8" name="object-8">
            <a:extLst>
              <a:ext uri="{FF2B5EF4-FFF2-40B4-BE49-F238E27FC236}">
                <a16:creationId xmlns:a16="http://schemas.microsoft.com/office/drawing/2014/main" id="{C06C4164-8059-467D-83C1-48F82B08B8C0}"/>
              </a:ext>
            </a:extLst>
          </p:cNvPr>
          <p:cNvSpPr>
            <a:spLocks noGrp="1"/>
          </p:cNvSpPr>
          <p:nvPr/>
        </p:nvSpPr>
        <p:spPr>
          <a:xfrm>
            <a:off x="7334250" y="3095625"/>
            <a:ext cx="833438" cy="773906"/>
          </a:xfrm>
          <a:prstGeom prst="rect">
            <a:avLst/>
          </a:prstGeom>
          <a:noFill/>
          <a:ln w="0">
            <a:noFill/>
          </a:ln>
        </p:spPr>
        <p:txBody>
          <a:bodyPr anchor="ctr">
            <a:noAutofit/>
          </a:bodyPr>
          <a:lstStyle/>
          <a:p>
            <a:pPr algn="ctr">
              <a:defRPr sz="4219" b="1">
                <a:solidFill>
                  <a:srgbClr val="1D4ED8"/>
                </a:solidFill>
                <a:latin typeface="Arial"/>
                <a:ea typeface="Arial"/>
                <a:cs typeface="Arial"/>
              </a:defRPr>
            </a:pPr>
            <a:r>
              <a:rPr sz="4219" b="1">
                <a:solidFill>
                  <a:srgbClr val="1D4ED8"/>
                </a:solidFill>
                <a:latin typeface="Arial"/>
                <a:ea typeface="Arial"/>
                <a:cs typeface="Arial"/>
              </a:rPr>
              <a:t>1</a:t>
            </a:r>
          </a:p>
        </p:txBody>
      </p:sp>
      <p:sp>
        <p:nvSpPr>
          <p:cNvPr id="9" name="object-9">
            <a:extLst>
              <a:ext uri="{FF2B5EF4-FFF2-40B4-BE49-F238E27FC236}">
                <a16:creationId xmlns:a16="http://schemas.microsoft.com/office/drawing/2014/main" id="{2FC46169-202A-45DA-BCA6-1D6BDFF3BA7F}"/>
              </a:ext>
            </a:extLst>
          </p:cNvPr>
          <p:cNvSpPr>
            <a:spLocks noGrp="1"/>
          </p:cNvSpPr>
          <p:nvPr/>
        </p:nvSpPr>
        <p:spPr>
          <a:xfrm>
            <a:off x="8262938" y="3095625"/>
            <a:ext cx="833438" cy="773906"/>
          </a:xfrm>
          <a:prstGeom prst="rect">
            <a:avLst/>
          </a:prstGeom>
          <a:noFill/>
          <a:ln w="0">
            <a:noFill/>
          </a:ln>
        </p:spPr>
        <p:txBody>
          <a:bodyPr anchor="ctr">
            <a:noAutofit/>
          </a:bodyPr>
          <a:lstStyle/>
          <a:p>
            <a:pPr algn="ctr">
              <a:defRPr sz="4219" b="1">
                <a:solidFill>
                  <a:srgbClr val="1D4ED8"/>
                </a:solidFill>
                <a:latin typeface="Arial"/>
                <a:ea typeface="Arial"/>
                <a:cs typeface="Arial"/>
              </a:defRPr>
            </a:pPr>
            <a:r>
              <a:rPr sz="4219" b="1">
                <a:solidFill>
                  <a:srgbClr val="1D4ED8"/>
                </a:solidFill>
                <a:latin typeface="Arial"/>
                <a:ea typeface="Arial"/>
                <a:cs typeface="Arial"/>
              </a:rPr>
              <a:t>2</a:t>
            </a:r>
          </a:p>
        </p:txBody>
      </p:sp>
      <p:sp>
        <p:nvSpPr>
          <p:cNvPr id="10" name="object-10">
            <a:extLst>
              <a:ext uri="{FF2B5EF4-FFF2-40B4-BE49-F238E27FC236}">
                <a16:creationId xmlns:a16="http://schemas.microsoft.com/office/drawing/2014/main" id="{073AE5A8-20AD-425D-96FF-F1E815D58927}"/>
              </a:ext>
            </a:extLst>
          </p:cNvPr>
          <p:cNvSpPr>
            <a:spLocks noGrp="1"/>
          </p:cNvSpPr>
          <p:nvPr/>
        </p:nvSpPr>
        <p:spPr>
          <a:xfrm>
            <a:off x="9191625" y="3095625"/>
            <a:ext cx="833438" cy="773906"/>
          </a:xfrm>
          <a:prstGeom prst="rect">
            <a:avLst/>
          </a:prstGeom>
          <a:noFill/>
          <a:ln w="0">
            <a:noFill/>
          </a:ln>
        </p:spPr>
        <p:txBody>
          <a:bodyPr anchor="ctr">
            <a:noAutofit/>
          </a:bodyPr>
          <a:lstStyle/>
          <a:p>
            <a:pPr algn="ctr">
              <a:defRPr sz="4219" b="1">
                <a:solidFill>
                  <a:srgbClr val="1D4ED8"/>
                </a:solidFill>
                <a:latin typeface="Arial"/>
                <a:ea typeface="Arial"/>
                <a:cs typeface="Arial"/>
              </a:defRPr>
            </a:pPr>
            <a:r>
              <a:rPr sz="4219" b="1">
                <a:solidFill>
                  <a:srgbClr val="1D4ED8"/>
                </a:solidFill>
                <a:latin typeface="Arial"/>
                <a:ea typeface="Arial"/>
                <a:cs typeface="Arial"/>
              </a:rPr>
              <a:t>8</a:t>
            </a:r>
          </a:p>
        </p:txBody>
      </p:sp>
      <p:sp>
        <p:nvSpPr>
          <p:cNvPr id="11" name="object-11">
            <a:extLst>
              <a:ext uri="{FF2B5EF4-FFF2-40B4-BE49-F238E27FC236}">
                <a16:creationId xmlns:a16="http://schemas.microsoft.com/office/drawing/2014/main" id="{D2344048-EFC7-4F80-9579-6D188E591B97}"/>
              </a:ext>
            </a:extLst>
          </p:cNvPr>
          <p:cNvSpPr>
            <a:spLocks noGrp="1"/>
          </p:cNvSpPr>
          <p:nvPr/>
        </p:nvSpPr>
        <p:spPr>
          <a:xfrm>
            <a:off x="5476875" y="4131469"/>
            <a:ext cx="833438" cy="773906"/>
          </a:xfrm>
          <a:prstGeom prst="rect">
            <a:avLst/>
          </a:prstGeom>
          <a:noFill/>
          <a:ln w="0">
            <a:noFill/>
          </a:ln>
        </p:spPr>
        <p:txBody>
          <a:bodyPr anchor="ctr">
            <a:noAutofit/>
          </a:bodyPr>
          <a:lstStyle/>
          <a:p>
            <a:pPr algn="ctr">
              <a:defRPr sz="4219" b="1">
                <a:solidFill>
                  <a:srgbClr val="1D4ED8"/>
                </a:solidFill>
                <a:latin typeface="Arial"/>
                <a:ea typeface="Arial"/>
                <a:cs typeface="Arial"/>
              </a:defRPr>
            </a:pPr>
            <a:r>
              <a:rPr sz="4219" b="1">
                <a:solidFill>
                  <a:srgbClr val="1D4ED8"/>
                </a:solidFill>
                <a:latin typeface="Arial"/>
                <a:ea typeface="Arial"/>
                <a:cs typeface="Arial"/>
              </a:rPr>
              <a:t>4</a:t>
            </a:r>
          </a:p>
        </p:txBody>
      </p:sp>
      <p:sp>
        <p:nvSpPr>
          <p:cNvPr id="12" name="object-12">
            <a:extLst>
              <a:ext uri="{FF2B5EF4-FFF2-40B4-BE49-F238E27FC236}">
                <a16:creationId xmlns:a16="http://schemas.microsoft.com/office/drawing/2014/main" id="{56E281E7-4516-4F3D-959A-4FAC0D6872A8}"/>
              </a:ext>
            </a:extLst>
          </p:cNvPr>
          <p:cNvSpPr>
            <a:spLocks noGrp="1"/>
          </p:cNvSpPr>
          <p:nvPr/>
        </p:nvSpPr>
        <p:spPr>
          <a:xfrm>
            <a:off x="6405563" y="4131469"/>
            <a:ext cx="833438" cy="773906"/>
          </a:xfrm>
          <a:prstGeom prst="rect">
            <a:avLst/>
          </a:prstGeom>
          <a:noFill/>
          <a:ln w="0">
            <a:noFill/>
          </a:ln>
        </p:spPr>
        <p:txBody>
          <a:bodyPr anchor="ctr">
            <a:noAutofit/>
          </a:bodyPr>
          <a:lstStyle/>
          <a:p>
            <a:pPr algn="ctr">
              <a:defRPr sz="4219" b="1">
                <a:solidFill>
                  <a:srgbClr val="1D4ED8"/>
                </a:solidFill>
                <a:latin typeface="Arial"/>
                <a:ea typeface="Arial"/>
                <a:cs typeface="Arial"/>
              </a:defRPr>
            </a:pPr>
            <a:r>
              <a:rPr sz="4219" b="1">
                <a:solidFill>
                  <a:srgbClr val="1D4ED8"/>
                </a:solidFill>
                <a:latin typeface="Arial"/>
                <a:ea typeface="Arial"/>
                <a:cs typeface="Arial"/>
              </a:rPr>
              <a:t>6</a:t>
            </a:r>
          </a:p>
        </p:txBody>
      </p:sp>
      <p:sp>
        <p:nvSpPr>
          <p:cNvPr id="13" name="object-13">
            <a:extLst>
              <a:ext uri="{FF2B5EF4-FFF2-40B4-BE49-F238E27FC236}">
                <a16:creationId xmlns:a16="http://schemas.microsoft.com/office/drawing/2014/main" id="{44250D0F-559E-4DC2-8605-1E6C31656024}"/>
              </a:ext>
            </a:extLst>
          </p:cNvPr>
          <p:cNvSpPr>
            <a:spLocks noGrp="1"/>
          </p:cNvSpPr>
          <p:nvPr/>
        </p:nvSpPr>
        <p:spPr>
          <a:xfrm>
            <a:off x="7334250" y="4131469"/>
            <a:ext cx="833438" cy="773906"/>
          </a:xfrm>
          <a:prstGeom prst="rect">
            <a:avLst/>
          </a:prstGeom>
          <a:noFill/>
          <a:ln w="0">
            <a:noFill/>
          </a:ln>
        </p:spPr>
        <p:txBody>
          <a:bodyPr anchor="ctr">
            <a:noAutofit/>
          </a:bodyPr>
          <a:lstStyle/>
          <a:p>
            <a:pPr algn="ctr">
              <a:defRPr sz="4219" b="1">
                <a:solidFill>
                  <a:srgbClr val="1D4ED8"/>
                </a:solidFill>
                <a:latin typeface="Arial"/>
                <a:ea typeface="Arial"/>
                <a:cs typeface="Arial"/>
              </a:defRPr>
            </a:pPr>
            <a:r>
              <a:rPr sz="4219" b="1">
                <a:solidFill>
                  <a:srgbClr val="1D4ED8"/>
                </a:solidFill>
                <a:latin typeface="Arial"/>
                <a:ea typeface="Arial"/>
                <a:cs typeface="Arial"/>
              </a:rPr>
              <a:t>0</a:t>
            </a:r>
          </a:p>
        </p:txBody>
      </p:sp>
      <p:sp>
        <p:nvSpPr>
          <p:cNvPr id="14" name="object-14">
            <a:extLst>
              <a:ext uri="{FF2B5EF4-FFF2-40B4-BE49-F238E27FC236}">
                <a16:creationId xmlns:a16="http://schemas.microsoft.com/office/drawing/2014/main" id="{B85E1504-D356-49C7-9066-FCB8D390C5F0}"/>
              </a:ext>
            </a:extLst>
          </p:cNvPr>
          <p:cNvSpPr>
            <a:spLocks noGrp="1"/>
          </p:cNvSpPr>
          <p:nvPr/>
        </p:nvSpPr>
        <p:spPr>
          <a:xfrm>
            <a:off x="8262938" y="4131469"/>
            <a:ext cx="833438" cy="773906"/>
          </a:xfrm>
          <a:prstGeom prst="rect">
            <a:avLst/>
          </a:prstGeom>
          <a:noFill/>
          <a:ln w="0">
            <a:noFill/>
          </a:ln>
        </p:spPr>
        <p:txBody>
          <a:bodyPr anchor="ctr">
            <a:noAutofit/>
          </a:bodyPr>
          <a:lstStyle/>
          <a:p>
            <a:pPr algn="ctr">
              <a:defRPr sz="4219" b="1">
                <a:solidFill>
                  <a:srgbClr val="1D4ED8"/>
                </a:solidFill>
                <a:latin typeface="Arial"/>
                <a:ea typeface="Arial"/>
                <a:cs typeface="Arial"/>
              </a:defRPr>
            </a:pPr>
            <a:r>
              <a:rPr sz="4219" b="1">
                <a:solidFill>
                  <a:srgbClr val="1D4ED8"/>
                </a:solidFill>
                <a:latin typeface="Arial"/>
                <a:ea typeface="Arial"/>
                <a:cs typeface="Arial"/>
              </a:rPr>
              <a:t>8</a:t>
            </a:r>
          </a:p>
        </p:txBody>
      </p:sp>
      <p:sp>
        <p:nvSpPr>
          <p:cNvPr id="15" name="object-15">
            <a:extLst>
              <a:ext uri="{FF2B5EF4-FFF2-40B4-BE49-F238E27FC236}">
                <a16:creationId xmlns:a16="http://schemas.microsoft.com/office/drawing/2014/main" id="{088E9E78-1EA9-4A19-9429-9E72D3B6F0DA}"/>
              </a:ext>
            </a:extLst>
          </p:cNvPr>
          <p:cNvSpPr>
            <a:spLocks noGrp="1"/>
          </p:cNvSpPr>
          <p:nvPr/>
        </p:nvSpPr>
        <p:spPr>
          <a:xfrm>
            <a:off x="9191625" y="4131469"/>
            <a:ext cx="833438" cy="773906"/>
          </a:xfrm>
          <a:prstGeom prst="rect">
            <a:avLst/>
          </a:prstGeom>
          <a:noFill/>
          <a:ln w="0">
            <a:noFill/>
          </a:ln>
        </p:spPr>
        <p:txBody>
          <a:bodyPr anchor="ctr">
            <a:noAutofit/>
          </a:bodyPr>
          <a:lstStyle/>
          <a:p>
            <a:pPr algn="ctr">
              <a:defRPr sz="4219" b="1">
                <a:solidFill>
                  <a:srgbClr val="1D4ED8"/>
                </a:solidFill>
                <a:latin typeface="Arial"/>
                <a:ea typeface="Arial"/>
                <a:cs typeface="Arial"/>
              </a:defRPr>
            </a:pPr>
            <a:r>
              <a:rPr sz="4219" b="1">
                <a:solidFill>
                  <a:srgbClr val="1D4ED8"/>
                </a:solidFill>
                <a:latin typeface="Arial"/>
                <a:ea typeface="Arial"/>
                <a:cs typeface="Arial"/>
              </a:rPr>
              <a:t>0</a:t>
            </a:r>
          </a:p>
        </p:txBody>
      </p:sp>
      <p:sp>
        <p:nvSpPr>
          <p:cNvPr id="16" name="object-16">
            <a:extLst>
              <a:ext uri="{FF2B5EF4-FFF2-40B4-BE49-F238E27FC236}">
                <a16:creationId xmlns:a16="http://schemas.microsoft.com/office/drawing/2014/main" id="{D95394D5-067C-4087-A22F-5DBDD25D2603}"/>
              </a:ext>
            </a:extLst>
          </p:cNvPr>
          <p:cNvSpPr>
            <a:spLocks noGrp="1"/>
          </p:cNvSpPr>
          <p:nvPr/>
        </p:nvSpPr>
        <p:spPr>
          <a:xfrm>
            <a:off x="4643438" y="4131469"/>
            <a:ext cx="654844" cy="773906"/>
          </a:xfrm>
          <a:prstGeom prst="rect">
            <a:avLst/>
          </a:prstGeom>
          <a:noFill/>
          <a:ln w="0">
            <a:noFill/>
          </a:ln>
        </p:spPr>
        <p:txBody>
          <a:bodyPr anchor="ctr">
            <a:noAutofit/>
          </a:bodyPr>
          <a:lstStyle/>
          <a:p>
            <a:pPr algn="l">
              <a:defRPr sz="4125" b="0">
                <a:solidFill>
                  <a:srgbClr val="172B4D"/>
                </a:solidFill>
                <a:latin typeface="Arial"/>
                <a:ea typeface="Arial"/>
                <a:cs typeface="Arial"/>
              </a:defRPr>
            </a:pPr>
            <a:r>
              <a:rPr sz="4125" b="0">
                <a:solidFill>
                  <a:srgbClr val="172B4D"/>
                </a:solidFill>
                <a:latin typeface="Arial"/>
                <a:ea typeface="Arial"/>
                <a:cs typeface="Arial"/>
              </a:rPr>
              <a:t>+</a:t>
            </a:r>
          </a:p>
        </p:txBody>
      </p:sp>
      <p:sp>
        <p:nvSpPr>
          <p:cNvPr id="17" name="object-17">
            <a:extLst>
              <a:ext uri="{FF2B5EF4-FFF2-40B4-BE49-F238E27FC236}">
                <a16:creationId xmlns:a16="http://schemas.microsoft.com/office/drawing/2014/main" id="{86E89A67-8028-4FDE-B214-26AEC0DB66B8}"/>
              </a:ext>
            </a:extLst>
          </p:cNvPr>
          <p:cNvSpPr>
            <a:spLocks noGrp="1"/>
          </p:cNvSpPr>
          <p:nvPr/>
        </p:nvSpPr>
        <p:spPr>
          <a:xfrm>
            <a:off x="5238750" y="5036344"/>
            <a:ext cx="5060156" cy="35719"/>
          </a:xfrm>
          <a:prstGeom prst="rect">
            <a:avLst/>
          </a:prstGeom>
          <a:solidFill>
            <a:srgbClr val="172B4D"/>
          </a:solidFill>
          <a:ln w="0">
            <a:noFill/>
          </a:ln>
        </p:spPr>
      </p:sp>
      <p:sp>
        <p:nvSpPr>
          <p:cNvPr id="18" name="object-18">
            <a:extLst>
              <a:ext uri="{FF2B5EF4-FFF2-40B4-BE49-F238E27FC236}">
                <a16:creationId xmlns:a16="http://schemas.microsoft.com/office/drawing/2014/main" id="{8364DA91-FC4E-4B2C-A58D-A56296F521B4}"/>
              </a:ext>
            </a:extLst>
          </p:cNvPr>
          <p:cNvSpPr>
            <a:spLocks noGrp="1"/>
          </p:cNvSpPr>
          <p:nvPr/>
        </p:nvSpPr>
        <p:spPr>
          <a:xfrm>
            <a:off x="9155906" y="2988469"/>
            <a:ext cx="904875" cy="1976438"/>
          </a:xfrm>
          <a:prstGeom prst="rect">
            <a:avLst/>
          </a:prstGeom>
          <a:noFill/>
          <a:ln w="35719">
            <a:solidFill>
              <a:srgbClr val="9A5800"/>
            </a:solidFill>
          </a:ln>
        </p:spPr>
      </p:sp>
      <p:sp>
        <p:nvSpPr>
          <p:cNvPr id="19" name="object-19">
            <a:extLst>
              <a:ext uri="{FF2B5EF4-FFF2-40B4-BE49-F238E27FC236}">
                <a16:creationId xmlns:a16="http://schemas.microsoft.com/office/drawing/2014/main" id="{C67C924C-7F17-4F28-82C0-205DF0CC56D4}"/>
              </a:ext>
            </a:extLst>
          </p:cNvPr>
          <p:cNvSpPr>
            <a:spLocks noGrp="1"/>
          </p:cNvSpPr>
          <p:nvPr/>
        </p:nvSpPr>
        <p:spPr>
          <a:xfrm>
            <a:off x="1190625" y="6477000"/>
            <a:ext cx="12858750" cy="714375"/>
          </a:xfrm>
          <a:prstGeom prst="rect">
            <a:avLst/>
          </a:prstGeom>
          <a:noFill/>
          <a:ln w="0">
            <a:noFill/>
          </a:ln>
        </p:spPr>
        <p:txBody>
          <a:bodyPr anchor="ctr">
            <a:noAutofit/>
          </a:bodyPr>
          <a:lstStyle/>
          <a:p>
            <a:pPr algn="ctr">
              <a:defRPr sz="2906" b="1">
                <a:solidFill>
                  <a:srgbClr val="172B4D"/>
                </a:solidFill>
                <a:latin typeface="Arial"/>
                <a:ea typeface="Arial"/>
                <a:cs typeface="Arial"/>
              </a:defRPr>
            </a:pPr>
            <a:r>
              <a:rPr sz="2906" b="1">
                <a:solidFill>
                  <a:srgbClr val="172B4D"/>
                </a:solidFill>
                <a:latin typeface="Arial"/>
                <a:ea typeface="Arial"/>
                <a:cs typeface="Arial"/>
              </a:rPr>
              <a:t>8 + 0 = 8</a:t>
            </a:r>
          </a:p>
        </p:txBody>
      </p:sp>
      <p:sp>
        <p:nvSpPr>
          <p:cNvPr id="20" name="object-20">
            <a:extLst>
              <a:ext uri="{FF2B5EF4-FFF2-40B4-BE49-F238E27FC236}">
                <a16:creationId xmlns:a16="http://schemas.microsoft.com/office/drawing/2014/main" id="{AE76C5A8-8557-4254-84A2-9695AB20D628}"/>
              </a:ext>
            </a:extLst>
          </p:cNvPr>
          <p:cNvSpPr>
            <a:spLocks noGrp="1"/>
          </p:cNvSpPr>
          <p:nvPr/>
        </p:nvSpPr>
        <p:spPr>
          <a:xfrm>
            <a:off x="9191625" y="5214938"/>
            <a:ext cx="833438" cy="833438"/>
          </a:xfrm>
          <a:prstGeom prst="rect">
            <a:avLst/>
          </a:prstGeom>
          <a:noFill/>
          <a:ln w="0">
            <a:noFill/>
          </a:ln>
        </p:spPr>
        <p:txBody>
          <a:bodyPr anchor="ctr">
            <a:noAutofit/>
          </a:bodyPr>
          <a:lstStyle/>
          <a:p>
            <a:pPr algn="ctr">
              <a:defRPr sz="4594" b="1">
                <a:solidFill>
                  <a:srgbClr val="11745A"/>
                </a:solidFill>
                <a:latin typeface="Arial"/>
                <a:ea typeface="Arial"/>
                <a:cs typeface="Arial"/>
              </a:defRPr>
            </a:pPr>
            <a:r>
              <a:rPr sz="4594" b="1">
                <a:solidFill>
                  <a:srgbClr val="11745A"/>
                </a:solidFill>
                <a:latin typeface="Arial"/>
                <a:ea typeface="Arial"/>
                <a:cs typeface="Arial"/>
              </a:rPr>
              <a:t>8</a:t>
            </a:r>
          </a:p>
        </p:txBody>
      </p:sp>
      <p:sp>
        <p:nvSpPr>
          <p:cNvPr id="21" name="object-21">
            <a:extLst>
              <a:ext uri="{FF2B5EF4-FFF2-40B4-BE49-F238E27FC236}">
                <a16:creationId xmlns:a16="http://schemas.microsoft.com/office/drawing/2014/main" id="{26234F94-6DF9-468E-8FF4-4D36F5586F30}"/>
              </a:ext>
            </a:extLst>
          </p:cNvPr>
          <p:cNvSpPr>
            <a:spLocks noGrp="1"/>
          </p:cNvSpPr>
          <p:nvPr/>
        </p:nvSpPr>
        <p:spPr>
          <a:xfrm>
            <a:off x="8227219" y="2988469"/>
            <a:ext cx="904875" cy="1976438"/>
          </a:xfrm>
          <a:prstGeom prst="rect">
            <a:avLst/>
          </a:prstGeom>
          <a:noFill/>
          <a:ln w="35719">
            <a:solidFill>
              <a:srgbClr val="9A5800"/>
            </a:solidFill>
          </a:ln>
        </p:spPr>
      </p:sp>
      <p:sp>
        <p:nvSpPr>
          <p:cNvPr id="22" name="object-22">
            <a:extLst>
              <a:ext uri="{FF2B5EF4-FFF2-40B4-BE49-F238E27FC236}">
                <a16:creationId xmlns:a16="http://schemas.microsoft.com/office/drawing/2014/main" id="{6FF6C867-48B4-49F1-ACF3-9C10F721417A}"/>
              </a:ext>
            </a:extLst>
          </p:cNvPr>
          <p:cNvSpPr>
            <a:spLocks noGrp="1"/>
          </p:cNvSpPr>
          <p:nvPr/>
        </p:nvSpPr>
        <p:spPr>
          <a:xfrm>
            <a:off x="8262938" y="2571750"/>
            <a:ext cx="833438" cy="452438"/>
          </a:xfrm>
          <a:prstGeom prst="rect">
            <a:avLst/>
          </a:prstGeom>
          <a:noFill/>
          <a:ln w="0">
            <a:noFill/>
          </a:ln>
        </p:spPr>
        <p:txBody>
          <a:bodyPr anchor="ctr">
            <a:noAutofit/>
          </a:bodyPr>
          <a:lstStyle/>
          <a:p>
            <a:pPr algn="ctr">
              <a:defRPr sz="2438" b="1">
                <a:solidFill>
                  <a:srgbClr val="9A5800"/>
                </a:solidFill>
                <a:latin typeface="Arial"/>
                <a:ea typeface="Arial"/>
                <a:cs typeface="Arial"/>
              </a:defRPr>
            </a:pPr>
            <a:r>
              <a:rPr sz="2438" b="1">
                <a:solidFill>
                  <a:srgbClr val="9A5800"/>
                </a:solidFill>
                <a:latin typeface="Arial"/>
                <a:ea typeface="Arial"/>
                <a:cs typeface="Arial"/>
              </a:rPr>
              <a:t>1</a:t>
            </a:r>
          </a:p>
        </p:txBody>
      </p:sp>
      <p:sp>
        <p:nvSpPr>
          <p:cNvPr id="23" name="object-23">
            <a:extLst>
              <a:ext uri="{FF2B5EF4-FFF2-40B4-BE49-F238E27FC236}">
                <a16:creationId xmlns:a16="http://schemas.microsoft.com/office/drawing/2014/main" id="{F99EA897-2126-4DF9-BBED-387C589A21C3}"/>
              </a:ext>
            </a:extLst>
          </p:cNvPr>
          <p:cNvSpPr>
            <a:spLocks noGrp="1"/>
          </p:cNvSpPr>
          <p:nvPr/>
        </p:nvSpPr>
        <p:spPr>
          <a:xfrm>
            <a:off x="1190625" y="6477000"/>
            <a:ext cx="12858750" cy="714375"/>
          </a:xfrm>
          <a:prstGeom prst="rect">
            <a:avLst/>
          </a:prstGeom>
          <a:noFill/>
          <a:ln w="0">
            <a:noFill/>
          </a:ln>
        </p:spPr>
        <p:txBody>
          <a:bodyPr anchor="ctr">
            <a:noAutofit/>
          </a:bodyPr>
          <a:lstStyle/>
          <a:p>
            <a:pPr algn="ctr">
              <a:defRPr sz="2906" b="1">
                <a:solidFill>
                  <a:srgbClr val="172B4D"/>
                </a:solidFill>
                <a:latin typeface="Arial"/>
                <a:ea typeface="Arial"/>
                <a:cs typeface="Arial"/>
              </a:defRPr>
            </a:pPr>
            <a:r>
              <a:rPr sz="2906" b="1">
                <a:solidFill>
                  <a:srgbClr val="172B4D"/>
                </a:solidFill>
                <a:latin typeface="Arial"/>
                <a:ea typeface="Arial"/>
                <a:cs typeface="Arial"/>
              </a:rPr>
              <a:t>2 + 8 = 10</a:t>
            </a:r>
          </a:p>
        </p:txBody>
      </p:sp>
      <p:sp>
        <p:nvSpPr>
          <p:cNvPr id="24" name="object-24">
            <a:extLst>
              <a:ext uri="{FF2B5EF4-FFF2-40B4-BE49-F238E27FC236}">
                <a16:creationId xmlns:a16="http://schemas.microsoft.com/office/drawing/2014/main" id="{CE77A2E2-87C0-466A-8E8F-EEA8A279E896}"/>
              </a:ext>
            </a:extLst>
          </p:cNvPr>
          <p:cNvSpPr>
            <a:spLocks noGrp="1"/>
          </p:cNvSpPr>
          <p:nvPr/>
        </p:nvSpPr>
        <p:spPr>
          <a:xfrm>
            <a:off x="8262938" y="5214938"/>
            <a:ext cx="833438" cy="833438"/>
          </a:xfrm>
          <a:prstGeom prst="rect">
            <a:avLst/>
          </a:prstGeom>
          <a:noFill/>
          <a:ln w="0">
            <a:noFill/>
          </a:ln>
        </p:spPr>
        <p:txBody>
          <a:bodyPr anchor="ctr">
            <a:noAutofit/>
          </a:bodyPr>
          <a:lstStyle/>
          <a:p>
            <a:pPr algn="ctr">
              <a:defRPr sz="4594" b="1">
                <a:solidFill>
                  <a:srgbClr val="11745A"/>
                </a:solidFill>
                <a:latin typeface="Arial"/>
                <a:ea typeface="Arial"/>
                <a:cs typeface="Arial"/>
              </a:defRPr>
            </a:pPr>
            <a:r>
              <a:rPr sz="4594" b="1">
                <a:solidFill>
                  <a:srgbClr val="11745A"/>
                </a:solidFill>
                <a:latin typeface="Arial"/>
                <a:ea typeface="Arial"/>
                <a:cs typeface="Arial"/>
              </a:rPr>
              <a:t>0</a:t>
            </a:r>
          </a:p>
        </p:txBody>
      </p:sp>
      <p:sp>
        <p:nvSpPr>
          <p:cNvPr id="25" name="object-25">
            <a:extLst>
              <a:ext uri="{FF2B5EF4-FFF2-40B4-BE49-F238E27FC236}">
                <a16:creationId xmlns:a16="http://schemas.microsoft.com/office/drawing/2014/main" id="{E8FD9A22-5335-4434-BEAB-782734B743BF}"/>
              </a:ext>
            </a:extLst>
          </p:cNvPr>
          <p:cNvSpPr>
            <a:spLocks noGrp="1"/>
          </p:cNvSpPr>
          <p:nvPr/>
        </p:nvSpPr>
        <p:spPr>
          <a:xfrm>
            <a:off x="7298531" y="2988469"/>
            <a:ext cx="904875" cy="1976438"/>
          </a:xfrm>
          <a:prstGeom prst="rect">
            <a:avLst/>
          </a:prstGeom>
          <a:noFill/>
          <a:ln w="35719">
            <a:solidFill>
              <a:srgbClr val="9A5800"/>
            </a:solidFill>
          </a:ln>
        </p:spPr>
      </p:sp>
      <p:sp>
        <p:nvSpPr>
          <p:cNvPr id="26" name="object-26">
            <a:extLst>
              <a:ext uri="{FF2B5EF4-FFF2-40B4-BE49-F238E27FC236}">
                <a16:creationId xmlns:a16="http://schemas.microsoft.com/office/drawing/2014/main" id="{58936FB1-8F4F-4DB0-BC2E-AFD9357F72BE}"/>
              </a:ext>
            </a:extLst>
          </p:cNvPr>
          <p:cNvSpPr>
            <a:spLocks noGrp="1"/>
          </p:cNvSpPr>
          <p:nvPr/>
        </p:nvSpPr>
        <p:spPr>
          <a:xfrm>
            <a:off x="1190625" y="6477000"/>
            <a:ext cx="12858750" cy="714375"/>
          </a:xfrm>
          <a:prstGeom prst="rect">
            <a:avLst/>
          </a:prstGeom>
          <a:noFill/>
          <a:ln w="0">
            <a:noFill/>
          </a:ln>
        </p:spPr>
        <p:txBody>
          <a:bodyPr anchor="ctr">
            <a:noAutofit/>
          </a:bodyPr>
          <a:lstStyle/>
          <a:p>
            <a:pPr algn="ctr">
              <a:defRPr sz="2906" b="1">
                <a:solidFill>
                  <a:srgbClr val="172B4D"/>
                </a:solidFill>
                <a:latin typeface="Arial"/>
                <a:ea typeface="Arial"/>
                <a:cs typeface="Arial"/>
              </a:defRPr>
            </a:pPr>
            <a:r>
              <a:rPr sz="2906" b="1">
                <a:solidFill>
                  <a:srgbClr val="172B4D"/>
                </a:solidFill>
                <a:latin typeface="Arial"/>
                <a:ea typeface="Arial"/>
                <a:cs typeface="Arial"/>
              </a:rPr>
              <a:t>1 + 0 + 1 = 2</a:t>
            </a:r>
          </a:p>
        </p:txBody>
      </p:sp>
      <p:sp>
        <p:nvSpPr>
          <p:cNvPr id="27" name="object-27">
            <a:extLst>
              <a:ext uri="{FF2B5EF4-FFF2-40B4-BE49-F238E27FC236}">
                <a16:creationId xmlns:a16="http://schemas.microsoft.com/office/drawing/2014/main" id="{FBB0A585-A878-47B4-8674-BD5F4FC9DB29}"/>
              </a:ext>
            </a:extLst>
          </p:cNvPr>
          <p:cNvSpPr>
            <a:spLocks noGrp="1"/>
          </p:cNvSpPr>
          <p:nvPr/>
        </p:nvSpPr>
        <p:spPr>
          <a:xfrm>
            <a:off x="7334250" y="5214938"/>
            <a:ext cx="833438" cy="833438"/>
          </a:xfrm>
          <a:prstGeom prst="rect">
            <a:avLst/>
          </a:prstGeom>
          <a:noFill/>
          <a:ln w="0">
            <a:noFill/>
          </a:ln>
        </p:spPr>
        <p:txBody>
          <a:bodyPr anchor="ctr">
            <a:noAutofit/>
          </a:bodyPr>
          <a:lstStyle/>
          <a:p>
            <a:pPr algn="ctr">
              <a:defRPr sz="4594" b="1">
                <a:solidFill>
                  <a:srgbClr val="11745A"/>
                </a:solidFill>
                <a:latin typeface="Arial"/>
                <a:ea typeface="Arial"/>
                <a:cs typeface="Arial"/>
              </a:defRPr>
            </a:pPr>
            <a:r>
              <a:rPr sz="4594" b="1">
                <a:solidFill>
                  <a:srgbClr val="11745A"/>
                </a:solidFill>
                <a:latin typeface="Arial"/>
                <a:ea typeface="Arial"/>
                <a:cs typeface="Arial"/>
              </a:rPr>
              <a:t>2</a:t>
            </a:r>
          </a:p>
        </p:txBody>
      </p:sp>
      <p:sp>
        <p:nvSpPr>
          <p:cNvPr id="28" name="object-28">
            <a:extLst>
              <a:ext uri="{FF2B5EF4-FFF2-40B4-BE49-F238E27FC236}">
                <a16:creationId xmlns:a16="http://schemas.microsoft.com/office/drawing/2014/main" id="{8A9D42A0-ECCB-4F50-904B-0ECFE738EA69}"/>
              </a:ext>
            </a:extLst>
          </p:cNvPr>
          <p:cNvSpPr>
            <a:spLocks noGrp="1"/>
          </p:cNvSpPr>
          <p:nvPr/>
        </p:nvSpPr>
        <p:spPr>
          <a:xfrm>
            <a:off x="6369844" y="2988469"/>
            <a:ext cx="904875" cy="1976438"/>
          </a:xfrm>
          <a:prstGeom prst="rect">
            <a:avLst/>
          </a:prstGeom>
          <a:noFill/>
          <a:ln w="35719">
            <a:solidFill>
              <a:srgbClr val="9A5800"/>
            </a:solidFill>
          </a:ln>
        </p:spPr>
      </p:sp>
      <p:sp>
        <p:nvSpPr>
          <p:cNvPr id="29" name="object-29">
            <a:extLst>
              <a:ext uri="{FF2B5EF4-FFF2-40B4-BE49-F238E27FC236}">
                <a16:creationId xmlns:a16="http://schemas.microsoft.com/office/drawing/2014/main" id="{261E697F-3500-47CF-B1A3-5EDF2F90D623}"/>
              </a:ext>
            </a:extLst>
          </p:cNvPr>
          <p:cNvSpPr>
            <a:spLocks noGrp="1"/>
          </p:cNvSpPr>
          <p:nvPr/>
        </p:nvSpPr>
        <p:spPr>
          <a:xfrm>
            <a:off x="6405563" y="2571750"/>
            <a:ext cx="833438" cy="452438"/>
          </a:xfrm>
          <a:prstGeom prst="rect">
            <a:avLst/>
          </a:prstGeom>
          <a:noFill/>
          <a:ln w="0">
            <a:noFill/>
          </a:ln>
        </p:spPr>
        <p:txBody>
          <a:bodyPr anchor="ctr">
            <a:noAutofit/>
          </a:bodyPr>
          <a:lstStyle/>
          <a:p>
            <a:pPr algn="ctr">
              <a:defRPr sz="2438" b="1">
                <a:solidFill>
                  <a:srgbClr val="9A5800"/>
                </a:solidFill>
                <a:latin typeface="Arial"/>
                <a:ea typeface="Arial"/>
                <a:cs typeface="Arial"/>
              </a:defRPr>
            </a:pPr>
            <a:r>
              <a:rPr sz="2438" b="1">
                <a:solidFill>
                  <a:srgbClr val="9A5800"/>
                </a:solidFill>
                <a:latin typeface="Arial"/>
                <a:ea typeface="Arial"/>
                <a:cs typeface="Arial"/>
              </a:rPr>
              <a:t>1</a:t>
            </a:r>
          </a:p>
        </p:txBody>
      </p:sp>
      <p:sp>
        <p:nvSpPr>
          <p:cNvPr id="30" name="object-30">
            <a:extLst>
              <a:ext uri="{FF2B5EF4-FFF2-40B4-BE49-F238E27FC236}">
                <a16:creationId xmlns:a16="http://schemas.microsoft.com/office/drawing/2014/main" id="{08D273DF-D758-4445-9088-7E1D12FF3DD1}"/>
              </a:ext>
            </a:extLst>
          </p:cNvPr>
          <p:cNvSpPr>
            <a:spLocks noGrp="1"/>
          </p:cNvSpPr>
          <p:nvPr/>
        </p:nvSpPr>
        <p:spPr>
          <a:xfrm>
            <a:off x="1190625" y="6477000"/>
            <a:ext cx="12858750" cy="714375"/>
          </a:xfrm>
          <a:prstGeom prst="rect">
            <a:avLst/>
          </a:prstGeom>
          <a:noFill/>
          <a:ln w="0">
            <a:noFill/>
          </a:ln>
        </p:spPr>
        <p:txBody>
          <a:bodyPr anchor="ctr">
            <a:noAutofit/>
          </a:bodyPr>
          <a:lstStyle/>
          <a:p>
            <a:pPr algn="ctr">
              <a:defRPr sz="2906" b="1">
                <a:solidFill>
                  <a:srgbClr val="172B4D"/>
                </a:solidFill>
                <a:latin typeface="Arial"/>
                <a:ea typeface="Arial"/>
                <a:cs typeface="Arial"/>
              </a:defRPr>
            </a:pPr>
            <a:r>
              <a:rPr sz="2906" b="1">
                <a:solidFill>
                  <a:srgbClr val="172B4D"/>
                </a:solidFill>
                <a:latin typeface="Arial"/>
                <a:ea typeface="Arial"/>
                <a:cs typeface="Arial"/>
              </a:rPr>
              <a:t>6 + 6 = 12</a:t>
            </a:r>
          </a:p>
        </p:txBody>
      </p:sp>
      <p:sp>
        <p:nvSpPr>
          <p:cNvPr id="31" name="object-31">
            <a:extLst>
              <a:ext uri="{FF2B5EF4-FFF2-40B4-BE49-F238E27FC236}">
                <a16:creationId xmlns:a16="http://schemas.microsoft.com/office/drawing/2014/main" id="{C79299FC-7DF7-4FF3-8714-1204F25B89AD}"/>
              </a:ext>
            </a:extLst>
          </p:cNvPr>
          <p:cNvSpPr>
            <a:spLocks noGrp="1"/>
          </p:cNvSpPr>
          <p:nvPr/>
        </p:nvSpPr>
        <p:spPr>
          <a:xfrm>
            <a:off x="6405563" y="5214938"/>
            <a:ext cx="833438" cy="833438"/>
          </a:xfrm>
          <a:prstGeom prst="rect">
            <a:avLst/>
          </a:prstGeom>
          <a:noFill/>
          <a:ln w="0">
            <a:noFill/>
          </a:ln>
        </p:spPr>
        <p:txBody>
          <a:bodyPr anchor="ctr">
            <a:noAutofit/>
          </a:bodyPr>
          <a:lstStyle/>
          <a:p>
            <a:pPr algn="ctr">
              <a:defRPr sz="4594" b="1">
                <a:solidFill>
                  <a:srgbClr val="11745A"/>
                </a:solidFill>
                <a:latin typeface="Arial"/>
                <a:ea typeface="Arial"/>
                <a:cs typeface="Arial"/>
              </a:defRPr>
            </a:pPr>
            <a:r>
              <a:rPr sz="4594" b="1">
                <a:solidFill>
                  <a:srgbClr val="11745A"/>
                </a:solidFill>
                <a:latin typeface="Arial"/>
                <a:ea typeface="Arial"/>
                <a:cs typeface="Arial"/>
              </a:rPr>
              <a:t>2</a:t>
            </a:r>
          </a:p>
        </p:txBody>
      </p:sp>
      <p:sp>
        <p:nvSpPr>
          <p:cNvPr id="32" name="object-32">
            <a:extLst>
              <a:ext uri="{FF2B5EF4-FFF2-40B4-BE49-F238E27FC236}">
                <a16:creationId xmlns:a16="http://schemas.microsoft.com/office/drawing/2014/main" id="{2D8A741C-6F4B-448C-85A3-2FCBF59D4CA6}"/>
              </a:ext>
            </a:extLst>
          </p:cNvPr>
          <p:cNvSpPr>
            <a:spLocks noGrp="1"/>
          </p:cNvSpPr>
          <p:nvPr/>
        </p:nvSpPr>
        <p:spPr>
          <a:xfrm>
            <a:off x="5441156" y="2988469"/>
            <a:ext cx="904875" cy="1976438"/>
          </a:xfrm>
          <a:prstGeom prst="rect">
            <a:avLst/>
          </a:prstGeom>
          <a:noFill/>
          <a:ln w="35719">
            <a:solidFill>
              <a:srgbClr val="9A5800"/>
            </a:solidFill>
          </a:ln>
        </p:spPr>
      </p:sp>
      <p:sp>
        <p:nvSpPr>
          <p:cNvPr id="33" name="object-33">
            <a:extLst>
              <a:ext uri="{FF2B5EF4-FFF2-40B4-BE49-F238E27FC236}">
                <a16:creationId xmlns:a16="http://schemas.microsoft.com/office/drawing/2014/main" id="{DF160632-7CE4-457E-BF75-60F6C46ACB77}"/>
              </a:ext>
            </a:extLst>
          </p:cNvPr>
          <p:cNvSpPr>
            <a:spLocks noGrp="1"/>
          </p:cNvSpPr>
          <p:nvPr/>
        </p:nvSpPr>
        <p:spPr>
          <a:xfrm>
            <a:off x="1190625" y="6477000"/>
            <a:ext cx="12858750" cy="714375"/>
          </a:xfrm>
          <a:prstGeom prst="rect">
            <a:avLst/>
          </a:prstGeom>
          <a:noFill/>
          <a:ln w="0">
            <a:noFill/>
          </a:ln>
        </p:spPr>
        <p:txBody>
          <a:bodyPr anchor="ctr">
            <a:noAutofit/>
          </a:bodyPr>
          <a:lstStyle/>
          <a:p>
            <a:pPr algn="ctr">
              <a:defRPr sz="2906" b="1">
                <a:solidFill>
                  <a:srgbClr val="172B4D"/>
                </a:solidFill>
                <a:latin typeface="Arial"/>
                <a:ea typeface="Arial"/>
                <a:cs typeface="Arial"/>
              </a:defRPr>
            </a:pPr>
            <a:r>
              <a:rPr sz="2906" b="1">
                <a:solidFill>
                  <a:srgbClr val="172B4D"/>
                </a:solidFill>
                <a:latin typeface="Arial"/>
                <a:ea typeface="Arial"/>
                <a:cs typeface="Arial"/>
              </a:rPr>
              <a:t>1 + 4 + 1 = 6</a:t>
            </a:r>
          </a:p>
        </p:txBody>
      </p:sp>
      <p:sp>
        <p:nvSpPr>
          <p:cNvPr id="34" name="object-34">
            <a:extLst>
              <a:ext uri="{FF2B5EF4-FFF2-40B4-BE49-F238E27FC236}">
                <a16:creationId xmlns:a16="http://schemas.microsoft.com/office/drawing/2014/main" id="{724CF0EE-56BE-45A5-8E44-44BB8A71EE28}"/>
              </a:ext>
            </a:extLst>
          </p:cNvPr>
          <p:cNvSpPr>
            <a:spLocks noGrp="1"/>
          </p:cNvSpPr>
          <p:nvPr/>
        </p:nvSpPr>
        <p:spPr>
          <a:xfrm>
            <a:off x="5476875" y="5214938"/>
            <a:ext cx="833438" cy="833438"/>
          </a:xfrm>
          <a:prstGeom prst="rect">
            <a:avLst/>
          </a:prstGeom>
          <a:noFill/>
          <a:ln w="0">
            <a:noFill/>
          </a:ln>
        </p:spPr>
        <p:txBody>
          <a:bodyPr anchor="ctr">
            <a:noAutofit/>
          </a:bodyPr>
          <a:lstStyle/>
          <a:p>
            <a:pPr algn="ctr">
              <a:defRPr sz="4594" b="1">
                <a:solidFill>
                  <a:srgbClr val="11745A"/>
                </a:solidFill>
                <a:latin typeface="Arial"/>
                <a:ea typeface="Arial"/>
                <a:cs typeface="Arial"/>
              </a:defRPr>
            </a:pPr>
            <a:r>
              <a:rPr sz="4594" b="1">
                <a:solidFill>
                  <a:srgbClr val="11745A"/>
                </a:solidFill>
                <a:latin typeface="Arial"/>
                <a:ea typeface="Arial"/>
                <a:cs typeface="Arial"/>
              </a:rPr>
              <a:t>6</a:t>
            </a:r>
          </a:p>
        </p:txBody>
      </p:sp>
      <p:sp>
        <p:nvSpPr>
          <p:cNvPr id="35" name="object-35">
            <a:extLst>
              <a:ext uri="{FF2B5EF4-FFF2-40B4-BE49-F238E27FC236}">
                <a16:creationId xmlns:a16="http://schemas.microsoft.com/office/drawing/2014/main" id="{B45C1FF9-6AE4-4D41-8B04-145512A6A5D9}"/>
              </a:ext>
            </a:extLst>
          </p:cNvPr>
          <p:cNvSpPr>
            <a:spLocks noGrp="1"/>
          </p:cNvSpPr>
          <p:nvPr/>
        </p:nvSpPr>
        <p:spPr>
          <a:xfrm>
            <a:off x="892969" y="7262813"/>
            <a:ext cx="13454063" cy="738188"/>
          </a:xfrm>
          <a:prstGeom prst="rect">
            <a:avLst/>
          </a:prstGeom>
          <a:noFill/>
          <a:ln w="0">
            <a:noFill/>
          </a:ln>
        </p:spPr>
        <p:txBody>
          <a:bodyPr anchor="ctr">
            <a:noAutofit/>
          </a:bodyPr>
          <a:lstStyle/>
          <a:p>
            <a:pPr algn="ctr">
              <a:defRPr sz="2813" b="1">
                <a:solidFill>
                  <a:srgbClr val="11745A"/>
                </a:solidFill>
                <a:latin typeface="Arial"/>
                <a:ea typeface="Arial"/>
                <a:cs typeface="Arial"/>
              </a:defRPr>
            </a:pPr>
            <a:r>
              <a:rPr sz="2813" b="1">
                <a:solidFill>
                  <a:srgbClr val="11745A"/>
                </a:solidFill>
                <a:latin typeface="Arial"/>
                <a:ea typeface="Arial"/>
                <a:cs typeface="Arial"/>
              </a:rPr>
              <a:t>16,128 + 46,080 = 62,208</a:t>
            </a:r>
          </a:p>
        </p:txBody>
      </p:sp>
    </p:spTree>
    <p:extLst>
      <p:ext uri="{BB962C8B-B14F-4D97-AF65-F5344CB8AC3E}">
        <p14:creationId xmlns:p14="http://schemas.microsoft.com/office/powerpoint/2010/main" val="3045850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par>
                          <p:cTn id="9" fill="hold">
                            <p:stCondLst>
                              <p:cond delay="0"/>
                            </p:stCondLst>
                            <p:childTnLst>
                              <p:par>
                                <p:cTn id="10" presetID="1" presetClass="entr" presetSubtype="0" fill="hold" grpId="0" nodeType="afterEffect">
                                  <p:stCondLst>
                                    <p:cond delay="0"/>
                                  </p:stCondLst>
                                  <p:childTnLst>
                                    <p:set>
                                      <p:cBhvr>
                                        <p:cTn id="11" dur="1" fill="hold">
                                          <p:stCondLst>
                                            <p:cond delay="0"/>
                                          </p:stCondLst>
                                        </p:cTn>
                                        <p:tgtEl>
                                          <p:spTgt spid="20"/>
                                        </p:tgtEl>
                                        <p:attrNameLst>
                                          <p:attrName>style.visibility</p:attrName>
                                        </p:attrNameLst>
                                      </p:cBhvr>
                                      <p:to>
                                        <p:strVal val="visible"/>
                                      </p:to>
                                    </p:set>
                                  </p:childTnLst>
                                </p:cTn>
                              </p:par>
                              <p:par>
                                <p:cTn id="12" presetID="1" presetClass="exit" presetSubtype="0" fill="hold" nodeType="withEffect">
                                  <p:stCondLst>
                                    <p:cond delay="0"/>
                                  </p:stCondLst>
                                  <p:childTnLst>
                                    <p:set>
                                      <p:cBhvr>
                                        <p:cTn id="13" dur="1" fill="hold">
                                          <p:stCondLst>
                                            <p:cond delay="0"/>
                                          </p:stCondLst>
                                        </p:cTn>
                                        <p:tgtEl>
                                          <p:spTgt spid="18"/>
                                        </p:tgtEl>
                                        <p:attrNameLst>
                                          <p:attrName>style.visibility</p:attrName>
                                        </p:attrNameLst>
                                      </p:cBhvr>
                                      <p:to>
                                        <p:strVal val="hidden"/>
                                      </p:to>
                                    </p:set>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nodeType="clickEffect">
                                  <p:stCondLst>
                                    <p:cond delay="0"/>
                                  </p:stCondLst>
                                  <p:childTnLst>
                                    <p:set>
                                      <p:cBhvr>
                                        <p:cTn id="17" dur="1" fill="hold">
                                          <p:stCondLst>
                                            <p:cond delay="0"/>
                                          </p:stCondLst>
                                        </p:cTn>
                                        <p:tgtEl>
                                          <p:spTgt spid="21"/>
                                        </p:tgtEl>
                                        <p:attrNameLst>
                                          <p:attrName>style.visibility</p:attrName>
                                        </p:attrNameLst>
                                      </p:cBhvr>
                                      <p:to>
                                        <p:strVal val="visible"/>
                                      </p:to>
                                    </p:set>
                                  </p:childTnLst>
                                </p:cTn>
                              </p:par>
                              <p:par>
                                <p:cTn id="18" presetID="1" presetClass="exit" presetSubtype="0" fill="hold" grpId="1" nodeType="withEffect">
                                  <p:stCondLst>
                                    <p:cond delay="0"/>
                                  </p:stCondLst>
                                  <p:childTnLst>
                                    <p:set>
                                      <p:cBhvr>
                                        <p:cTn id="19" dur="1" fill="hold">
                                          <p:stCondLst>
                                            <p:cond delay="0"/>
                                          </p:stCondLst>
                                        </p:cTn>
                                        <p:tgtEl>
                                          <p:spTgt spid="19"/>
                                        </p:tgtEl>
                                        <p:attrNameLst>
                                          <p:attrName>style.visibility</p:attrName>
                                        </p:attrNameLst>
                                      </p:cBhvr>
                                      <p:to>
                                        <p:strVal val="hidden"/>
                                      </p:to>
                                    </p:set>
                                  </p:childTnLst>
                                </p:cTn>
                              </p:par>
                              <p:par>
                                <p:cTn id="20" presetID="1" presetClass="entr" presetSubtype="0" fill="hold" grpId="0" nodeType="withEffect">
                                  <p:stCondLst>
                                    <p:cond delay="0"/>
                                  </p:stCondLst>
                                  <p:childTnLst>
                                    <p:set>
                                      <p:cBhvr>
                                        <p:cTn id="21" dur="1" fill="hold">
                                          <p:stCondLst>
                                            <p:cond delay="0"/>
                                          </p:stCondLst>
                                        </p:cTn>
                                        <p:tgtEl>
                                          <p:spTgt spid="22"/>
                                        </p:tgtEl>
                                        <p:attrNameLst>
                                          <p:attrName>style.visibility</p:attrName>
                                        </p:attrNameLst>
                                      </p:cBhvr>
                                      <p:to>
                                        <p:strVal val="visible"/>
                                      </p:to>
                                    </p:set>
                                  </p:childTnLst>
                                </p:cTn>
                              </p:par>
                            </p:childTnLst>
                          </p:cTn>
                        </p:par>
                        <p:par>
                          <p:cTn id="22" fill="hold">
                            <p:stCondLst>
                              <p:cond delay="0"/>
                            </p:stCondLst>
                            <p:childTnLst>
                              <p:par>
                                <p:cTn id="23" presetID="63" presetClass="path" presetSubtype="0" accel="50000" decel="50000" fill="hold" grpId="1" nodeType="afterEffect">
                                  <p:stCondLst>
                                    <p:cond delay="0"/>
                                  </p:stCondLst>
                                  <p:childTnLst>
                                    <p:animMotion origin="layout" path="M 0 0 L -0.0609375 0 E" pathEditMode="relative" ptsTypes="">
                                      <p:cBhvr>
                                        <p:cTn id="24" dur="800" fill="hold"/>
                                        <p:tgtEl>
                                          <p:spTgt spid="22"/>
                                        </p:tgtEl>
                                        <p:attrNameLst>
                                          <p:attrName>ppt_x</p:attrName>
                                          <p:attrName>ppt_y</p:attrName>
                                        </p:attrNameLst>
                                      </p:cBhvr>
                                    </p:animMotion>
                                  </p:childTnLst>
                                </p:cTn>
                              </p:par>
                              <p:par>
                                <p:cTn id="25" presetID="1" presetClass="entr" presetSubtype="0" fill="hold" grpId="0" nodeType="withEffect">
                                  <p:stCondLst>
                                    <p:cond delay="0"/>
                                  </p:stCondLst>
                                  <p:childTnLst>
                                    <p:set>
                                      <p:cBhvr>
                                        <p:cTn id="26" dur="1" fill="hold">
                                          <p:stCondLst>
                                            <p:cond delay="0"/>
                                          </p:stCondLst>
                                        </p:cTn>
                                        <p:tgtEl>
                                          <p:spTgt spid="23"/>
                                        </p:tgtEl>
                                        <p:attrNameLst>
                                          <p:attrName>style.visibility</p:attrName>
                                        </p:attrNameLst>
                                      </p:cBhvr>
                                      <p:to>
                                        <p:strVal val="visible"/>
                                      </p:to>
                                    </p:set>
                                  </p:childTnLst>
                                </p:cTn>
                              </p:par>
                            </p:childTnLst>
                          </p:cTn>
                        </p:par>
                        <p:par>
                          <p:cTn id="27" fill="hold">
                            <p:stCondLst>
                              <p:cond delay="800"/>
                            </p:stCondLst>
                            <p:childTnLst>
                              <p:par>
                                <p:cTn id="28" presetID="1" presetClass="entr" presetSubtype="0" fill="hold" grpId="0" nodeType="afterEffect">
                                  <p:stCondLst>
                                    <p:cond delay="0"/>
                                  </p:stCondLst>
                                  <p:childTnLst>
                                    <p:set>
                                      <p:cBhvr>
                                        <p:cTn id="29" dur="1" fill="hold">
                                          <p:stCondLst>
                                            <p:cond delay="0"/>
                                          </p:stCondLst>
                                        </p:cTn>
                                        <p:tgtEl>
                                          <p:spTgt spid="24"/>
                                        </p:tgtEl>
                                        <p:attrNameLst>
                                          <p:attrName>style.visibility</p:attrName>
                                        </p:attrNameLst>
                                      </p:cBhvr>
                                      <p:to>
                                        <p:strVal val="visible"/>
                                      </p:to>
                                    </p:set>
                                  </p:childTnLst>
                                </p:cTn>
                              </p:par>
                              <p:par>
                                <p:cTn id="30" presetID="1" presetClass="exit" presetSubtype="0" fill="hold" nodeType="withEffect">
                                  <p:stCondLst>
                                    <p:cond delay="0"/>
                                  </p:stCondLst>
                                  <p:childTnLst>
                                    <p:set>
                                      <p:cBhvr>
                                        <p:cTn id="31" dur="1" fill="hold">
                                          <p:stCondLst>
                                            <p:cond delay="0"/>
                                          </p:stCondLst>
                                        </p:cTn>
                                        <p:tgtEl>
                                          <p:spTgt spid="21"/>
                                        </p:tgtEl>
                                        <p:attrNameLst>
                                          <p:attrName>style.visibility</p:attrName>
                                        </p:attrNameLst>
                                      </p:cBhvr>
                                      <p:to>
                                        <p:strVal val="hidden"/>
                                      </p:to>
                                    </p:set>
                                  </p:childTnLst>
                                </p:cTn>
                              </p:par>
                            </p:childTnLst>
                          </p:cTn>
                        </p:par>
                      </p:childTnLst>
                    </p:cTn>
                  </p:par>
                  <p:par>
                    <p:cTn id="32" fill="hold">
                      <p:stCondLst>
                        <p:cond delay="indefinite"/>
                      </p:stCondLst>
                      <p:childTnLst>
                        <p:par>
                          <p:cTn id="33" fill="hold">
                            <p:stCondLst>
                              <p:cond delay="0"/>
                            </p:stCondLst>
                            <p:childTnLst>
                              <p:par>
                                <p:cTn id="34" presetID="1" presetClass="entr" presetSubtype="0" fill="hold" nodeType="clickEffect">
                                  <p:stCondLst>
                                    <p:cond delay="0"/>
                                  </p:stCondLst>
                                  <p:childTnLst>
                                    <p:set>
                                      <p:cBhvr>
                                        <p:cTn id="35" dur="1" fill="hold">
                                          <p:stCondLst>
                                            <p:cond delay="0"/>
                                          </p:stCondLst>
                                        </p:cTn>
                                        <p:tgtEl>
                                          <p:spTgt spid="25"/>
                                        </p:tgtEl>
                                        <p:attrNameLst>
                                          <p:attrName>style.visibility</p:attrName>
                                        </p:attrNameLst>
                                      </p:cBhvr>
                                      <p:to>
                                        <p:strVal val="visible"/>
                                      </p:to>
                                    </p:set>
                                  </p:childTnLst>
                                </p:cTn>
                              </p:par>
                              <p:par>
                                <p:cTn id="36" presetID="1" presetClass="exit" presetSubtype="0" fill="hold" grpId="1" nodeType="withEffect">
                                  <p:stCondLst>
                                    <p:cond delay="0"/>
                                  </p:stCondLst>
                                  <p:childTnLst>
                                    <p:set>
                                      <p:cBhvr>
                                        <p:cTn id="37" dur="1" fill="hold">
                                          <p:stCondLst>
                                            <p:cond delay="0"/>
                                          </p:stCondLst>
                                        </p:cTn>
                                        <p:tgtEl>
                                          <p:spTgt spid="23"/>
                                        </p:tgtEl>
                                        <p:attrNameLst>
                                          <p:attrName>style.visibility</p:attrName>
                                        </p:attrNameLst>
                                      </p:cBhvr>
                                      <p:to>
                                        <p:strVal val="hidden"/>
                                      </p:to>
                                    </p:set>
                                  </p:childTnLst>
                                </p:cTn>
                              </p:par>
                              <p:par>
                                <p:cTn id="38" presetID="1" presetClass="entr" presetSubtype="0" fill="hold" grpId="0" nodeType="withEffect">
                                  <p:stCondLst>
                                    <p:cond delay="0"/>
                                  </p:stCondLst>
                                  <p:childTnLst>
                                    <p:set>
                                      <p:cBhvr>
                                        <p:cTn id="39" dur="1" fill="hold">
                                          <p:stCondLst>
                                            <p:cond delay="0"/>
                                          </p:stCondLst>
                                        </p:cTn>
                                        <p:tgtEl>
                                          <p:spTgt spid="26"/>
                                        </p:tgtEl>
                                        <p:attrNameLst>
                                          <p:attrName>style.visibility</p:attrName>
                                        </p:attrNameLst>
                                      </p:cBhvr>
                                      <p:to>
                                        <p:strVal val="visible"/>
                                      </p:to>
                                    </p:set>
                                  </p:childTnLst>
                                </p:cTn>
                              </p:par>
                            </p:childTnLst>
                          </p:cTn>
                        </p:par>
                        <p:par>
                          <p:cTn id="40" fill="hold">
                            <p:stCondLst>
                              <p:cond delay="0"/>
                            </p:stCondLst>
                            <p:childTnLst>
                              <p:par>
                                <p:cTn id="41" presetID="1" presetClass="entr" presetSubtype="0" fill="hold" grpId="0" nodeType="afterEffect">
                                  <p:stCondLst>
                                    <p:cond delay="0"/>
                                  </p:stCondLst>
                                  <p:childTnLst>
                                    <p:set>
                                      <p:cBhvr>
                                        <p:cTn id="42" dur="1" fill="hold">
                                          <p:stCondLst>
                                            <p:cond delay="0"/>
                                          </p:stCondLst>
                                        </p:cTn>
                                        <p:tgtEl>
                                          <p:spTgt spid="27"/>
                                        </p:tgtEl>
                                        <p:attrNameLst>
                                          <p:attrName>style.visibility</p:attrName>
                                        </p:attrNameLst>
                                      </p:cBhvr>
                                      <p:to>
                                        <p:strVal val="visible"/>
                                      </p:to>
                                    </p:set>
                                  </p:childTnLst>
                                </p:cTn>
                              </p:par>
                              <p:par>
                                <p:cTn id="43" presetID="1" presetClass="exit" presetSubtype="0" fill="hold" nodeType="withEffect">
                                  <p:stCondLst>
                                    <p:cond delay="0"/>
                                  </p:stCondLst>
                                  <p:childTnLst>
                                    <p:set>
                                      <p:cBhvr>
                                        <p:cTn id="44" dur="1" fill="hold">
                                          <p:stCondLst>
                                            <p:cond delay="0"/>
                                          </p:stCondLst>
                                        </p:cTn>
                                        <p:tgtEl>
                                          <p:spTgt spid="25"/>
                                        </p:tgtEl>
                                        <p:attrNameLst>
                                          <p:attrName>style.visibility</p:attrName>
                                        </p:attrNameLst>
                                      </p:cBhvr>
                                      <p:to>
                                        <p:strVal val="hidden"/>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nodeType="clickEffect">
                                  <p:stCondLst>
                                    <p:cond delay="0"/>
                                  </p:stCondLst>
                                  <p:childTnLst>
                                    <p:set>
                                      <p:cBhvr>
                                        <p:cTn id="48" dur="1" fill="hold">
                                          <p:stCondLst>
                                            <p:cond delay="0"/>
                                          </p:stCondLst>
                                        </p:cTn>
                                        <p:tgtEl>
                                          <p:spTgt spid="28"/>
                                        </p:tgtEl>
                                        <p:attrNameLst>
                                          <p:attrName>style.visibility</p:attrName>
                                        </p:attrNameLst>
                                      </p:cBhvr>
                                      <p:to>
                                        <p:strVal val="visible"/>
                                      </p:to>
                                    </p:set>
                                  </p:childTnLst>
                                </p:cTn>
                              </p:par>
                              <p:par>
                                <p:cTn id="49" presetID="1" presetClass="exit" presetSubtype="0" fill="hold" grpId="1" nodeType="withEffect">
                                  <p:stCondLst>
                                    <p:cond delay="0"/>
                                  </p:stCondLst>
                                  <p:childTnLst>
                                    <p:set>
                                      <p:cBhvr>
                                        <p:cTn id="50" dur="1" fill="hold">
                                          <p:stCondLst>
                                            <p:cond delay="0"/>
                                          </p:stCondLst>
                                        </p:cTn>
                                        <p:tgtEl>
                                          <p:spTgt spid="26"/>
                                        </p:tgtEl>
                                        <p:attrNameLst>
                                          <p:attrName>style.visibility</p:attrName>
                                        </p:attrNameLst>
                                      </p:cBhvr>
                                      <p:to>
                                        <p:strVal val="hidden"/>
                                      </p:to>
                                    </p:set>
                                  </p:childTnLst>
                                </p:cTn>
                              </p:par>
                              <p:par>
                                <p:cTn id="51" presetID="1" presetClass="entr" presetSubtype="0" fill="hold" grpId="0" nodeType="withEffect">
                                  <p:stCondLst>
                                    <p:cond delay="0"/>
                                  </p:stCondLst>
                                  <p:childTnLst>
                                    <p:set>
                                      <p:cBhvr>
                                        <p:cTn id="52" dur="1" fill="hold">
                                          <p:stCondLst>
                                            <p:cond delay="0"/>
                                          </p:stCondLst>
                                        </p:cTn>
                                        <p:tgtEl>
                                          <p:spTgt spid="29"/>
                                        </p:tgtEl>
                                        <p:attrNameLst>
                                          <p:attrName>style.visibility</p:attrName>
                                        </p:attrNameLst>
                                      </p:cBhvr>
                                      <p:to>
                                        <p:strVal val="visible"/>
                                      </p:to>
                                    </p:set>
                                  </p:childTnLst>
                                </p:cTn>
                              </p:par>
                            </p:childTnLst>
                          </p:cTn>
                        </p:par>
                        <p:par>
                          <p:cTn id="53" fill="hold">
                            <p:stCondLst>
                              <p:cond delay="0"/>
                            </p:stCondLst>
                            <p:childTnLst>
                              <p:par>
                                <p:cTn id="54" presetID="63" presetClass="path" presetSubtype="0" accel="50000" decel="50000" fill="hold" grpId="1" nodeType="afterEffect">
                                  <p:stCondLst>
                                    <p:cond delay="0"/>
                                  </p:stCondLst>
                                  <p:childTnLst>
                                    <p:animMotion origin="layout" path="M 0 0 L -0.0609375 0 E" pathEditMode="relative" ptsTypes="">
                                      <p:cBhvr>
                                        <p:cTn id="55" dur="800" fill="hold"/>
                                        <p:tgtEl>
                                          <p:spTgt spid="29"/>
                                        </p:tgtEl>
                                        <p:attrNameLst>
                                          <p:attrName>ppt_x</p:attrName>
                                          <p:attrName>ppt_y</p:attrName>
                                        </p:attrNameLst>
                                      </p:cBhvr>
                                    </p:animMotion>
                                  </p:childTnLst>
                                </p:cTn>
                              </p:par>
                              <p:par>
                                <p:cTn id="56" presetID="1" presetClass="entr" presetSubtype="0" fill="hold" grpId="0" nodeType="withEffect">
                                  <p:stCondLst>
                                    <p:cond delay="0"/>
                                  </p:stCondLst>
                                  <p:childTnLst>
                                    <p:set>
                                      <p:cBhvr>
                                        <p:cTn id="57" dur="1" fill="hold">
                                          <p:stCondLst>
                                            <p:cond delay="0"/>
                                          </p:stCondLst>
                                        </p:cTn>
                                        <p:tgtEl>
                                          <p:spTgt spid="30"/>
                                        </p:tgtEl>
                                        <p:attrNameLst>
                                          <p:attrName>style.visibility</p:attrName>
                                        </p:attrNameLst>
                                      </p:cBhvr>
                                      <p:to>
                                        <p:strVal val="visible"/>
                                      </p:to>
                                    </p:set>
                                  </p:childTnLst>
                                </p:cTn>
                              </p:par>
                            </p:childTnLst>
                          </p:cTn>
                        </p:par>
                        <p:par>
                          <p:cTn id="58" fill="hold">
                            <p:stCondLst>
                              <p:cond delay="800"/>
                            </p:stCondLst>
                            <p:childTnLst>
                              <p:par>
                                <p:cTn id="59" presetID="1" presetClass="entr" presetSubtype="0" fill="hold" grpId="0" nodeType="afterEffect">
                                  <p:stCondLst>
                                    <p:cond delay="0"/>
                                  </p:stCondLst>
                                  <p:childTnLst>
                                    <p:set>
                                      <p:cBhvr>
                                        <p:cTn id="60" dur="1" fill="hold">
                                          <p:stCondLst>
                                            <p:cond delay="0"/>
                                          </p:stCondLst>
                                        </p:cTn>
                                        <p:tgtEl>
                                          <p:spTgt spid="31"/>
                                        </p:tgtEl>
                                        <p:attrNameLst>
                                          <p:attrName>style.visibility</p:attrName>
                                        </p:attrNameLst>
                                      </p:cBhvr>
                                      <p:to>
                                        <p:strVal val="visible"/>
                                      </p:to>
                                    </p:set>
                                  </p:childTnLst>
                                </p:cTn>
                              </p:par>
                              <p:par>
                                <p:cTn id="61" presetID="1" presetClass="exit" presetSubtype="0" fill="hold" nodeType="withEffect">
                                  <p:stCondLst>
                                    <p:cond delay="0"/>
                                  </p:stCondLst>
                                  <p:childTnLst>
                                    <p:set>
                                      <p:cBhvr>
                                        <p:cTn id="62" dur="1" fill="hold">
                                          <p:stCondLst>
                                            <p:cond delay="0"/>
                                          </p:stCondLst>
                                        </p:cTn>
                                        <p:tgtEl>
                                          <p:spTgt spid="28"/>
                                        </p:tgtEl>
                                        <p:attrNameLst>
                                          <p:attrName>style.visibility</p:attrName>
                                        </p:attrNameLst>
                                      </p:cBhvr>
                                      <p:to>
                                        <p:strVal val="hidden"/>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nodeType="clickEffect">
                                  <p:stCondLst>
                                    <p:cond delay="0"/>
                                  </p:stCondLst>
                                  <p:childTnLst>
                                    <p:set>
                                      <p:cBhvr>
                                        <p:cTn id="66" dur="1" fill="hold">
                                          <p:stCondLst>
                                            <p:cond delay="0"/>
                                          </p:stCondLst>
                                        </p:cTn>
                                        <p:tgtEl>
                                          <p:spTgt spid="32"/>
                                        </p:tgtEl>
                                        <p:attrNameLst>
                                          <p:attrName>style.visibility</p:attrName>
                                        </p:attrNameLst>
                                      </p:cBhvr>
                                      <p:to>
                                        <p:strVal val="visible"/>
                                      </p:to>
                                    </p:set>
                                  </p:childTnLst>
                                </p:cTn>
                              </p:par>
                              <p:par>
                                <p:cTn id="67" presetID="1" presetClass="exit" presetSubtype="0" fill="hold" grpId="1" nodeType="withEffect">
                                  <p:stCondLst>
                                    <p:cond delay="0"/>
                                  </p:stCondLst>
                                  <p:childTnLst>
                                    <p:set>
                                      <p:cBhvr>
                                        <p:cTn id="68" dur="1" fill="hold">
                                          <p:stCondLst>
                                            <p:cond delay="0"/>
                                          </p:stCondLst>
                                        </p:cTn>
                                        <p:tgtEl>
                                          <p:spTgt spid="30"/>
                                        </p:tgtEl>
                                        <p:attrNameLst>
                                          <p:attrName>style.visibility</p:attrName>
                                        </p:attrNameLst>
                                      </p:cBhvr>
                                      <p:to>
                                        <p:strVal val="hidden"/>
                                      </p:to>
                                    </p:set>
                                  </p:childTnLst>
                                </p:cTn>
                              </p:par>
                              <p:par>
                                <p:cTn id="69" presetID="1" presetClass="entr" presetSubtype="0" fill="hold" grpId="0" nodeType="withEffect">
                                  <p:stCondLst>
                                    <p:cond delay="0"/>
                                  </p:stCondLst>
                                  <p:childTnLst>
                                    <p:set>
                                      <p:cBhvr>
                                        <p:cTn id="70" dur="1" fill="hold">
                                          <p:stCondLst>
                                            <p:cond delay="0"/>
                                          </p:stCondLst>
                                        </p:cTn>
                                        <p:tgtEl>
                                          <p:spTgt spid="33"/>
                                        </p:tgtEl>
                                        <p:attrNameLst>
                                          <p:attrName>style.visibility</p:attrName>
                                        </p:attrNameLst>
                                      </p:cBhvr>
                                      <p:to>
                                        <p:strVal val="visible"/>
                                      </p:to>
                                    </p:set>
                                  </p:childTnLst>
                                </p:cTn>
                              </p:par>
                            </p:childTnLst>
                          </p:cTn>
                        </p:par>
                        <p:par>
                          <p:cTn id="71" fill="hold">
                            <p:stCondLst>
                              <p:cond delay="0"/>
                            </p:stCondLst>
                            <p:childTnLst>
                              <p:par>
                                <p:cTn id="72" presetID="1" presetClass="entr" presetSubtype="0" fill="hold" grpId="0" nodeType="afterEffect">
                                  <p:stCondLst>
                                    <p:cond delay="0"/>
                                  </p:stCondLst>
                                  <p:childTnLst>
                                    <p:set>
                                      <p:cBhvr>
                                        <p:cTn id="73" dur="1" fill="hold">
                                          <p:stCondLst>
                                            <p:cond delay="0"/>
                                          </p:stCondLst>
                                        </p:cTn>
                                        <p:tgtEl>
                                          <p:spTgt spid="34"/>
                                        </p:tgtEl>
                                        <p:attrNameLst>
                                          <p:attrName>style.visibility</p:attrName>
                                        </p:attrNameLst>
                                      </p:cBhvr>
                                      <p:to>
                                        <p:strVal val="visible"/>
                                      </p:to>
                                    </p:set>
                                  </p:childTnLst>
                                </p:cTn>
                              </p:par>
                              <p:par>
                                <p:cTn id="74" presetID="1" presetClass="exit" presetSubtype="0" fill="hold" nodeType="withEffect">
                                  <p:stCondLst>
                                    <p:cond delay="0"/>
                                  </p:stCondLst>
                                  <p:childTnLst>
                                    <p:set>
                                      <p:cBhvr>
                                        <p:cTn id="75" dur="1" fill="hold">
                                          <p:stCondLst>
                                            <p:cond delay="0"/>
                                          </p:stCondLst>
                                        </p:cTn>
                                        <p:tgtEl>
                                          <p:spTgt spid="32"/>
                                        </p:tgtEl>
                                        <p:attrNameLst>
                                          <p:attrName>style.visibility</p:attrName>
                                        </p:attrNameLst>
                                      </p:cBhvr>
                                      <p:to>
                                        <p:strVal val="hidden"/>
                                      </p:to>
                                    </p:set>
                                  </p:childTnLst>
                                </p:cTn>
                              </p:par>
                            </p:childTnLst>
                          </p:cTn>
                        </p:par>
                      </p:childTnLst>
                    </p:cTn>
                  </p:par>
                  <p:par>
                    <p:cTn id="76" fill="hold">
                      <p:stCondLst>
                        <p:cond delay="indefinite"/>
                      </p:stCondLst>
                      <p:childTnLst>
                        <p:par>
                          <p:cTn id="77" fill="hold">
                            <p:stCondLst>
                              <p:cond delay="0"/>
                            </p:stCondLst>
                            <p:childTnLst>
                              <p:par>
                                <p:cTn id="78" presetID="1" presetClass="entr" presetSubtype="0" fill="hold" grpId="0" nodeType="clickEffect">
                                  <p:stCondLst>
                                    <p:cond delay="0"/>
                                  </p:stCondLst>
                                  <p:childTnLst>
                                    <p:set>
                                      <p:cBhvr>
                                        <p:cTn id="79" dur="1" fill="hold">
                                          <p:stCondLst>
                                            <p:cond delay="0"/>
                                          </p:stCondLst>
                                        </p:cTn>
                                        <p:tgtEl>
                                          <p:spTgt spid="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19" grpId="1"/>
      <p:bldP spid="20" grpId="0"/>
      <p:bldP spid="22" grpId="0"/>
      <p:bldP spid="22" grpId="1"/>
      <p:bldP spid="23" grpId="0"/>
      <p:bldP spid="23" grpId="1"/>
      <p:bldP spid="24" grpId="0"/>
      <p:bldP spid="26" grpId="0"/>
      <p:bldP spid="26" grpId="1"/>
      <p:bldP spid="27" grpId="0"/>
      <p:bldP spid="29" grpId="0"/>
      <p:bldP spid="29" grpId="1"/>
      <p:bldP spid="30" grpId="0"/>
      <p:bldP spid="30" grpId="1"/>
      <p:bldP spid="31" grpId="0"/>
      <p:bldP spid="33" grpId="0"/>
      <p:bldP spid="34" grpId="0"/>
      <p:bldP spid="35" grpId="0"/>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7" name="object-1">
            <a:extLst>
              <a:ext uri="{FF2B5EF4-FFF2-40B4-BE49-F238E27FC236}">
                <a16:creationId xmlns:a16="http://schemas.microsoft.com/office/drawing/2014/main" id="{1637A258-6F53-4681-BEB3-DA15747EDFF8}"/>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You do</a:t>
            </a:r>
          </a:p>
        </p:txBody>
      </p:sp>
      <p:sp>
        <p:nvSpPr>
          <p:cNvPr id="2" name="object-2">
            <a:extLst>
              <a:ext uri="{FF2B5EF4-FFF2-40B4-BE49-F238E27FC236}">
                <a16:creationId xmlns:a16="http://schemas.microsoft.com/office/drawing/2014/main" id="{172B273D-F30D-49EA-80D1-4AD4FB2A9C46}"/>
              </a:ext>
            </a:extLst>
          </p:cNvPr>
          <p:cNvSpPr>
            <a:spLocks noGrp="1"/>
          </p:cNvSpPr>
          <p:nvPr/>
        </p:nvSpPr>
        <p:spPr>
          <a:xfrm>
            <a:off x="11430000" y="476250"/>
            <a:ext cx="3155156" cy="547688"/>
          </a:xfrm>
          <a:prstGeom prst="rect">
            <a:avLst/>
          </a:prstGeom>
          <a:noFill/>
          <a:ln w="0">
            <a:noFill/>
          </a:ln>
        </p:spPr>
        <p:txBody>
          <a:bodyPr anchor="ctr">
            <a:noAutofit/>
          </a:bodyPr>
          <a:lstStyle/>
          <a:p>
            <a:pPr algn="r">
              <a:defRPr sz="2625" b="0">
                <a:solidFill>
                  <a:srgbClr val="52647A"/>
                </a:solidFill>
                <a:latin typeface="Arial"/>
                <a:ea typeface="Arial"/>
                <a:cs typeface="Arial"/>
              </a:defRPr>
            </a:pPr>
            <a:r>
              <a:rPr sz="2625" b="0">
                <a:solidFill>
                  <a:srgbClr val="52647A"/>
                </a:solidFill>
                <a:latin typeface="Arial"/>
                <a:ea typeface="Arial"/>
                <a:cs typeface="Arial"/>
              </a:rPr>
              <a:t>You try.</a:t>
            </a:r>
          </a:p>
        </p:txBody>
      </p:sp>
      <p:sp>
        <p:nvSpPr>
          <p:cNvPr id="3" name="object-3">
            <a:extLst>
              <a:ext uri="{FF2B5EF4-FFF2-40B4-BE49-F238E27FC236}">
                <a16:creationId xmlns:a16="http://schemas.microsoft.com/office/drawing/2014/main" id="{C0CF9DAD-9DCB-4ADA-93FA-4B8B57E30A27}"/>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Calculate 2,315 × 27.</a:t>
            </a:r>
          </a:p>
        </p:txBody>
      </p:sp>
      <p:sp>
        <p:nvSpPr>
          <p:cNvPr id="4" name="object-4">
            <a:extLst>
              <a:ext uri="{FF2B5EF4-FFF2-40B4-BE49-F238E27FC236}">
                <a16:creationId xmlns:a16="http://schemas.microsoft.com/office/drawing/2014/main" id="{1FAF7223-EB54-41B5-A5D3-EDE5ABC0DD49}"/>
              </a:ext>
            </a:extLst>
          </p:cNvPr>
          <p:cNvSpPr>
            <a:spLocks noGrp="1"/>
          </p:cNvSpPr>
          <p:nvPr/>
        </p:nvSpPr>
        <p:spPr>
          <a:xfrm>
            <a:off x="654844" y="8012906"/>
            <a:ext cx="13930313" cy="11906"/>
          </a:xfrm>
          <a:prstGeom prst="rect">
            <a:avLst/>
          </a:prstGeom>
          <a:solidFill>
            <a:srgbClr val="BCD0EA"/>
          </a:solidFill>
          <a:ln w="0">
            <a:noFill/>
          </a:ln>
        </p:spPr>
      </p:sp>
      <p:sp>
        <p:nvSpPr>
          <p:cNvPr id="5" name="object-5">
            <a:extLst>
              <a:ext uri="{FF2B5EF4-FFF2-40B4-BE49-F238E27FC236}">
                <a16:creationId xmlns:a16="http://schemas.microsoft.com/office/drawing/2014/main" id="{D134B253-C963-4BD2-A104-EA3051A8E35D}"/>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Multiply up to four digits by two digits</a:t>
            </a:r>
          </a:p>
        </p:txBody>
      </p:sp>
      <p:sp>
        <p:nvSpPr>
          <p:cNvPr id="6" name="object-6">
            <a:extLst>
              <a:ext uri="{FF2B5EF4-FFF2-40B4-BE49-F238E27FC236}">
                <a16:creationId xmlns:a16="http://schemas.microsoft.com/office/drawing/2014/main" id="{BC66DBD2-6238-408C-A3BC-3B4550CF80EE}"/>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4</a:t>
            </a:r>
          </a:p>
        </p:txBody>
      </p:sp>
      <p:sp>
        <p:nvSpPr>
          <p:cNvPr id="7" name="object-7">
            <a:extLst>
              <a:ext uri="{FF2B5EF4-FFF2-40B4-BE49-F238E27FC236}">
                <a16:creationId xmlns:a16="http://schemas.microsoft.com/office/drawing/2014/main" id="{620D256F-FB17-4FC8-9B70-2B4727E0AEEF}"/>
              </a:ext>
            </a:extLst>
          </p:cNvPr>
          <p:cNvSpPr>
            <a:spLocks noGrp="1"/>
          </p:cNvSpPr>
          <p:nvPr/>
        </p:nvSpPr>
        <p:spPr>
          <a:xfrm>
            <a:off x="7405688" y="2762250"/>
            <a:ext cx="762000" cy="714375"/>
          </a:xfrm>
          <a:prstGeom prst="rect">
            <a:avLst/>
          </a:prstGeom>
          <a:noFill/>
          <a:ln w="0">
            <a:noFill/>
          </a:ln>
        </p:spPr>
        <p:txBody>
          <a:bodyPr anchor="ctr">
            <a:noAutofit/>
          </a:bodyPr>
          <a:lstStyle/>
          <a:p>
            <a:pPr algn="ctr">
              <a:defRPr sz="3938" b="1">
                <a:solidFill>
                  <a:srgbClr val="1D4ED8"/>
                </a:solidFill>
                <a:latin typeface="Arial"/>
                <a:ea typeface="Arial"/>
                <a:cs typeface="Arial"/>
              </a:defRPr>
            </a:pPr>
            <a:r>
              <a:rPr sz="3938" b="1">
                <a:solidFill>
                  <a:srgbClr val="1D4ED8"/>
                </a:solidFill>
                <a:latin typeface="Arial"/>
                <a:ea typeface="Arial"/>
                <a:cs typeface="Arial"/>
              </a:rPr>
              <a:t>2</a:t>
            </a:r>
          </a:p>
        </p:txBody>
      </p:sp>
      <p:sp>
        <p:nvSpPr>
          <p:cNvPr id="8" name="object-8">
            <a:extLst>
              <a:ext uri="{FF2B5EF4-FFF2-40B4-BE49-F238E27FC236}">
                <a16:creationId xmlns:a16="http://schemas.microsoft.com/office/drawing/2014/main" id="{F33B296A-A7E4-4331-AD19-0542BA02410A}"/>
              </a:ext>
            </a:extLst>
          </p:cNvPr>
          <p:cNvSpPr>
            <a:spLocks noGrp="1"/>
          </p:cNvSpPr>
          <p:nvPr/>
        </p:nvSpPr>
        <p:spPr>
          <a:xfrm>
            <a:off x="8262938" y="2762250"/>
            <a:ext cx="762000" cy="714375"/>
          </a:xfrm>
          <a:prstGeom prst="rect">
            <a:avLst/>
          </a:prstGeom>
          <a:noFill/>
          <a:ln w="0">
            <a:noFill/>
          </a:ln>
        </p:spPr>
        <p:txBody>
          <a:bodyPr anchor="ctr">
            <a:noAutofit/>
          </a:bodyPr>
          <a:lstStyle/>
          <a:p>
            <a:pPr algn="ctr">
              <a:defRPr sz="3938" b="1">
                <a:solidFill>
                  <a:srgbClr val="1D4ED8"/>
                </a:solidFill>
                <a:latin typeface="Arial"/>
                <a:ea typeface="Arial"/>
                <a:cs typeface="Arial"/>
              </a:defRPr>
            </a:pPr>
            <a:r>
              <a:rPr sz="3938" b="1">
                <a:solidFill>
                  <a:srgbClr val="1D4ED8"/>
                </a:solidFill>
                <a:latin typeface="Arial"/>
                <a:ea typeface="Arial"/>
                <a:cs typeface="Arial"/>
              </a:rPr>
              <a:t>3</a:t>
            </a:r>
          </a:p>
        </p:txBody>
      </p:sp>
      <p:sp>
        <p:nvSpPr>
          <p:cNvPr id="9" name="object-9">
            <a:extLst>
              <a:ext uri="{FF2B5EF4-FFF2-40B4-BE49-F238E27FC236}">
                <a16:creationId xmlns:a16="http://schemas.microsoft.com/office/drawing/2014/main" id="{DEF9BC80-12ED-47AA-AE9D-A46A311F3336}"/>
              </a:ext>
            </a:extLst>
          </p:cNvPr>
          <p:cNvSpPr>
            <a:spLocks noGrp="1"/>
          </p:cNvSpPr>
          <p:nvPr/>
        </p:nvSpPr>
        <p:spPr>
          <a:xfrm>
            <a:off x="9120188" y="2762250"/>
            <a:ext cx="762000" cy="714375"/>
          </a:xfrm>
          <a:prstGeom prst="rect">
            <a:avLst/>
          </a:prstGeom>
          <a:noFill/>
          <a:ln w="0">
            <a:noFill/>
          </a:ln>
        </p:spPr>
        <p:txBody>
          <a:bodyPr anchor="ctr">
            <a:noAutofit/>
          </a:bodyPr>
          <a:lstStyle/>
          <a:p>
            <a:pPr algn="ctr">
              <a:defRPr sz="3938" b="1">
                <a:solidFill>
                  <a:srgbClr val="1D4ED8"/>
                </a:solidFill>
                <a:latin typeface="Arial"/>
                <a:ea typeface="Arial"/>
                <a:cs typeface="Arial"/>
              </a:defRPr>
            </a:pPr>
            <a:r>
              <a:rPr sz="3938" b="1">
                <a:solidFill>
                  <a:srgbClr val="1D4ED8"/>
                </a:solidFill>
                <a:latin typeface="Arial"/>
                <a:ea typeface="Arial"/>
                <a:cs typeface="Arial"/>
              </a:rPr>
              <a:t>1</a:t>
            </a:r>
          </a:p>
        </p:txBody>
      </p:sp>
      <p:sp>
        <p:nvSpPr>
          <p:cNvPr id="10" name="object-10">
            <a:extLst>
              <a:ext uri="{FF2B5EF4-FFF2-40B4-BE49-F238E27FC236}">
                <a16:creationId xmlns:a16="http://schemas.microsoft.com/office/drawing/2014/main" id="{1D494907-E787-4610-B765-3A39378D588B}"/>
              </a:ext>
            </a:extLst>
          </p:cNvPr>
          <p:cNvSpPr>
            <a:spLocks noGrp="1"/>
          </p:cNvSpPr>
          <p:nvPr/>
        </p:nvSpPr>
        <p:spPr>
          <a:xfrm>
            <a:off x="9977438" y="2762250"/>
            <a:ext cx="762000" cy="714375"/>
          </a:xfrm>
          <a:prstGeom prst="rect">
            <a:avLst/>
          </a:prstGeom>
          <a:noFill/>
          <a:ln w="0">
            <a:noFill/>
          </a:ln>
        </p:spPr>
        <p:txBody>
          <a:bodyPr anchor="ctr">
            <a:noAutofit/>
          </a:bodyPr>
          <a:lstStyle/>
          <a:p>
            <a:pPr algn="ctr">
              <a:defRPr sz="3938" b="1">
                <a:solidFill>
                  <a:srgbClr val="1D4ED8"/>
                </a:solidFill>
                <a:latin typeface="Arial"/>
                <a:ea typeface="Arial"/>
                <a:cs typeface="Arial"/>
              </a:defRPr>
            </a:pPr>
            <a:r>
              <a:rPr sz="3938" b="1">
                <a:solidFill>
                  <a:srgbClr val="1D4ED8"/>
                </a:solidFill>
                <a:latin typeface="Arial"/>
                <a:ea typeface="Arial"/>
                <a:cs typeface="Arial"/>
              </a:rPr>
              <a:t>5</a:t>
            </a:r>
          </a:p>
        </p:txBody>
      </p:sp>
      <p:sp>
        <p:nvSpPr>
          <p:cNvPr id="11" name="object-11">
            <a:extLst>
              <a:ext uri="{FF2B5EF4-FFF2-40B4-BE49-F238E27FC236}">
                <a16:creationId xmlns:a16="http://schemas.microsoft.com/office/drawing/2014/main" id="{983D6AA1-799F-418D-A184-D0D899498FA6}"/>
              </a:ext>
            </a:extLst>
          </p:cNvPr>
          <p:cNvSpPr>
            <a:spLocks noGrp="1"/>
          </p:cNvSpPr>
          <p:nvPr/>
        </p:nvSpPr>
        <p:spPr>
          <a:xfrm>
            <a:off x="5834063" y="3690938"/>
            <a:ext cx="714375" cy="714375"/>
          </a:xfrm>
          <a:prstGeom prst="rect">
            <a:avLst/>
          </a:prstGeom>
          <a:noFill/>
          <a:ln w="0">
            <a:noFill/>
          </a:ln>
        </p:spPr>
        <p:txBody>
          <a:bodyPr anchor="ctr">
            <a:noAutofit/>
          </a:bodyPr>
          <a:lstStyle/>
          <a:p>
            <a:pPr algn="l">
              <a:defRPr sz="3938" b="0">
                <a:solidFill>
                  <a:srgbClr val="172B4D"/>
                </a:solidFill>
                <a:latin typeface="Arial"/>
                <a:ea typeface="Arial"/>
                <a:cs typeface="Arial"/>
              </a:defRPr>
            </a:pPr>
            <a:r>
              <a:rPr sz="3938" b="0">
                <a:solidFill>
                  <a:srgbClr val="172B4D"/>
                </a:solidFill>
                <a:latin typeface="Arial"/>
                <a:ea typeface="Arial"/>
                <a:cs typeface="Arial"/>
              </a:rPr>
              <a:t>×</a:t>
            </a:r>
          </a:p>
        </p:txBody>
      </p:sp>
      <p:sp>
        <p:nvSpPr>
          <p:cNvPr id="12" name="object-12">
            <a:extLst>
              <a:ext uri="{FF2B5EF4-FFF2-40B4-BE49-F238E27FC236}">
                <a16:creationId xmlns:a16="http://schemas.microsoft.com/office/drawing/2014/main" id="{77A365D6-2DA5-44B5-8792-0DC3C4D868A2}"/>
              </a:ext>
            </a:extLst>
          </p:cNvPr>
          <p:cNvSpPr>
            <a:spLocks noGrp="1"/>
          </p:cNvSpPr>
          <p:nvPr/>
        </p:nvSpPr>
        <p:spPr>
          <a:xfrm>
            <a:off x="9120188" y="3690938"/>
            <a:ext cx="1619250" cy="714375"/>
          </a:xfrm>
          <a:prstGeom prst="rect">
            <a:avLst/>
          </a:prstGeom>
          <a:noFill/>
          <a:ln w="0">
            <a:noFill/>
          </a:ln>
        </p:spPr>
        <p:txBody>
          <a:bodyPr anchor="ctr">
            <a:noAutofit/>
          </a:bodyPr>
          <a:lstStyle/>
          <a:p>
            <a:pPr algn="r">
              <a:defRPr sz="3938" b="1">
                <a:solidFill>
                  <a:srgbClr val="1D4ED8"/>
                </a:solidFill>
                <a:latin typeface="Arial"/>
                <a:ea typeface="Arial"/>
                <a:cs typeface="Arial"/>
              </a:defRPr>
            </a:pPr>
            <a:r>
              <a:rPr sz="3938" b="1">
                <a:solidFill>
                  <a:srgbClr val="1D4ED8"/>
                </a:solidFill>
                <a:latin typeface="Arial"/>
                <a:ea typeface="Arial"/>
                <a:cs typeface="Arial"/>
              </a:rPr>
              <a:t>27</a:t>
            </a:r>
          </a:p>
        </p:txBody>
      </p:sp>
      <p:sp>
        <p:nvSpPr>
          <p:cNvPr id="13" name="object-13">
            <a:extLst>
              <a:ext uri="{FF2B5EF4-FFF2-40B4-BE49-F238E27FC236}">
                <a16:creationId xmlns:a16="http://schemas.microsoft.com/office/drawing/2014/main" id="{4D98CC57-8FC0-4A45-B079-19BC070F29B1}"/>
              </a:ext>
            </a:extLst>
          </p:cNvPr>
          <p:cNvSpPr>
            <a:spLocks noGrp="1"/>
          </p:cNvSpPr>
          <p:nvPr/>
        </p:nvSpPr>
        <p:spPr>
          <a:xfrm>
            <a:off x="6369844" y="4464844"/>
            <a:ext cx="4583906" cy="35719"/>
          </a:xfrm>
          <a:prstGeom prst="rect">
            <a:avLst/>
          </a:prstGeom>
          <a:solidFill>
            <a:srgbClr val="172B4D"/>
          </a:solidFill>
          <a:ln w="0">
            <a:noFill/>
          </a:ln>
        </p:spPr>
      </p:sp>
      <p:sp>
        <p:nvSpPr>
          <p:cNvPr id="14" name="object-14">
            <a:extLst>
              <a:ext uri="{FF2B5EF4-FFF2-40B4-BE49-F238E27FC236}">
                <a16:creationId xmlns:a16="http://schemas.microsoft.com/office/drawing/2014/main" id="{105B089F-301E-4D2C-AF15-E92A0FC4AD22}"/>
              </a:ext>
            </a:extLst>
          </p:cNvPr>
          <p:cNvSpPr>
            <a:spLocks noGrp="1"/>
          </p:cNvSpPr>
          <p:nvPr/>
        </p:nvSpPr>
        <p:spPr>
          <a:xfrm>
            <a:off x="1012031" y="6738938"/>
            <a:ext cx="13215938" cy="559594"/>
          </a:xfrm>
          <a:prstGeom prst="rect">
            <a:avLst/>
          </a:prstGeom>
          <a:noFill/>
          <a:ln w="0">
            <a:noFill/>
          </a:ln>
        </p:spPr>
        <p:txBody>
          <a:bodyPr anchor="ctr">
            <a:noAutofit/>
          </a:bodyPr>
          <a:lstStyle/>
          <a:p>
            <a:pPr algn="ctr">
              <a:defRPr sz="2813" b="1">
                <a:solidFill>
                  <a:srgbClr val="172B4D"/>
                </a:solidFill>
                <a:latin typeface="Arial"/>
                <a:ea typeface="Arial"/>
                <a:cs typeface="Arial"/>
              </a:defRPr>
            </a:pPr>
            <a:r>
              <a:rPr sz="2813" b="1">
                <a:solidFill>
                  <a:srgbClr val="172B4D"/>
                </a:solidFill>
                <a:latin typeface="Arial"/>
                <a:ea typeface="Arial"/>
                <a:cs typeface="Arial"/>
              </a:rPr>
              <a:t>7 × 5 = 35</a:t>
            </a:r>
          </a:p>
        </p:txBody>
      </p:sp>
      <p:sp>
        <p:nvSpPr>
          <p:cNvPr id="15" name="object-15">
            <a:extLst>
              <a:ext uri="{FF2B5EF4-FFF2-40B4-BE49-F238E27FC236}">
                <a16:creationId xmlns:a16="http://schemas.microsoft.com/office/drawing/2014/main" id="{D417B21F-E3DD-45AF-B92B-5A562D3BCDD7}"/>
              </a:ext>
            </a:extLst>
          </p:cNvPr>
          <p:cNvSpPr>
            <a:spLocks noGrp="1"/>
          </p:cNvSpPr>
          <p:nvPr/>
        </p:nvSpPr>
        <p:spPr>
          <a:xfrm>
            <a:off x="9977438" y="4655344"/>
            <a:ext cx="762000" cy="773906"/>
          </a:xfrm>
          <a:prstGeom prst="rect">
            <a:avLst/>
          </a:prstGeom>
          <a:noFill/>
          <a:ln w="0">
            <a:noFill/>
          </a:ln>
        </p:spPr>
        <p:txBody>
          <a:bodyPr anchor="ctr">
            <a:noAutofit/>
          </a:bodyPr>
          <a:lstStyle/>
          <a:p>
            <a:pPr algn="ctr">
              <a:defRPr sz="4031" b="1">
                <a:solidFill>
                  <a:srgbClr val="11745A"/>
                </a:solidFill>
                <a:latin typeface="Arial"/>
                <a:ea typeface="Arial"/>
                <a:cs typeface="Arial"/>
              </a:defRPr>
            </a:pPr>
            <a:r>
              <a:rPr sz="4031" b="1">
                <a:solidFill>
                  <a:srgbClr val="11745A"/>
                </a:solidFill>
                <a:latin typeface="Arial"/>
                <a:ea typeface="Arial"/>
                <a:cs typeface="Arial"/>
              </a:rPr>
              <a:t>5</a:t>
            </a:r>
          </a:p>
        </p:txBody>
      </p:sp>
      <p:sp>
        <p:nvSpPr>
          <p:cNvPr id="16" name="object-16">
            <a:extLst>
              <a:ext uri="{FF2B5EF4-FFF2-40B4-BE49-F238E27FC236}">
                <a16:creationId xmlns:a16="http://schemas.microsoft.com/office/drawing/2014/main" id="{F32DE6B6-FC55-411E-B2F9-E2DA2E678FE8}"/>
              </a:ext>
            </a:extLst>
          </p:cNvPr>
          <p:cNvSpPr>
            <a:spLocks noGrp="1"/>
          </p:cNvSpPr>
          <p:nvPr/>
        </p:nvSpPr>
        <p:spPr>
          <a:xfrm>
            <a:off x="9977438" y="2262188"/>
            <a:ext cx="762000" cy="476250"/>
          </a:xfrm>
          <a:prstGeom prst="rect">
            <a:avLst/>
          </a:prstGeom>
          <a:noFill/>
          <a:ln w="0">
            <a:noFill/>
          </a:ln>
        </p:spPr>
        <p:txBody>
          <a:bodyPr anchor="ctr">
            <a:noAutofit/>
          </a:bodyPr>
          <a:lstStyle/>
          <a:p>
            <a:pPr algn="ctr">
              <a:defRPr sz="2344" b="1">
                <a:solidFill>
                  <a:srgbClr val="9A5800"/>
                </a:solidFill>
                <a:latin typeface="Arial"/>
                <a:ea typeface="Arial"/>
                <a:cs typeface="Arial"/>
              </a:defRPr>
            </a:pPr>
            <a:r>
              <a:rPr sz="2344" b="1">
                <a:solidFill>
                  <a:srgbClr val="9A5800"/>
                </a:solidFill>
                <a:latin typeface="Arial"/>
                <a:ea typeface="Arial"/>
                <a:cs typeface="Arial"/>
              </a:rPr>
              <a:t>3</a:t>
            </a:r>
          </a:p>
        </p:txBody>
      </p:sp>
      <p:sp>
        <p:nvSpPr>
          <p:cNvPr id="17" name="object-17">
            <a:extLst>
              <a:ext uri="{FF2B5EF4-FFF2-40B4-BE49-F238E27FC236}">
                <a16:creationId xmlns:a16="http://schemas.microsoft.com/office/drawing/2014/main" id="{684CDF39-3909-442F-97E7-032197826A5A}"/>
              </a:ext>
            </a:extLst>
          </p:cNvPr>
          <p:cNvSpPr>
            <a:spLocks noGrp="1"/>
          </p:cNvSpPr>
          <p:nvPr/>
        </p:nvSpPr>
        <p:spPr>
          <a:xfrm>
            <a:off x="1012031" y="6738938"/>
            <a:ext cx="13215938" cy="559594"/>
          </a:xfrm>
          <a:prstGeom prst="rect">
            <a:avLst/>
          </a:prstGeom>
          <a:noFill/>
          <a:ln w="0">
            <a:noFill/>
          </a:ln>
        </p:spPr>
        <p:txBody>
          <a:bodyPr anchor="ctr">
            <a:noAutofit/>
          </a:bodyPr>
          <a:lstStyle/>
          <a:p>
            <a:pPr algn="ctr">
              <a:defRPr sz="2813" b="1">
                <a:solidFill>
                  <a:srgbClr val="172B4D"/>
                </a:solidFill>
                <a:latin typeface="Arial"/>
                <a:ea typeface="Arial"/>
                <a:cs typeface="Arial"/>
              </a:defRPr>
            </a:pPr>
            <a:r>
              <a:rPr sz="2813" b="1">
                <a:solidFill>
                  <a:srgbClr val="172B4D"/>
                </a:solidFill>
                <a:latin typeface="Arial"/>
                <a:ea typeface="Arial"/>
                <a:cs typeface="Arial"/>
              </a:rPr>
              <a:t>7 × 1 + 3 = 10</a:t>
            </a:r>
          </a:p>
        </p:txBody>
      </p:sp>
      <p:sp>
        <p:nvSpPr>
          <p:cNvPr id="18" name="object-18">
            <a:extLst>
              <a:ext uri="{FF2B5EF4-FFF2-40B4-BE49-F238E27FC236}">
                <a16:creationId xmlns:a16="http://schemas.microsoft.com/office/drawing/2014/main" id="{BAE0822A-7393-44B5-A588-D1E57C93DD75}"/>
              </a:ext>
            </a:extLst>
          </p:cNvPr>
          <p:cNvSpPr>
            <a:spLocks noGrp="1"/>
          </p:cNvSpPr>
          <p:nvPr/>
        </p:nvSpPr>
        <p:spPr>
          <a:xfrm>
            <a:off x="9120188" y="4655344"/>
            <a:ext cx="762000" cy="773906"/>
          </a:xfrm>
          <a:prstGeom prst="rect">
            <a:avLst/>
          </a:prstGeom>
          <a:noFill/>
          <a:ln w="0">
            <a:noFill/>
          </a:ln>
        </p:spPr>
        <p:txBody>
          <a:bodyPr anchor="ctr">
            <a:noAutofit/>
          </a:bodyPr>
          <a:lstStyle/>
          <a:p>
            <a:pPr algn="ctr">
              <a:defRPr sz="4031" b="1">
                <a:solidFill>
                  <a:srgbClr val="11745A"/>
                </a:solidFill>
                <a:latin typeface="Arial"/>
                <a:ea typeface="Arial"/>
                <a:cs typeface="Arial"/>
              </a:defRPr>
            </a:pPr>
            <a:r>
              <a:rPr sz="4031" b="1">
                <a:solidFill>
                  <a:srgbClr val="11745A"/>
                </a:solidFill>
                <a:latin typeface="Arial"/>
                <a:ea typeface="Arial"/>
                <a:cs typeface="Arial"/>
              </a:rPr>
              <a:t>0</a:t>
            </a:r>
          </a:p>
        </p:txBody>
      </p:sp>
      <p:sp>
        <p:nvSpPr>
          <p:cNvPr id="19" name="object-19">
            <a:extLst>
              <a:ext uri="{FF2B5EF4-FFF2-40B4-BE49-F238E27FC236}">
                <a16:creationId xmlns:a16="http://schemas.microsoft.com/office/drawing/2014/main" id="{A14A2032-903F-4C5D-861D-2530A6ACCDE8}"/>
              </a:ext>
            </a:extLst>
          </p:cNvPr>
          <p:cNvSpPr>
            <a:spLocks noGrp="1"/>
          </p:cNvSpPr>
          <p:nvPr/>
        </p:nvSpPr>
        <p:spPr>
          <a:xfrm>
            <a:off x="9120188" y="2262188"/>
            <a:ext cx="762000" cy="476250"/>
          </a:xfrm>
          <a:prstGeom prst="rect">
            <a:avLst/>
          </a:prstGeom>
          <a:noFill/>
          <a:ln w="0">
            <a:noFill/>
          </a:ln>
        </p:spPr>
        <p:txBody>
          <a:bodyPr anchor="ctr">
            <a:noAutofit/>
          </a:bodyPr>
          <a:lstStyle/>
          <a:p>
            <a:pPr algn="ctr">
              <a:defRPr sz="2344" b="1">
                <a:solidFill>
                  <a:srgbClr val="9A5800"/>
                </a:solidFill>
                <a:latin typeface="Arial"/>
                <a:ea typeface="Arial"/>
                <a:cs typeface="Arial"/>
              </a:defRPr>
            </a:pPr>
            <a:r>
              <a:rPr sz="2344" b="1">
                <a:solidFill>
                  <a:srgbClr val="9A5800"/>
                </a:solidFill>
                <a:latin typeface="Arial"/>
                <a:ea typeface="Arial"/>
                <a:cs typeface="Arial"/>
              </a:rPr>
              <a:t>1</a:t>
            </a:r>
          </a:p>
        </p:txBody>
      </p:sp>
      <p:sp>
        <p:nvSpPr>
          <p:cNvPr id="20" name="object-20">
            <a:extLst>
              <a:ext uri="{FF2B5EF4-FFF2-40B4-BE49-F238E27FC236}">
                <a16:creationId xmlns:a16="http://schemas.microsoft.com/office/drawing/2014/main" id="{8FB44EAF-E0F5-4CF2-A0F0-135F7BA54260}"/>
              </a:ext>
            </a:extLst>
          </p:cNvPr>
          <p:cNvSpPr>
            <a:spLocks noGrp="1"/>
          </p:cNvSpPr>
          <p:nvPr/>
        </p:nvSpPr>
        <p:spPr>
          <a:xfrm>
            <a:off x="1012031" y="6738938"/>
            <a:ext cx="13215938" cy="559594"/>
          </a:xfrm>
          <a:prstGeom prst="rect">
            <a:avLst/>
          </a:prstGeom>
          <a:noFill/>
          <a:ln w="0">
            <a:noFill/>
          </a:ln>
        </p:spPr>
        <p:txBody>
          <a:bodyPr anchor="ctr">
            <a:noAutofit/>
          </a:bodyPr>
          <a:lstStyle/>
          <a:p>
            <a:pPr algn="ctr">
              <a:defRPr sz="2813" b="1">
                <a:solidFill>
                  <a:srgbClr val="172B4D"/>
                </a:solidFill>
                <a:latin typeface="Arial"/>
                <a:ea typeface="Arial"/>
                <a:cs typeface="Arial"/>
              </a:defRPr>
            </a:pPr>
            <a:r>
              <a:rPr sz="2813" b="1">
                <a:solidFill>
                  <a:srgbClr val="172B4D"/>
                </a:solidFill>
                <a:latin typeface="Arial"/>
                <a:ea typeface="Arial"/>
                <a:cs typeface="Arial"/>
              </a:rPr>
              <a:t>7 × 3 + 1 = 22</a:t>
            </a:r>
          </a:p>
        </p:txBody>
      </p:sp>
      <p:sp>
        <p:nvSpPr>
          <p:cNvPr id="21" name="object-21">
            <a:extLst>
              <a:ext uri="{FF2B5EF4-FFF2-40B4-BE49-F238E27FC236}">
                <a16:creationId xmlns:a16="http://schemas.microsoft.com/office/drawing/2014/main" id="{2EEC01F9-AB02-4436-B493-4BF237338200}"/>
              </a:ext>
            </a:extLst>
          </p:cNvPr>
          <p:cNvSpPr>
            <a:spLocks noGrp="1"/>
          </p:cNvSpPr>
          <p:nvPr/>
        </p:nvSpPr>
        <p:spPr>
          <a:xfrm>
            <a:off x="8262938" y="4655344"/>
            <a:ext cx="762000" cy="773906"/>
          </a:xfrm>
          <a:prstGeom prst="rect">
            <a:avLst/>
          </a:prstGeom>
          <a:noFill/>
          <a:ln w="0">
            <a:noFill/>
          </a:ln>
        </p:spPr>
        <p:txBody>
          <a:bodyPr anchor="ctr">
            <a:noAutofit/>
          </a:bodyPr>
          <a:lstStyle/>
          <a:p>
            <a:pPr algn="ctr">
              <a:defRPr sz="4031" b="1">
                <a:solidFill>
                  <a:srgbClr val="11745A"/>
                </a:solidFill>
                <a:latin typeface="Arial"/>
                <a:ea typeface="Arial"/>
                <a:cs typeface="Arial"/>
              </a:defRPr>
            </a:pPr>
            <a:r>
              <a:rPr sz="4031" b="1">
                <a:solidFill>
                  <a:srgbClr val="11745A"/>
                </a:solidFill>
                <a:latin typeface="Arial"/>
                <a:ea typeface="Arial"/>
                <a:cs typeface="Arial"/>
              </a:rPr>
              <a:t>2</a:t>
            </a:r>
          </a:p>
        </p:txBody>
      </p:sp>
      <p:sp>
        <p:nvSpPr>
          <p:cNvPr id="22" name="object-22">
            <a:extLst>
              <a:ext uri="{FF2B5EF4-FFF2-40B4-BE49-F238E27FC236}">
                <a16:creationId xmlns:a16="http://schemas.microsoft.com/office/drawing/2014/main" id="{3DB8C11C-AA8A-427E-9CFD-9EE274AAF7F6}"/>
              </a:ext>
            </a:extLst>
          </p:cNvPr>
          <p:cNvSpPr>
            <a:spLocks noGrp="1"/>
          </p:cNvSpPr>
          <p:nvPr/>
        </p:nvSpPr>
        <p:spPr>
          <a:xfrm>
            <a:off x="8262938" y="2262188"/>
            <a:ext cx="762000" cy="476250"/>
          </a:xfrm>
          <a:prstGeom prst="rect">
            <a:avLst/>
          </a:prstGeom>
          <a:noFill/>
          <a:ln w="0">
            <a:noFill/>
          </a:ln>
        </p:spPr>
        <p:txBody>
          <a:bodyPr anchor="ctr">
            <a:noAutofit/>
          </a:bodyPr>
          <a:lstStyle/>
          <a:p>
            <a:pPr algn="ctr">
              <a:defRPr sz="2344" b="1">
                <a:solidFill>
                  <a:srgbClr val="9A5800"/>
                </a:solidFill>
                <a:latin typeface="Arial"/>
                <a:ea typeface="Arial"/>
                <a:cs typeface="Arial"/>
              </a:defRPr>
            </a:pPr>
            <a:r>
              <a:rPr sz="2344" b="1">
                <a:solidFill>
                  <a:srgbClr val="9A5800"/>
                </a:solidFill>
                <a:latin typeface="Arial"/>
                <a:ea typeface="Arial"/>
                <a:cs typeface="Arial"/>
              </a:rPr>
              <a:t>2</a:t>
            </a:r>
          </a:p>
        </p:txBody>
      </p:sp>
      <p:sp>
        <p:nvSpPr>
          <p:cNvPr id="23" name="object-23">
            <a:extLst>
              <a:ext uri="{FF2B5EF4-FFF2-40B4-BE49-F238E27FC236}">
                <a16:creationId xmlns:a16="http://schemas.microsoft.com/office/drawing/2014/main" id="{3801CC61-E0C0-450A-9B5F-2B90C0B9308C}"/>
              </a:ext>
            </a:extLst>
          </p:cNvPr>
          <p:cNvSpPr>
            <a:spLocks noGrp="1"/>
          </p:cNvSpPr>
          <p:nvPr/>
        </p:nvSpPr>
        <p:spPr>
          <a:xfrm>
            <a:off x="1012031" y="6738938"/>
            <a:ext cx="13215938" cy="559594"/>
          </a:xfrm>
          <a:prstGeom prst="rect">
            <a:avLst/>
          </a:prstGeom>
          <a:noFill/>
          <a:ln w="0">
            <a:noFill/>
          </a:ln>
        </p:spPr>
        <p:txBody>
          <a:bodyPr anchor="ctr">
            <a:noAutofit/>
          </a:bodyPr>
          <a:lstStyle/>
          <a:p>
            <a:pPr algn="ctr">
              <a:defRPr sz="2813" b="1">
                <a:solidFill>
                  <a:srgbClr val="172B4D"/>
                </a:solidFill>
                <a:latin typeface="Arial"/>
                <a:ea typeface="Arial"/>
                <a:cs typeface="Arial"/>
              </a:defRPr>
            </a:pPr>
            <a:r>
              <a:rPr sz="2813" b="1">
                <a:solidFill>
                  <a:srgbClr val="172B4D"/>
                </a:solidFill>
                <a:latin typeface="Arial"/>
                <a:ea typeface="Arial"/>
                <a:cs typeface="Arial"/>
              </a:rPr>
              <a:t>7 × 2 + 2 = 16</a:t>
            </a:r>
          </a:p>
        </p:txBody>
      </p:sp>
      <p:sp>
        <p:nvSpPr>
          <p:cNvPr id="24" name="object-24">
            <a:extLst>
              <a:ext uri="{FF2B5EF4-FFF2-40B4-BE49-F238E27FC236}">
                <a16:creationId xmlns:a16="http://schemas.microsoft.com/office/drawing/2014/main" id="{374AB6EE-C522-4E8C-8C8A-BEA9686B056F}"/>
              </a:ext>
            </a:extLst>
          </p:cNvPr>
          <p:cNvSpPr>
            <a:spLocks noGrp="1"/>
          </p:cNvSpPr>
          <p:nvPr/>
        </p:nvSpPr>
        <p:spPr>
          <a:xfrm>
            <a:off x="6548438" y="4655344"/>
            <a:ext cx="762000" cy="773906"/>
          </a:xfrm>
          <a:prstGeom prst="rect">
            <a:avLst/>
          </a:prstGeom>
          <a:noFill/>
          <a:ln w="0">
            <a:noFill/>
          </a:ln>
        </p:spPr>
        <p:txBody>
          <a:bodyPr anchor="ctr">
            <a:noAutofit/>
          </a:bodyPr>
          <a:lstStyle/>
          <a:p>
            <a:pPr algn="ctr">
              <a:defRPr sz="4031" b="1">
                <a:solidFill>
                  <a:srgbClr val="11745A"/>
                </a:solidFill>
                <a:latin typeface="Arial"/>
                <a:ea typeface="Arial"/>
                <a:cs typeface="Arial"/>
              </a:defRPr>
            </a:pPr>
            <a:r>
              <a:rPr sz="4031" b="1">
                <a:solidFill>
                  <a:srgbClr val="11745A"/>
                </a:solidFill>
                <a:latin typeface="Arial"/>
                <a:ea typeface="Arial"/>
                <a:cs typeface="Arial"/>
              </a:rPr>
              <a:t>1</a:t>
            </a:r>
          </a:p>
        </p:txBody>
      </p:sp>
      <p:sp>
        <p:nvSpPr>
          <p:cNvPr id="25" name="object-25">
            <a:extLst>
              <a:ext uri="{FF2B5EF4-FFF2-40B4-BE49-F238E27FC236}">
                <a16:creationId xmlns:a16="http://schemas.microsoft.com/office/drawing/2014/main" id="{98AFE61D-5C85-44B0-9FC6-1118D6FEEA27}"/>
              </a:ext>
            </a:extLst>
          </p:cNvPr>
          <p:cNvSpPr>
            <a:spLocks noGrp="1"/>
          </p:cNvSpPr>
          <p:nvPr/>
        </p:nvSpPr>
        <p:spPr>
          <a:xfrm>
            <a:off x="7405688" y="4655344"/>
            <a:ext cx="762000" cy="773906"/>
          </a:xfrm>
          <a:prstGeom prst="rect">
            <a:avLst/>
          </a:prstGeom>
          <a:noFill/>
          <a:ln w="0">
            <a:noFill/>
          </a:ln>
        </p:spPr>
        <p:txBody>
          <a:bodyPr anchor="ctr">
            <a:noAutofit/>
          </a:bodyPr>
          <a:lstStyle/>
          <a:p>
            <a:pPr algn="ctr">
              <a:defRPr sz="4031" b="1">
                <a:solidFill>
                  <a:srgbClr val="11745A"/>
                </a:solidFill>
                <a:latin typeface="Arial"/>
                <a:ea typeface="Arial"/>
                <a:cs typeface="Arial"/>
              </a:defRPr>
            </a:pPr>
            <a:r>
              <a:rPr sz="4031" b="1">
                <a:solidFill>
                  <a:srgbClr val="11745A"/>
                </a:solidFill>
                <a:latin typeface="Arial"/>
                <a:ea typeface="Arial"/>
                <a:cs typeface="Arial"/>
              </a:rPr>
              <a:t>6</a:t>
            </a:r>
          </a:p>
        </p:txBody>
      </p:sp>
      <p:sp>
        <p:nvSpPr>
          <p:cNvPr id="26" name="object-26">
            <a:extLst>
              <a:ext uri="{FF2B5EF4-FFF2-40B4-BE49-F238E27FC236}">
                <a16:creationId xmlns:a16="http://schemas.microsoft.com/office/drawing/2014/main" id="{72ED42A9-D748-479A-9162-4D1D8375ABD4}"/>
              </a:ext>
            </a:extLst>
          </p:cNvPr>
          <p:cNvSpPr>
            <a:spLocks noGrp="1"/>
          </p:cNvSpPr>
          <p:nvPr/>
        </p:nvSpPr>
        <p:spPr>
          <a:xfrm>
            <a:off x="9977438" y="5607844"/>
            <a:ext cx="762000" cy="773906"/>
          </a:xfrm>
          <a:prstGeom prst="rect">
            <a:avLst/>
          </a:prstGeom>
          <a:noFill/>
          <a:ln w="0">
            <a:noFill/>
          </a:ln>
        </p:spPr>
        <p:txBody>
          <a:bodyPr anchor="ctr">
            <a:noAutofit/>
          </a:bodyPr>
          <a:lstStyle/>
          <a:p>
            <a:pPr algn="ctr">
              <a:defRPr sz="4219" b="1">
                <a:solidFill>
                  <a:srgbClr val="9A5800"/>
                </a:solidFill>
                <a:latin typeface="Arial"/>
                <a:ea typeface="Arial"/>
                <a:cs typeface="Arial"/>
              </a:defRPr>
            </a:pPr>
            <a:r>
              <a:rPr sz="4219" b="1">
                <a:solidFill>
                  <a:srgbClr val="9A5800"/>
                </a:solidFill>
                <a:latin typeface="Arial"/>
                <a:ea typeface="Arial"/>
                <a:cs typeface="Arial"/>
              </a:rPr>
              <a:t>0</a:t>
            </a:r>
          </a:p>
        </p:txBody>
      </p:sp>
      <p:sp>
        <p:nvSpPr>
          <p:cNvPr id="27" name="object-27">
            <a:extLst>
              <a:ext uri="{FF2B5EF4-FFF2-40B4-BE49-F238E27FC236}">
                <a16:creationId xmlns:a16="http://schemas.microsoft.com/office/drawing/2014/main" id="{B387D6F6-1CE5-40BD-93C3-9E2D1F6B0F33}"/>
              </a:ext>
            </a:extLst>
          </p:cNvPr>
          <p:cNvSpPr>
            <a:spLocks noGrp="1"/>
          </p:cNvSpPr>
          <p:nvPr/>
        </p:nvSpPr>
        <p:spPr>
          <a:xfrm>
            <a:off x="1012031" y="6738938"/>
            <a:ext cx="13215938" cy="559594"/>
          </a:xfrm>
          <a:prstGeom prst="rect">
            <a:avLst/>
          </a:prstGeom>
          <a:noFill/>
          <a:ln w="0">
            <a:noFill/>
          </a:ln>
        </p:spPr>
        <p:txBody>
          <a:bodyPr anchor="ctr">
            <a:noAutofit/>
          </a:bodyPr>
          <a:lstStyle/>
          <a:p>
            <a:pPr algn="ctr">
              <a:defRPr sz="2813" b="1">
                <a:solidFill>
                  <a:srgbClr val="172B4D"/>
                </a:solidFill>
                <a:latin typeface="Arial"/>
                <a:ea typeface="Arial"/>
                <a:cs typeface="Arial"/>
              </a:defRPr>
            </a:pPr>
            <a:r>
              <a:rPr sz="2813" b="1">
                <a:solidFill>
                  <a:srgbClr val="172B4D"/>
                </a:solidFill>
                <a:latin typeface="Arial"/>
                <a:ea typeface="Arial"/>
                <a:cs typeface="Arial"/>
              </a:rPr>
              <a:t>2 × 5 = 10</a:t>
            </a:r>
          </a:p>
        </p:txBody>
      </p:sp>
      <p:sp>
        <p:nvSpPr>
          <p:cNvPr id="28" name="object-28">
            <a:extLst>
              <a:ext uri="{FF2B5EF4-FFF2-40B4-BE49-F238E27FC236}">
                <a16:creationId xmlns:a16="http://schemas.microsoft.com/office/drawing/2014/main" id="{D0B437E3-DBFE-4B4C-9FCD-3CFE97EA2151}"/>
              </a:ext>
            </a:extLst>
          </p:cNvPr>
          <p:cNvSpPr>
            <a:spLocks noGrp="1"/>
          </p:cNvSpPr>
          <p:nvPr/>
        </p:nvSpPr>
        <p:spPr>
          <a:xfrm>
            <a:off x="9120188" y="5607844"/>
            <a:ext cx="762000" cy="773906"/>
          </a:xfrm>
          <a:prstGeom prst="rect">
            <a:avLst/>
          </a:prstGeom>
          <a:noFill/>
          <a:ln w="0">
            <a:noFill/>
          </a:ln>
        </p:spPr>
        <p:txBody>
          <a:bodyPr anchor="ctr">
            <a:noAutofit/>
          </a:bodyPr>
          <a:lstStyle/>
          <a:p>
            <a:pPr algn="ctr">
              <a:defRPr sz="4031" b="1">
                <a:solidFill>
                  <a:srgbClr val="11745A"/>
                </a:solidFill>
                <a:latin typeface="Arial"/>
                <a:ea typeface="Arial"/>
                <a:cs typeface="Arial"/>
              </a:defRPr>
            </a:pPr>
            <a:r>
              <a:rPr sz="4031" b="1">
                <a:solidFill>
                  <a:srgbClr val="11745A"/>
                </a:solidFill>
                <a:latin typeface="Arial"/>
                <a:ea typeface="Arial"/>
                <a:cs typeface="Arial"/>
              </a:rPr>
              <a:t>0</a:t>
            </a:r>
          </a:p>
        </p:txBody>
      </p:sp>
      <p:sp>
        <p:nvSpPr>
          <p:cNvPr id="29" name="object-29">
            <a:extLst>
              <a:ext uri="{FF2B5EF4-FFF2-40B4-BE49-F238E27FC236}">
                <a16:creationId xmlns:a16="http://schemas.microsoft.com/office/drawing/2014/main" id="{829B69C3-66A4-474F-87BD-C8BEEF681986}"/>
              </a:ext>
            </a:extLst>
          </p:cNvPr>
          <p:cNvSpPr>
            <a:spLocks noGrp="1"/>
          </p:cNvSpPr>
          <p:nvPr/>
        </p:nvSpPr>
        <p:spPr>
          <a:xfrm>
            <a:off x="9977438" y="2262188"/>
            <a:ext cx="762000" cy="476250"/>
          </a:xfrm>
          <a:prstGeom prst="rect">
            <a:avLst/>
          </a:prstGeom>
          <a:noFill/>
          <a:ln w="0">
            <a:noFill/>
          </a:ln>
        </p:spPr>
        <p:txBody>
          <a:bodyPr anchor="ctr">
            <a:noAutofit/>
          </a:bodyPr>
          <a:lstStyle/>
          <a:p>
            <a:pPr algn="ctr">
              <a:defRPr sz="2344" b="1">
                <a:solidFill>
                  <a:srgbClr val="9A5800"/>
                </a:solidFill>
                <a:latin typeface="Arial"/>
                <a:ea typeface="Arial"/>
                <a:cs typeface="Arial"/>
              </a:defRPr>
            </a:pPr>
            <a:r>
              <a:rPr sz="2344" b="1">
                <a:solidFill>
                  <a:srgbClr val="9A5800"/>
                </a:solidFill>
                <a:latin typeface="Arial"/>
                <a:ea typeface="Arial"/>
                <a:cs typeface="Arial"/>
              </a:rPr>
              <a:t>1</a:t>
            </a:r>
          </a:p>
        </p:txBody>
      </p:sp>
      <p:sp>
        <p:nvSpPr>
          <p:cNvPr id="30" name="object-30">
            <a:extLst>
              <a:ext uri="{FF2B5EF4-FFF2-40B4-BE49-F238E27FC236}">
                <a16:creationId xmlns:a16="http://schemas.microsoft.com/office/drawing/2014/main" id="{2BFC575A-374E-4C48-BEFA-B0FED0C6209B}"/>
              </a:ext>
            </a:extLst>
          </p:cNvPr>
          <p:cNvSpPr>
            <a:spLocks noGrp="1"/>
          </p:cNvSpPr>
          <p:nvPr/>
        </p:nvSpPr>
        <p:spPr>
          <a:xfrm>
            <a:off x="1012031" y="6738938"/>
            <a:ext cx="13215938" cy="559594"/>
          </a:xfrm>
          <a:prstGeom prst="rect">
            <a:avLst/>
          </a:prstGeom>
          <a:noFill/>
          <a:ln w="0">
            <a:noFill/>
          </a:ln>
        </p:spPr>
        <p:txBody>
          <a:bodyPr anchor="ctr">
            <a:noAutofit/>
          </a:bodyPr>
          <a:lstStyle/>
          <a:p>
            <a:pPr algn="ctr">
              <a:defRPr sz="2813" b="1">
                <a:solidFill>
                  <a:srgbClr val="172B4D"/>
                </a:solidFill>
                <a:latin typeface="Arial"/>
                <a:ea typeface="Arial"/>
                <a:cs typeface="Arial"/>
              </a:defRPr>
            </a:pPr>
            <a:r>
              <a:rPr sz="2813" b="1">
                <a:solidFill>
                  <a:srgbClr val="172B4D"/>
                </a:solidFill>
                <a:latin typeface="Arial"/>
                <a:ea typeface="Arial"/>
                <a:cs typeface="Arial"/>
              </a:rPr>
              <a:t>2 × 1 + 1 = 3</a:t>
            </a:r>
          </a:p>
        </p:txBody>
      </p:sp>
      <p:sp>
        <p:nvSpPr>
          <p:cNvPr id="31" name="object-31">
            <a:extLst>
              <a:ext uri="{FF2B5EF4-FFF2-40B4-BE49-F238E27FC236}">
                <a16:creationId xmlns:a16="http://schemas.microsoft.com/office/drawing/2014/main" id="{BB178B37-AE6D-4C2E-BCDF-742612420347}"/>
              </a:ext>
            </a:extLst>
          </p:cNvPr>
          <p:cNvSpPr>
            <a:spLocks noGrp="1"/>
          </p:cNvSpPr>
          <p:nvPr/>
        </p:nvSpPr>
        <p:spPr>
          <a:xfrm>
            <a:off x="8262938" y="5607844"/>
            <a:ext cx="762000" cy="773906"/>
          </a:xfrm>
          <a:prstGeom prst="rect">
            <a:avLst/>
          </a:prstGeom>
          <a:noFill/>
          <a:ln w="0">
            <a:noFill/>
          </a:ln>
        </p:spPr>
        <p:txBody>
          <a:bodyPr anchor="ctr">
            <a:noAutofit/>
          </a:bodyPr>
          <a:lstStyle/>
          <a:p>
            <a:pPr algn="ctr">
              <a:defRPr sz="4031" b="1">
                <a:solidFill>
                  <a:srgbClr val="11745A"/>
                </a:solidFill>
                <a:latin typeface="Arial"/>
                <a:ea typeface="Arial"/>
                <a:cs typeface="Arial"/>
              </a:defRPr>
            </a:pPr>
            <a:r>
              <a:rPr sz="4031" b="1">
                <a:solidFill>
                  <a:srgbClr val="11745A"/>
                </a:solidFill>
                <a:latin typeface="Arial"/>
                <a:ea typeface="Arial"/>
                <a:cs typeface="Arial"/>
              </a:rPr>
              <a:t>3</a:t>
            </a:r>
          </a:p>
        </p:txBody>
      </p:sp>
      <p:sp>
        <p:nvSpPr>
          <p:cNvPr id="32" name="object-32">
            <a:extLst>
              <a:ext uri="{FF2B5EF4-FFF2-40B4-BE49-F238E27FC236}">
                <a16:creationId xmlns:a16="http://schemas.microsoft.com/office/drawing/2014/main" id="{176C1D69-3AEE-49D6-849B-08A154EE4164}"/>
              </a:ext>
            </a:extLst>
          </p:cNvPr>
          <p:cNvSpPr>
            <a:spLocks noGrp="1"/>
          </p:cNvSpPr>
          <p:nvPr/>
        </p:nvSpPr>
        <p:spPr>
          <a:xfrm>
            <a:off x="1012031" y="6738938"/>
            <a:ext cx="13215938" cy="559594"/>
          </a:xfrm>
          <a:prstGeom prst="rect">
            <a:avLst/>
          </a:prstGeom>
          <a:noFill/>
          <a:ln w="0">
            <a:noFill/>
          </a:ln>
        </p:spPr>
        <p:txBody>
          <a:bodyPr anchor="ctr">
            <a:noAutofit/>
          </a:bodyPr>
          <a:lstStyle/>
          <a:p>
            <a:pPr algn="ctr">
              <a:defRPr sz="2813" b="1">
                <a:solidFill>
                  <a:srgbClr val="172B4D"/>
                </a:solidFill>
                <a:latin typeface="Arial"/>
                <a:ea typeface="Arial"/>
                <a:cs typeface="Arial"/>
              </a:defRPr>
            </a:pPr>
            <a:r>
              <a:rPr sz="2813" b="1">
                <a:solidFill>
                  <a:srgbClr val="172B4D"/>
                </a:solidFill>
                <a:latin typeface="Arial"/>
                <a:ea typeface="Arial"/>
                <a:cs typeface="Arial"/>
              </a:rPr>
              <a:t>2 × 3 = 6</a:t>
            </a:r>
          </a:p>
        </p:txBody>
      </p:sp>
      <p:sp>
        <p:nvSpPr>
          <p:cNvPr id="33" name="object-33">
            <a:extLst>
              <a:ext uri="{FF2B5EF4-FFF2-40B4-BE49-F238E27FC236}">
                <a16:creationId xmlns:a16="http://schemas.microsoft.com/office/drawing/2014/main" id="{A029696E-A56C-41BB-948D-EDE4D4608794}"/>
              </a:ext>
            </a:extLst>
          </p:cNvPr>
          <p:cNvSpPr>
            <a:spLocks noGrp="1"/>
          </p:cNvSpPr>
          <p:nvPr/>
        </p:nvSpPr>
        <p:spPr>
          <a:xfrm>
            <a:off x="7405688" y="5607844"/>
            <a:ext cx="762000" cy="773906"/>
          </a:xfrm>
          <a:prstGeom prst="rect">
            <a:avLst/>
          </a:prstGeom>
          <a:noFill/>
          <a:ln w="0">
            <a:noFill/>
          </a:ln>
        </p:spPr>
        <p:txBody>
          <a:bodyPr anchor="ctr">
            <a:noAutofit/>
          </a:bodyPr>
          <a:lstStyle/>
          <a:p>
            <a:pPr algn="ctr">
              <a:defRPr sz="4031" b="1">
                <a:solidFill>
                  <a:srgbClr val="11745A"/>
                </a:solidFill>
                <a:latin typeface="Arial"/>
                <a:ea typeface="Arial"/>
                <a:cs typeface="Arial"/>
              </a:defRPr>
            </a:pPr>
            <a:r>
              <a:rPr sz="4031" b="1">
                <a:solidFill>
                  <a:srgbClr val="11745A"/>
                </a:solidFill>
                <a:latin typeface="Arial"/>
                <a:ea typeface="Arial"/>
                <a:cs typeface="Arial"/>
              </a:rPr>
              <a:t>6</a:t>
            </a:r>
          </a:p>
        </p:txBody>
      </p:sp>
      <p:sp>
        <p:nvSpPr>
          <p:cNvPr id="34" name="object-34">
            <a:extLst>
              <a:ext uri="{FF2B5EF4-FFF2-40B4-BE49-F238E27FC236}">
                <a16:creationId xmlns:a16="http://schemas.microsoft.com/office/drawing/2014/main" id="{AA57BE70-12D4-428A-ACA5-A6EE0B400420}"/>
              </a:ext>
            </a:extLst>
          </p:cNvPr>
          <p:cNvSpPr>
            <a:spLocks noGrp="1"/>
          </p:cNvSpPr>
          <p:nvPr/>
        </p:nvSpPr>
        <p:spPr>
          <a:xfrm>
            <a:off x="1012031" y="6738938"/>
            <a:ext cx="13215938" cy="559594"/>
          </a:xfrm>
          <a:prstGeom prst="rect">
            <a:avLst/>
          </a:prstGeom>
          <a:noFill/>
          <a:ln w="0">
            <a:noFill/>
          </a:ln>
        </p:spPr>
        <p:txBody>
          <a:bodyPr anchor="ctr">
            <a:noAutofit/>
          </a:bodyPr>
          <a:lstStyle/>
          <a:p>
            <a:pPr algn="ctr">
              <a:defRPr sz="2813" b="1">
                <a:solidFill>
                  <a:srgbClr val="172B4D"/>
                </a:solidFill>
                <a:latin typeface="Arial"/>
                <a:ea typeface="Arial"/>
                <a:cs typeface="Arial"/>
              </a:defRPr>
            </a:pPr>
            <a:r>
              <a:rPr sz="2813" b="1">
                <a:solidFill>
                  <a:srgbClr val="172B4D"/>
                </a:solidFill>
                <a:latin typeface="Arial"/>
                <a:ea typeface="Arial"/>
                <a:cs typeface="Arial"/>
              </a:rPr>
              <a:t>2 × 2 = 4</a:t>
            </a:r>
          </a:p>
        </p:txBody>
      </p:sp>
      <p:sp>
        <p:nvSpPr>
          <p:cNvPr id="35" name="object-35">
            <a:extLst>
              <a:ext uri="{FF2B5EF4-FFF2-40B4-BE49-F238E27FC236}">
                <a16:creationId xmlns:a16="http://schemas.microsoft.com/office/drawing/2014/main" id="{7EA63171-7192-474D-AFAA-E85437779C6C}"/>
              </a:ext>
            </a:extLst>
          </p:cNvPr>
          <p:cNvSpPr>
            <a:spLocks noGrp="1"/>
          </p:cNvSpPr>
          <p:nvPr/>
        </p:nvSpPr>
        <p:spPr>
          <a:xfrm>
            <a:off x="6548438" y="5607844"/>
            <a:ext cx="762000" cy="773906"/>
          </a:xfrm>
          <a:prstGeom prst="rect">
            <a:avLst/>
          </a:prstGeom>
          <a:noFill/>
          <a:ln w="0">
            <a:noFill/>
          </a:ln>
        </p:spPr>
        <p:txBody>
          <a:bodyPr anchor="ctr">
            <a:noAutofit/>
          </a:bodyPr>
          <a:lstStyle/>
          <a:p>
            <a:pPr algn="ctr">
              <a:defRPr sz="4031" b="1">
                <a:solidFill>
                  <a:srgbClr val="11745A"/>
                </a:solidFill>
                <a:latin typeface="Arial"/>
                <a:ea typeface="Arial"/>
                <a:cs typeface="Arial"/>
              </a:defRPr>
            </a:pPr>
            <a:r>
              <a:rPr sz="4031" b="1">
                <a:solidFill>
                  <a:srgbClr val="11745A"/>
                </a:solidFill>
                <a:latin typeface="Arial"/>
                <a:ea typeface="Arial"/>
                <a:cs typeface="Arial"/>
              </a:rPr>
              <a:t>4</a:t>
            </a:r>
          </a:p>
        </p:txBody>
      </p:sp>
      <p:sp>
        <p:nvSpPr>
          <p:cNvPr id="36" name="object-36">
            <a:extLst>
              <a:ext uri="{FF2B5EF4-FFF2-40B4-BE49-F238E27FC236}">
                <a16:creationId xmlns:a16="http://schemas.microsoft.com/office/drawing/2014/main" id="{671FCED2-D095-40DD-9BC0-5E873E6A097A}"/>
              </a:ext>
            </a:extLst>
          </p:cNvPr>
          <p:cNvSpPr>
            <a:spLocks noGrp="1"/>
          </p:cNvSpPr>
          <p:nvPr/>
        </p:nvSpPr>
        <p:spPr>
          <a:xfrm>
            <a:off x="892969" y="7286625"/>
            <a:ext cx="13454063" cy="738188"/>
          </a:xfrm>
          <a:prstGeom prst="rect">
            <a:avLst/>
          </a:prstGeom>
          <a:noFill/>
          <a:ln w="0">
            <a:noFill/>
          </a:ln>
        </p:spPr>
        <p:txBody>
          <a:bodyPr anchor="ctr">
            <a:noAutofit/>
          </a:bodyPr>
          <a:lstStyle/>
          <a:p>
            <a:pPr algn="ctr">
              <a:defRPr sz="2813" b="1">
                <a:solidFill>
                  <a:srgbClr val="11745A"/>
                </a:solidFill>
                <a:latin typeface="Arial"/>
                <a:ea typeface="Arial"/>
                <a:cs typeface="Arial"/>
              </a:defRPr>
            </a:pPr>
            <a:r>
              <a:rPr sz="2813" b="1">
                <a:solidFill>
                  <a:srgbClr val="11745A"/>
                </a:solidFill>
                <a:latin typeface="Arial"/>
                <a:ea typeface="Arial"/>
                <a:cs typeface="Arial"/>
              </a:rPr>
              <a:t>Now add the partial products: 16,205 + 46,300.</a:t>
            </a:r>
          </a:p>
        </p:txBody>
      </p:sp>
    </p:spTree>
    <p:extLst>
      <p:ext uri="{BB962C8B-B14F-4D97-AF65-F5344CB8AC3E}">
        <p14:creationId xmlns:p14="http://schemas.microsoft.com/office/powerpoint/2010/main" val="10481232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par>
                          <p:cTn id="7" fill="hold">
                            <p:stCondLst>
                              <p:cond delay="0"/>
                            </p:stCondLst>
                            <p:childTnLst>
                              <p:par>
                                <p:cTn id="8" presetID="1" presetClass="entr" presetSubtype="0" fill="hold" grpId="0" nodeType="afterEffect">
                                  <p:stCondLst>
                                    <p:cond delay="0"/>
                                  </p:stCondLst>
                                  <p:childTnLst>
                                    <p:set>
                                      <p:cBhvr>
                                        <p:cTn id="9" dur="1" fill="hold">
                                          <p:stCondLst>
                                            <p:cond delay="0"/>
                                          </p:stCondLst>
                                        </p:cTn>
                                        <p:tgtEl>
                                          <p:spTgt spid="15"/>
                                        </p:tgtEl>
                                        <p:attrNameLst>
                                          <p:attrName>style.visibility</p:attrName>
                                        </p:attrNameLst>
                                      </p:cBhvr>
                                      <p:to>
                                        <p:strVal val="visible"/>
                                      </p:to>
                                    </p:set>
                                  </p:childTnLst>
                                </p:cTn>
                              </p:par>
                              <p:par>
                                <p:cTn id="10" presetID="1" presetClass="entr" presetSubtype="0" fill="hold" grpId="0" nodeType="withEffect">
                                  <p:stCondLst>
                                    <p:cond delay="0"/>
                                  </p:stCondLst>
                                  <p:childTnLst>
                                    <p:set>
                                      <p:cBhvr>
                                        <p:cTn id="11" dur="1" fill="hold">
                                          <p:stCondLst>
                                            <p:cond delay="0"/>
                                          </p:stCondLst>
                                        </p:cTn>
                                        <p:tgtEl>
                                          <p:spTgt spid="16"/>
                                        </p:tgtEl>
                                        <p:attrNameLst>
                                          <p:attrName>style.visibility</p:attrName>
                                        </p:attrNameLst>
                                      </p:cBhvr>
                                      <p:to>
                                        <p:strVal val="visible"/>
                                      </p:to>
                                    </p:set>
                                  </p:childTnLst>
                                </p:cTn>
                              </p:par>
                            </p:childTnLst>
                          </p:cTn>
                        </p:par>
                        <p:par>
                          <p:cTn id="12" fill="hold">
                            <p:stCondLst>
                              <p:cond delay="0"/>
                            </p:stCondLst>
                            <p:childTnLst>
                              <p:par>
                                <p:cTn id="13" presetID="63" presetClass="path" presetSubtype="0" accel="50000" decel="50000" fill="hold" grpId="1" nodeType="afterEffect">
                                  <p:stCondLst>
                                    <p:cond delay="0"/>
                                  </p:stCondLst>
                                  <p:childTnLst>
                                    <p:animMotion origin="layout" path="M 0 0 L -0.05625 0 E" pathEditMode="relative" ptsTypes="">
                                      <p:cBhvr>
                                        <p:cTn id="14" dur="800" fill="hold"/>
                                        <p:tgtEl>
                                          <p:spTgt spid="16"/>
                                        </p:tgtEl>
                                        <p:attrNameLst>
                                          <p:attrName>ppt_x</p:attrName>
                                          <p:attrName>ppt_y</p:attrName>
                                        </p:attrNameLst>
                                      </p:cBhvr>
                                    </p:animMotion>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xit" presetSubtype="0" fill="hold" grpId="1" nodeType="withEffect">
                                  <p:stCondLst>
                                    <p:cond delay="0"/>
                                  </p:stCondLst>
                                  <p:childTnLst>
                                    <p:set>
                                      <p:cBhvr>
                                        <p:cTn id="20" dur="1" fill="hold">
                                          <p:stCondLst>
                                            <p:cond delay="0"/>
                                          </p:stCondLst>
                                        </p:cTn>
                                        <p:tgtEl>
                                          <p:spTgt spid="14"/>
                                        </p:tgtEl>
                                        <p:attrNameLst>
                                          <p:attrName>style.visibility</p:attrName>
                                        </p:attrNameLst>
                                      </p:cBhvr>
                                      <p:to>
                                        <p:strVal val="hidden"/>
                                      </p:to>
                                    </p:set>
                                  </p:childTnLst>
                                </p:cTn>
                              </p:par>
                              <p:par>
                                <p:cTn id="21" presetID="1" presetClass="exit" presetSubtype="0" fill="hold" grpId="2" nodeType="withEffect">
                                  <p:stCondLst>
                                    <p:cond delay="0"/>
                                  </p:stCondLst>
                                  <p:childTnLst>
                                    <p:set>
                                      <p:cBhvr>
                                        <p:cTn id="22" dur="1" fill="hold">
                                          <p:stCondLst>
                                            <p:cond delay="0"/>
                                          </p:stCondLst>
                                        </p:cTn>
                                        <p:tgtEl>
                                          <p:spTgt spid="16"/>
                                        </p:tgtEl>
                                        <p:attrNameLst>
                                          <p:attrName>style.visibility</p:attrName>
                                        </p:attrNameLst>
                                      </p:cBhvr>
                                      <p:to>
                                        <p:strVal val="hidden"/>
                                      </p:to>
                                    </p:set>
                                  </p:childTnLst>
                                </p:cTn>
                              </p:par>
                            </p:childTnLst>
                          </p:cTn>
                        </p:par>
                        <p:par>
                          <p:cTn id="23" fill="hold">
                            <p:stCondLst>
                              <p:cond delay="0"/>
                            </p:stCondLst>
                            <p:childTnLst>
                              <p:par>
                                <p:cTn id="24" presetID="1" presetClass="entr" presetSubtype="0" fill="hold" grpId="0" nodeType="afterEffect">
                                  <p:stCondLst>
                                    <p:cond delay="0"/>
                                  </p:stCondLst>
                                  <p:childTnLst>
                                    <p:set>
                                      <p:cBhvr>
                                        <p:cTn id="25" dur="1" fill="hold">
                                          <p:stCondLst>
                                            <p:cond delay="0"/>
                                          </p:stCondLst>
                                        </p:cTn>
                                        <p:tgtEl>
                                          <p:spTgt spid="18"/>
                                        </p:tgtEl>
                                        <p:attrNameLst>
                                          <p:attrName>style.visibility</p:attrName>
                                        </p:attrNameLst>
                                      </p:cBhvr>
                                      <p:to>
                                        <p:strVal val="visible"/>
                                      </p:to>
                                    </p:set>
                                  </p:childTnLst>
                                </p:cTn>
                              </p:par>
                              <p:par>
                                <p:cTn id="26" presetID="1" presetClass="entr" presetSubtype="0" fill="hold" grpId="0" nodeType="withEffect">
                                  <p:stCondLst>
                                    <p:cond delay="0"/>
                                  </p:stCondLst>
                                  <p:childTnLst>
                                    <p:set>
                                      <p:cBhvr>
                                        <p:cTn id="27" dur="1" fill="hold">
                                          <p:stCondLst>
                                            <p:cond delay="0"/>
                                          </p:stCondLst>
                                        </p:cTn>
                                        <p:tgtEl>
                                          <p:spTgt spid="19"/>
                                        </p:tgtEl>
                                        <p:attrNameLst>
                                          <p:attrName>style.visibility</p:attrName>
                                        </p:attrNameLst>
                                      </p:cBhvr>
                                      <p:to>
                                        <p:strVal val="visible"/>
                                      </p:to>
                                    </p:set>
                                  </p:childTnLst>
                                </p:cTn>
                              </p:par>
                            </p:childTnLst>
                          </p:cTn>
                        </p:par>
                        <p:par>
                          <p:cTn id="28" fill="hold">
                            <p:stCondLst>
                              <p:cond delay="0"/>
                            </p:stCondLst>
                            <p:childTnLst>
                              <p:par>
                                <p:cTn id="29" presetID="63" presetClass="path" presetSubtype="0" accel="50000" decel="50000" fill="hold" grpId="1" nodeType="afterEffect">
                                  <p:stCondLst>
                                    <p:cond delay="0"/>
                                  </p:stCondLst>
                                  <p:childTnLst>
                                    <p:animMotion origin="layout" path="M 0 0 L -0.05625 0 E" pathEditMode="relative" ptsTypes="">
                                      <p:cBhvr>
                                        <p:cTn id="30" dur="800" fill="hold"/>
                                        <p:tgtEl>
                                          <p:spTgt spid="19"/>
                                        </p:tgtEl>
                                        <p:attrNameLst>
                                          <p:attrName>ppt_x</p:attrName>
                                          <p:attrName>ppt_y</p:attrName>
                                        </p:attrNameLst>
                                      </p:cBhvr>
                                    </p:animMotion>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0"/>
                                        </p:tgtEl>
                                        <p:attrNameLst>
                                          <p:attrName>style.visibility</p:attrName>
                                        </p:attrNameLst>
                                      </p:cBhvr>
                                      <p:to>
                                        <p:strVal val="visible"/>
                                      </p:to>
                                    </p:set>
                                  </p:childTnLst>
                                </p:cTn>
                              </p:par>
                              <p:par>
                                <p:cTn id="35" presetID="1" presetClass="exit" presetSubtype="0" fill="hold" grpId="1" nodeType="withEffect">
                                  <p:stCondLst>
                                    <p:cond delay="0"/>
                                  </p:stCondLst>
                                  <p:childTnLst>
                                    <p:set>
                                      <p:cBhvr>
                                        <p:cTn id="36" dur="1" fill="hold">
                                          <p:stCondLst>
                                            <p:cond delay="0"/>
                                          </p:stCondLst>
                                        </p:cTn>
                                        <p:tgtEl>
                                          <p:spTgt spid="17"/>
                                        </p:tgtEl>
                                        <p:attrNameLst>
                                          <p:attrName>style.visibility</p:attrName>
                                        </p:attrNameLst>
                                      </p:cBhvr>
                                      <p:to>
                                        <p:strVal val="hidden"/>
                                      </p:to>
                                    </p:set>
                                  </p:childTnLst>
                                </p:cTn>
                              </p:par>
                              <p:par>
                                <p:cTn id="37" presetID="1" presetClass="exit" presetSubtype="0" fill="hold" grpId="2" nodeType="withEffect">
                                  <p:stCondLst>
                                    <p:cond delay="0"/>
                                  </p:stCondLst>
                                  <p:childTnLst>
                                    <p:set>
                                      <p:cBhvr>
                                        <p:cTn id="38" dur="1" fill="hold">
                                          <p:stCondLst>
                                            <p:cond delay="0"/>
                                          </p:stCondLst>
                                        </p:cTn>
                                        <p:tgtEl>
                                          <p:spTgt spid="19"/>
                                        </p:tgtEl>
                                        <p:attrNameLst>
                                          <p:attrName>style.visibility</p:attrName>
                                        </p:attrNameLst>
                                      </p:cBhvr>
                                      <p:to>
                                        <p:strVal val="hidden"/>
                                      </p:to>
                                    </p:set>
                                  </p:childTnLst>
                                </p:cTn>
                              </p:par>
                            </p:childTnLst>
                          </p:cTn>
                        </p:par>
                        <p:par>
                          <p:cTn id="39" fill="hold">
                            <p:stCondLst>
                              <p:cond delay="0"/>
                            </p:stCondLst>
                            <p:childTnLst>
                              <p:par>
                                <p:cTn id="40" presetID="1" presetClass="entr" presetSubtype="0" fill="hold" grpId="0" nodeType="afterEffect">
                                  <p:stCondLst>
                                    <p:cond delay="0"/>
                                  </p:stCondLst>
                                  <p:childTnLst>
                                    <p:set>
                                      <p:cBhvr>
                                        <p:cTn id="41" dur="1" fill="hold">
                                          <p:stCondLst>
                                            <p:cond delay="0"/>
                                          </p:stCondLst>
                                        </p:cTn>
                                        <p:tgtEl>
                                          <p:spTgt spid="21"/>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22"/>
                                        </p:tgtEl>
                                        <p:attrNameLst>
                                          <p:attrName>style.visibility</p:attrName>
                                        </p:attrNameLst>
                                      </p:cBhvr>
                                      <p:to>
                                        <p:strVal val="visible"/>
                                      </p:to>
                                    </p:set>
                                  </p:childTnLst>
                                </p:cTn>
                              </p:par>
                            </p:childTnLst>
                          </p:cTn>
                        </p:par>
                        <p:par>
                          <p:cTn id="44" fill="hold">
                            <p:stCondLst>
                              <p:cond delay="0"/>
                            </p:stCondLst>
                            <p:childTnLst>
                              <p:par>
                                <p:cTn id="45" presetID="63" presetClass="path" presetSubtype="0" accel="50000" decel="50000" fill="hold" grpId="1" nodeType="afterEffect">
                                  <p:stCondLst>
                                    <p:cond delay="0"/>
                                  </p:stCondLst>
                                  <p:childTnLst>
                                    <p:animMotion origin="layout" path="M 0 0 L -0.05625 0 E" pathEditMode="relative" ptsTypes="">
                                      <p:cBhvr>
                                        <p:cTn id="46" dur="800" fill="hold"/>
                                        <p:tgtEl>
                                          <p:spTgt spid="22"/>
                                        </p:tgtEl>
                                        <p:attrNameLst>
                                          <p:attrName>ppt_x</p:attrName>
                                          <p:attrName>ppt_y</p:attrName>
                                        </p:attrNameLst>
                                      </p:cBhvr>
                                    </p:animMotion>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23"/>
                                        </p:tgtEl>
                                        <p:attrNameLst>
                                          <p:attrName>style.visibility</p:attrName>
                                        </p:attrNameLst>
                                      </p:cBhvr>
                                      <p:to>
                                        <p:strVal val="visible"/>
                                      </p:to>
                                    </p:set>
                                  </p:childTnLst>
                                </p:cTn>
                              </p:par>
                              <p:par>
                                <p:cTn id="51" presetID="1" presetClass="exit" presetSubtype="0" fill="hold" grpId="1" nodeType="withEffect">
                                  <p:stCondLst>
                                    <p:cond delay="0"/>
                                  </p:stCondLst>
                                  <p:childTnLst>
                                    <p:set>
                                      <p:cBhvr>
                                        <p:cTn id="52" dur="1" fill="hold">
                                          <p:stCondLst>
                                            <p:cond delay="0"/>
                                          </p:stCondLst>
                                        </p:cTn>
                                        <p:tgtEl>
                                          <p:spTgt spid="20"/>
                                        </p:tgtEl>
                                        <p:attrNameLst>
                                          <p:attrName>style.visibility</p:attrName>
                                        </p:attrNameLst>
                                      </p:cBhvr>
                                      <p:to>
                                        <p:strVal val="hidden"/>
                                      </p:to>
                                    </p:set>
                                  </p:childTnLst>
                                </p:cTn>
                              </p:par>
                              <p:par>
                                <p:cTn id="53" presetID="1" presetClass="exit" presetSubtype="0" fill="hold" grpId="2" nodeType="withEffect">
                                  <p:stCondLst>
                                    <p:cond delay="0"/>
                                  </p:stCondLst>
                                  <p:childTnLst>
                                    <p:set>
                                      <p:cBhvr>
                                        <p:cTn id="54" dur="1" fill="hold">
                                          <p:stCondLst>
                                            <p:cond delay="0"/>
                                          </p:stCondLst>
                                        </p:cTn>
                                        <p:tgtEl>
                                          <p:spTgt spid="22"/>
                                        </p:tgtEl>
                                        <p:attrNameLst>
                                          <p:attrName>style.visibility</p:attrName>
                                        </p:attrNameLst>
                                      </p:cBhvr>
                                      <p:to>
                                        <p:strVal val="hidden"/>
                                      </p:to>
                                    </p:set>
                                  </p:childTnLst>
                                </p:cTn>
                              </p:par>
                            </p:childTnLst>
                          </p:cTn>
                        </p:par>
                        <p:par>
                          <p:cTn id="55" fill="hold">
                            <p:stCondLst>
                              <p:cond delay="0"/>
                            </p:stCondLst>
                            <p:childTnLst>
                              <p:par>
                                <p:cTn id="56" presetID="1" presetClass="entr" presetSubtype="0" fill="hold" grpId="0" nodeType="afterEffect">
                                  <p:stCondLst>
                                    <p:cond delay="0"/>
                                  </p:stCondLst>
                                  <p:childTnLst>
                                    <p:set>
                                      <p:cBhvr>
                                        <p:cTn id="57" dur="1" fill="hold">
                                          <p:stCondLst>
                                            <p:cond delay="0"/>
                                          </p:stCondLst>
                                        </p:cTn>
                                        <p:tgtEl>
                                          <p:spTgt spid="24"/>
                                        </p:tgtEl>
                                        <p:attrNameLst>
                                          <p:attrName>style.visibility</p:attrName>
                                        </p:attrNameLst>
                                      </p:cBhvr>
                                      <p:to>
                                        <p:strVal val="visible"/>
                                      </p:to>
                                    </p:set>
                                  </p:childTnLst>
                                </p:cTn>
                              </p:par>
                              <p:par>
                                <p:cTn id="58" presetID="1" presetClass="entr" presetSubtype="0" fill="hold" grpId="0" nodeType="withEffect">
                                  <p:stCondLst>
                                    <p:cond delay="0"/>
                                  </p:stCondLst>
                                  <p:childTnLst>
                                    <p:set>
                                      <p:cBhvr>
                                        <p:cTn id="59" dur="1" fill="hold">
                                          <p:stCondLst>
                                            <p:cond delay="0"/>
                                          </p:stCondLst>
                                        </p:cTn>
                                        <p:tgtEl>
                                          <p:spTgt spid="25"/>
                                        </p:tgtEl>
                                        <p:attrNameLst>
                                          <p:attrName>style.visibility</p:attrName>
                                        </p:attrNameLst>
                                      </p:cBhvr>
                                      <p:to>
                                        <p:strVal val="visible"/>
                                      </p:to>
                                    </p:se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grpId="0" nodeType="clickEffect">
                                  <p:stCondLst>
                                    <p:cond delay="0"/>
                                  </p:stCondLst>
                                  <p:childTnLst>
                                    <p:set>
                                      <p:cBhvr>
                                        <p:cTn id="63" dur="1" fill="hold">
                                          <p:stCondLst>
                                            <p:cond delay="0"/>
                                          </p:stCondLst>
                                        </p:cTn>
                                        <p:tgtEl>
                                          <p:spTgt spid="26"/>
                                        </p:tgtEl>
                                        <p:attrNameLst>
                                          <p:attrName>style.visibility</p:attrName>
                                        </p:attrNameLst>
                                      </p:cBhvr>
                                      <p:to>
                                        <p:strVal val="visible"/>
                                      </p:to>
                                    </p:set>
                                  </p:childTnLst>
                                </p:cTn>
                              </p:par>
                            </p:childTnLst>
                          </p:cTn>
                        </p:par>
                      </p:childTnLst>
                    </p:cTn>
                  </p:par>
                  <p:par>
                    <p:cTn id="64" fill="hold">
                      <p:stCondLst>
                        <p:cond delay="indefinite"/>
                      </p:stCondLst>
                      <p:childTnLst>
                        <p:par>
                          <p:cTn id="65" fill="hold">
                            <p:stCondLst>
                              <p:cond delay="0"/>
                            </p:stCondLst>
                            <p:childTnLst>
                              <p:par>
                                <p:cTn id="66" presetID="1" presetClass="entr" presetSubtype="0" fill="hold" grpId="0" nodeType="clickEffect">
                                  <p:stCondLst>
                                    <p:cond delay="0"/>
                                  </p:stCondLst>
                                  <p:childTnLst>
                                    <p:set>
                                      <p:cBhvr>
                                        <p:cTn id="67" dur="1" fill="hold">
                                          <p:stCondLst>
                                            <p:cond delay="0"/>
                                          </p:stCondLst>
                                        </p:cTn>
                                        <p:tgtEl>
                                          <p:spTgt spid="27"/>
                                        </p:tgtEl>
                                        <p:attrNameLst>
                                          <p:attrName>style.visibility</p:attrName>
                                        </p:attrNameLst>
                                      </p:cBhvr>
                                      <p:to>
                                        <p:strVal val="visible"/>
                                      </p:to>
                                    </p:set>
                                  </p:childTnLst>
                                </p:cTn>
                              </p:par>
                              <p:par>
                                <p:cTn id="68" presetID="1" presetClass="exit" presetSubtype="0" fill="hold" grpId="1" nodeType="withEffect">
                                  <p:stCondLst>
                                    <p:cond delay="0"/>
                                  </p:stCondLst>
                                  <p:childTnLst>
                                    <p:set>
                                      <p:cBhvr>
                                        <p:cTn id="69" dur="1" fill="hold">
                                          <p:stCondLst>
                                            <p:cond delay="0"/>
                                          </p:stCondLst>
                                        </p:cTn>
                                        <p:tgtEl>
                                          <p:spTgt spid="23"/>
                                        </p:tgtEl>
                                        <p:attrNameLst>
                                          <p:attrName>style.visibility</p:attrName>
                                        </p:attrNameLst>
                                      </p:cBhvr>
                                      <p:to>
                                        <p:strVal val="hidden"/>
                                      </p:to>
                                    </p:set>
                                  </p:childTnLst>
                                </p:cTn>
                              </p:par>
                            </p:childTnLst>
                          </p:cTn>
                        </p:par>
                        <p:par>
                          <p:cTn id="70" fill="hold">
                            <p:stCondLst>
                              <p:cond delay="0"/>
                            </p:stCondLst>
                            <p:childTnLst>
                              <p:par>
                                <p:cTn id="71" presetID="1" presetClass="entr" presetSubtype="0" fill="hold" grpId="0" nodeType="afterEffect">
                                  <p:stCondLst>
                                    <p:cond delay="0"/>
                                  </p:stCondLst>
                                  <p:childTnLst>
                                    <p:set>
                                      <p:cBhvr>
                                        <p:cTn id="72" dur="1" fill="hold">
                                          <p:stCondLst>
                                            <p:cond delay="0"/>
                                          </p:stCondLst>
                                        </p:cTn>
                                        <p:tgtEl>
                                          <p:spTgt spid="28"/>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29"/>
                                        </p:tgtEl>
                                        <p:attrNameLst>
                                          <p:attrName>style.visibility</p:attrName>
                                        </p:attrNameLst>
                                      </p:cBhvr>
                                      <p:to>
                                        <p:strVal val="visible"/>
                                      </p:to>
                                    </p:set>
                                  </p:childTnLst>
                                </p:cTn>
                              </p:par>
                            </p:childTnLst>
                          </p:cTn>
                        </p:par>
                        <p:par>
                          <p:cTn id="75" fill="hold">
                            <p:stCondLst>
                              <p:cond delay="0"/>
                            </p:stCondLst>
                            <p:childTnLst>
                              <p:par>
                                <p:cTn id="76" presetID="63" presetClass="path" presetSubtype="0" accel="50000" decel="50000" fill="hold" grpId="1" nodeType="afterEffect">
                                  <p:stCondLst>
                                    <p:cond delay="0"/>
                                  </p:stCondLst>
                                  <p:childTnLst>
                                    <p:animMotion origin="layout" path="M 0 0 L -0.05625 0 E" pathEditMode="relative" ptsTypes="">
                                      <p:cBhvr>
                                        <p:cTn id="77" dur="800" fill="hold"/>
                                        <p:tgtEl>
                                          <p:spTgt spid="29"/>
                                        </p:tgtEl>
                                        <p:attrNameLst>
                                          <p:attrName>ppt_x</p:attrName>
                                          <p:attrName>ppt_y</p:attrName>
                                        </p:attrNameLst>
                                      </p:cBhvr>
                                    </p:animMotion>
                                  </p:childTnLst>
                                </p:cTn>
                              </p:par>
                            </p:childTnLst>
                          </p:cTn>
                        </p:par>
                      </p:childTnLst>
                    </p:cTn>
                  </p:par>
                  <p:par>
                    <p:cTn id="78" fill="hold">
                      <p:stCondLst>
                        <p:cond delay="indefinite"/>
                      </p:stCondLst>
                      <p:childTnLst>
                        <p:par>
                          <p:cTn id="79" fill="hold">
                            <p:stCondLst>
                              <p:cond delay="0"/>
                            </p:stCondLst>
                            <p:childTnLst>
                              <p:par>
                                <p:cTn id="80" presetID="1" presetClass="entr" presetSubtype="0" fill="hold" grpId="0" nodeType="clickEffect">
                                  <p:stCondLst>
                                    <p:cond delay="0"/>
                                  </p:stCondLst>
                                  <p:childTnLst>
                                    <p:set>
                                      <p:cBhvr>
                                        <p:cTn id="81" dur="1" fill="hold">
                                          <p:stCondLst>
                                            <p:cond delay="0"/>
                                          </p:stCondLst>
                                        </p:cTn>
                                        <p:tgtEl>
                                          <p:spTgt spid="30"/>
                                        </p:tgtEl>
                                        <p:attrNameLst>
                                          <p:attrName>style.visibility</p:attrName>
                                        </p:attrNameLst>
                                      </p:cBhvr>
                                      <p:to>
                                        <p:strVal val="visible"/>
                                      </p:to>
                                    </p:set>
                                  </p:childTnLst>
                                </p:cTn>
                              </p:par>
                              <p:par>
                                <p:cTn id="82" presetID="1" presetClass="exit" presetSubtype="0" fill="hold" grpId="1" nodeType="withEffect">
                                  <p:stCondLst>
                                    <p:cond delay="0"/>
                                  </p:stCondLst>
                                  <p:childTnLst>
                                    <p:set>
                                      <p:cBhvr>
                                        <p:cTn id="83" dur="1" fill="hold">
                                          <p:stCondLst>
                                            <p:cond delay="0"/>
                                          </p:stCondLst>
                                        </p:cTn>
                                        <p:tgtEl>
                                          <p:spTgt spid="27"/>
                                        </p:tgtEl>
                                        <p:attrNameLst>
                                          <p:attrName>style.visibility</p:attrName>
                                        </p:attrNameLst>
                                      </p:cBhvr>
                                      <p:to>
                                        <p:strVal val="hidden"/>
                                      </p:to>
                                    </p:set>
                                  </p:childTnLst>
                                </p:cTn>
                              </p:par>
                              <p:par>
                                <p:cTn id="84" presetID="1" presetClass="exit" presetSubtype="0" fill="hold" grpId="2" nodeType="withEffect">
                                  <p:stCondLst>
                                    <p:cond delay="0"/>
                                  </p:stCondLst>
                                  <p:childTnLst>
                                    <p:set>
                                      <p:cBhvr>
                                        <p:cTn id="85" dur="1" fill="hold">
                                          <p:stCondLst>
                                            <p:cond delay="0"/>
                                          </p:stCondLst>
                                        </p:cTn>
                                        <p:tgtEl>
                                          <p:spTgt spid="29"/>
                                        </p:tgtEl>
                                        <p:attrNameLst>
                                          <p:attrName>style.visibility</p:attrName>
                                        </p:attrNameLst>
                                      </p:cBhvr>
                                      <p:to>
                                        <p:strVal val="hidden"/>
                                      </p:to>
                                    </p:set>
                                  </p:childTnLst>
                                </p:cTn>
                              </p:par>
                            </p:childTnLst>
                          </p:cTn>
                        </p:par>
                        <p:par>
                          <p:cTn id="86" fill="hold">
                            <p:stCondLst>
                              <p:cond delay="0"/>
                            </p:stCondLst>
                            <p:childTnLst>
                              <p:par>
                                <p:cTn id="87" presetID="1" presetClass="entr" presetSubtype="0" fill="hold" grpId="0" nodeType="afterEffect">
                                  <p:stCondLst>
                                    <p:cond delay="0"/>
                                  </p:stCondLst>
                                  <p:childTnLst>
                                    <p:set>
                                      <p:cBhvr>
                                        <p:cTn id="88" dur="1" fill="hold">
                                          <p:stCondLst>
                                            <p:cond delay="0"/>
                                          </p:stCondLst>
                                        </p:cTn>
                                        <p:tgtEl>
                                          <p:spTgt spid="31"/>
                                        </p:tgtEl>
                                        <p:attrNameLst>
                                          <p:attrName>style.visibility</p:attrName>
                                        </p:attrNameLst>
                                      </p:cBhvr>
                                      <p:to>
                                        <p:strVal val="visible"/>
                                      </p:to>
                                    </p:set>
                                  </p:childTnLst>
                                </p:cTn>
                              </p:par>
                            </p:childTnLst>
                          </p:cTn>
                        </p:par>
                      </p:childTnLst>
                    </p:cTn>
                  </p:par>
                  <p:par>
                    <p:cTn id="89" fill="hold">
                      <p:stCondLst>
                        <p:cond delay="indefinite"/>
                      </p:stCondLst>
                      <p:childTnLst>
                        <p:par>
                          <p:cTn id="90" fill="hold">
                            <p:stCondLst>
                              <p:cond delay="0"/>
                            </p:stCondLst>
                            <p:childTnLst>
                              <p:par>
                                <p:cTn id="91" presetID="1" presetClass="entr" presetSubtype="0" fill="hold" grpId="0" nodeType="clickEffect">
                                  <p:stCondLst>
                                    <p:cond delay="0"/>
                                  </p:stCondLst>
                                  <p:childTnLst>
                                    <p:set>
                                      <p:cBhvr>
                                        <p:cTn id="92" dur="1" fill="hold">
                                          <p:stCondLst>
                                            <p:cond delay="0"/>
                                          </p:stCondLst>
                                        </p:cTn>
                                        <p:tgtEl>
                                          <p:spTgt spid="32"/>
                                        </p:tgtEl>
                                        <p:attrNameLst>
                                          <p:attrName>style.visibility</p:attrName>
                                        </p:attrNameLst>
                                      </p:cBhvr>
                                      <p:to>
                                        <p:strVal val="visible"/>
                                      </p:to>
                                    </p:set>
                                  </p:childTnLst>
                                </p:cTn>
                              </p:par>
                              <p:par>
                                <p:cTn id="93" presetID="1" presetClass="exit" presetSubtype="0" fill="hold" grpId="1" nodeType="withEffect">
                                  <p:stCondLst>
                                    <p:cond delay="0"/>
                                  </p:stCondLst>
                                  <p:childTnLst>
                                    <p:set>
                                      <p:cBhvr>
                                        <p:cTn id="94" dur="1" fill="hold">
                                          <p:stCondLst>
                                            <p:cond delay="0"/>
                                          </p:stCondLst>
                                        </p:cTn>
                                        <p:tgtEl>
                                          <p:spTgt spid="30"/>
                                        </p:tgtEl>
                                        <p:attrNameLst>
                                          <p:attrName>style.visibility</p:attrName>
                                        </p:attrNameLst>
                                      </p:cBhvr>
                                      <p:to>
                                        <p:strVal val="hidden"/>
                                      </p:to>
                                    </p:set>
                                  </p:childTnLst>
                                </p:cTn>
                              </p:par>
                            </p:childTnLst>
                          </p:cTn>
                        </p:par>
                        <p:par>
                          <p:cTn id="95" fill="hold">
                            <p:stCondLst>
                              <p:cond delay="0"/>
                            </p:stCondLst>
                            <p:childTnLst>
                              <p:par>
                                <p:cTn id="96" presetID="1" presetClass="entr" presetSubtype="0" fill="hold" grpId="0" nodeType="afterEffect">
                                  <p:stCondLst>
                                    <p:cond delay="0"/>
                                  </p:stCondLst>
                                  <p:childTnLst>
                                    <p:set>
                                      <p:cBhvr>
                                        <p:cTn id="97" dur="1" fill="hold">
                                          <p:stCondLst>
                                            <p:cond delay="0"/>
                                          </p:stCondLst>
                                        </p:cTn>
                                        <p:tgtEl>
                                          <p:spTgt spid="33"/>
                                        </p:tgtEl>
                                        <p:attrNameLst>
                                          <p:attrName>style.visibility</p:attrName>
                                        </p:attrNameLst>
                                      </p:cBhvr>
                                      <p:to>
                                        <p:strVal val="visible"/>
                                      </p:to>
                                    </p:set>
                                  </p:childTnLst>
                                </p:cTn>
                              </p:par>
                            </p:childTnLst>
                          </p:cTn>
                        </p:par>
                      </p:childTnLst>
                    </p:cTn>
                  </p:par>
                  <p:par>
                    <p:cTn id="98" fill="hold">
                      <p:stCondLst>
                        <p:cond delay="indefinite"/>
                      </p:stCondLst>
                      <p:childTnLst>
                        <p:par>
                          <p:cTn id="99" fill="hold">
                            <p:stCondLst>
                              <p:cond delay="0"/>
                            </p:stCondLst>
                            <p:childTnLst>
                              <p:par>
                                <p:cTn id="100" presetID="1" presetClass="entr" presetSubtype="0" fill="hold" grpId="0" nodeType="clickEffect">
                                  <p:stCondLst>
                                    <p:cond delay="0"/>
                                  </p:stCondLst>
                                  <p:childTnLst>
                                    <p:set>
                                      <p:cBhvr>
                                        <p:cTn id="101" dur="1" fill="hold">
                                          <p:stCondLst>
                                            <p:cond delay="0"/>
                                          </p:stCondLst>
                                        </p:cTn>
                                        <p:tgtEl>
                                          <p:spTgt spid="34"/>
                                        </p:tgtEl>
                                        <p:attrNameLst>
                                          <p:attrName>style.visibility</p:attrName>
                                        </p:attrNameLst>
                                      </p:cBhvr>
                                      <p:to>
                                        <p:strVal val="visible"/>
                                      </p:to>
                                    </p:set>
                                  </p:childTnLst>
                                </p:cTn>
                              </p:par>
                              <p:par>
                                <p:cTn id="102" presetID="1" presetClass="exit" presetSubtype="0" fill="hold" grpId="1" nodeType="withEffect">
                                  <p:stCondLst>
                                    <p:cond delay="0"/>
                                  </p:stCondLst>
                                  <p:childTnLst>
                                    <p:set>
                                      <p:cBhvr>
                                        <p:cTn id="103" dur="1" fill="hold">
                                          <p:stCondLst>
                                            <p:cond delay="0"/>
                                          </p:stCondLst>
                                        </p:cTn>
                                        <p:tgtEl>
                                          <p:spTgt spid="32"/>
                                        </p:tgtEl>
                                        <p:attrNameLst>
                                          <p:attrName>style.visibility</p:attrName>
                                        </p:attrNameLst>
                                      </p:cBhvr>
                                      <p:to>
                                        <p:strVal val="hidden"/>
                                      </p:to>
                                    </p:set>
                                  </p:childTnLst>
                                </p:cTn>
                              </p:par>
                            </p:childTnLst>
                          </p:cTn>
                        </p:par>
                        <p:par>
                          <p:cTn id="104" fill="hold">
                            <p:stCondLst>
                              <p:cond delay="0"/>
                            </p:stCondLst>
                            <p:childTnLst>
                              <p:par>
                                <p:cTn id="105" presetID="1" presetClass="entr" presetSubtype="0" fill="hold" grpId="0" nodeType="afterEffect">
                                  <p:stCondLst>
                                    <p:cond delay="0"/>
                                  </p:stCondLst>
                                  <p:childTnLst>
                                    <p:set>
                                      <p:cBhvr>
                                        <p:cTn id="106" dur="1" fill="hold">
                                          <p:stCondLst>
                                            <p:cond delay="0"/>
                                          </p:stCondLst>
                                        </p:cTn>
                                        <p:tgtEl>
                                          <p:spTgt spid="35"/>
                                        </p:tgtEl>
                                        <p:attrNameLst>
                                          <p:attrName>style.visibility</p:attrName>
                                        </p:attrNameLst>
                                      </p:cBhvr>
                                      <p:to>
                                        <p:strVal val="visible"/>
                                      </p:to>
                                    </p:set>
                                  </p:childTnLst>
                                </p:cTn>
                              </p:par>
                            </p:childTnLst>
                          </p:cTn>
                        </p:par>
                      </p:childTnLst>
                    </p:cTn>
                  </p:par>
                  <p:par>
                    <p:cTn id="107" fill="hold">
                      <p:stCondLst>
                        <p:cond delay="indefinite"/>
                      </p:stCondLst>
                      <p:childTnLst>
                        <p:par>
                          <p:cTn id="108" fill="hold">
                            <p:stCondLst>
                              <p:cond delay="0"/>
                            </p:stCondLst>
                            <p:childTnLst>
                              <p:par>
                                <p:cTn id="109" presetID="1" presetClass="entr" presetSubtype="0" fill="hold" grpId="0" nodeType="clickEffect">
                                  <p:stCondLst>
                                    <p:cond delay="0"/>
                                  </p:stCondLst>
                                  <p:childTnLst>
                                    <p:set>
                                      <p:cBhvr>
                                        <p:cTn id="110"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4" grpId="1"/>
      <p:bldP spid="15" grpId="0"/>
      <p:bldP spid="16" grpId="0"/>
      <p:bldP spid="16" grpId="1"/>
      <p:bldP spid="16" grpId="2"/>
      <p:bldP spid="17" grpId="0"/>
      <p:bldP spid="17" grpId="1"/>
      <p:bldP spid="18" grpId="0"/>
      <p:bldP spid="19" grpId="0"/>
      <p:bldP spid="19" grpId="1"/>
      <p:bldP spid="19" grpId="2"/>
      <p:bldP spid="20" grpId="0"/>
      <p:bldP spid="20" grpId="1"/>
      <p:bldP spid="21" grpId="0"/>
      <p:bldP spid="22" grpId="0"/>
      <p:bldP spid="22" grpId="1"/>
      <p:bldP spid="22" grpId="2"/>
      <p:bldP spid="23" grpId="0"/>
      <p:bldP spid="23" grpId="1"/>
      <p:bldP spid="24" grpId="0"/>
      <p:bldP spid="25" grpId="0"/>
      <p:bldP spid="26" grpId="0"/>
      <p:bldP spid="27" grpId="0"/>
      <p:bldP spid="27" grpId="1"/>
      <p:bldP spid="28" grpId="0"/>
      <p:bldP spid="29" grpId="0"/>
      <p:bldP spid="29" grpId="1"/>
      <p:bldP spid="29" grpId="2"/>
      <p:bldP spid="30" grpId="0"/>
      <p:bldP spid="30" grpId="1"/>
      <p:bldP spid="31" grpId="0"/>
      <p:bldP spid="32" grpId="0"/>
      <p:bldP spid="32" grpId="1"/>
      <p:bldP spid="33" grpId="0"/>
      <p:bldP spid="34" grpId="0"/>
      <p:bldP spid="35" grpId="0"/>
      <p:bldP spid="36"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6" name="object-1">
            <a:extLst>
              <a:ext uri="{FF2B5EF4-FFF2-40B4-BE49-F238E27FC236}">
                <a16:creationId xmlns:a16="http://schemas.microsoft.com/office/drawing/2014/main" id="{3896DB02-1BDE-4B05-AA6E-585F69CED0E8}"/>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You do</a:t>
            </a:r>
          </a:p>
        </p:txBody>
      </p:sp>
      <p:sp>
        <p:nvSpPr>
          <p:cNvPr id="2" name="object-2">
            <a:extLst>
              <a:ext uri="{FF2B5EF4-FFF2-40B4-BE49-F238E27FC236}">
                <a16:creationId xmlns:a16="http://schemas.microsoft.com/office/drawing/2014/main" id="{339EF073-D9ED-4633-8DDF-F45F97FCB1D9}"/>
              </a:ext>
            </a:extLst>
          </p:cNvPr>
          <p:cNvSpPr>
            <a:spLocks noGrp="1"/>
          </p:cNvSpPr>
          <p:nvPr/>
        </p:nvSpPr>
        <p:spPr>
          <a:xfrm>
            <a:off x="11430000" y="476250"/>
            <a:ext cx="3155156" cy="547688"/>
          </a:xfrm>
          <a:prstGeom prst="rect">
            <a:avLst/>
          </a:prstGeom>
          <a:noFill/>
          <a:ln w="0">
            <a:noFill/>
          </a:ln>
        </p:spPr>
        <p:txBody>
          <a:bodyPr anchor="ctr">
            <a:noAutofit/>
          </a:bodyPr>
          <a:lstStyle/>
          <a:p>
            <a:pPr algn="r">
              <a:defRPr sz="2625" b="0">
                <a:solidFill>
                  <a:srgbClr val="52647A"/>
                </a:solidFill>
                <a:latin typeface="Arial"/>
                <a:ea typeface="Arial"/>
                <a:cs typeface="Arial"/>
              </a:defRPr>
            </a:pPr>
            <a:r>
              <a:rPr sz="2625" b="0">
                <a:solidFill>
                  <a:srgbClr val="52647A"/>
                </a:solidFill>
                <a:latin typeface="Arial"/>
                <a:ea typeface="Arial"/>
                <a:cs typeface="Arial"/>
              </a:rPr>
              <a:t>You try.</a:t>
            </a:r>
          </a:p>
        </p:txBody>
      </p:sp>
      <p:sp>
        <p:nvSpPr>
          <p:cNvPr id="3" name="object-3">
            <a:extLst>
              <a:ext uri="{FF2B5EF4-FFF2-40B4-BE49-F238E27FC236}">
                <a16:creationId xmlns:a16="http://schemas.microsoft.com/office/drawing/2014/main" id="{EEEDB811-3912-432C-A6FB-76A384E2387C}"/>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Calculate 16,205 + 46,300.</a:t>
            </a:r>
          </a:p>
        </p:txBody>
      </p:sp>
      <p:sp>
        <p:nvSpPr>
          <p:cNvPr id="4" name="object-4">
            <a:extLst>
              <a:ext uri="{FF2B5EF4-FFF2-40B4-BE49-F238E27FC236}">
                <a16:creationId xmlns:a16="http://schemas.microsoft.com/office/drawing/2014/main" id="{2CA1CAB9-1B7C-4526-80D4-438172267ACD}"/>
              </a:ext>
            </a:extLst>
          </p:cNvPr>
          <p:cNvSpPr>
            <a:spLocks noGrp="1"/>
          </p:cNvSpPr>
          <p:nvPr/>
        </p:nvSpPr>
        <p:spPr>
          <a:xfrm>
            <a:off x="654844" y="8012906"/>
            <a:ext cx="13930313" cy="11906"/>
          </a:xfrm>
          <a:prstGeom prst="rect">
            <a:avLst/>
          </a:prstGeom>
          <a:solidFill>
            <a:srgbClr val="BCD0EA"/>
          </a:solidFill>
          <a:ln w="0">
            <a:noFill/>
          </a:ln>
        </p:spPr>
      </p:sp>
      <p:sp>
        <p:nvSpPr>
          <p:cNvPr id="5" name="object-5">
            <a:extLst>
              <a:ext uri="{FF2B5EF4-FFF2-40B4-BE49-F238E27FC236}">
                <a16:creationId xmlns:a16="http://schemas.microsoft.com/office/drawing/2014/main" id="{533B7935-442A-423D-BA16-A0C8E3800CAB}"/>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Multiply up to four digits by two digits</a:t>
            </a:r>
          </a:p>
        </p:txBody>
      </p:sp>
      <p:sp>
        <p:nvSpPr>
          <p:cNvPr id="6" name="object-6">
            <a:extLst>
              <a:ext uri="{FF2B5EF4-FFF2-40B4-BE49-F238E27FC236}">
                <a16:creationId xmlns:a16="http://schemas.microsoft.com/office/drawing/2014/main" id="{96D3C38E-24BD-45D5-A462-7AC1427D0899}"/>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5</a:t>
            </a:r>
          </a:p>
        </p:txBody>
      </p:sp>
      <p:sp>
        <p:nvSpPr>
          <p:cNvPr id="7" name="object-7">
            <a:extLst>
              <a:ext uri="{FF2B5EF4-FFF2-40B4-BE49-F238E27FC236}">
                <a16:creationId xmlns:a16="http://schemas.microsoft.com/office/drawing/2014/main" id="{7D3CF7F9-7906-4E3D-948E-248E4ABE00B4}"/>
              </a:ext>
            </a:extLst>
          </p:cNvPr>
          <p:cNvSpPr>
            <a:spLocks noGrp="1"/>
          </p:cNvSpPr>
          <p:nvPr/>
        </p:nvSpPr>
        <p:spPr>
          <a:xfrm>
            <a:off x="5476875" y="3095625"/>
            <a:ext cx="833438" cy="773906"/>
          </a:xfrm>
          <a:prstGeom prst="rect">
            <a:avLst/>
          </a:prstGeom>
          <a:noFill/>
          <a:ln w="0">
            <a:noFill/>
          </a:ln>
        </p:spPr>
        <p:txBody>
          <a:bodyPr anchor="ctr">
            <a:noAutofit/>
          </a:bodyPr>
          <a:lstStyle/>
          <a:p>
            <a:pPr algn="ctr">
              <a:defRPr sz="4219" b="1">
                <a:solidFill>
                  <a:srgbClr val="1D4ED8"/>
                </a:solidFill>
                <a:latin typeface="Arial"/>
                <a:ea typeface="Arial"/>
                <a:cs typeface="Arial"/>
              </a:defRPr>
            </a:pPr>
            <a:r>
              <a:rPr sz="4219" b="1">
                <a:solidFill>
                  <a:srgbClr val="1D4ED8"/>
                </a:solidFill>
                <a:latin typeface="Arial"/>
                <a:ea typeface="Arial"/>
                <a:cs typeface="Arial"/>
              </a:rPr>
              <a:t>1</a:t>
            </a:r>
          </a:p>
        </p:txBody>
      </p:sp>
      <p:sp>
        <p:nvSpPr>
          <p:cNvPr id="8" name="object-8">
            <a:extLst>
              <a:ext uri="{FF2B5EF4-FFF2-40B4-BE49-F238E27FC236}">
                <a16:creationId xmlns:a16="http://schemas.microsoft.com/office/drawing/2014/main" id="{3100CF67-8F00-4476-A8E7-3FE257586277}"/>
              </a:ext>
            </a:extLst>
          </p:cNvPr>
          <p:cNvSpPr>
            <a:spLocks noGrp="1"/>
          </p:cNvSpPr>
          <p:nvPr/>
        </p:nvSpPr>
        <p:spPr>
          <a:xfrm>
            <a:off x="6405563" y="3095625"/>
            <a:ext cx="833438" cy="773906"/>
          </a:xfrm>
          <a:prstGeom prst="rect">
            <a:avLst/>
          </a:prstGeom>
          <a:noFill/>
          <a:ln w="0">
            <a:noFill/>
          </a:ln>
        </p:spPr>
        <p:txBody>
          <a:bodyPr anchor="ctr">
            <a:noAutofit/>
          </a:bodyPr>
          <a:lstStyle/>
          <a:p>
            <a:pPr algn="ctr">
              <a:defRPr sz="4219" b="1">
                <a:solidFill>
                  <a:srgbClr val="1D4ED8"/>
                </a:solidFill>
                <a:latin typeface="Arial"/>
                <a:ea typeface="Arial"/>
                <a:cs typeface="Arial"/>
              </a:defRPr>
            </a:pPr>
            <a:r>
              <a:rPr sz="4219" b="1">
                <a:solidFill>
                  <a:srgbClr val="1D4ED8"/>
                </a:solidFill>
                <a:latin typeface="Arial"/>
                <a:ea typeface="Arial"/>
                <a:cs typeface="Arial"/>
              </a:rPr>
              <a:t>6</a:t>
            </a:r>
          </a:p>
        </p:txBody>
      </p:sp>
      <p:sp>
        <p:nvSpPr>
          <p:cNvPr id="9" name="object-9">
            <a:extLst>
              <a:ext uri="{FF2B5EF4-FFF2-40B4-BE49-F238E27FC236}">
                <a16:creationId xmlns:a16="http://schemas.microsoft.com/office/drawing/2014/main" id="{A00A3AAB-E706-429F-B4C2-4093E5404995}"/>
              </a:ext>
            </a:extLst>
          </p:cNvPr>
          <p:cNvSpPr>
            <a:spLocks noGrp="1"/>
          </p:cNvSpPr>
          <p:nvPr/>
        </p:nvSpPr>
        <p:spPr>
          <a:xfrm>
            <a:off x="7334250" y="3095625"/>
            <a:ext cx="833438" cy="773906"/>
          </a:xfrm>
          <a:prstGeom prst="rect">
            <a:avLst/>
          </a:prstGeom>
          <a:noFill/>
          <a:ln w="0">
            <a:noFill/>
          </a:ln>
        </p:spPr>
        <p:txBody>
          <a:bodyPr anchor="ctr">
            <a:noAutofit/>
          </a:bodyPr>
          <a:lstStyle/>
          <a:p>
            <a:pPr algn="ctr">
              <a:defRPr sz="4219" b="1">
                <a:solidFill>
                  <a:srgbClr val="1D4ED8"/>
                </a:solidFill>
                <a:latin typeface="Arial"/>
                <a:ea typeface="Arial"/>
                <a:cs typeface="Arial"/>
              </a:defRPr>
            </a:pPr>
            <a:r>
              <a:rPr sz="4219" b="1">
                <a:solidFill>
                  <a:srgbClr val="1D4ED8"/>
                </a:solidFill>
                <a:latin typeface="Arial"/>
                <a:ea typeface="Arial"/>
                <a:cs typeface="Arial"/>
              </a:rPr>
              <a:t>2</a:t>
            </a:r>
          </a:p>
        </p:txBody>
      </p:sp>
      <p:sp>
        <p:nvSpPr>
          <p:cNvPr id="10" name="object-10">
            <a:extLst>
              <a:ext uri="{FF2B5EF4-FFF2-40B4-BE49-F238E27FC236}">
                <a16:creationId xmlns:a16="http://schemas.microsoft.com/office/drawing/2014/main" id="{0D6A2463-3052-4137-A317-537C07D3E74C}"/>
              </a:ext>
            </a:extLst>
          </p:cNvPr>
          <p:cNvSpPr>
            <a:spLocks noGrp="1"/>
          </p:cNvSpPr>
          <p:nvPr/>
        </p:nvSpPr>
        <p:spPr>
          <a:xfrm>
            <a:off x="8262938" y="3095625"/>
            <a:ext cx="833438" cy="773906"/>
          </a:xfrm>
          <a:prstGeom prst="rect">
            <a:avLst/>
          </a:prstGeom>
          <a:noFill/>
          <a:ln w="0">
            <a:noFill/>
          </a:ln>
        </p:spPr>
        <p:txBody>
          <a:bodyPr anchor="ctr">
            <a:noAutofit/>
          </a:bodyPr>
          <a:lstStyle/>
          <a:p>
            <a:pPr algn="ctr">
              <a:defRPr sz="4219" b="1">
                <a:solidFill>
                  <a:srgbClr val="1D4ED8"/>
                </a:solidFill>
                <a:latin typeface="Arial"/>
                <a:ea typeface="Arial"/>
                <a:cs typeface="Arial"/>
              </a:defRPr>
            </a:pPr>
            <a:r>
              <a:rPr sz="4219" b="1">
                <a:solidFill>
                  <a:srgbClr val="1D4ED8"/>
                </a:solidFill>
                <a:latin typeface="Arial"/>
                <a:ea typeface="Arial"/>
                <a:cs typeface="Arial"/>
              </a:rPr>
              <a:t>0</a:t>
            </a:r>
          </a:p>
        </p:txBody>
      </p:sp>
      <p:sp>
        <p:nvSpPr>
          <p:cNvPr id="11" name="object-11">
            <a:extLst>
              <a:ext uri="{FF2B5EF4-FFF2-40B4-BE49-F238E27FC236}">
                <a16:creationId xmlns:a16="http://schemas.microsoft.com/office/drawing/2014/main" id="{E3C85489-9714-4EBF-B1F0-11DC391D76A0}"/>
              </a:ext>
            </a:extLst>
          </p:cNvPr>
          <p:cNvSpPr>
            <a:spLocks noGrp="1"/>
          </p:cNvSpPr>
          <p:nvPr/>
        </p:nvSpPr>
        <p:spPr>
          <a:xfrm>
            <a:off x="9191625" y="3095625"/>
            <a:ext cx="833438" cy="773906"/>
          </a:xfrm>
          <a:prstGeom prst="rect">
            <a:avLst/>
          </a:prstGeom>
          <a:noFill/>
          <a:ln w="0">
            <a:noFill/>
          </a:ln>
        </p:spPr>
        <p:txBody>
          <a:bodyPr anchor="ctr">
            <a:noAutofit/>
          </a:bodyPr>
          <a:lstStyle/>
          <a:p>
            <a:pPr algn="ctr">
              <a:defRPr sz="4219" b="1">
                <a:solidFill>
                  <a:srgbClr val="1D4ED8"/>
                </a:solidFill>
                <a:latin typeface="Arial"/>
                <a:ea typeface="Arial"/>
                <a:cs typeface="Arial"/>
              </a:defRPr>
            </a:pPr>
            <a:r>
              <a:rPr sz="4219" b="1">
                <a:solidFill>
                  <a:srgbClr val="1D4ED8"/>
                </a:solidFill>
                <a:latin typeface="Arial"/>
                <a:ea typeface="Arial"/>
                <a:cs typeface="Arial"/>
              </a:rPr>
              <a:t>5</a:t>
            </a:r>
          </a:p>
        </p:txBody>
      </p:sp>
      <p:sp>
        <p:nvSpPr>
          <p:cNvPr id="12" name="object-12">
            <a:extLst>
              <a:ext uri="{FF2B5EF4-FFF2-40B4-BE49-F238E27FC236}">
                <a16:creationId xmlns:a16="http://schemas.microsoft.com/office/drawing/2014/main" id="{13F6133F-C7E4-4DF3-BD7E-D25A6621CD6D}"/>
              </a:ext>
            </a:extLst>
          </p:cNvPr>
          <p:cNvSpPr>
            <a:spLocks noGrp="1"/>
          </p:cNvSpPr>
          <p:nvPr/>
        </p:nvSpPr>
        <p:spPr>
          <a:xfrm>
            <a:off x="5476875" y="4131469"/>
            <a:ext cx="833438" cy="773906"/>
          </a:xfrm>
          <a:prstGeom prst="rect">
            <a:avLst/>
          </a:prstGeom>
          <a:noFill/>
          <a:ln w="0">
            <a:noFill/>
          </a:ln>
        </p:spPr>
        <p:txBody>
          <a:bodyPr anchor="ctr">
            <a:noAutofit/>
          </a:bodyPr>
          <a:lstStyle/>
          <a:p>
            <a:pPr algn="ctr">
              <a:defRPr sz="4219" b="1">
                <a:solidFill>
                  <a:srgbClr val="1D4ED8"/>
                </a:solidFill>
                <a:latin typeface="Arial"/>
                <a:ea typeface="Arial"/>
                <a:cs typeface="Arial"/>
              </a:defRPr>
            </a:pPr>
            <a:r>
              <a:rPr sz="4219" b="1">
                <a:solidFill>
                  <a:srgbClr val="1D4ED8"/>
                </a:solidFill>
                <a:latin typeface="Arial"/>
                <a:ea typeface="Arial"/>
                <a:cs typeface="Arial"/>
              </a:rPr>
              <a:t>4</a:t>
            </a:r>
          </a:p>
        </p:txBody>
      </p:sp>
      <p:sp>
        <p:nvSpPr>
          <p:cNvPr id="13" name="object-13">
            <a:extLst>
              <a:ext uri="{FF2B5EF4-FFF2-40B4-BE49-F238E27FC236}">
                <a16:creationId xmlns:a16="http://schemas.microsoft.com/office/drawing/2014/main" id="{F8A98B1F-F065-4C15-9DEF-BB745703ABFC}"/>
              </a:ext>
            </a:extLst>
          </p:cNvPr>
          <p:cNvSpPr>
            <a:spLocks noGrp="1"/>
          </p:cNvSpPr>
          <p:nvPr/>
        </p:nvSpPr>
        <p:spPr>
          <a:xfrm>
            <a:off x="6405563" y="4131469"/>
            <a:ext cx="833438" cy="773906"/>
          </a:xfrm>
          <a:prstGeom prst="rect">
            <a:avLst/>
          </a:prstGeom>
          <a:noFill/>
          <a:ln w="0">
            <a:noFill/>
          </a:ln>
        </p:spPr>
        <p:txBody>
          <a:bodyPr anchor="ctr">
            <a:noAutofit/>
          </a:bodyPr>
          <a:lstStyle/>
          <a:p>
            <a:pPr algn="ctr">
              <a:defRPr sz="4219" b="1">
                <a:solidFill>
                  <a:srgbClr val="1D4ED8"/>
                </a:solidFill>
                <a:latin typeface="Arial"/>
                <a:ea typeface="Arial"/>
                <a:cs typeface="Arial"/>
              </a:defRPr>
            </a:pPr>
            <a:r>
              <a:rPr sz="4219" b="1">
                <a:solidFill>
                  <a:srgbClr val="1D4ED8"/>
                </a:solidFill>
                <a:latin typeface="Arial"/>
                <a:ea typeface="Arial"/>
                <a:cs typeface="Arial"/>
              </a:rPr>
              <a:t>6</a:t>
            </a:r>
          </a:p>
        </p:txBody>
      </p:sp>
      <p:sp>
        <p:nvSpPr>
          <p:cNvPr id="14" name="object-14">
            <a:extLst>
              <a:ext uri="{FF2B5EF4-FFF2-40B4-BE49-F238E27FC236}">
                <a16:creationId xmlns:a16="http://schemas.microsoft.com/office/drawing/2014/main" id="{DE82FD7A-322E-4FC6-9E84-0DA4C79E63F6}"/>
              </a:ext>
            </a:extLst>
          </p:cNvPr>
          <p:cNvSpPr>
            <a:spLocks noGrp="1"/>
          </p:cNvSpPr>
          <p:nvPr/>
        </p:nvSpPr>
        <p:spPr>
          <a:xfrm>
            <a:off x="7334250" y="4131469"/>
            <a:ext cx="833438" cy="773906"/>
          </a:xfrm>
          <a:prstGeom prst="rect">
            <a:avLst/>
          </a:prstGeom>
          <a:noFill/>
          <a:ln w="0">
            <a:noFill/>
          </a:ln>
        </p:spPr>
        <p:txBody>
          <a:bodyPr anchor="ctr">
            <a:noAutofit/>
          </a:bodyPr>
          <a:lstStyle/>
          <a:p>
            <a:pPr algn="ctr">
              <a:defRPr sz="4219" b="1">
                <a:solidFill>
                  <a:srgbClr val="1D4ED8"/>
                </a:solidFill>
                <a:latin typeface="Arial"/>
                <a:ea typeface="Arial"/>
                <a:cs typeface="Arial"/>
              </a:defRPr>
            </a:pPr>
            <a:r>
              <a:rPr sz="4219" b="1">
                <a:solidFill>
                  <a:srgbClr val="1D4ED8"/>
                </a:solidFill>
                <a:latin typeface="Arial"/>
                <a:ea typeface="Arial"/>
                <a:cs typeface="Arial"/>
              </a:rPr>
              <a:t>3</a:t>
            </a:r>
          </a:p>
        </p:txBody>
      </p:sp>
      <p:sp>
        <p:nvSpPr>
          <p:cNvPr id="15" name="object-15">
            <a:extLst>
              <a:ext uri="{FF2B5EF4-FFF2-40B4-BE49-F238E27FC236}">
                <a16:creationId xmlns:a16="http://schemas.microsoft.com/office/drawing/2014/main" id="{860040F7-3467-4E5B-8A23-3351A86F63F4}"/>
              </a:ext>
            </a:extLst>
          </p:cNvPr>
          <p:cNvSpPr>
            <a:spLocks noGrp="1"/>
          </p:cNvSpPr>
          <p:nvPr/>
        </p:nvSpPr>
        <p:spPr>
          <a:xfrm>
            <a:off x="8262938" y="4131469"/>
            <a:ext cx="833438" cy="773906"/>
          </a:xfrm>
          <a:prstGeom prst="rect">
            <a:avLst/>
          </a:prstGeom>
          <a:noFill/>
          <a:ln w="0">
            <a:noFill/>
          </a:ln>
        </p:spPr>
        <p:txBody>
          <a:bodyPr anchor="ctr">
            <a:noAutofit/>
          </a:bodyPr>
          <a:lstStyle/>
          <a:p>
            <a:pPr algn="ctr">
              <a:defRPr sz="4219" b="1">
                <a:solidFill>
                  <a:srgbClr val="1D4ED8"/>
                </a:solidFill>
                <a:latin typeface="Arial"/>
                <a:ea typeface="Arial"/>
                <a:cs typeface="Arial"/>
              </a:defRPr>
            </a:pPr>
            <a:r>
              <a:rPr sz="4219" b="1">
                <a:solidFill>
                  <a:srgbClr val="1D4ED8"/>
                </a:solidFill>
                <a:latin typeface="Arial"/>
                <a:ea typeface="Arial"/>
                <a:cs typeface="Arial"/>
              </a:rPr>
              <a:t>0</a:t>
            </a:r>
          </a:p>
        </p:txBody>
      </p:sp>
      <p:sp>
        <p:nvSpPr>
          <p:cNvPr id="16" name="object-16">
            <a:extLst>
              <a:ext uri="{FF2B5EF4-FFF2-40B4-BE49-F238E27FC236}">
                <a16:creationId xmlns:a16="http://schemas.microsoft.com/office/drawing/2014/main" id="{989F2765-1D2D-44E0-8E64-37ED14927F01}"/>
              </a:ext>
            </a:extLst>
          </p:cNvPr>
          <p:cNvSpPr>
            <a:spLocks noGrp="1"/>
          </p:cNvSpPr>
          <p:nvPr/>
        </p:nvSpPr>
        <p:spPr>
          <a:xfrm>
            <a:off x="9191625" y="4131469"/>
            <a:ext cx="833438" cy="773906"/>
          </a:xfrm>
          <a:prstGeom prst="rect">
            <a:avLst/>
          </a:prstGeom>
          <a:noFill/>
          <a:ln w="0">
            <a:noFill/>
          </a:ln>
        </p:spPr>
        <p:txBody>
          <a:bodyPr anchor="ctr">
            <a:noAutofit/>
          </a:bodyPr>
          <a:lstStyle/>
          <a:p>
            <a:pPr algn="ctr">
              <a:defRPr sz="4219" b="1">
                <a:solidFill>
                  <a:srgbClr val="1D4ED8"/>
                </a:solidFill>
                <a:latin typeface="Arial"/>
                <a:ea typeface="Arial"/>
                <a:cs typeface="Arial"/>
              </a:defRPr>
            </a:pPr>
            <a:r>
              <a:rPr sz="4219" b="1">
                <a:solidFill>
                  <a:srgbClr val="1D4ED8"/>
                </a:solidFill>
                <a:latin typeface="Arial"/>
                <a:ea typeface="Arial"/>
                <a:cs typeface="Arial"/>
              </a:rPr>
              <a:t>0</a:t>
            </a:r>
          </a:p>
        </p:txBody>
      </p:sp>
      <p:sp>
        <p:nvSpPr>
          <p:cNvPr id="17" name="object-17">
            <a:extLst>
              <a:ext uri="{FF2B5EF4-FFF2-40B4-BE49-F238E27FC236}">
                <a16:creationId xmlns:a16="http://schemas.microsoft.com/office/drawing/2014/main" id="{F511F756-4E79-4EB4-AAF1-E2F63153C89F}"/>
              </a:ext>
            </a:extLst>
          </p:cNvPr>
          <p:cNvSpPr>
            <a:spLocks noGrp="1"/>
          </p:cNvSpPr>
          <p:nvPr/>
        </p:nvSpPr>
        <p:spPr>
          <a:xfrm>
            <a:off x="4643438" y="4131469"/>
            <a:ext cx="654844" cy="773906"/>
          </a:xfrm>
          <a:prstGeom prst="rect">
            <a:avLst/>
          </a:prstGeom>
          <a:noFill/>
          <a:ln w="0">
            <a:noFill/>
          </a:ln>
        </p:spPr>
        <p:txBody>
          <a:bodyPr anchor="ctr">
            <a:noAutofit/>
          </a:bodyPr>
          <a:lstStyle/>
          <a:p>
            <a:pPr algn="l">
              <a:defRPr sz="4125" b="0">
                <a:solidFill>
                  <a:srgbClr val="172B4D"/>
                </a:solidFill>
                <a:latin typeface="Arial"/>
                <a:ea typeface="Arial"/>
                <a:cs typeface="Arial"/>
              </a:defRPr>
            </a:pPr>
            <a:r>
              <a:rPr sz="4125" b="0">
                <a:solidFill>
                  <a:srgbClr val="172B4D"/>
                </a:solidFill>
                <a:latin typeface="Arial"/>
                <a:ea typeface="Arial"/>
                <a:cs typeface="Arial"/>
              </a:rPr>
              <a:t>+</a:t>
            </a:r>
          </a:p>
        </p:txBody>
      </p:sp>
      <p:sp>
        <p:nvSpPr>
          <p:cNvPr id="18" name="object-18">
            <a:extLst>
              <a:ext uri="{FF2B5EF4-FFF2-40B4-BE49-F238E27FC236}">
                <a16:creationId xmlns:a16="http://schemas.microsoft.com/office/drawing/2014/main" id="{0E2C7792-9C5F-466F-9906-CD1460988229}"/>
              </a:ext>
            </a:extLst>
          </p:cNvPr>
          <p:cNvSpPr>
            <a:spLocks noGrp="1"/>
          </p:cNvSpPr>
          <p:nvPr/>
        </p:nvSpPr>
        <p:spPr>
          <a:xfrm>
            <a:off x="5238750" y="5036344"/>
            <a:ext cx="5060156" cy="35719"/>
          </a:xfrm>
          <a:prstGeom prst="rect">
            <a:avLst/>
          </a:prstGeom>
          <a:solidFill>
            <a:srgbClr val="172B4D"/>
          </a:solidFill>
          <a:ln w="0">
            <a:noFill/>
          </a:ln>
        </p:spPr>
      </p:sp>
      <p:sp>
        <p:nvSpPr>
          <p:cNvPr id="19" name="object-19">
            <a:extLst>
              <a:ext uri="{FF2B5EF4-FFF2-40B4-BE49-F238E27FC236}">
                <a16:creationId xmlns:a16="http://schemas.microsoft.com/office/drawing/2014/main" id="{86004D71-E694-4493-8953-09461C52C91C}"/>
              </a:ext>
            </a:extLst>
          </p:cNvPr>
          <p:cNvSpPr>
            <a:spLocks noGrp="1"/>
          </p:cNvSpPr>
          <p:nvPr/>
        </p:nvSpPr>
        <p:spPr>
          <a:xfrm>
            <a:off x="9155906" y="2988469"/>
            <a:ext cx="904875" cy="1976438"/>
          </a:xfrm>
          <a:prstGeom prst="rect">
            <a:avLst/>
          </a:prstGeom>
          <a:noFill/>
          <a:ln w="35719">
            <a:solidFill>
              <a:srgbClr val="9A5800"/>
            </a:solidFill>
          </a:ln>
        </p:spPr>
      </p:sp>
      <p:sp>
        <p:nvSpPr>
          <p:cNvPr id="20" name="object-20">
            <a:extLst>
              <a:ext uri="{FF2B5EF4-FFF2-40B4-BE49-F238E27FC236}">
                <a16:creationId xmlns:a16="http://schemas.microsoft.com/office/drawing/2014/main" id="{604A3EB8-3C12-4C27-B8B0-CEDDC5542382}"/>
              </a:ext>
            </a:extLst>
          </p:cNvPr>
          <p:cNvSpPr>
            <a:spLocks noGrp="1"/>
          </p:cNvSpPr>
          <p:nvPr/>
        </p:nvSpPr>
        <p:spPr>
          <a:xfrm>
            <a:off x="1190625" y="6477000"/>
            <a:ext cx="12858750" cy="714375"/>
          </a:xfrm>
          <a:prstGeom prst="rect">
            <a:avLst/>
          </a:prstGeom>
          <a:noFill/>
          <a:ln w="0">
            <a:noFill/>
          </a:ln>
        </p:spPr>
        <p:txBody>
          <a:bodyPr anchor="ctr">
            <a:noAutofit/>
          </a:bodyPr>
          <a:lstStyle/>
          <a:p>
            <a:pPr algn="ctr">
              <a:defRPr sz="2906" b="1">
                <a:solidFill>
                  <a:srgbClr val="172B4D"/>
                </a:solidFill>
                <a:latin typeface="Arial"/>
                <a:ea typeface="Arial"/>
                <a:cs typeface="Arial"/>
              </a:defRPr>
            </a:pPr>
            <a:r>
              <a:rPr sz="2906" b="1">
                <a:solidFill>
                  <a:srgbClr val="172B4D"/>
                </a:solidFill>
                <a:latin typeface="Arial"/>
                <a:ea typeface="Arial"/>
                <a:cs typeface="Arial"/>
              </a:rPr>
              <a:t>5 + 0 = 5</a:t>
            </a:r>
          </a:p>
        </p:txBody>
      </p:sp>
      <p:sp>
        <p:nvSpPr>
          <p:cNvPr id="21" name="object-21">
            <a:extLst>
              <a:ext uri="{FF2B5EF4-FFF2-40B4-BE49-F238E27FC236}">
                <a16:creationId xmlns:a16="http://schemas.microsoft.com/office/drawing/2014/main" id="{FC4A976C-2540-4A42-AFDE-CD15B8D002EA}"/>
              </a:ext>
            </a:extLst>
          </p:cNvPr>
          <p:cNvSpPr>
            <a:spLocks noGrp="1"/>
          </p:cNvSpPr>
          <p:nvPr/>
        </p:nvSpPr>
        <p:spPr>
          <a:xfrm>
            <a:off x="9191625" y="5214938"/>
            <a:ext cx="833438" cy="833438"/>
          </a:xfrm>
          <a:prstGeom prst="rect">
            <a:avLst/>
          </a:prstGeom>
          <a:noFill/>
          <a:ln w="0">
            <a:noFill/>
          </a:ln>
        </p:spPr>
        <p:txBody>
          <a:bodyPr anchor="ctr">
            <a:noAutofit/>
          </a:bodyPr>
          <a:lstStyle/>
          <a:p>
            <a:pPr algn="ctr">
              <a:defRPr sz="4594" b="1">
                <a:solidFill>
                  <a:srgbClr val="11745A"/>
                </a:solidFill>
                <a:latin typeface="Arial"/>
                <a:ea typeface="Arial"/>
                <a:cs typeface="Arial"/>
              </a:defRPr>
            </a:pPr>
            <a:r>
              <a:rPr sz="4594" b="1">
                <a:solidFill>
                  <a:srgbClr val="11745A"/>
                </a:solidFill>
                <a:latin typeface="Arial"/>
                <a:ea typeface="Arial"/>
                <a:cs typeface="Arial"/>
              </a:rPr>
              <a:t>5</a:t>
            </a:r>
          </a:p>
        </p:txBody>
      </p:sp>
      <p:sp>
        <p:nvSpPr>
          <p:cNvPr id="22" name="object-22">
            <a:extLst>
              <a:ext uri="{FF2B5EF4-FFF2-40B4-BE49-F238E27FC236}">
                <a16:creationId xmlns:a16="http://schemas.microsoft.com/office/drawing/2014/main" id="{03CC6FBD-47D8-4FC2-9050-A7C7D6F133C7}"/>
              </a:ext>
            </a:extLst>
          </p:cNvPr>
          <p:cNvSpPr>
            <a:spLocks noGrp="1"/>
          </p:cNvSpPr>
          <p:nvPr/>
        </p:nvSpPr>
        <p:spPr>
          <a:xfrm>
            <a:off x="8227219" y="2988469"/>
            <a:ext cx="904875" cy="1976438"/>
          </a:xfrm>
          <a:prstGeom prst="rect">
            <a:avLst/>
          </a:prstGeom>
          <a:noFill/>
          <a:ln w="35719">
            <a:solidFill>
              <a:srgbClr val="9A5800"/>
            </a:solidFill>
          </a:ln>
        </p:spPr>
      </p:sp>
      <p:sp>
        <p:nvSpPr>
          <p:cNvPr id="23" name="object-23">
            <a:extLst>
              <a:ext uri="{FF2B5EF4-FFF2-40B4-BE49-F238E27FC236}">
                <a16:creationId xmlns:a16="http://schemas.microsoft.com/office/drawing/2014/main" id="{4DEDC991-C62B-4C77-9001-32927B7A0722}"/>
              </a:ext>
            </a:extLst>
          </p:cNvPr>
          <p:cNvSpPr>
            <a:spLocks noGrp="1"/>
          </p:cNvSpPr>
          <p:nvPr/>
        </p:nvSpPr>
        <p:spPr>
          <a:xfrm>
            <a:off x="1190625" y="6477000"/>
            <a:ext cx="12858750" cy="714375"/>
          </a:xfrm>
          <a:prstGeom prst="rect">
            <a:avLst/>
          </a:prstGeom>
          <a:noFill/>
          <a:ln w="0">
            <a:noFill/>
          </a:ln>
        </p:spPr>
        <p:txBody>
          <a:bodyPr anchor="ctr">
            <a:noAutofit/>
          </a:bodyPr>
          <a:lstStyle/>
          <a:p>
            <a:pPr algn="ctr">
              <a:defRPr sz="2906" b="1">
                <a:solidFill>
                  <a:srgbClr val="172B4D"/>
                </a:solidFill>
                <a:latin typeface="Arial"/>
                <a:ea typeface="Arial"/>
                <a:cs typeface="Arial"/>
              </a:defRPr>
            </a:pPr>
            <a:r>
              <a:rPr sz="2906" b="1">
                <a:solidFill>
                  <a:srgbClr val="172B4D"/>
                </a:solidFill>
                <a:latin typeface="Arial"/>
                <a:ea typeface="Arial"/>
                <a:cs typeface="Arial"/>
              </a:rPr>
              <a:t>0 + 0 = 0</a:t>
            </a:r>
          </a:p>
        </p:txBody>
      </p:sp>
      <p:sp>
        <p:nvSpPr>
          <p:cNvPr id="24" name="object-24">
            <a:extLst>
              <a:ext uri="{FF2B5EF4-FFF2-40B4-BE49-F238E27FC236}">
                <a16:creationId xmlns:a16="http://schemas.microsoft.com/office/drawing/2014/main" id="{078E7170-1BD6-4FD7-B259-FDD07CFDD8B3}"/>
              </a:ext>
            </a:extLst>
          </p:cNvPr>
          <p:cNvSpPr>
            <a:spLocks noGrp="1"/>
          </p:cNvSpPr>
          <p:nvPr/>
        </p:nvSpPr>
        <p:spPr>
          <a:xfrm>
            <a:off x="8262938" y="5214938"/>
            <a:ext cx="833438" cy="833438"/>
          </a:xfrm>
          <a:prstGeom prst="rect">
            <a:avLst/>
          </a:prstGeom>
          <a:noFill/>
          <a:ln w="0">
            <a:noFill/>
          </a:ln>
        </p:spPr>
        <p:txBody>
          <a:bodyPr anchor="ctr">
            <a:noAutofit/>
          </a:bodyPr>
          <a:lstStyle/>
          <a:p>
            <a:pPr algn="ctr">
              <a:defRPr sz="4594" b="1">
                <a:solidFill>
                  <a:srgbClr val="11745A"/>
                </a:solidFill>
                <a:latin typeface="Arial"/>
                <a:ea typeface="Arial"/>
                <a:cs typeface="Arial"/>
              </a:defRPr>
            </a:pPr>
            <a:r>
              <a:rPr sz="4594" b="1">
                <a:solidFill>
                  <a:srgbClr val="11745A"/>
                </a:solidFill>
                <a:latin typeface="Arial"/>
                <a:ea typeface="Arial"/>
                <a:cs typeface="Arial"/>
              </a:rPr>
              <a:t>0</a:t>
            </a:r>
          </a:p>
        </p:txBody>
      </p:sp>
      <p:sp>
        <p:nvSpPr>
          <p:cNvPr id="25" name="object-25">
            <a:extLst>
              <a:ext uri="{FF2B5EF4-FFF2-40B4-BE49-F238E27FC236}">
                <a16:creationId xmlns:a16="http://schemas.microsoft.com/office/drawing/2014/main" id="{5681FBAC-4203-43B6-BF3A-7E109D0BC1FC}"/>
              </a:ext>
            </a:extLst>
          </p:cNvPr>
          <p:cNvSpPr>
            <a:spLocks noGrp="1"/>
          </p:cNvSpPr>
          <p:nvPr/>
        </p:nvSpPr>
        <p:spPr>
          <a:xfrm>
            <a:off x="7298531" y="2988469"/>
            <a:ext cx="904875" cy="1976438"/>
          </a:xfrm>
          <a:prstGeom prst="rect">
            <a:avLst/>
          </a:prstGeom>
          <a:noFill/>
          <a:ln w="35719">
            <a:solidFill>
              <a:srgbClr val="9A5800"/>
            </a:solidFill>
          </a:ln>
        </p:spPr>
      </p:sp>
      <p:sp>
        <p:nvSpPr>
          <p:cNvPr id="26" name="object-26">
            <a:extLst>
              <a:ext uri="{FF2B5EF4-FFF2-40B4-BE49-F238E27FC236}">
                <a16:creationId xmlns:a16="http://schemas.microsoft.com/office/drawing/2014/main" id="{EA80EB31-0393-4E3B-96B4-4B52EAB84155}"/>
              </a:ext>
            </a:extLst>
          </p:cNvPr>
          <p:cNvSpPr>
            <a:spLocks noGrp="1"/>
          </p:cNvSpPr>
          <p:nvPr/>
        </p:nvSpPr>
        <p:spPr>
          <a:xfrm>
            <a:off x="1190625" y="6477000"/>
            <a:ext cx="12858750" cy="714375"/>
          </a:xfrm>
          <a:prstGeom prst="rect">
            <a:avLst/>
          </a:prstGeom>
          <a:noFill/>
          <a:ln w="0">
            <a:noFill/>
          </a:ln>
        </p:spPr>
        <p:txBody>
          <a:bodyPr anchor="ctr">
            <a:noAutofit/>
          </a:bodyPr>
          <a:lstStyle/>
          <a:p>
            <a:pPr algn="ctr">
              <a:defRPr sz="2906" b="1">
                <a:solidFill>
                  <a:srgbClr val="172B4D"/>
                </a:solidFill>
                <a:latin typeface="Arial"/>
                <a:ea typeface="Arial"/>
                <a:cs typeface="Arial"/>
              </a:defRPr>
            </a:pPr>
            <a:r>
              <a:rPr sz="2906" b="1">
                <a:solidFill>
                  <a:srgbClr val="172B4D"/>
                </a:solidFill>
                <a:latin typeface="Arial"/>
                <a:ea typeface="Arial"/>
                <a:cs typeface="Arial"/>
              </a:rPr>
              <a:t>2 + 3 = 5</a:t>
            </a:r>
          </a:p>
        </p:txBody>
      </p:sp>
      <p:sp>
        <p:nvSpPr>
          <p:cNvPr id="27" name="object-27">
            <a:extLst>
              <a:ext uri="{FF2B5EF4-FFF2-40B4-BE49-F238E27FC236}">
                <a16:creationId xmlns:a16="http://schemas.microsoft.com/office/drawing/2014/main" id="{00833595-1086-41A9-8CAA-E5D045E421A0}"/>
              </a:ext>
            </a:extLst>
          </p:cNvPr>
          <p:cNvSpPr>
            <a:spLocks noGrp="1"/>
          </p:cNvSpPr>
          <p:nvPr/>
        </p:nvSpPr>
        <p:spPr>
          <a:xfrm>
            <a:off x="7334250" y="5214938"/>
            <a:ext cx="833438" cy="833438"/>
          </a:xfrm>
          <a:prstGeom prst="rect">
            <a:avLst/>
          </a:prstGeom>
          <a:noFill/>
          <a:ln w="0">
            <a:noFill/>
          </a:ln>
        </p:spPr>
        <p:txBody>
          <a:bodyPr anchor="ctr">
            <a:noAutofit/>
          </a:bodyPr>
          <a:lstStyle/>
          <a:p>
            <a:pPr algn="ctr">
              <a:defRPr sz="4594" b="1">
                <a:solidFill>
                  <a:srgbClr val="11745A"/>
                </a:solidFill>
                <a:latin typeface="Arial"/>
                <a:ea typeface="Arial"/>
                <a:cs typeface="Arial"/>
              </a:defRPr>
            </a:pPr>
            <a:r>
              <a:rPr sz="4594" b="1">
                <a:solidFill>
                  <a:srgbClr val="11745A"/>
                </a:solidFill>
                <a:latin typeface="Arial"/>
                <a:ea typeface="Arial"/>
                <a:cs typeface="Arial"/>
              </a:rPr>
              <a:t>5</a:t>
            </a:r>
          </a:p>
        </p:txBody>
      </p:sp>
      <p:sp>
        <p:nvSpPr>
          <p:cNvPr id="28" name="object-28">
            <a:extLst>
              <a:ext uri="{FF2B5EF4-FFF2-40B4-BE49-F238E27FC236}">
                <a16:creationId xmlns:a16="http://schemas.microsoft.com/office/drawing/2014/main" id="{946FC8C9-11DF-4035-B798-A0EE5CD9DD54}"/>
              </a:ext>
            </a:extLst>
          </p:cNvPr>
          <p:cNvSpPr>
            <a:spLocks noGrp="1"/>
          </p:cNvSpPr>
          <p:nvPr/>
        </p:nvSpPr>
        <p:spPr>
          <a:xfrm>
            <a:off x="6369844" y="2988469"/>
            <a:ext cx="904875" cy="1976438"/>
          </a:xfrm>
          <a:prstGeom prst="rect">
            <a:avLst/>
          </a:prstGeom>
          <a:noFill/>
          <a:ln w="35719">
            <a:solidFill>
              <a:srgbClr val="9A5800"/>
            </a:solidFill>
          </a:ln>
        </p:spPr>
      </p:sp>
      <p:sp>
        <p:nvSpPr>
          <p:cNvPr id="29" name="object-29">
            <a:extLst>
              <a:ext uri="{FF2B5EF4-FFF2-40B4-BE49-F238E27FC236}">
                <a16:creationId xmlns:a16="http://schemas.microsoft.com/office/drawing/2014/main" id="{709C25A9-FC15-4FF4-A585-A7F3B865F6BD}"/>
              </a:ext>
            </a:extLst>
          </p:cNvPr>
          <p:cNvSpPr>
            <a:spLocks noGrp="1"/>
          </p:cNvSpPr>
          <p:nvPr/>
        </p:nvSpPr>
        <p:spPr>
          <a:xfrm>
            <a:off x="6405563" y="2571750"/>
            <a:ext cx="833438" cy="452438"/>
          </a:xfrm>
          <a:prstGeom prst="rect">
            <a:avLst/>
          </a:prstGeom>
          <a:noFill/>
          <a:ln w="0">
            <a:noFill/>
          </a:ln>
        </p:spPr>
        <p:txBody>
          <a:bodyPr anchor="ctr">
            <a:noAutofit/>
          </a:bodyPr>
          <a:lstStyle/>
          <a:p>
            <a:pPr algn="ctr">
              <a:defRPr sz="2438" b="1">
                <a:solidFill>
                  <a:srgbClr val="9A5800"/>
                </a:solidFill>
                <a:latin typeface="Arial"/>
                <a:ea typeface="Arial"/>
                <a:cs typeface="Arial"/>
              </a:defRPr>
            </a:pPr>
            <a:r>
              <a:rPr sz="2438" b="1">
                <a:solidFill>
                  <a:srgbClr val="9A5800"/>
                </a:solidFill>
                <a:latin typeface="Arial"/>
                <a:ea typeface="Arial"/>
                <a:cs typeface="Arial"/>
              </a:rPr>
              <a:t>1</a:t>
            </a:r>
          </a:p>
        </p:txBody>
      </p:sp>
      <p:sp>
        <p:nvSpPr>
          <p:cNvPr id="30" name="object-30">
            <a:extLst>
              <a:ext uri="{FF2B5EF4-FFF2-40B4-BE49-F238E27FC236}">
                <a16:creationId xmlns:a16="http://schemas.microsoft.com/office/drawing/2014/main" id="{C24373CA-F998-4F6E-8EE3-667A01AC4098}"/>
              </a:ext>
            </a:extLst>
          </p:cNvPr>
          <p:cNvSpPr>
            <a:spLocks noGrp="1"/>
          </p:cNvSpPr>
          <p:nvPr/>
        </p:nvSpPr>
        <p:spPr>
          <a:xfrm>
            <a:off x="1190625" y="6477000"/>
            <a:ext cx="12858750" cy="714375"/>
          </a:xfrm>
          <a:prstGeom prst="rect">
            <a:avLst/>
          </a:prstGeom>
          <a:noFill/>
          <a:ln w="0">
            <a:noFill/>
          </a:ln>
        </p:spPr>
        <p:txBody>
          <a:bodyPr anchor="ctr">
            <a:noAutofit/>
          </a:bodyPr>
          <a:lstStyle/>
          <a:p>
            <a:pPr algn="ctr">
              <a:defRPr sz="2906" b="1">
                <a:solidFill>
                  <a:srgbClr val="172B4D"/>
                </a:solidFill>
                <a:latin typeface="Arial"/>
                <a:ea typeface="Arial"/>
                <a:cs typeface="Arial"/>
              </a:defRPr>
            </a:pPr>
            <a:r>
              <a:rPr sz="2906" b="1">
                <a:solidFill>
                  <a:srgbClr val="172B4D"/>
                </a:solidFill>
                <a:latin typeface="Arial"/>
                <a:ea typeface="Arial"/>
                <a:cs typeface="Arial"/>
              </a:rPr>
              <a:t>6 + 6 = 12</a:t>
            </a:r>
          </a:p>
        </p:txBody>
      </p:sp>
      <p:sp>
        <p:nvSpPr>
          <p:cNvPr id="31" name="object-31">
            <a:extLst>
              <a:ext uri="{FF2B5EF4-FFF2-40B4-BE49-F238E27FC236}">
                <a16:creationId xmlns:a16="http://schemas.microsoft.com/office/drawing/2014/main" id="{C5410746-11AD-4742-B710-8011B2AE5C2C}"/>
              </a:ext>
            </a:extLst>
          </p:cNvPr>
          <p:cNvSpPr>
            <a:spLocks noGrp="1"/>
          </p:cNvSpPr>
          <p:nvPr/>
        </p:nvSpPr>
        <p:spPr>
          <a:xfrm>
            <a:off x="6405563" y="5214938"/>
            <a:ext cx="833438" cy="833438"/>
          </a:xfrm>
          <a:prstGeom prst="rect">
            <a:avLst/>
          </a:prstGeom>
          <a:noFill/>
          <a:ln w="0">
            <a:noFill/>
          </a:ln>
        </p:spPr>
        <p:txBody>
          <a:bodyPr anchor="ctr">
            <a:noAutofit/>
          </a:bodyPr>
          <a:lstStyle/>
          <a:p>
            <a:pPr algn="ctr">
              <a:defRPr sz="4594" b="1">
                <a:solidFill>
                  <a:srgbClr val="11745A"/>
                </a:solidFill>
                <a:latin typeface="Arial"/>
                <a:ea typeface="Arial"/>
                <a:cs typeface="Arial"/>
              </a:defRPr>
            </a:pPr>
            <a:r>
              <a:rPr sz="4594" b="1">
                <a:solidFill>
                  <a:srgbClr val="11745A"/>
                </a:solidFill>
                <a:latin typeface="Arial"/>
                <a:ea typeface="Arial"/>
                <a:cs typeface="Arial"/>
              </a:rPr>
              <a:t>2</a:t>
            </a:r>
          </a:p>
        </p:txBody>
      </p:sp>
      <p:sp>
        <p:nvSpPr>
          <p:cNvPr id="32" name="object-32">
            <a:extLst>
              <a:ext uri="{FF2B5EF4-FFF2-40B4-BE49-F238E27FC236}">
                <a16:creationId xmlns:a16="http://schemas.microsoft.com/office/drawing/2014/main" id="{0A90D080-AB45-4D3B-81BD-A7CB11687347}"/>
              </a:ext>
            </a:extLst>
          </p:cNvPr>
          <p:cNvSpPr>
            <a:spLocks noGrp="1"/>
          </p:cNvSpPr>
          <p:nvPr/>
        </p:nvSpPr>
        <p:spPr>
          <a:xfrm>
            <a:off x="5441156" y="2988469"/>
            <a:ext cx="904875" cy="1976438"/>
          </a:xfrm>
          <a:prstGeom prst="rect">
            <a:avLst/>
          </a:prstGeom>
          <a:noFill/>
          <a:ln w="35719">
            <a:solidFill>
              <a:srgbClr val="9A5800"/>
            </a:solidFill>
          </a:ln>
        </p:spPr>
      </p:sp>
      <p:sp>
        <p:nvSpPr>
          <p:cNvPr id="33" name="object-33">
            <a:extLst>
              <a:ext uri="{FF2B5EF4-FFF2-40B4-BE49-F238E27FC236}">
                <a16:creationId xmlns:a16="http://schemas.microsoft.com/office/drawing/2014/main" id="{B29D9601-4DCA-46B4-97A6-C14938FDCE69}"/>
              </a:ext>
            </a:extLst>
          </p:cNvPr>
          <p:cNvSpPr>
            <a:spLocks noGrp="1"/>
          </p:cNvSpPr>
          <p:nvPr/>
        </p:nvSpPr>
        <p:spPr>
          <a:xfrm>
            <a:off x="1190625" y="6477000"/>
            <a:ext cx="12858750" cy="714375"/>
          </a:xfrm>
          <a:prstGeom prst="rect">
            <a:avLst/>
          </a:prstGeom>
          <a:noFill/>
          <a:ln w="0">
            <a:noFill/>
          </a:ln>
        </p:spPr>
        <p:txBody>
          <a:bodyPr anchor="ctr">
            <a:noAutofit/>
          </a:bodyPr>
          <a:lstStyle/>
          <a:p>
            <a:pPr algn="ctr">
              <a:defRPr sz="2906" b="1">
                <a:solidFill>
                  <a:srgbClr val="172B4D"/>
                </a:solidFill>
                <a:latin typeface="Arial"/>
                <a:ea typeface="Arial"/>
                <a:cs typeface="Arial"/>
              </a:defRPr>
            </a:pPr>
            <a:r>
              <a:rPr sz="2906" b="1">
                <a:solidFill>
                  <a:srgbClr val="172B4D"/>
                </a:solidFill>
                <a:latin typeface="Arial"/>
                <a:ea typeface="Arial"/>
                <a:cs typeface="Arial"/>
              </a:rPr>
              <a:t>1 + 4 + 1 = 6</a:t>
            </a:r>
          </a:p>
        </p:txBody>
      </p:sp>
      <p:sp>
        <p:nvSpPr>
          <p:cNvPr id="34" name="object-34">
            <a:extLst>
              <a:ext uri="{FF2B5EF4-FFF2-40B4-BE49-F238E27FC236}">
                <a16:creationId xmlns:a16="http://schemas.microsoft.com/office/drawing/2014/main" id="{A10E4A2C-FFC2-4AEB-A7A4-B7C44E136297}"/>
              </a:ext>
            </a:extLst>
          </p:cNvPr>
          <p:cNvSpPr>
            <a:spLocks noGrp="1"/>
          </p:cNvSpPr>
          <p:nvPr/>
        </p:nvSpPr>
        <p:spPr>
          <a:xfrm>
            <a:off x="5476875" y="5214938"/>
            <a:ext cx="833438" cy="833438"/>
          </a:xfrm>
          <a:prstGeom prst="rect">
            <a:avLst/>
          </a:prstGeom>
          <a:noFill/>
          <a:ln w="0">
            <a:noFill/>
          </a:ln>
        </p:spPr>
        <p:txBody>
          <a:bodyPr anchor="ctr">
            <a:noAutofit/>
          </a:bodyPr>
          <a:lstStyle/>
          <a:p>
            <a:pPr algn="ctr">
              <a:defRPr sz="4594" b="1">
                <a:solidFill>
                  <a:srgbClr val="11745A"/>
                </a:solidFill>
                <a:latin typeface="Arial"/>
                <a:ea typeface="Arial"/>
                <a:cs typeface="Arial"/>
              </a:defRPr>
            </a:pPr>
            <a:r>
              <a:rPr sz="4594" b="1">
                <a:solidFill>
                  <a:srgbClr val="11745A"/>
                </a:solidFill>
                <a:latin typeface="Arial"/>
                <a:ea typeface="Arial"/>
                <a:cs typeface="Arial"/>
              </a:rPr>
              <a:t>6</a:t>
            </a:r>
          </a:p>
        </p:txBody>
      </p:sp>
      <p:sp>
        <p:nvSpPr>
          <p:cNvPr id="35" name="object-35">
            <a:extLst>
              <a:ext uri="{FF2B5EF4-FFF2-40B4-BE49-F238E27FC236}">
                <a16:creationId xmlns:a16="http://schemas.microsoft.com/office/drawing/2014/main" id="{C9820ED5-003D-4BB2-91ED-C03539D62FD9}"/>
              </a:ext>
            </a:extLst>
          </p:cNvPr>
          <p:cNvSpPr>
            <a:spLocks noGrp="1"/>
          </p:cNvSpPr>
          <p:nvPr/>
        </p:nvSpPr>
        <p:spPr>
          <a:xfrm>
            <a:off x="892969" y="7262813"/>
            <a:ext cx="13454063" cy="738188"/>
          </a:xfrm>
          <a:prstGeom prst="rect">
            <a:avLst/>
          </a:prstGeom>
          <a:noFill/>
          <a:ln w="0">
            <a:noFill/>
          </a:ln>
        </p:spPr>
        <p:txBody>
          <a:bodyPr anchor="ctr">
            <a:noAutofit/>
          </a:bodyPr>
          <a:lstStyle/>
          <a:p>
            <a:pPr algn="ctr">
              <a:defRPr sz="2813" b="1">
                <a:solidFill>
                  <a:srgbClr val="11745A"/>
                </a:solidFill>
                <a:latin typeface="Arial"/>
                <a:ea typeface="Arial"/>
                <a:cs typeface="Arial"/>
              </a:defRPr>
            </a:pPr>
            <a:r>
              <a:rPr sz="2813" b="1">
                <a:solidFill>
                  <a:srgbClr val="11745A"/>
                </a:solidFill>
                <a:latin typeface="Arial"/>
                <a:ea typeface="Arial"/>
                <a:cs typeface="Arial"/>
              </a:rPr>
              <a:t>16,205 + 46,300 = 62,505</a:t>
            </a:r>
          </a:p>
        </p:txBody>
      </p:sp>
    </p:spTree>
    <p:extLst>
      <p:ext uri="{BB962C8B-B14F-4D97-AF65-F5344CB8AC3E}">
        <p14:creationId xmlns:p14="http://schemas.microsoft.com/office/powerpoint/2010/main" val="4772898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par>
                          <p:cTn id="9" fill="hold">
                            <p:stCondLst>
                              <p:cond delay="0"/>
                            </p:stCondLst>
                            <p:childTnLst>
                              <p:par>
                                <p:cTn id="10" presetID="1" presetClass="entr" presetSubtype="0" fill="hold" grpId="0" nodeType="afterEffect">
                                  <p:stCondLst>
                                    <p:cond delay="0"/>
                                  </p:stCondLst>
                                  <p:childTnLst>
                                    <p:set>
                                      <p:cBhvr>
                                        <p:cTn id="11" dur="1" fill="hold">
                                          <p:stCondLst>
                                            <p:cond delay="0"/>
                                          </p:stCondLst>
                                        </p:cTn>
                                        <p:tgtEl>
                                          <p:spTgt spid="21"/>
                                        </p:tgtEl>
                                        <p:attrNameLst>
                                          <p:attrName>style.visibility</p:attrName>
                                        </p:attrNameLst>
                                      </p:cBhvr>
                                      <p:to>
                                        <p:strVal val="visible"/>
                                      </p:to>
                                    </p:set>
                                  </p:childTnLst>
                                </p:cTn>
                              </p:par>
                              <p:par>
                                <p:cTn id="12" presetID="1" presetClass="exit" presetSubtype="0" fill="hold" nodeType="withEffect">
                                  <p:stCondLst>
                                    <p:cond delay="0"/>
                                  </p:stCondLst>
                                  <p:childTnLst>
                                    <p:set>
                                      <p:cBhvr>
                                        <p:cTn id="13" dur="1" fill="hold">
                                          <p:stCondLst>
                                            <p:cond delay="0"/>
                                          </p:stCondLst>
                                        </p:cTn>
                                        <p:tgtEl>
                                          <p:spTgt spid="19"/>
                                        </p:tgtEl>
                                        <p:attrNameLst>
                                          <p:attrName>style.visibility</p:attrName>
                                        </p:attrNameLst>
                                      </p:cBhvr>
                                      <p:to>
                                        <p:strVal val="hidden"/>
                                      </p:to>
                                    </p:set>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nodeType="clickEffect">
                                  <p:stCondLst>
                                    <p:cond delay="0"/>
                                  </p:stCondLst>
                                  <p:childTnLst>
                                    <p:set>
                                      <p:cBhvr>
                                        <p:cTn id="17" dur="1" fill="hold">
                                          <p:stCondLst>
                                            <p:cond delay="0"/>
                                          </p:stCondLst>
                                        </p:cTn>
                                        <p:tgtEl>
                                          <p:spTgt spid="22"/>
                                        </p:tgtEl>
                                        <p:attrNameLst>
                                          <p:attrName>style.visibility</p:attrName>
                                        </p:attrNameLst>
                                      </p:cBhvr>
                                      <p:to>
                                        <p:strVal val="visible"/>
                                      </p:to>
                                    </p:set>
                                  </p:childTnLst>
                                </p:cTn>
                              </p:par>
                              <p:par>
                                <p:cTn id="18" presetID="1" presetClass="exit" presetSubtype="0" fill="hold" grpId="1" nodeType="withEffect">
                                  <p:stCondLst>
                                    <p:cond delay="0"/>
                                  </p:stCondLst>
                                  <p:childTnLst>
                                    <p:set>
                                      <p:cBhvr>
                                        <p:cTn id="19" dur="1" fill="hold">
                                          <p:stCondLst>
                                            <p:cond delay="0"/>
                                          </p:stCondLst>
                                        </p:cTn>
                                        <p:tgtEl>
                                          <p:spTgt spid="20"/>
                                        </p:tgtEl>
                                        <p:attrNameLst>
                                          <p:attrName>style.visibility</p:attrName>
                                        </p:attrNameLst>
                                      </p:cBhvr>
                                      <p:to>
                                        <p:strVal val="hidden"/>
                                      </p:to>
                                    </p:set>
                                  </p:childTnLst>
                                </p:cTn>
                              </p:par>
                              <p:par>
                                <p:cTn id="20" presetID="1" presetClass="entr" presetSubtype="0" fill="hold" grpId="0" nodeType="withEffect">
                                  <p:stCondLst>
                                    <p:cond delay="0"/>
                                  </p:stCondLst>
                                  <p:childTnLst>
                                    <p:set>
                                      <p:cBhvr>
                                        <p:cTn id="21" dur="1" fill="hold">
                                          <p:stCondLst>
                                            <p:cond delay="0"/>
                                          </p:stCondLst>
                                        </p:cTn>
                                        <p:tgtEl>
                                          <p:spTgt spid="23"/>
                                        </p:tgtEl>
                                        <p:attrNameLst>
                                          <p:attrName>style.visibility</p:attrName>
                                        </p:attrNameLst>
                                      </p:cBhvr>
                                      <p:to>
                                        <p:strVal val="visible"/>
                                      </p:to>
                                    </p:set>
                                  </p:childTnLst>
                                </p:cTn>
                              </p:par>
                            </p:childTnLst>
                          </p:cTn>
                        </p:par>
                        <p:par>
                          <p:cTn id="22" fill="hold">
                            <p:stCondLst>
                              <p:cond delay="0"/>
                            </p:stCondLst>
                            <p:childTnLst>
                              <p:par>
                                <p:cTn id="23" presetID="1" presetClass="entr" presetSubtype="0" fill="hold" grpId="0" nodeType="afterEffect">
                                  <p:stCondLst>
                                    <p:cond delay="0"/>
                                  </p:stCondLst>
                                  <p:childTnLst>
                                    <p:set>
                                      <p:cBhvr>
                                        <p:cTn id="24" dur="1" fill="hold">
                                          <p:stCondLst>
                                            <p:cond delay="0"/>
                                          </p:stCondLst>
                                        </p:cTn>
                                        <p:tgtEl>
                                          <p:spTgt spid="24"/>
                                        </p:tgtEl>
                                        <p:attrNameLst>
                                          <p:attrName>style.visibility</p:attrName>
                                        </p:attrNameLst>
                                      </p:cBhvr>
                                      <p:to>
                                        <p:strVal val="visible"/>
                                      </p:to>
                                    </p:set>
                                  </p:childTnLst>
                                </p:cTn>
                              </p:par>
                              <p:par>
                                <p:cTn id="25" presetID="1" presetClass="exit" presetSubtype="0" fill="hold" nodeType="withEffect">
                                  <p:stCondLst>
                                    <p:cond delay="0"/>
                                  </p:stCondLst>
                                  <p:childTnLst>
                                    <p:set>
                                      <p:cBhvr>
                                        <p:cTn id="26" dur="1" fill="hold">
                                          <p:stCondLst>
                                            <p:cond delay="0"/>
                                          </p:stCondLst>
                                        </p:cTn>
                                        <p:tgtEl>
                                          <p:spTgt spid="22"/>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5"/>
                                        </p:tgtEl>
                                        <p:attrNameLst>
                                          <p:attrName>style.visibility</p:attrName>
                                        </p:attrNameLst>
                                      </p:cBhvr>
                                      <p:to>
                                        <p:strVal val="visible"/>
                                      </p:to>
                                    </p:set>
                                  </p:childTnLst>
                                </p:cTn>
                              </p:par>
                              <p:par>
                                <p:cTn id="31" presetID="1" presetClass="exit" presetSubtype="0" fill="hold" grpId="1" nodeType="withEffect">
                                  <p:stCondLst>
                                    <p:cond delay="0"/>
                                  </p:stCondLst>
                                  <p:childTnLst>
                                    <p:set>
                                      <p:cBhvr>
                                        <p:cTn id="32" dur="1" fill="hold">
                                          <p:stCondLst>
                                            <p:cond delay="0"/>
                                          </p:stCondLst>
                                        </p:cTn>
                                        <p:tgtEl>
                                          <p:spTgt spid="23"/>
                                        </p:tgtEl>
                                        <p:attrNameLst>
                                          <p:attrName>style.visibility</p:attrName>
                                        </p:attrNameLst>
                                      </p:cBhvr>
                                      <p:to>
                                        <p:strVal val="hidden"/>
                                      </p:to>
                                    </p:set>
                                  </p:childTnLst>
                                </p:cTn>
                              </p:par>
                              <p:par>
                                <p:cTn id="33" presetID="1" presetClass="entr" presetSubtype="0" fill="hold" grpId="0" nodeType="withEffect">
                                  <p:stCondLst>
                                    <p:cond delay="0"/>
                                  </p:stCondLst>
                                  <p:childTnLst>
                                    <p:set>
                                      <p:cBhvr>
                                        <p:cTn id="34" dur="1" fill="hold">
                                          <p:stCondLst>
                                            <p:cond delay="0"/>
                                          </p:stCondLst>
                                        </p:cTn>
                                        <p:tgtEl>
                                          <p:spTgt spid="26"/>
                                        </p:tgtEl>
                                        <p:attrNameLst>
                                          <p:attrName>style.visibility</p:attrName>
                                        </p:attrNameLst>
                                      </p:cBhvr>
                                      <p:to>
                                        <p:strVal val="visible"/>
                                      </p:to>
                                    </p:set>
                                  </p:childTnLst>
                                </p:cTn>
                              </p:par>
                            </p:childTnLst>
                          </p:cTn>
                        </p:par>
                        <p:par>
                          <p:cTn id="35" fill="hold">
                            <p:stCondLst>
                              <p:cond delay="0"/>
                            </p:stCondLst>
                            <p:childTnLst>
                              <p:par>
                                <p:cTn id="36" presetID="1" presetClass="entr" presetSubtype="0" fill="hold" grpId="0" nodeType="afterEffect">
                                  <p:stCondLst>
                                    <p:cond delay="0"/>
                                  </p:stCondLst>
                                  <p:childTnLst>
                                    <p:set>
                                      <p:cBhvr>
                                        <p:cTn id="37" dur="1" fill="hold">
                                          <p:stCondLst>
                                            <p:cond delay="0"/>
                                          </p:stCondLst>
                                        </p:cTn>
                                        <p:tgtEl>
                                          <p:spTgt spid="27"/>
                                        </p:tgtEl>
                                        <p:attrNameLst>
                                          <p:attrName>style.visibility</p:attrName>
                                        </p:attrNameLst>
                                      </p:cBhvr>
                                      <p:to>
                                        <p:strVal val="visible"/>
                                      </p:to>
                                    </p:set>
                                  </p:childTnLst>
                                </p:cTn>
                              </p:par>
                              <p:par>
                                <p:cTn id="38" presetID="1" presetClass="exit" presetSubtype="0" fill="hold" nodeType="withEffect">
                                  <p:stCondLst>
                                    <p:cond delay="0"/>
                                  </p:stCondLst>
                                  <p:childTnLst>
                                    <p:set>
                                      <p:cBhvr>
                                        <p:cTn id="39" dur="1" fill="hold">
                                          <p:stCondLst>
                                            <p:cond delay="0"/>
                                          </p:stCondLst>
                                        </p:cTn>
                                        <p:tgtEl>
                                          <p:spTgt spid="25"/>
                                        </p:tgtEl>
                                        <p:attrNameLst>
                                          <p:attrName>style.visibility</p:attrName>
                                        </p:attrNameLst>
                                      </p:cBhvr>
                                      <p:to>
                                        <p:strVal val="hidden"/>
                                      </p:to>
                                    </p:se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clickEffect">
                                  <p:stCondLst>
                                    <p:cond delay="0"/>
                                  </p:stCondLst>
                                  <p:childTnLst>
                                    <p:set>
                                      <p:cBhvr>
                                        <p:cTn id="43" dur="1" fill="hold">
                                          <p:stCondLst>
                                            <p:cond delay="0"/>
                                          </p:stCondLst>
                                        </p:cTn>
                                        <p:tgtEl>
                                          <p:spTgt spid="28"/>
                                        </p:tgtEl>
                                        <p:attrNameLst>
                                          <p:attrName>style.visibility</p:attrName>
                                        </p:attrNameLst>
                                      </p:cBhvr>
                                      <p:to>
                                        <p:strVal val="visible"/>
                                      </p:to>
                                    </p:set>
                                  </p:childTnLst>
                                </p:cTn>
                              </p:par>
                              <p:par>
                                <p:cTn id="44" presetID="1" presetClass="exit" presetSubtype="0" fill="hold" grpId="1" nodeType="withEffect">
                                  <p:stCondLst>
                                    <p:cond delay="0"/>
                                  </p:stCondLst>
                                  <p:childTnLst>
                                    <p:set>
                                      <p:cBhvr>
                                        <p:cTn id="45" dur="1" fill="hold">
                                          <p:stCondLst>
                                            <p:cond delay="0"/>
                                          </p:stCondLst>
                                        </p:cTn>
                                        <p:tgtEl>
                                          <p:spTgt spid="26"/>
                                        </p:tgtEl>
                                        <p:attrNameLst>
                                          <p:attrName>style.visibility</p:attrName>
                                        </p:attrNameLst>
                                      </p:cBhvr>
                                      <p:to>
                                        <p:strVal val="hidden"/>
                                      </p:to>
                                    </p:set>
                                  </p:childTnLst>
                                </p:cTn>
                              </p:par>
                              <p:par>
                                <p:cTn id="46" presetID="1" presetClass="entr" presetSubtype="0" fill="hold" grpId="0" nodeType="withEffect">
                                  <p:stCondLst>
                                    <p:cond delay="0"/>
                                  </p:stCondLst>
                                  <p:childTnLst>
                                    <p:set>
                                      <p:cBhvr>
                                        <p:cTn id="47" dur="1" fill="hold">
                                          <p:stCondLst>
                                            <p:cond delay="0"/>
                                          </p:stCondLst>
                                        </p:cTn>
                                        <p:tgtEl>
                                          <p:spTgt spid="29"/>
                                        </p:tgtEl>
                                        <p:attrNameLst>
                                          <p:attrName>style.visibility</p:attrName>
                                        </p:attrNameLst>
                                      </p:cBhvr>
                                      <p:to>
                                        <p:strVal val="visible"/>
                                      </p:to>
                                    </p:set>
                                  </p:childTnLst>
                                </p:cTn>
                              </p:par>
                            </p:childTnLst>
                          </p:cTn>
                        </p:par>
                        <p:par>
                          <p:cTn id="48" fill="hold">
                            <p:stCondLst>
                              <p:cond delay="0"/>
                            </p:stCondLst>
                            <p:childTnLst>
                              <p:par>
                                <p:cTn id="49" presetID="63" presetClass="path" presetSubtype="0" accel="50000" decel="50000" fill="hold" grpId="1" nodeType="afterEffect">
                                  <p:stCondLst>
                                    <p:cond delay="0"/>
                                  </p:stCondLst>
                                  <p:childTnLst>
                                    <p:animMotion origin="layout" path="M 0 0 L -0.0609375 0 E" pathEditMode="relative" ptsTypes="">
                                      <p:cBhvr>
                                        <p:cTn id="50" dur="800" fill="hold"/>
                                        <p:tgtEl>
                                          <p:spTgt spid="29"/>
                                        </p:tgtEl>
                                        <p:attrNameLst>
                                          <p:attrName>ppt_x</p:attrName>
                                          <p:attrName>ppt_y</p:attrName>
                                        </p:attrNameLst>
                                      </p:cBhvr>
                                    </p:animMotion>
                                  </p:childTnLst>
                                </p:cTn>
                              </p:par>
                              <p:par>
                                <p:cTn id="51" presetID="1" presetClass="entr" presetSubtype="0" fill="hold" grpId="0" nodeType="withEffect">
                                  <p:stCondLst>
                                    <p:cond delay="0"/>
                                  </p:stCondLst>
                                  <p:childTnLst>
                                    <p:set>
                                      <p:cBhvr>
                                        <p:cTn id="52" dur="1" fill="hold">
                                          <p:stCondLst>
                                            <p:cond delay="0"/>
                                          </p:stCondLst>
                                        </p:cTn>
                                        <p:tgtEl>
                                          <p:spTgt spid="30"/>
                                        </p:tgtEl>
                                        <p:attrNameLst>
                                          <p:attrName>style.visibility</p:attrName>
                                        </p:attrNameLst>
                                      </p:cBhvr>
                                      <p:to>
                                        <p:strVal val="visible"/>
                                      </p:to>
                                    </p:set>
                                  </p:childTnLst>
                                </p:cTn>
                              </p:par>
                            </p:childTnLst>
                          </p:cTn>
                        </p:par>
                        <p:par>
                          <p:cTn id="53" fill="hold">
                            <p:stCondLst>
                              <p:cond delay="800"/>
                            </p:stCondLst>
                            <p:childTnLst>
                              <p:par>
                                <p:cTn id="54" presetID="1" presetClass="entr" presetSubtype="0" fill="hold" grpId="0" nodeType="afterEffect">
                                  <p:stCondLst>
                                    <p:cond delay="0"/>
                                  </p:stCondLst>
                                  <p:childTnLst>
                                    <p:set>
                                      <p:cBhvr>
                                        <p:cTn id="55" dur="1" fill="hold">
                                          <p:stCondLst>
                                            <p:cond delay="0"/>
                                          </p:stCondLst>
                                        </p:cTn>
                                        <p:tgtEl>
                                          <p:spTgt spid="31"/>
                                        </p:tgtEl>
                                        <p:attrNameLst>
                                          <p:attrName>style.visibility</p:attrName>
                                        </p:attrNameLst>
                                      </p:cBhvr>
                                      <p:to>
                                        <p:strVal val="visible"/>
                                      </p:to>
                                    </p:set>
                                  </p:childTnLst>
                                </p:cTn>
                              </p:par>
                              <p:par>
                                <p:cTn id="56" presetID="1" presetClass="exit" presetSubtype="0" fill="hold" nodeType="withEffect">
                                  <p:stCondLst>
                                    <p:cond delay="0"/>
                                  </p:stCondLst>
                                  <p:childTnLst>
                                    <p:set>
                                      <p:cBhvr>
                                        <p:cTn id="57" dur="1" fill="hold">
                                          <p:stCondLst>
                                            <p:cond delay="0"/>
                                          </p:stCondLst>
                                        </p:cTn>
                                        <p:tgtEl>
                                          <p:spTgt spid="28"/>
                                        </p:tgtEl>
                                        <p:attrNameLst>
                                          <p:attrName>style.visibility</p:attrName>
                                        </p:attrNameLst>
                                      </p:cBhvr>
                                      <p:to>
                                        <p:strVal val="hidden"/>
                                      </p:to>
                                    </p:set>
                                  </p:childTnLst>
                                </p:cTn>
                              </p:par>
                            </p:childTnLst>
                          </p:cTn>
                        </p:par>
                      </p:childTnLst>
                    </p:cTn>
                  </p:par>
                  <p:par>
                    <p:cTn id="58" fill="hold">
                      <p:stCondLst>
                        <p:cond delay="indefinite"/>
                      </p:stCondLst>
                      <p:childTnLst>
                        <p:par>
                          <p:cTn id="59" fill="hold">
                            <p:stCondLst>
                              <p:cond delay="0"/>
                            </p:stCondLst>
                            <p:childTnLst>
                              <p:par>
                                <p:cTn id="60" presetID="1" presetClass="entr" presetSubtype="0" fill="hold" nodeType="clickEffect">
                                  <p:stCondLst>
                                    <p:cond delay="0"/>
                                  </p:stCondLst>
                                  <p:childTnLst>
                                    <p:set>
                                      <p:cBhvr>
                                        <p:cTn id="61" dur="1" fill="hold">
                                          <p:stCondLst>
                                            <p:cond delay="0"/>
                                          </p:stCondLst>
                                        </p:cTn>
                                        <p:tgtEl>
                                          <p:spTgt spid="32"/>
                                        </p:tgtEl>
                                        <p:attrNameLst>
                                          <p:attrName>style.visibility</p:attrName>
                                        </p:attrNameLst>
                                      </p:cBhvr>
                                      <p:to>
                                        <p:strVal val="visible"/>
                                      </p:to>
                                    </p:set>
                                  </p:childTnLst>
                                </p:cTn>
                              </p:par>
                              <p:par>
                                <p:cTn id="62" presetID="1" presetClass="exit" presetSubtype="0" fill="hold" grpId="1" nodeType="withEffect">
                                  <p:stCondLst>
                                    <p:cond delay="0"/>
                                  </p:stCondLst>
                                  <p:childTnLst>
                                    <p:set>
                                      <p:cBhvr>
                                        <p:cTn id="63" dur="1" fill="hold">
                                          <p:stCondLst>
                                            <p:cond delay="0"/>
                                          </p:stCondLst>
                                        </p:cTn>
                                        <p:tgtEl>
                                          <p:spTgt spid="30"/>
                                        </p:tgtEl>
                                        <p:attrNameLst>
                                          <p:attrName>style.visibility</p:attrName>
                                        </p:attrNameLst>
                                      </p:cBhvr>
                                      <p:to>
                                        <p:strVal val="hidden"/>
                                      </p:to>
                                    </p:set>
                                  </p:childTnLst>
                                </p:cTn>
                              </p:par>
                              <p:par>
                                <p:cTn id="64" presetID="1" presetClass="entr" presetSubtype="0" fill="hold" grpId="0" nodeType="withEffect">
                                  <p:stCondLst>
                                    <p:cond delay="0"/>
                                  </p:stCondLst>
                                  <p:childTnLst>
                                    <p:set>
                                      <p:cBhvr>
                                        <p:cTn id="65" dur="1" fill="hold">
                                          <p:stCondLst>
                                            <p:cond delay="0"/>
                                          </p:stCondLst>
                                        </p:cTn>
                                        <p:tgtEl>
                                          <p:spTgt spid="33"/>
                                        </p:tgtEl>
                                        <p:attrNameLst>
                                          <p:attrName>style.visibility</p:attrName>
                                        </p:attrNameLst>
                                      </p:cBhvr>
                                      <p:to>
                                        <p:strVal val="visible"/>
                                      </p:to>
                                    </p:set>
                                  </p:childTnLst>
                                </p:cTn>
                              </p:par>
                            </p:childTnLst>
                          </p:cTn>
                        </p:par>
                        <p:par>
                          <p:cTn id="66" fill="hold">
                            <p:stCondLst>
                              <p:cond delay="0"/>
                            </p:stCondLst>
                            <p:childTnLst>
                              <p:par>
                                <p:cTn id="67" presetID="1" presetClass="entr" presetSubtype="0" fill="hold" grpId="0" nodeType="afterEffect">
                                  <p:stCondLst>
                                    <p:cond delay="0"/>
                                  </p:stCondLst>
                                  <p:childTnLst>
                                    <p:set>
                                      <p:cBhvr>
                                        <p:cTn id="68" dur="1" fill="hold">
                                          <p:stCondLst>
                                            <p:cond delay="0"/>
                                          </p:stCondLst>
                                        </p:cTn>
                                        <p:tgtEl>
                                          <p:spTgt spid="34"/>
                                        </p:tgtEl>
                                        <p:attrNameLst>
                                          <p:attrName>style.visibility</p:attrName>
                                        </p:attrNameLst>
                                      </p:cBhvr>
                                      <p:to>
                                        <p:strVal val="visible"/>
                                      </p:to>
                                    </p:set>
                                  </p:childTnLst>
                                </p:cTn>
                              </p:par>
                              <p:par>
                                <p:cTn id="69" presetID="1" presetClass="exit" presetSubtype="0" fill="hold" nodeType="withEffect">
                                  <p:stCondLst>
                                    <p:cond delay="0"/>
                                  </p:stCondLst>
                                  <p:childTnLst>
                                    <p:set>
                                      <p:cBhvr>
                                        <p:cTn id="70" dur="1" fill="hold">
                                          <p:stCondLst>
                                            <p:cond delay="0"/>
                                          </p:stCondLst>
                                        </p:cTn>
                                        <p:tgtEl>
                                          <p:spTgt spid="32"/>
                                        </p:tgtEl>
                                        <p:attrNameLst>
                                          <p:attrName>style.visibility</p:attrName>
                                        </p:attrNameLst>
                                      </p:cBhvr>
                                      <p:to>
                                        <p:strVal val="hidden"/>
                                      </p:to>
                                    </p:set>
                                  </p:childTnLst>
                                </p:cTn>
                              </p:par>
                            </p:childTnLst>
                          </p:cTn>
                        </p:par>
                      </p:childTnLst>
                    </p:cTn>
                  </p:par>
                  <p:par>
                    <p:cTn id="71" fill="hold">
                      <p:stCondLst>
                        <p:cond delay="indefinite"/>
                      </p:stCondLst>
                      <p:childTnLst>
                        <p:par>
                          <p:cTn id="72" fill="hold">
                            <p:stCondLst>
                              <p:cond delay="0"/>
                            </p:stCondLst>
                            <p:childTnLst>
                              <p:par>
                                <p:cTn id="73" presetID="1" presetClass="entr" presetSubtype="0" fill="hold" grpId="0" nodeType="clickEffect">
                                  <p:stCondLst>
                                    <p:cond delay="0"/>
                                  </p:stCondLst>
                                  <p:childTnLst>
                                    <p:set>
                                      <p:cBhvr>
                                        <p:cTn id="74" dur="1" fill="hold">
                                          <p:stCondLst>
                                            <p:cond delay="0"/>
                                          </p:stCondLst>
                                        </p:cTn>
                                        <p:tgtEl>
                                          <p:spTgt spid="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P spid="20" grpId="1"/>
      <p:bldP spid="21" grpId="0"/>
      <p:bldP spid="23" grpId="0"/>
      <p:bldP spid="23" grpId="1"/>
      <p:bldP spid="24" grpId="0"/>
      <p:bldP spid="26" grpId="0"/>
      <p:bldP spid="26" grpId="1"/>
      <p:bldP spid="27" grpId="0"/>
      <p:bldP spid="29" grpId="0"/>
      <p:bldP spid="29" grpId="1"/>
      <p:bldP spid="30" grpId="0"/>
      <p:bldP spid="30" grpId="1"/>
      <p:bldP spid="31" grpId="0"/>
      <p:bldP spid="33" grpId="0"/>
      <p:bldP spid="34" grpId="0"/>
      <p:bldP spid="35" grpId="0"/>
    </p:bld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6" name="object-1">
            <a:extLst>
              <a:ext uri="{FF2B5EF4-FFF2-40B4-BE49-F238E27FC236}">
                <a16:creationId xmlns:a16="http://schemas.microsoft.com/office/drawing/2014/main" id="{CF1E82DA-F45A-485C-90A5-3255B29C22F4}"/>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I do</a:t>
            </a:r>
          </a:p>
        </p:txBody>
      </p:sp>
      <p:sp>
        <p:nvSpPr>
          <p:cNvPr id="2" name="object-2">
            <a:extLst>
              <a:ext uri="{FF2B5EF4-FFF2-40B4-BE49-F238E27FC236}">
                <a16:creationId xmlns:a16="http://schemas.microsoft.com/office/drawing/2014/main" id="{53A108ED-7814-4D72-BC67-AF4F8D10E5E2}"/>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Calculate 2,326 × 27.</a:t>
            </a:r>
          </a:p>
        </p:txBody>
      </p:sp>
      <p:sp>
        <p:nvSpPr>
          <p:cNvPr id="3" name="object-3">
            <a:extLst>
              <a:ext uri="{FF2B5EF4-FFF2-40B4-BE49-F238E27FC236}">
                <a16:creationId xmlns:a16="http://schemas.microsoft.com/office/drawing/2014/main" id="{A7FA7388-26F1-4EA8-A7E5-C619DAD938AE}"/>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9343A0EF-7C1D-456E-898A-2CFCE62EC154}"/>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Multiply up to four digits by two digits</a:t>
            </a:r>
          </a:p>
        </p:txBody>
      </p:sp>
      <p:sp>
        <p:nvSpPr>
          <p:cNvPr id="5" name="object-5">
            <a:extLst>
              <a:ext uri="{FF2B5EF4-FFF2-40B4-BE49-F238E27FC236}">
                <a16:creationId xmlns:a16="http://schemas.microsoft.com/office/drawing/2014/main" id="{E16E8142-F297-4431-BB65-87CA4DC65892}"/>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6</a:t>
            </a:r>
          </a:p>
        </p:txBody>
      </p:sp>
      <p:sp>
        <p:nvSpPr>
          <p:cNvPr id="6" name="object-6">
            <a:extLst>
              <a:ext uri="{FF2B5EF4-FFF2-40B4-BE49-F238E27FC236}">
                <a16:creationId xmlns:a16="http://schemas.microsoft.com/office/drawing/2014/main" id="{47B04246-B69D-46CA-8485-315071D00C37}"/>
              </a:ext>
            </a:extLst>
          </p:cNvPr>
          <p:cNvSpPr>
            <a:spLocks noGrp="1"/>
          </p:cNvSpPr>
          <p:nvPr/>
        </p:nvSpPr>
        <p:spPr>
          <a:xfrm>
            <a:off x="7405688" y="2762250"/>
            <a:ext cx="762000" cy="714375"/>
          </a:xfrm>
          <a:prstGeom prst="rect">
            <a:avLst/>
          </a:prstGeom>
          <a:noFill/>
          <a:ln w="0">
            <a:noFill/>
          </a:ln>
        </p:spPr>
        <p:txBody>
          <a:bodyPr anchor="ctr">
            <a:noAutofit/>
          </a:bodyPr>
          <a:lstStyle/>
          <a:p>
            <a:pPr algn="ctr">
              <a:defRPr sz="3938" b="1">
                <a:solidFill>
                  <a:srgbClr val="1D4ED8"/>
                </a:solidFill>
                <a:latin typeface="Arial"/>
                <a:ea typeface="Arial"/>
                <a:cs typeface="Arial"/>
              </a:defRPr>
            </a:pPr>
            <a:r>
              <a:rPr sz="3938" b="1">
                <a:solidFill>
                  <a:srgbClr val="1D4ED8"/>
                </a:solidFill>
                <a:latin typeface="Arial"/>
                <a:ea typeface="Arial"/>
                <a:cs typeface="Arial"/>
              </a:rPr>
              <a:t>2</a:t>
            </a:r>
          </a:p>
        </p:txBody>
      </p:sp>
      <p:sp>
        <p:nvSpPr>
          <p:cNvPr id="7" name="object-7">
            <a:extLst>
              <a:ext uri="{FF2B5EF4-FFF2-40B4-BE49-F238E27FC236}">
                <a16:creationId xmlns:a16="http://schemas.microsoft.com/office/drawing/2014/main" id="{7C5A1535-ADAC-444B-B322-310AEF198C4A}"/>
              </a:ext>
            </a:extLst>
          </p:cNvPr>
          <p:cNvSpPr>
            <a:spLocks noGrp="1"/>
          </p:cNvSpPr>
          <p:nvPr/>
        </p:nvSpPr>
        <p:spPr>
          <a:xfrm>
            <a:off x="8262938" y="2762250"/>
            <a:ext cx="762000" cy="714375"/>
          </a:xfrm>
          <a:prstGeom prst="rect">
            <a:avLst/>
          </a:prstGeom>
          <a:noFill/>
          <a:ln w="0">
            <a:noFill/>
          </a:ln>
        </p:spPr>
        <p:txBody>
          <a:bodyPr anchor="ctr">
            <a:noAutofit/>
          </a:bodyPr>
          <a:lstStyle/>
          <a:p>
            <a:pPr algn="ctr">
              <a:defRPr sz="3938" b="1">
                <a:solidFill>
                  <a:srgbClr val="1D4ED8"/>
                </a:solidFill>
                <a:latin typeface="Arial"/>
                <a:ea typeface="Arial"/>
                <a:cs typeface="Arial"/>
              </a:defRPr>
            </a:pPr>
            <a:r>
              <a:rPr sz="3938" b="1">
                <a:solidFill>
                  <a:srgbClr val="1D4ED8"/>
                </a:solidFill>
                <a:latin typeface="Arial"/>
                <a:ea typeface="Arial"/>
                <a:cs typeface="Arial"/>
              </a:rPr>
              <a:t>3</a:t>
            </a:r>
          </a:p>
        </p:txBody>
      </p:sp>
      <p:sp>
        <p:nvSpPr>
          <p:cNvPr id="8" name="object-8">
            <a:extLst>
              <a:ext uri="{FF2B5EF4-FFF2-40B4-BE49-F238E27FC236}">
                <a16:creationId xmlns:a16="http://schemas.microsoft.com/office/drawing/2014/main" id="{2DB41330-2C30-4EB1-92BC-D7DF91A7C185}"/>
              </a:ext>
            </a:extLst>
          </p:cNvPr>
          <p:cNvSpPr>
            <a:spLocks noGrp="1"/>
          </p:cNvSpPr>
          <p:nvPr/>
        </p:nvSpPr>
        <p:spPr>
          <a:xfrm>
            <a:off x="9120188" y="2762250"/>
            <a:ext cx="762000" cy="714375"/>
          </a:xfrm>
          <a:prstGeom prst="rect">
            <a:avLst/>
          </a:prstGeom>
          <a:noFill/>
          <a:ln w="0">
            <a:noFill/>
          </a:ln>
        </p:spPr>
        <p:txBody>
          <a:bodyPr anchor="ctr">
            <a:noAutofit/>
          </a:bodyPr>
          <a:lstStyle/>
          <a:p>
            <a:pPr algn="ctr">
              <a:defRPr sz="3938" b="1">
                <a:solidFill>
                  <a:srgbClr val="1D4ED8"/>
                </a:solidFill>
                <a:latin typeface="Arial"/>
                <a:ea typeface="Arial"/>
                <a:cs typeface="Arial"/>
              </a:defRPr>
            </a:pPr>
            <a:r>
              <a:rPr sz="3938" b="1">
                <a:solidFill>
                  <a:srgbClr val="1D4ED8"/>
                </a:solidFill>
                <a:latin typeface="Arial"/>
                <a:ea typeface="Arial"/>
                <a:cs typeface="Arial"/>
              </a:rPr>
              <a:t>2</a:t>
            </a:r>
          </a:p>
        </p:txBody>
      </p:sp>
      <p:sp>
        <p:nvSpPr>
          <p:cNvPr id="9" name="object-9">
            <a:extLst>
              <a:ext uri="{FF2B5EF4-FFF2-40B4-BE49-F238E27FC236}">
                <a16:creationId xmlns:a16="http://schemas.microsoft.com/office/drawing/2014/main" id="{B7DCE29F-B2F8-44D7-BE95-744D51B43BAF}"/>
              </a:ext>
            </a:extLst>
          </p:cNvPr>
          <p:cNvSpPr>
            <a:spLocks noGrp="1"/>
          </p:cNvSpPr>
          <p:nvPr/>
        </p:nvSpPr>
        <p:spPr>
          <a:xfrm>
            <a:off x="9977438" y="2762250"/>
            <a:ext cx="762000" cy="714375"/>
          </a:xfrm>
          <a:prstGeom prst="rect">
            <a:avLst/>
          </a:prstGeom>
          <a:noFill/>
          <a:ln w="0">
            <a:noFill/>
          </a:ln>
        </p:spPr>
        <p:txBody>
          <a:bodyPr anchor="ctr">
            <a:noAutofit/>
          </a:bodyPr>
          <a:lstStyle/>
          <a:p>
            <a:pPr algn="ctr">
              <a:defRPr sz="3938" b="1">
                <a:solidFill>
                  <a:srgbClr val="1D4ED8"/>
                </a:solidFill>
                <a:latin typeface="Arial"/>
                <a:ea typeface="Arial"/>
                <a:cs typeface="Arial"/>
              </a:defRPr>
            </a:pPr>
            <a:r>
              <a:rPr sz="3938" b="1">
                <a:solidFill>
                  <a:srgbClr val="1D4ED8"/>
                </a:solidFill>
                <a:latin typeface="Arial"/>
                <a:ea typeface="Arial"/>
                <a:cs typeface="Arial"/>
              </a:rPr>
              <a:t>6</a:t>
            </a:r>
          </a:p>
        </p:txBody>
      </p:sp>
      <p:sp>
        <p:nvSpPr>
          <p:cNvPr id="10" name="object-10">
            <a:extLst>
              <a:ext uri="{FF2B5EF4-FFF2-40B4-BE49-F238E27FC236}">
                <a16:creationId xmlns:a16="http://schemas.microsoft.com/office/drawing/2014/main" id="{95867126-0886-4DD0-A908-5C3F2A39DAEE}"/>
              </a:ext>
            </a:extLst>
          </p:cNvPr>
          <p:cNvSpPr>
            <a:spLocks noGrp="1"/>
          </p:cNvSpPr>
          <p:nvPr/>
        </p:nvSpPr>
        <p:spPr>
          <a:xfrm>
            <a:off x="5834063" y="3690938"/>
            <a:ext cx="714375" cy="714375"/>
          </a:xfrm>
          <a:prstGeom prst="rect">
            <a:avLst/>
          </a:prstGeom>
          <a:noFill/>
          <a:ln w="0">
            <a:noFill/>
          </a:ln>
        </p:spPr>
        <p:txBody>
          <a:bodyPr anchor="ctr">
            <a:noAutofit/>
          </a:bodyPr>
          <a:lstStyle/>
          <a:p>
            <a:pPr algn="l">
              <a:defRPr sz="3938" b="0">
                <a:solidFill>
                  <a:srgbClr val="172B4D"/>
                </a:solidFill>
                <a:latin typeface="Arial"/>
                <a:ea typeface="Arial"/>
                <a:cs typeface="Arial"/>
              </a:defRPr>
            </a:pPr>
            <a:r>
              <a:rPr sz="3938" b="0">
                <a:solidFill>
                  <a:srgbClr val="172B4D"/>
                </a:solidFill>
                <a:latin typeface="Arial"/>
                <a:ea typeface="Arial"/>
                <a:cs typeface="Arial"/>
              </a:rPr>
              <a:t>×</a:t>
            </a:r>
          </a:p>
        </p:txBody>
      </p:sp>
      <p:sp>
        <p:nvSpPr>
          <p:cNvPr id="11" name="object-11">
            <a:extLst>
              <a:ext uri="{FF2B5EF4-FFF2-40B4-BE49-F238E27FC236}">
                <a16:creationId xmlns:a16="http://schemas.microsoft.com/office/drawing/2014/main" id="{7BE94D56-F0D1-41A1-BD80-34A9F10841A9}"/>
              </a:ext>
            </a:extLst>
          </p:cNvPr>
          <p:cNvSpPr>
            <a:spLocks noGrp="1"/>
          </p:cNvSpPr>
          <p:nvPr/>
        </p:nvSpPr>
        <p:spPr>
          <a:xfrm>
            <a:off x="9120188" y="3690938"/>
            <a:ext cx="1619250" cy="714375"/>
          </a:xfrm>
          <a:prstGeom prst="rect">
            <a:avLst/>
          </a:prstGeom>
          <a:noFill/>
          <a:ln w="0">
            <a:noFill/>
          </a:ln>
        </p:spPr>
        <p:txBody>
          <a:bodyPr anchor="ctr">
            <a:noAutofit/>
          </a:bodyPr>
          <a:lstStyle/>
          <a:p>
            <a:pPr algn="r">
              <a:defRPr sz="3938" b="1">
                <a:solidFill>
                  <a:srgbClr val="1D4ED8"/>
                </a:solidFill>
                <a:latin typeface="Arial"/>
                <a:ea typeface="Arial"/>
                <a:cs typeface="Arial"/>
              </a:defRPr>
            </a:pPr>
            <a:r>
              <a:rPr sz="3938" b="1">
                <a:solidFill>
                  <a:srgbClr val="1D4ED8"/>
                </a:solidFill>
                <a:latin typeface="Arial"/>
                <a:ea typeface="Arial"/>
                <a:cs typeface="Arial"/>
              </a:rPr>
              <a:t>27</a:t>
            </a:r>
          </a:p>
        </p:txBody>
      </p:sp>
      <p:sp>
        <p:nvSpPr>
          <p:cNvPr id="12" name="object-12">
            <a:extLst>
              <a:ext uri="{FF2B5EF4-FFF2-40B4-BE49-F238E27FC236}">
                <a16:creationId xmlns:a16="http://schemas.microsoft.com/office/drawing/2014/main" id="{443E8A09-2BB7-4E27-A439-599402B3ECAE}"/>
              </a:ext>
            </a:extLst>
          </p:cNvPr>
          <p:cNvSpPr>
            <a:spLocks noGrp="1"/>
          </p:cNvSpPr>
          <p:nvPr/>
        </p:nvSpPr>
        <p:spPr>
          <a:xfrm>
            <a:off x="6369844" y="4464844"/>
            <a:ext cx="4583906" cy="35719"/>
          </a:xfrm>
          <a:prstGeom prst="rect">
            <a:avLst/>
          </a:prstGeom>
          <a:solidFill>
            <a:srgbClr val="172B4D"/>
          </a:solidFill>
          <a:ln w="0">
            <a:noFill/>
          </a:ln>
        </p:spPr>
      </p:sp>
      <p:sp>
        <p:nvSpPr>
          <p:cNvPr id="13" name="object-13">
            <a:extLst>
              <a:ext uri="{FF2B5EF4-FFF2-40B4-BE49-F238E27FC236}">
                <a16:creationId xmlns:a16="http://schemas.microsoft.com/office/drawing/2014/main" id="{992008B6-6838-4C15-B61E-075A73AA1917}"/>
              </a:ext>
            </a:extLst>
          </p:cNvPr>
          <p:cNvSpPr>
            <a:spLocks noGrp="1"/>
          </p:cNvSpPr>
          <p:nvPr/>
        </p:nvSpPr>
        <p:spPr>
          <a:xfrm>
            <a:off x="1012031" y="6738938"/>
            <a:ext cx="13215938" cy="559594"/>
          </a:xfrm>
          <a:prstGeom prst="rect">
            <a:avLst/>
          </a:prstGeom>
          <a:noFill/>
          <a:ln w="0">
            <a:noFill/>
          </a:ln>
        </p:spPr>
        <p:txBody>
          <a:bodyPr anchor="ctr">
            <a:noAutofit/>
          </a:bodyPr>
          <a:lstStyle/>
          <a:p>
            <a:pPr algn="ctr">
              <a:defRPr sz="2813" b="1">
                <a:solidFill>
                  <a:srgbClr val="172B4D"/>
                </a:solidFill>
                <a:latin typeface="Arial"/>
                <a:ea typeface="Arial"/>
                <a:cs typeface="Arial"/>
              </a:defRPr>
            </a:pPr>
            <a:r>
              <a:rPr sz="2813" b="1">
                <a:solidFill>
                  <a:srgbClr val="172B4D"/>
                </a:solidFill>
                <a:latin typeface="Arial"/>
                <a:ea typeface="Arial"/>
                <a:cs typeface="Arial"/>
              </a:rPr>
              <a:t>7 × 6 = 42</a:t>
            </a:r>
          </a:p>
        </p:txBody>
      </p:sp>
      <p:sp>
        <p:nvSpPr>
          <p:cNvPr id="14" name="object-14">
            <a:extLst>
              <a:ext uri="{FF2B5EF4-FFF2-40B4-BE49-F238E27FC236}">
                <a16:creationId xmlns:a16="http://schemas.microsoft.com/office/drawing/2014/main" id="{F0F4DA3F-DE0E-43F1-A420-D392687542FA}"/>
              </a:ext>
            </a:extLst>
          </p:cNvPr>
          <p:cNvSpPr>
            <a:spLocks noGrp="1"/>
          </p:cNvSpPr>
          <p:nvPr/>
        </p:nvSpPr>
        <p:spPr>
          <a:xfrm>
            <a:off x="9977438" y="4655344"/>
            <a:ext cx="762000" cy="773906"/>
          </a:xfrm>
          <a:prstGeom prst="rect">
            <a:avLst/>
          </a:prstGeom>
          <a:noFill/>
          <a:ln w="0">
            <a:noFill/>
          </a:ln>
        </p:spPr>
        <p:txBody>
          <a:bodyPr anchor="ctr">
            <a:noAutofit/>
          </a:bodyPr>
          <a:lstStyle/>
          <a:p>
            <a:pPr algn="ctr">
              <a:defRPr sz="4031" b="1">
                <a:solidFill>
                  <a:srgbClr val="11745A"/>
                </a:solidFill>
                <a:latin typeface="Arial"/>
                <a:ea typeface="Arial"/>
                <a:cs typeface="Arial"/>
              </a:defRPr>
            </a:pPr>
            <a:r>
              <a:rPr sz="4031" b="1">
                <a:solidFill>
                  <a:srgbClr val="11745A"/>
                </a:solidFill>
                <a:latin typeface="Arial"/>
                <a:ea typeface="Arial"/>
                <a:cs typeface="Arial"/>
              </a:rPr>
              <a:t>2</a:t>
            </a:r>
          </a:p>
        </p:txBody>
      </p:sp>
      <p:sp>
        <p:nvSpPr>
          <p:cNvPr id="15" name="object-15">
            <a:extLst>
              <a:ext uri="{FF2B5EF4-FFF2-40B4-BE49-F238E27FC236}">
                <a16:creationId xmlns:a16="http://schemas.microsoft.com/office/drawing/2014/main" id="{D6FAA0F2-A3DE-4D78-8943-A9EC1B59C085}"/>
              </a:ext>
            </a:extLst>
          </p:cNvPr>
          <p:cNvSpPr>
            <a:spLocks noGrp="1"/>
          </p:cNvSpPr>
          <p:nvPr/>
        </p:nvSpPr>
        <p:spPr>
          <a:xfrm>
            <a:off x="9977438" y="2262188"/>
            <a:ext cx="762000" cy="476250"/>
          </a:xfrm>
          <a:prstGeom prst="rect">
            <a:avLst/>
          </a:prstGeom>
          <a:noFill/>
          <a:ln w="0">
            <a:noFill/>
          </a:ln>
        </p:spPr>
        <p:txBody>
          <a:bodyPr anchor="ctr">
            <a:noAutofit/>
          </a:bodyPr>
          <a:lstStyle/>
          <a:p>
            <a:pPr algn="ctr">
              <a:defRPr sz="2344" b="1">
                <a:solidFill>
                  <a:srgbClr val="9A5800"/>
                </a:solidFill>
                <a:latin typeface="Arial"/>
                <a:ea typeface="Arial"/>
                <a:cs typeface="Arial"/>
              </a:defRPr>
            </a:pPr>
            <a:r>
              <a:rPr sz="2344" b="1">
                <a:solidFill>
                  <a:srgbClr val="9A5800"/>
                </a:solidFill>
                <a:latin typeface="Arial"/>
                <a:ea typeface="Arial"/>
                <a:cs typeface="Arial"/>
              </a:rPr>
              <a:t>4</a:t>
            </a:r>
          </a:p>
        </p:txBody>
      </p:sp>
      <p:sp>
        <p:nvSpPr>
          <p:cNvPr id="16" name="object-16">
            <a:extLst>
              <a:ext uri="{FF2B5EF4-FFF2-40B4-BE49-F238E27FC236}">
                <a16:creationId xmlns:a16="http://schemas.microsoft.com/office/drawing/2014/main" id="{08DDDBA3-965E-45A9-A203-551A65623770}"/>
              </a:ext>
            </a:extLst>
          </p:cNvPr>
          <p:cNvSpPr>
            <a:spLocks noGrp="1"/>
          </p:cNvSpPr>
          <p:nvPr/>
        </p:nvSpPr>
        <p:spPr>
          <a:xfrm>
            <a:off x="1012031" y="6738938"/>
            <a:ext cx="13215938" cy="559594"/>
          </a:xfrm>
          <a:prstGeom prst="rect">
            <a:avLst/>
          </a:prstGeom>
          <a:noFill/>
          <a:ln w="0">
            <a:noFill/>
          </a:ln>
        </p:spPr>
        <p:txBody>
          <a:bodyPr anchor="ctr">
            <a:noAutofit/>
          </a:bodyPr>
          <a:lstStyle/>
          <a:p>
            <a:pPr algn="ctr">
              <a:defRPr sz="2813" b="1">
                <a:solidFill>
                  <a:srgbClr val="172B4D"/>
                </a:solidFill>
                <a:latin typeface="Arial"/>
                <a:ea typeface="Arial"/>
                <a:cs typeface="Arial"/>
              </a:defRPr>
            </a:pPr>
            <a:r>
              <a:rPr sz="2813" b="1">
                <a:solidFill>
                  <a:srgbClr val="172B4D"/>
                </a:solidFill>
                <a:latin typeface="Arial"/>
                <a:ea typeface="Arial"/>
                <a:cs typeface="Arial"/>
              </a:rPr>
              <a:t>7 × 2 + 4 = 18</a:t>
            </a:r>
          </a:p>
        </p:txBody>
      </p:sp>
      <p:sp>
        <p:nvSpPr>
          <p:cNvPr id="17" name="object-17">
            <a:extLst>
              <a:ext uri="{FF2B5EF4-FFF2-40B4-BE49-F238E27FC236}">
                <a16:creationId xmlns:a16="http://schemas.microsoft.com/office/drawing/2014/main" id="{DBAE7E5D-D2B1-497D-944A-E9B614C0296E}"/>
              </a:ext>
            </a:extLst>
          </p:cNvPr>
          <p:cNvSpPr>
            <a:spLocks noGrp="1"/>
          </p:cNvSpPr>
          <p:nvPr/>
        </p:nvSpPr>
        <p:spPr>
          <a:xfrm>
            <a:off x="9120188" y="4655344"/>
            <a:ext cx="762000" cy="773906"/>
          </a:xfrm>
          <a:prstGeom prst="rect">
            <a:avLst/>
          </a:prstGeom>
          <a:noFill/>
          <a:ln w="0">
            <a:noFill/>
          </a:ln>
        </p:spPr>
        <p:txBody>
          <a:bodyPr anchor="ctr">
            <a:noAutofit/>
          </a:bodyPr>
          <a:lstStyle/>
          <a:p>
            <a:pPr algn="ctr">
              <a:defRPr sz="4031" b="1">
                <a:solidFill>
                  <a:srgbClr val="11745A"/>
                </a:solidFill>
                <a:latin typeface="Arial"/>
                <a:ea typeface="Arial"/>
                <a:cs typeface="Arial"/>
              </a:defRPr>
            </a:pPr>
            <a:r>
              <a:rPr sz="4031" b="1">
                <a:solidFill>
                  <a:srgbClr val="11745A"/>
                </a:solidFill>
                <a:latin typeface="Arial"/>
                <a:ea typeface="Arial"/>
                <a:cs typeface="Arial"/>
              </a:rPr>
              <a:t>8</a:t>
            </a:r>
          </a:p>
        </p:txBody>
      </p:sp>
      <p:sp>
        <p:nvSpPr>
          <p:cNvPr id="18" name="object-18">
            <a:extLst>
              <a:ext uri="{FF2B5EF4-FFF2-40B4-BE49-F238E27FC236}">
                <a16:creationId xmlns:a16="http://schemas.microsoft.com/office/drawing/2014/main" id="{A31D47A5-446B-41A9-A1C7-A67CAFE0EE27}"/>
              </a:ext>
            </a:extLst>
          </p:cNvPr>
          <p:cNvSpPr>
            <a:spLocks noGrp="1"/>
          </p:cNvSpPr>
          <p:nvPr/>
        </p:nvSpPr>
        <p:spPr>
          <a:xfrm>
            <a:off x="9120188" y="2262188"/>
            <a:ext cx="762000" cy="476250"/>
          </a:xfrm>
          <a:prstGeom prst="rect">
            <a:avLst/>
          </a:prstGeom>
          <a:noFill/>
          <a:ln w="0">
            <a:noFill/>
          </a:ln>
        </p:spPr>
        <p:txBody>
          <a:bodyPr anchor="ctr">
            <a:noAutofit/>
          </a:bodyPr>
          <a:lstStyle/>
          <a:p>
            <a:pPr algn="ctr">
              <a:defRPr sz="2344" b="1">
                <a:solidFill>
                  <a:srgbClr val="9A5800"/>
                </a:solidFill>
                <a:latin typeface="Arial"/>
                <a:ea typeface="Arial"/>
                <a:cs typeface="Arial"/>
              </a:defRPr>
            </a:pPr>
            <a:r>
              <a:rPr sz="2344" b="1">
                <a:solidFill>
                  <a:srgbClr val="9A5800"/>
                </a:solidFill>
                <a:latin typeface="Arial"/>
                <a:ea typeface="Arial"/>
                <a:cs typeface="Arial"/>
              </a:rPr>
              <a:t>1</a:t>
            </a:r>
          </a:p>
        </p:txBody>
      </p:sp>
      <p:sp>
        <p:nvSpPr>
          <p:cNvPr id="19" name="object-19">
            <a:extLst>
              <a:ext uri="{FF2B5EF4-FFF2-40B4-BE49-F238E27FC236}">
                <a16:creationId xmlns:a16="http://schemas.microsoft.com/office/drawing/2014/main" id="{20E9F06A-15EE-4D0C-A591-27058FB07F5A}"/>
              </a:ext>
            </a:extLst>
          </p:cNvPr>
          <p:cNvSpPr>
            <a:spLocks noGrp="1"/>
          </p:cNvSpPr>
          <p:nvPr/>
        </p:nvSpPr>
        <p:spPr>
          <a:xfrm>
            <a:off x="1012031" y="6738938"/>
            <a:ext cx="13215938" cy="559594"/>
          </a:xfrm>
          <a:prstGeom prst="rect">
            <a:avLst/>
          </a:prstGeom>
          <a:noFill/>
          <a:ln w="0">
            <a:noFill/>
          </a:ln>
        </p:spPr>
        <p:txBody>
          <a:bodyPr anchor="ctr">
            <a:noAutofit/>
          </a:bodyPr>
          <a:lstStyle/>
          <a:p>
            <a:pPr algn="ctr">
              <a:defRPr sz="2813" b="1">
                <a:solidFill>
                  <a:srgbClr val="172B4D"/>
                </a:solidFill>
                <a:latin typeface="Arial"/>
                <a:ea typeface="Arial"/>
                <a:cs typeface="Arial"/>
              </a:defRPr>
            </a:pPr>
            <a:r>
              <a:rPr sz="2813" b="1">
                <a:solidFill>
                  <a:srgbClr val="172B4D"/>
                </a:solidFill>
                <a:latin typeface="Arial"/>
                <a:ea typeface="Arial"/>
                <a:cs typeface="Arial"/>
              </a:rPr>
              <a:t>7 × 3 + 1 = 22</a:t>
            </a:r>
          </a:p>
        </p:txBody>
      </p:sp>
      <p:sp>
        <p:nvSpPr>
          <p:cNvPr id="20" name="object-20">
            <a:extLst>
              <a:ext uri="{FF2B5EF4-FFF2-40B4-BE49-F238E27FC236}">
                <a16:creationId xmlns:a16="http://schemas.microsoft.com/office/drawing/2014/main" id="{7787BC2E-47D0-4C3D-81F3-15B2E12AED00}"/>
              </a:ext>
            </a:extLst>
          </p:cNvPr>
          <p:cNvSpPr>
            <a:spLocks noGrp="1"/>
          </p:cNvSpPr>
          <p:nvPr/>
        </p:nvSpPr>
        <p:spPr>
          <a:xfrm>
            <a:off x="8262938" y="4655344"/>
            <a:ext cx="762000" cy="773906"/>
          </a:xfrm>
          <a:prstGeom prst="rect">
            <a:avLst/>
          </a:prstGeom>
          <a:noFill/>
          <a:ln w="0">
            <a:noFill/>
          </a:ln>
        </p:spPr>
        <p:txBody>
          <a:bodyPr anchor="ctr">
            <a:noAutofit/>
          </a:bodyPr>
          <a:lstStyle/>
          <a:p>
            <a:pPr algn="ctr">
              <a:defRPr sz="4031" b="1">
                <a:solidFill>
                  <a:srgbClr val="11745A"/>
                </a:solidFill>
                <a:latin typeface="Arial"/>
                <a:ea typeface="Arial"/>
                <a:cs typeface="Arial"/>
              </a:defRPr>
            </a:pPr>
            <a:r>
              <a:rPr sz="4031" b="1">
                <a:solidFill>
                  <a:srgbClr val="11745A"/>
                </a:solidFill>
                <a:latin typeface="Arial"/>
                <a:ea typeface="Arial"/>
                <a:cs typeface="Arial"/>
              </a:rPr>
              <a:t>2</a:t>
            </a:r>
          </a:p>
        </p:txBody>
      </p:sp>
      <p:sp>
        <p:nvSpPr>
          <p:cNvPr id="21" name="object-21">
            <a:extLst>
              <a:ext uri="{FF2B5EF4-FFF2-40B4-BE49-F238E27FC236}">
                <a16:creationId xmlns:a16="http://schemas.microsoft.com/office/drawing/2014/main" id="{C2D86A14-488C-4E0B-8873-FF3AA0C4EAA0}"/>
              </a:ext>
            </a:extLst>
          </p:cNvPr>
          <p:cNvSpPr>
            <a:spLocks noGrp="1"/>
          </p:cNvSpPr>
          <p:nvPr/>
        </p:nvSpPr>
        <p:spPr>
          <a:xfrm>
            <a:off x="8262938" y="2262188"/>
            <a:ext cx="762000" cy="476250"/>
          </a:xfrm>
          <a:prstGeom prst="rect">
            <a:avLst/>
          </a:prstGeom>
          <a:noFill/>
          <a:ln w="0">
            <a:noFill/>
          </a:ln>
        </p:spPr>
        <p:txBody>
          <a:bodyPr anchor="ctr">
            <a:noAutofit/>
          </a:bodyPr>
          <a:lstStyle/>
          <a:p>
            <a:pPr algn="ctr">
              <a:defRPr sz="2344" b="1">
                <a:solidFill>
                  <a:srgbClr val="9A5800"/>
                </a:solidFill>
                <a:latin typeface="Arial"/>
                <a:ea typeface="Arial"/>
                <a:cs typeface="Arial"/>
              </a:defRPr>
            </a:pPr>
            <a:r>
              <a:rPr sz="2344" b="1">
                <a:solidFill>
                  <a:srgbClr val="9A5800"/>
                </a:solidFill>
                <a:latin typeface="Arial"/>
                <a:ea typeface="Arial"/>
                <a:cs typeface="Arial"/>
              </a:rPr>
              <a:t>2</a:t>
            </a:r>
          </a:p>
        </p:txBody>
      </p:sp>
      <p:sp>
        <p:nvSpPr>
          <p:cNvPr id="22" name="object-22">
            <a:extLst>
              <a:ext uri="{FF2B5EF4-FFF2-40B4-BE49-F238E27FC236}">
                <a16:creationId xmlns:a16="http://schemas.microsoft.com/office/drawing/2014/main" id="{7C579AAF-1611-4218-89E3-E580014B865A}"/>
              </a:ext>
            </a:extLst>
          </p:cNvPr>
          <p:cNvSpPr>
            <a:spLocks noGrp="1"/>
          </p:cNvSpPr>
          <p:nvPr/>
        </p:nvSpPr>
        <p:spPr>
          <a:xfrm>
            <a:off x="1012031" y="6738938"/>
            <a:ext cx="13215938" cy="559594"/>
          </a:xfrm>
          <a:prstGeom prst="rect">
            <a:avLst/>
          </a:prstGeom>
          <a:noFill/>
          <a:ln w="0">
            <a:noFill/>
          </a:ln>
        </p:spPr>
        <p:txBody>
          <a:bodyPr anchor="ctr">
            <a:noAutofit/>
          </a:bodyPr>
          <a:lstStyle/>
          <a:p>
            <a:pPr algn="ctr">
              <a:defRPr sz="2813" b="1">
                <a:solidFill>
                  <a:srgbClr val="172B4D"/>
                </a:solidFill>
                <a:latin typeface="Arial"/>
                <a:ea typeface="Arial"/>
                <a:cs typeface="Arial"/>
              </a:defRPr>
            </a:pPr>
            <a:r>
              <a:rPr sz="2813" b="1">
                <a:solidFill>
                  <a:srgbClr val="172B4D"/>
                </a:solidFill>
                <a:latin typeface="Arial"/>
                <a:ea typeface="Arial"/>
                <a:cs typeface="Arial"/>
              </a:rPr>
              <a:t>7 × 2 + 2 = 16</a:t>
            </a:r>
          </a:p>
        </p:txBody>
      </p:sp>
      <p:sp>
        <p:nvSpPr>
          <p:cNvPr id="23" name="object-23">
            <a:extLst>
              <a:ext uri="{FF2B5EF4-FFF2-40B4-BE49-F238E27FC236}">
                <a16:creationId xmlns:a16="http://schemas.microsoft.com/office/drawing/2014/main" id="{D95DEB4E-A9CE-4C8E-BEDA-4907CE1BE7EF}"/>
              </a:ext>
            </a:extLst>
          </p:cNvPr>
          <p:cNvSpPr>
            <a:spLocks noGrp="1"/>
          </p:cNvSpPr>
          <p:nvPr/>
        </p:nvSpPr>
        <p:spPr>
          <a:xfrm>
            <a:off x="6548438" y="4655344"/>
            <a:ext cx="762000" cy="773906"/>
          </a:xfrm>
          <a:prstGeom prst="rect">
            <a:avLst/>
          </a:prstGeom>
          <a:noFill/>
          <a:ln w="0">
            <a:noFill/>
          </a:ln>
        </p:spPr>
        <p:txBody>
          <a:bodyPr anchor="ctr">
            <a:noAutofit/>
          </a:bodyPr>
          <a:lstStyle/>
          <a:p>
            <a:pPr algn="ctr">
              <a:defRPr sz="4031" b="1">
                <a:solidFill>
                  <a:srgbClr val="11745A"/>
                </a:solidFill>
                <a:latin typeface="Arial"/>
                <a:ea typeface="Arial"/>
                <a:cs typeface="Arial"/>
              </a:defRPr>
            </a:pPr>
            <a:r>
              <a:rPr sz="4031" b="1">
                <a:solidFill>
                  <a:srgbClr val="11745A"/>
                </a:solidFill>
                <a:latin typeface="Arial"/>
                <a:ea typeface="Arial"/>
                <a:cs typeface="Arial"/>
              </a:rPr>
              <a:t>1</a:t>
            </a:r>
          </a:p>
        </p:txBody>
      </p:sp>
      <p:sp>
        <p:nvSpPr>
          <p:cNvPr id="24" name="object-24">
            <a:extLst>
              <a:ext uri="{FF2B5EF4-FFF2-40B4-BE49-F238E27FC236}">
                <a16:creationId xmlns:a16="http://schemas.microsoft.com/office/drawing/2014/main" id="{E0535F7A-28A8-4654-8BFB-4EFFF8C3A36D}"/>
              </a:ext>
            </a:extLst>
          </p:cNvPr>
          <p:cNvSpPr>
            <a:spLocks noGrp="1"/>
          </p:cNvSpPr>
          <p:nvPr/>
        </p:nvSpPr>
        <p:spPr>
          <a:xfrm>
            <a:off x="7405688" y="4655344"/>
            <a:ext cx="762000" cy="773906"/>
          </a:xfrm>
          <a:prstGeom prst="rect">
            <a:avLst/>
          </a:prstGeom>
          <a:noFill/>
          <a:ln w="0">
            <a:noFill/>
          </a:ln>
        </p:spPr>
        <p:txBody>
          <a:bodyPr anchor="ctr">
            <a:noAutofit/>
          </a:bodyPr>
          <a:lstStyle/>
          <a:p>
            <a:pPr algn="ctr">
              <a:defRPr sz="4031" b="1">
                <a:solidFill>
                  <a:srgbClr val="11745A"/>
                </a:solidFill>
                <a:latin typeface="Arial"/>
                <a:ea typeface="Arial"/>
                <a:cs typeface="Arial"/>
              </a:defRPr>
            </a:pPr>
            <a:r>
              <a:rPr sz="4031" b="1">
                <a:solidFill>
                  <a:srgbClr val="11745A"/>
                </a:solidFill>
                <a:latin typeface="Arial"/>
                <a:ea typeface="Arial"/>
                <a:cs typeface="Arial"/>
              </a:rPr>
              <a:t>6</a:t>
            </a:r>
          </a:p>
        </p:txBody>
      </p:sp>
      <p:sp>
        <p:nvSpPr>
          <p:cNvPr id="25" name="object-25">
            <a:extLst>
              <a:ext uri="{FF2B5EF4-FFF2-40B4-BE49-F238E27FC236}">
                <a16:creationId xmlns:a16="http://schemas.microsoft.com/office/drawing/2014/main" id="{4D0FD255-8EBF-4D12-B233-80443D7C637A}"/>
              </a:ext>
            </a:extLst>
          </p:cNvPr>
          <p:cNvSpPr>
            <a:spLocks noGrp="1"/>
          </p:cNvSpPr>
          <p:nvPr/>
        </p:nvSpPr>
        <p:spPr>
          <a:xfrm>
            <a:off x="9977438" y="5607844"/>
            <a:ext cx="762000" cy="773906"/>
          </a:xfrm>
          <a:prstGeom prst="rect">
            <a:avLst/>
          </a:prstGeom>
          <a:noFill/>
          <a:ln w="0">
            <a:noFill/>
          </a:ln>
        </p:spPr>
        <p:txBody>
          <a:bodyPr anchor="ctr">
            <a:noAutofit/>
          </a:bodyPr>
          <a:lstStyle/>
          <a:p>
            <a:pPr algn="ctr">
              <a:defRPr sz="4219" b="1">
                <a:solidFill>
                  <a:srgbClr val="9A5800"/>
                </a:solidFill>
                <a:latin typeface="Arial"/>
                <a:ea typeface="Arial"/>
                <a:cs typeface="Arial"/>
              </a:defRPr>
            </a:pPr>
            <a:r>
              <a:rPr sz="4219" b="1">
                <a:solidFill>
                  <a:srgbClr val="9A5800"/>
                </a:solidFill>
                <a:latin typeface="Arial"/>
                <a:ea typeface="Arial"/>
                <a:cs typeface="Arial"/>
              </a:rPr>
              <a:t>0</a:t>
            </a:r>
          </a:p>
        </p:txBody>
      </p:sp>
      <p:sp>
        <p:nvSpPr>
          <p:cNvPr id="26" name="object-26">
            <a:extLst>
              <a:ext uri="{FF2B5EF4-FFF2-40B4-BE49-F238E27FC236}">
                <a16:creationId xmlns:a16="http://schemas.microsoft.com/office/drawing/2014/main" id="{17D83211-4D51-47E9-ADD5-261861F76B73}"/>
              </a:ext>
            </a:extLst>
          </p:cNvPr>
          <p:cNvSpPr>
            <a:spLocks noGrp="1"/>
          </p:cNvSpPr>
          <p:nvPr/>
        </p:nvSpPr>
        <p:spPr>
          <a:xfrm>
            <a:off x="1012031" y="6738938"/>
            <a:ext cx="13215938" cy="559594"/>
          </a:xfrm>
          <a:prstGeom prst="rect">
            <a:avLst/>
          </a:prstGeom>
          <a:noFill/>
          <a:ln w="0">
            <a:noFill/>
          </a:ln>
        </p:spPr>
        <p:txBody>
          <a:bodyPr anchor="ctr">
            <a:noAutofit/>
          </a:bodyPr>
          <a:lstStyle/>
          <a:p>
            <a:pPr algn="ctr">
              <a:defRPr sz="2813" b="1">
                <a:solidFill>
                  <a:srgbClr val="172B4D"/>
                </a:solidFill>
                <a:latin typeface="Arial"/>
                <a:ea typeface="Arial"/>
                <a:cs typeface="Arial"/>
              </a:defRPr>
            </a:pPr>
            <a:r>
              <a:rPr sz="2813" b="1">
                <a:solidFill>
                  <a:srgbClr val="172B4D"/>
                </a:solidFill>
                <a:latin typeface="Arial"/>
                <a:ea typeface="Arial"/>
                <a:cs typeface="Arial"/>
              </a:rPr>
              <a:t>2 × 6 = 12</a:t>
            </a:r>
          </a:p>
        </p:txBody>
      </p:sp>
      <p:sp>
        <p:nvSpPr>
          <p:cNvPr id="27" name="object-27">
            <a:extLst>
              <a:ext uri="{FF2B5EF4-FFF2-40B4-BE49-F238E27FC236}">
                <a16:creationId xmlns:a16="http://schemas.microsoft.com/office/drawing/2014/main" id="{C8E01EB6-0D45-42C1-9223-E943ED6BDD84}"/>
              </a:ext>
            </a:extLst>
          </p:cNvPr>
          <p:cNvSpPr>
            <a:spLocks noGrp="1"/>
          </p:cNvSpPr>
          <p:nvPr/>
        </p:nvSpPr>
        <p:spPr>
          <a:xfrm>
            <a:off x="9120188" y="5607844"/>
            <a:ext cx="762000" cy="773906"/>
          </a:xfrm>
          <a:prstGeom prst="rect">
            <a:avLst/>
          </a:prstGeom>
          <a:noFill/>
          <a:ln w="0">
            <a:noFill/>
          </a:ln>
        </p:spPr>
        <p:txBody>
          <a:bodyPr anchor="ctr">
            <a:noAutofit/>
          </a:bodyPr>
          <a:lstStyle/>
          <a:p>
            <a:pPr algn="ctr">
              <a:defRPr sz="4031" b="1">
                <a:solidFill>
                  <a:srgbClr val="11745A"/>
                </a:solidFill>
                <a:latin typeface="Arial"/>
                <a:ea typeface="Arial"/>
                <a:cs typeface="Arial"/>
              </a:defRPr>
            </a:pPr>
            <a:r>
              <a:rPr sz="4031" b="1">
                <a:solidFill>
                  <a:srgbClr val="11745A"/>
                </a:solidFill>
                <a:latin typeface="Arial"/>
                <a:ea typeface="Arial"/>
                <a:cs typeface="Arial"/>
              </a:rPr>
              <a:t>2</a:t>
            </a:r>
          </a:p>
        </p:txBody>
      </p:sp>
      <p:sp>
        <p:nvSpPr>
          <p:cNvPr id="28" name="object-28">
            <a:extLst>
              <a:ext uri="{FF2B5EF4-FFF2-40B4-BE49-F238E27FC236}">
                <a16:creationId xmlns:a16="http://schemas.microsoft.com/office/drawing/2014/main" id="{9FA17E6C-F096-461C-B687-B4E44E11FB47}"/>
              </a:ext>
            </a:extLst>
          </p:cNvPr>
          <p:cNvSpPr>
            <a:spLocks noGrp="1"/>
          </p:cNvSpPr>
          <p:nvPr/>
        </p:nvSpPr>
        <p:spPr>
          <a:xfrm>
            <a:off x="9977438" y="2262188"/>
            <a:ext cx="762000" cy="476250"/>
          </a:xfrm>
          <a:prstGeom prst="rect">
            <a:avLst/>
          </a:prstGeom>
          <a:noFill/>
          <a:ln w="0">
            <a:noFill/>
          </a:ln>
        </p:spPr>
        <p:txBody>
          <a:bodyPr anchor="ctr">
            <a:noAutofit/>
          </a:bodyPr>
          <a:lstStyle/>
          <a:p>
            <a:pPr algn="ctr">
              <a:defRPr sz="2344" b="1">
                <a:solidFill>
                  <a:srgbClr val="9A5800"/>
                </a:solidFill>
                <a:latin typeface="Arial"/>
                <a:ea typeface="Arial"/>
                <a:cs typeface="Arial"/>
              </a:defRPr>
            </a:pPr>
            <a:r>
              <a:rPr sz="2344" b="1">
                <a:solidFill>
                  <a:srgbClr val="9A5800"/>
                </a:solidFill>
                <a:latin typeface="Arial"/>
                <a:ea typeface="Arial"/>
                <a:cs typeface="Arial"/>
              </a:rPr>
              <a:t>1</a:t>
            </a:r>
          </a:p>
        </p:txBody>
      </p:sp>
      <p:sp>
        <p:nvSpPr>
          <p:cNvPr id="29" name="object-29">
            <a:extLst>
              <a:ext uri="{FF2B5EF4-FFF2-40B4-BE49-F238E27FC236}">
                <a16:creationId xmlns:a16="http://schemas.microsoft.com/office/drawing/2014/main" id="{FFA4B2B5-831B-40D1-8ED7-7098DABCBF47}"/>
              </a:ext>
            </a:extLst>
          </p:cNvPr>
          <p:cNvSpPr>
            <a:spLocks noGrp="1"/>
          </p:cNvSpPr>
          <p:nvPr/>
        </p:nvSpPr>
        <p:spPr>
          <a:xfrm>
            <a:off x="1012031" y="6738938"/>
            <a:ext cx="13215938" cy="559594"/>
          </a:xfrm>
          <a:prstGeom prst="rect">
            <a:avLst/>
          </a:prstGeom>
          <a:noFill/>
          <a:ln w="0">
            <a:noFill/>
          </a:ln>
        </p:spPr>
        <p:txBody>
          <a:bodyPr anchor="ctr">
            <a:noAutofit/>
          </a:bodyPr>
          <a:lstStyle/>
          <a:p>
            <a:pPr algn="ctr">
              <a:defRPr sz="2813" b="1">
                <a:solidFill>
                  <a:srgbClr val="172B4D"/>
                </a:solidFill>
                <a:latin typeface="Arial"/>
                <a:ea typeface="Arial"/>
                <a:cs typeface="Arial"/>
              </a:defRPr>
            </a:pPr>
            <a:r>
              <a:rPr sz="2813" b="1">
                <a:solidFill>
                  <a:srgbClr val="172B4D"/>
                </a:solidFill>
                <a:latin typeface="Arial"/>
                <a:ea typeface="Arial"/>
                <a:cs typeface="Arial"/>
              </a:rPr>
              <a:t>2 × 2 + 1 = 5</a:t>
            </a:r>
          </a:p>
        </p:txBody>
      </p:sp>
      <p:sp>
        <p:nvSpPr>
          <p:cNvPr id="30" name="object-30">
            <a:extLst>
              <a:ext uri="{FF2B5EF4-FFF2-40B4-BE49-F238E27FC236}">
                <a16:creationId xmlns:a16="http://schemas.microsoft.com/office/drawing/2014/main" id="{9F4AD770-CF4D-44E4-9557-B9A37EE59B5D}"/>
              </a:ext>
            </a:extLst>
          </p:cNvPr>
          <p:cNvSpPr>
            <a:spLocks noGrp="1"/>
          </p:cNvSpPr>
          <p:nvPr/>
        </p:nvSpPr>
        <p:spPr>
          <a:xfrm>
            <a:off x="8262938" y="5607844"/>
            <a:ext cx="762000" cy="773906"/>
          </a:xfrm>
          <a:prstGeom prst="rect">
            <a:avLst/>
          </a:prstGeom>
          <a:noFill/>
          <a:ln w="0">
            <a:noFill/>
          </a:ln>
        </p:spPr>
        <p:txBody>
          <a:bodyPr anchor="ctr">
            <a:noAutofit/>
          </a:bodyPr>
          <a:lstStyle/>
          <a:p>
            <a:pPr algn="ctr">
              <a:defRPr sz="4031" b="1">
                <a:solidFill>
                  <a:srgbClr val="11745A"/>
                </a:solidFill>
                <a:latin typeface="Arial"/>
                <a:ea typeface="Arial"/>
                <a:cs typeface="Arial"/>
              </a:defRPr>
            </a:pPr>
            <a:r>
              <a:rPr sz="4031" b="1">
                <a:solidFill>
                  <a:srgbClr val="11745A"/>
                </a:solidFill>
                <a:latin typeface="Arial"/>
                <a:ea typeface="Arial"/>
                <a:cs typeface="Arial"/>
              </a:rPr>
              <a:t>5</a:t>
            </a:r>
          </a:p>
        </p:txBody>
      </p:sp>
      <p:sp>
        <p:nvSpPr>
          <p:cNvPr id="31" name="object-31">
            <a:extLst>
              <a:ext uri="{FF2B5EF4-FFF2-40B4-BE49-F238E27FC236}">
                <a16:creationId xmlns:a16="http://schemas.microsoft.com/office/drawing/2014/main" id="{914622FD-B672-4E08-A04A-0C7DA7B08162}"/>
              </a:ext>
            </a:extLst>
          </p:cNvPr>
          <p:cNvSpPr>
            <a:spLocks noGrp="1"/>
          </p:cNvSpPr>
          <p:nvPr/>
        </p:nvSpPr>
        <p:spPr>
          <a:xfrm>
            <a:off x="1012031" y="6738938"/>
            <a:ext cx="13215938" cy="559594"/>
          </a:xfrm>
          <a:prstGeom prst="rect">
            <a:avLst/>
          </a:prstGeom>
          <a:noFill/>
          <a:ln w="0">
            <a:noFill/>
          </a:ln>
        </p:spPr>
        <p:txBody>
          <a:bodyPr anchor="ctr">
            <a:noAutofit/>
          </a:bodyPr>
          <a:lstStyle/>
          <a:p>
            <a:pPr algn="ctr">
              <a:defRPr sz="2813" b="1">
                <a:solidFill>
                  <a:srgbClr val="172B4D"/>
                </a:solidFill>
                <a:latin typeface="Arial"/>
                <a:ea typeface="Arial"/>
                <a:cs typeface="Arial"/>
              </a:defRPr>
            </a:pPr>
            <a:r>
              <a:rPr sz="2813" b="1">
                <a:solidFill>
                  <a:srgbClr val="172B4D"/>
                </a:solidFill>
                <a:latin typeface="Arial"/>
                <a:ea typeface="Arial"/>
                <a:cs typeface="Arial"/>
              </a:rPr>
              <a:t>2 × 3 = 6</a:t>
            </a:r>
          </a:p>
        </p:txBody>
      </p:sp>
      <p:sp>
        <p:nvSpPr>
          <p:cNvPr id="32" name="object-32">
            <a:extLst>
              <a:ext uri="{FF2B5EF4-FFF2-40B4-BE49-F238E27FC236}">
                <a16:creationId xmlns:a16="http://schemas.microsoft.com/office/drawing/2014/main" id="{C6DD6ED7-8E80-4702-BE2C-506E3E5176AC}"/>
              </a:ext>
            </a:extLst>
          </p:cNvPr>
          <p:cNvSpPr>
            <a:spLocks noGrp="1"/>
          </p:cNvSpPr>
          <p:nvPr/>
        </p:nvSpPr>
        <p:spPr>
          <a:xfrm>
            <a:off x="7405688" y="5607844"/>
            <a:ext cx="762000" cy="773906"/>
          </a:xfrm>
          <a:prstGeom prst="rect">
            <a:avLst/>
          </a:prstGeom>
          <a:noFill/>
          <a:ln w="0">
            <a:noFill/>
          </a:ln>
        </p:spPr>
        <p:txBody>
          <a:bodyPr anchor="ctr">
            <a:noAutofit/>
          </a:bodyPr>
          <a:lstStyle/>
          <a:p>
            <a:pPr algn="ctr">
              <a:defRPr sz="4031" b="1">
                <a:solidFill>
                  <a:srgbClr val="11745A"/>
                </a:solidFill>
                <a:latin typeface="Arial"/>
                <a:ea typeface="Arial"/>
                <a:cs typeface="Arial"/>
              </a:defRPr>
            </a:pPr>
            <a:r>
              <a:rPr sz="4031" b="1">
                <a:solidFill>
                  <a:srgbClr val="11745A"/>
                </a:solidFill>
                <a:latin typeface="Arial"/>
                <a:ea typeface="Arial"/>
                <a:cs typeface="Arial"/>
              </a:rPr>
              <a:t>6</a:t>
            </a:r>
          </a:p>
        </p:txBody>
      </p:sp>
      <p:sp>
        <p:nvSpPr>
          <p:cNvPr id="33" name="object-33">
            <a:extLst>
              <a:ext uri="{FF2B5EF4-FFF2-40B4-BE49-F238E27FC236}">
                <a16:creationId xmlns:a16="http://schemas.microsoft.com/office/drawing/2014/main" id="{B9647249-B521-4C9C-9E20-A62AE62980CA}"/>
              </a:ext>
            </a:extLst>
          </p:cNvPr>
          <p:cNvSpPr>
            <a:spLocks noGrp="1"/>
          </p:cNvSpPr>
          <p:nvPr/>
        </p:nvSpPr>
        <p:spPr>
          <a:xfrm>
            <a:off x="1012031" y="6738938"/>
            <a:ext cx="13215938" cy="559594"/>
          </a:xfrm>
          <a:prstGeom prst="rect">
            <a:avLst/>
          </a:prstGeom>
          <a:noFill/>
          <a:ln w="0">
            <a:noFill/>
          </a:ln>
        </p:spPr>
        <p:txBody>
          <a:bodyPr anchor="ctr">
            <a:noAutofit/>
          </a:bodyPr>
          <a:lstStyle/>
          <a:p>
            <a:pPr algn="ctr">
              <a:defRPr sz="2813" b="1">
                <a:solidFill>
                  <a:srgbClr val="172B4D"/>
                </a:solidFill>
                <a:latin typeface="Arial"/>
                <a:ea typeface="Arial"/>
                <a:cs typeface="Arial"/>
              </a:defRPr>
            </a:pPr>
            <a:r>
              <a:rPr sz="2813" b="1">
                <a:solidFill>
                  <a:srgbClr val="172B4D"/>
                </a:solidFill>
                <a:latin typeface="Arial"/>
                <a:ea typeface="Arial"/>
                <a:cs typeface="Arial"/>
              </a:rPr>
              <a:t>2 × 2 = 4</a:t>
            </a:r>
          </a:p>
        </p:txBody>
      </p:sp>
      <p:sp>
        <p:nvSpPr>
          <p:cNvPr id="34" name="object-34">
            <a:extLst>
              <a:ext uri="{FF2B5EF4-FFF2-40B4-BE49-F238E27FC236}">
                <a16:creationId xmlns:a16="http://schemas.microsoft.com/office/drawing/2014/main" id="{9B14EFFF-D9E3-4010-87DE-5BCA8B387BC2}"/>
              </a:ext>
            </a:extLst>
          </p:cNvPr>
          <p:cNvSpPr>
            <a:spLocks noGrp="1"/>
          </p:cNvSpPr>
          <p:nvPr/>
        </p:nvSpPr>
        <p:spPr>
          <a:xfrm>
            <a:off x="6548438" y="5607844"/>
            <a:ext cx="762000" cy="773906"/>
          </a:xfrm>
          <a:prstGeom prst="rect">
            <a:avLst/>
          </a:prstGeom>
          <a:noFill/>
          <a:ln w="0">
            <a:noFill/>
          </a:ln>
        </p:spPr>
        <p:txBody>
          <a:bodyPr anchor="ctr">
            <a:noAutofit/>
          </a:bodyPr>
          <a:lstStyle/>
          <a:p>
            <a:pPr algn="ctr">
              <a:defRPr sz="4031" b="1">
                <a:solidFill>
                  <a:srgbClr val="11745A"/>
                </a:solidFill>
                <a:latin typeface="Arial"/>
                <a:ea typeface="Arial"/>
                <a:cs typeface="Arial"/>
              </a:defRPr>
            </a:pPr>
            <a:r>
              <a:rPr sz="4031" b="1">
                <a:solidFill>
                  <a:srgbClr val="11745A"/>
                </a:solidFill>
                <a:latin typeface="Arial"/>
                <a:ea typeface="Arial"/>
                <a:cs typeface="Arial"/>
              </a:rPr>
              <a:t>4</a:t>
            </a:r>
          </a:p>
        </p:txBody>
      </p:sp>
      <p:sp>
        <p:nvSpPr>
          <p:cNvPr id="35" name="object-35">
            <a:extLst>
              <a:ext uri="{FF2B5EF4-FFF2-40B4-BE49-F238E27FC236}">
                <a16:creationId xmlns:a16="http://schemas.microsoft.com/office/drawing/2014/main" id="{816A06F1-2E33-4EE8-B715-DDDB94CC1C25}"/>
              </a:ext>
            </a:extLst>
          </p:cNvPr>
          <p:cNvSpPr>
            <a:spLocks noGrp="1"/>
          </p:cNvSpPr>
          <p:nvPr/>
        </p:nvSpPr>
        <p:spPr>
          <a:xfrm>
            <a:off x="892969" y="7286625"/>
            <a:ext cx="13454063" cy="738188"/>
          </a:xfrm>
          <a:prstGeom prst="rect">
            <a:avLst/>
          </a:prstGeom>
          <a:noFill/>
          <a:ln w="0">
            <a:noFill/>
          </a:ln>
        </p:spPr>
        <p:txBody>
          <a:bodyPr anchor="ctr">
            <a:noAutofit/>
          </a:bodyPr>
          <a:lstStyle/>
          <a:p>
            <a:pPr algn="ctr">
              <a:defRPr sz="2813" b="1">
                <a:solidFill>
                  <a:srgbClr val="11745A"/>
                </a:solidFill>
                <a:latin typeface="Arial"/>
                <a:ea typeface="Arial"/>
                <a:cs typeface="Arial"/>
              </a:defRPr>
            </a:pPr>
            <a:r>
              <a:rPr sz="2813" b="1">
                <a:solidFill>
                  <a:srgbClr val="11745A"/>
                </a:solidFill>
                <a:latin typeface="Arial"/>
                <a:ea typeface="Arial"/>
                <a:cs typeface="Arial"/>
              </a:rPr>
              <a:t>Now add the partial products: 16,282 + 46,520.</a:t>
            </a:r>
          </a:p>
        </p:txBody>
      </p:sp>
    </p:spTree>
    <p:extLst>
      <p:ext uri="{BB962C8B-B14F-4D97-AF65-F5344CB8AC3E}">
        <p14:creationId xmlns:p14="http://schemas.microsoft.com/office/powerpoint/2010/main" val="13710041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par>
                          <p:cTn id="7" fill="hold">
                            <p:stCondLst>
                              <p:cond delay="0"/>
                            </p:stCondLst>
                            <p:childTnLst>
                              <p:par>
                                <p:cTn id="8" presetID="1" presetClass="entr" presetSubtype="0" fill="hold" grpId="0" nodeType="afterEffect">
                                  <p:stCondLst>
                                    <p:cond delay="0"/>
                                  </p:stCondLst>
                                  <p:childTnLst>
                                    <p:set>
                                      <p:cBhvr>
                                        <p:cTn id="9" dur="1" fill="hold">
                                          <p:stCondLst>
                                            <p:cond delay="0"/>
                                          </p:stCondLst>
                                        </p:cTn>
                                        <p:tgtEl>
                                          <p:spTgt spid="14"/>
                                        </p:tgtEl>
                                        <p:attrNameLst>
                                          <p:attrName>style.visibility</p:attrName>
                                        </p:attrNameLst>
                                      </p:cBhvr>
                                      <p:to>
                                        <p:strVal val="visible"/>
                                      </p:to>
                                    </p:set>
                                  </p:childTnLst>
                                </p:cTn>
                              </p:par>
                              <p:par>
                                <p:cTn id="10" presetID="1" presetClass="entr" presetSubtype="0" fill="hold" grpId="0" nodeType="withEffect">
                                  <p:stCondLst>
                                    <p:cond delay="0"/>
                                  </p:stCondLst>
                                  <p:childTnLst>
                                    <p:set>
                                      <p:cBhvr>
                                        <p:cTn id="11" dur="1" fill="hold">
                                          <p:stCondLst>
                                            <p:cond delay="0"/>
                                          </p:stCondLst>
                                        </p:cTn>
                                        <p:tgtEl>
                                          <p:spTgt spid="15"/>
                                        </p:tgtEl>
                                        <p:attrNameLst>
                                          <p:attrName>style.visibility</p:attrName>
                                        </p:attrNameLst>
                                      </p:cBhvr>
                                      <p:to>
                                        <p:strVal val="visible"/>
                                      </p:to>
                                    </p:set>
                                  </p:childTnLst>
                                </p:cTn>
                              </p:par>
                            </p:childTnLst>
                          </p:cTn>
                        </p:par>
                        <p:par>
                          <p:cTn id="12" fill="hold">
                            <p:stCondLst>
                              <p:cond delay="0"/>
                            </p:stCondLst>
                            <p:childTnLst>
                              <p:par>
                                <p:cTn id="13" presetID="63" presetClass="path" presetSubtype="0" accel="50000" decel="50000" fill="hold" grpId="1" nodeType="afterEffect">
                                  <p:stCondLst>
                                    <p:cond delay="0"/>
                                  </p:stCondLst>
                                  <p:childTnLst>
                                    <p:animMotion origin="layout" path="M 0 0 L -0.05625 0 E" pathEditMode="relative" ptsTypes="">
                                      <p:cBhvr>
                                        <p:cTn id="14" dur="800" fill="hold"/>
                                        <p:tgtEl>
                                          <p:spTgt spid="15"/>
                                        </p:tgtEl>
                                        <p:attrNameLst>
                                          <p:attrName>ppt_x</p:attrName>
                                          <p:attrName>ppt_y</p:attrName>
                                        </p:attrNameLst>
                                      </p:cBhvr>
                                    </p:animMotion>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par>
                                <p:cTn id="19" presetID="1" presetClass="exit" presetSubtype="0" fill="hold" grpId="1" nodeType="withEffect">
                                  <p:stCondLst>
                                    <p:cond delay="0"/>
                                  </p:stCondLst>
                                  <p:childTnLst>
                                    <p:set>
                                      <p:cBhvr>
                                        <p:cTn id="20" dur="1" fill="hold">
                                          <p:stCondLst>
                                            <p:cond delay="0"/>
                                          </p:stCondLst>
                                        </p:cTn>
                                        <p:tgtEl>
                                          <p:spTgt spid="13"/>
                                        </p:tgtEl>
                                        <p:attrNameLst>
                                          <p:attrName>style.visibility</p:attrName>
                                        </p:attrNameLst>
                                      </p:cBhvr>
                                      <p:to>
                                        <p:strVal val="hidden"/>
                                      </p:to>
                                    </p:set>
                                  </p:childTnLst>
                                </p:cTn>
                              </p:par>
                              <p:par>
                                <p:cTn id="21" presetID="1" presetClass="exit" presetSubtype="0" fill="hold" grpId="2" nodeType="withEffect">
                                  <p:stCondLst>
                                    <p:cond delay="0"/>
                                  </p:stCondLst>
                                  <p:childTnLst>
                                    <p:set>
                                      <p:cBhvr>
                                        <p:cTn id="22" dur="1" fill="hold">
                                          <p:stCondLst>
                                            <p:cond delay="0"/>
                                          </p:stCondLst>
                                        </p:cTn>
                                        <p:tgtEl>
                                          <p:spTgt spid="15"/>
                                        </p:tgtEl>
                                        <p:attrNameLst>
                                          <p:attrName>style.visibility</p:attrName>
                                        </p:attrNameLst>
                                      </p:cBhvr>
                                      <p:to>
                                        <p:strVal val="hidden"/>
                                      </p:to>
                                    </p:set>
                                  </p:childTnLst>
                                </p:cTn>
                              </p:par>
                            </p:childTnLst>
                          </p:cTn>
                        </p:par>
                        <p:par>
                          <p:cTn id="23" fill="hold">
                            <p:stCondLst>
                              <p:cond delay="0"/>
                            </p:stCondLst>
                            <p:childTnLst>
                              <p:par>
                                <p:cTn id="24" presetID="1" presetClass="entr" presetSubtype="0" fill="hold" grpId="0" nodeType="afterEffect">
                                  <p:stCondLst>
                                    <p:cond delay="0"/>
                                  </p:stCondLst>
                                  <p:childTnLst>
                                    <p:set>
                                      <p:cBhvr>
                                        <p:cTn id="25" dur="1" fill="hold">
                                          <p:stCondLst>
                                            <p:cond delay="0"/>
                                          </p:stCondLst>
                                        </p:cTn>
                                        <p:tgtEl>
                                          <p:spTgt spid="17"/>
                                        </p:tgtEl>
                                        <p:attrNameLst>
                                          <p:attrName>style.visibility</p:attrName>
                                        </p:attrNameLst>
                                      </p:cBhvr>
                                      <p:to>
                                        <p:strVal val="visible"/>
                                      </p:to>
                                    </p:set>
                                  </p:childTnLst>
                                </p:cTn>
                              </p:par>
                              <p:par>
                                <p:cTn id="26" presetID="1" presetClass="entr" presetSubtype="0" fill="hold" grpId="0" nodeType="withEffect">
                                  <p:stCondLst>
                                    <p:cond delay="0"/>
                                  </p:stCondLst>
                                  <p:childTnLst>
                                    <p:set>
                                      <p:cBhvr>
                                        <p:cTn id="27" dur="1" fill="hold">
                                          <p:stCondLst>
                                            <p:cond delay="0"/>
                                          </p:stCondLst>
                                        </p:cTn>
                                        <p:tgtEl>
                                          <p:spTgt spid="18"/>
                                        </p:tgtEl>
                                        <p:attrNameLst>
                                          <p:attrName>style.visibility</p:attrName>
                                        </p:attrNameLst>
                                      </p:cBhvr>
                                      <p:to>
                                        <p:strVal val="visible"/>
                                      </p:to>
                                    </p:set>
                                  </p:childTnLst>
                                </p:cTn>
                              </p:par>
                            </p:childTnLst>
                          </p:cTn>
                        </p:par>
                        <p:par>
                          <p:cTn id="28" fill="hold">
                            <p:stCondLst>
                              <p:cond delay="0"/>
                            </p:stCondLst>
                            <p:childTnLst>
                              <p:par>
                                <p:cTn id="29" presetID="63" presetClass="path" presetSubtype="0" accel="50000" decel="50000" fill="hold" grpId="1" nodeType="afterEffect">
                                  <p:stCondLst>
                                    <p:cond delay="0"/>
                                  </p:stCondLst>
                                  <p:childTnLst>
                                    <p:animMotion origin="layout" path="M 0 0 L -0.05625 0 E" pathEditMode="relative" ptsTypes="">
                                      <p:cBhvr>
                                        <p:cTn id="30" dur="800" fill="hold"/>
                                        <p:tgtEl>
                                          <p:spTgt spid="18"/>
                                        </p:tgtEl>
                                        <p:attrNameLst>
                                          <p:attrName>ppt_x</p:attrName>
                                          <p:attrName>ppt_y</p:attrName>
                                        </p:attrNameLst>
                                      </p:cBhvr>
                                    </p:animMotion>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9"/>
                                        </p:tgtEl>
                                        <p:attrNameLst>
                                          <p:attrName>style.visibility</p:attrName>
                                        </p:attrNameLst>
                                      </p:cBhvr>
                                      <p:to>
                                        <p:strVal val="visible"/>
                                      </p:to>
                                    </p:set>
                                  </p:childTnLst>
                                </p:cTn>
                              </p:par>
                              <p:par>
                                <p:cTn id="35" presetID="1" presetClass="exit" presetSubtype="0" fill="hold" grpId="1" nodeType="withEffect">
                                  <p:stCondLst>
                                    <p:cond delay="0"/>
                                  </p:stCondLst>
                                  <p:childTnLst>
                                    <p:set>
                                      <p:cBhvr>
                                        <p:cTn id="36" dur="1" fill="hold">
                                          <p:stCondLst>
                                            <p:cond delay="0"/>
                                          </p:stCondLst>
                                        </p:cTn>
                                        <p:tgtEl>
                                          <p:spTgt spid="16"/>
                                        </p:tgtEl>
                                        <p:attrNameLst>
                                          <p:attrName>style.visibility</p:attrName>
                                        </p:attrNameLst>
                                      </p:cBhvr>
                                      <p:to>
                                        <p:strVal val="hidden"/>
                                      </p:to>
                                    </p:set>
                                  </p:childTnLst>
                                </p:cTn>
                              </p:par>
                              <p:par>
                                <p:cTn id="37" presetID="1" presetClass="exit" presetSubtype="0" fill="hold" grpId="2" nodeType="withEffect">
                                  <p:stCondLst>
                                    <p:cond delay="0"/>
                                  </p:stCondLst>
                                  <p:childTnLst>
                                    <p:set>
                                      <p:cBhvr>
                                        <p:cTn id="38" dur="1" fill="hold">
                                          <p:stCondLst>
                                            <p:cond delay="0"/>
                                          </p:stCondLst>
                                        </p:cTn>
                                        <p:tgtEl>
                                          <p:spTgt spid="18"/>
                                        </p:tgtEl>
                                        <p:attrNameLst>
                                          <p:attrName>style.visibility</p:attrName>
                                        </p:attrNameLst>
                                      </p:cBhvr>
                                      <p:to>
                                        <p:strVal val="hidden"/>
                                      </p:to>
                                    </p:set>
                                  </p:childTnLst>
                                </p:cTn>
                              </p:par>
                            </p:childTnLst>
                          </p:cTn>
                        </p:par>
                        <p:par>
                          <p:cTn id="39" fill="hold">
                            <p:stCondLst>
                              <p:cond delay="0"/>
                            </p:stCondLst>
                            <p:childTnLst>
                              <p:par>
                                <p:cTn id="40" presetID="1" presetClass="entr" presetSubtype="0" fill="hold" grpId="0" nodeType="afterEffect">
                                  <p:stCondLst>
                                    <p:cond delay="0"/>
                                  </p:stCondLst>
                                  <p:childTnLst>
                                    <p:set>
                                      <p:cBhvr>
                                        <p:cTn id="41" dur="1" fill="hold">
                                          <p:stCondLst>
                                            <p:cond delay="0"/>
                                          </p:stCondLst>
                                        </p:cTn>
                                        <p:tgtEl>
                                          <p:spTgt spid="20"/>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21"/>
                                        </p:tgtEl>
                                        <p:attrNameLst>
                                          <p:attrName>style.visibility</p:attrName>
                                        </p:attrNameLst>
                                      </p:cBhvr>
                                      <p:to>
                                        <p:strVal val="visible"/>
                                      </p:to>
                                    </p:set>
                                  </p:childTnLst>
                                </p:cTn>
                              </p:par>
                            </p:childTnLst>
                          </p:cTn>
                        </p:par>
                        <p:par>
                          <p:cTn id="44" fill="hold">
                            <p:stCondLst>
                              <p:cond delay="0"/>
                            </p:stCondLst>
                            <p:childTnLst>
                              <p:par>
                                <p:cTn id="45" presetID="63" presetClass="path" presetSubtype="0" accel="50000" decel="50000" fill="hold" grpId="1" nodeType="afterEffect">
                                  <p:stCondLst>
                                    <p:cond delay="0"/>
                                  </p:stCondLst>
                                  <p:childTnLst>
                                    <p:animMotion origin="layout" path="M 0 0 L -0.05625 0 E" pathEditMode="relative" ptsTypes="">
                                      <p:cBhvr>
                                        <p:cTn id="46" dur="800" fill="hold"/>
                                        <p:tgtEl>
                                          <p:spTgt spid="21"/>
                                        </p:tgtEl>
                                        <p:attrNameLst>
                                          <p:attrName>ppt_x</p:attrName>
                                          <p:attrName>ppt_y</p:attrName>
                                        </p:attrNameLst>
                                      </p:cBhvr>
                                    </p:animMotion>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22"/>
                                        </p:tgtEl>
                                        <p:attrNameLst>
                                          <p:attrName>style.visibility</p:attrName>
                                        </p:attrNameLst>
                                      </p:cBhvr>
                                      <p:to>
                                        <p:strVal val="visible"/>
                                      </p:to>
                                    </p:set>
                                  </p:childTnLst>
                                </p:cTn>
                              </p:par>
                              <p:par>
                                <p:cTn id="51" presetID="1" presetClass="exit" presetSubtype="0" fill="hold" grpId="1" nodeType="withEffect">
                                  <p:stCondLst>
                                    <p:cond delay="0"/>
                                  </p:stCondLst>
                                  <p:childTnLst>
                                    <p:set>
                                      <p:cBhvr>
                                        <p:cTn id="52" dur="1" fill="hold">
                                          <p:stCondLst>
                                            <p:cond delay="0"/>
                                          </p:stCondLst>
                                        </p:cTn>
                                        <p:tgtEl>
                                          <p:spTgt spid="19"/>
                                        </p:tgtEl>
                                        <p:attrNameLst>
                                          <p:attrName>style.visibility</p:attrName>
                                        </p:attrNameLst>
                                      </p:cBhvr>
                                      <p:to>
                                        <p:strVal val="hidden"/>
                                      </p:to>
                                    </p:set>
                                  </p:childTnLst>
                                </p:cTn>
                              </p:par>
                              <p:par>
                                <p:cTn id="53" presetID="1" presetClass="exit" presetSubtype="0" fill="hold" grpId="2" nodeType="withEffect">
                                  <p:stCondLst>
                                    <p:cond delay="0"/>
                                  </p:stCondLst>
                                  <p:childTnLst>
                                    <p:set>
                                      <p:cBhvr>
                                        <p:cTn id="54" dur="1" fill="hold">
                                          <p:stCondLst>
                                            <p:cond delay="0"/>
                                          </p:stCondLst>
                                        </p:cTn>
                                        <p:tgtEl>
                                          <p:spTgt spid="21"/>
                                        </p:tgtEl>
                                        <p:attrNameLst>
                                          <p:attrName>style.visibility</p:attrName>
                                        </p:attrNameLst>
                                      </p:cBhvr>
                                      <p:to>
                                        <p:strVal val="hidden"/>
                                      </p:to>
                                    </p:set>
                                  </p:childTnLst>
                                </p:cTn>
                              </p:par>
                            </p:childTnLst>
                          </p:cTn>
                        </p:par>
                        <p:par>
                          <p:cTn id="55" fill="hold">
                            <p:stCondLst>
                              <p:cond delay="0"/>
                            </p:stCondLst>
                            <p:childTnLst>
                              <p:par>
                                <p:cTn id="56" presetID="1" presetClass="entr" presetSubtype="0" fill="hold" grpId="0" nodeType="afterEffect">
                                  <p:stCondLst>
                                    <p:cond delay="0"/>
                                  </p:stCondLst>
                                  <p:childTnLst>
                                    <p:set>
                                      <p:cBhvr>
                                        <p:cTn id="57" dur="1" fill="hold">
                                          <p:stCondLst>
                                            <p:cond delay="0"/>
                                          </p:stCondLst>
                                        </p:cTn>
                                        <p:tgtEl>
                                          <p:spTgt spid="23"/>
                                        </p:tgtEl>
                                        <p:attrNameLst>
                                          <p:attrName>style.visibility</p:attrName>
                                        </p:attrNameLst>
                                      </p:cBhvr>
                                      <p:to>
                                        <p:strVal val="visible"/>
                                      </p:to>
                                    </p:set>
                                  </p:childTnLst>
                                </p:cTn>
                              </p:par>
                              <p:par>
                                <p:cTn id="58" presetID="1" presetClass="entr" presetSubtype="0" fill="hold" grpId="0" nodeType="withEffect">
                                  <p:stCondLst>
                                    <p:cond delay="0"/>
                                  </p:stCondLst>
                                  <p:childTnLst>
                                    <p:set>
                                      <p:cBhvr>
                                        <p:cTn id="59" dur="1" fill="hold">
                                          <p:stCondLst>
                                            <p:cond delay="0"/>
                                          </p:stCondLst>
                                        </p:cTn>
                                        <p:tgtEl>
                                          <p:spTgt spid="24"/>
                                        </p:tgtEl>
                                        <p:attrNameLst>
                                          <p:attrName>style.visibility</p:attrName>
                                        </p:attrNameLst>
                                      </p:cBhvr>
                                      <p:to>
                                        <p:strVal val="visible"/>
                                      </p:to>
                                    </p:se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grpId="0" nodeType="clickEffect">
                                  <p:stCondLst>
                                    <p:cond delay="0"/>
                                  </p:stCondLst>
                                  <p:childTnLst>
                                    <p:set>
                                      <p:cBhvr>
                                        <p:cTn id="63" dur="1" fill="hold">
                                          <p:stCondLst>
                                            <p:cond delay="0"/>
                                          </p:stCondLst>
                                        </p:cTn>
                                        <p:tgtEl>
                                          <p:spTgt spid="25"/>
                                        </p:tgtEl>
                                        <p:attrNameLst>
                                          <p:attrName>style.visibility</p:attrName>
                                        </p:attrNameLst>
                                      </p:cBhvr>
                                      <p:to>
                                        <p:strVal val="visible"/>
                                      </p:to>
                                    </p:set>
                                  </p:childTnLst>
                                </p:cTn>
                              </p:par>
                            </p:childTnLst>
                          </p:cTn>
                        </p:par>
                      </p:childTnLst>
                    </p:cTn>
                  </p:par>
                  <p:par>
                    <p:cTn id="64" fill="hold">
                      <p:stCondLst>
                        <p:cond delay="indefinite"/>
                      </p:stCondLst>
                      <p:childTnLst>
                        <p:par>
                          <p:cTn id="65" fill="hold">
                            <p:stCondLst>
                              <p:cond delay="0"/>
                            </p:stCondLst>
                            <p:childTnLst>
                              <p:par>
                                <p:cTn id="66" presetID="1" presetClass="entr" presetSubtype="0" fill="hold" grpId="0" nodeType="clickEffect">
                                  <p:stCondLst>
                                    <p:cond delay="0"/>
                                  </p:stCondLst>
                                  <p:childTnLst>
                                    <p:set>
                                      <p:cBhvr>
                                        <p:cTn id="67" dur="1" fill="hold">
                                          <p:stCondLst>
                                            <p:cond delay="0"/>
                                          </p:stCondLst>
                                        </p:cTn>
                                        <p:tgtEl>
                                          <p:spTgt spid="26"/>
                                        </p:tgtEl>
                                        <p:attrNameLst>
                                          <p:attrName>style.visibility</p:attrName>
                                        </p:attrNameLst>
                                      </p:cBhvr>
                                      <p:to>
                                        <p:strVal val="visible"/>
                                      </p:to>
                                    </p:set>
                                  </p:childTnLst>
                                </p:cTn>
                              </p:par>
                              <p:par>
                                <p:cTn id="68" presetID="1" presetClass="exit" presetSubtype="0" fill="hold" grpId="1" nodeType="withEffect">
                                  <p:stCondLst>
                                    <p:cond delay="0"/>
                                  </p:stCondLst>
                                  <p:childTnLst>
                                    <p:set>
                                      <p:cBhvr>
                                        <p:cTn id="69" dur="1" fill="hold">
                                          <p:stCondLst>
                                            <p:cond delay="0"/>
                                          </p:stCondLst>
                                        </p:cTn>
                                        <p:tgtEl>
                                          <p:spTgt spid="22"/>
                                        </p:tgtEl>
                                        <p:attrNameLst>
                                          <p:attrName>style.visibility</p:attrName>
                                        </p:attrNameLst>
                                      </p:cBhvr>
                                      <p:to>
                                        <p:strVal val="hidden"/>
                                      </p:to>
                                    </p:set>
                                  </p:childTnLst>
                                </p:cTn>
                              </p:par>
                            </p:childTnLst>
                          </p:cTn>
                        </p:par>
                        <p:par>
                          <p:cTn id="70" fill="hold">
                            <p:stCondLst>
                              <p:cond delay="0"/>
                            </p:stCondLst>
                            <p:childTnLst>
                              <p:par>
                                <p:cTn id="71" presetID="1" presetClass="entr" presetSubtype="0" fill="hold" grpId="0" nodeType="afterEffect">
                                  <p:stCondLst>
                                    <p:cond delay="0"/>
                                  </p:stCondLst>
                                  <p:childTnLst>
                                    <p:set>
                                      <p:cBhvr>
                                        <p:cTn id="72" dur="1" fill="hold">
                                          <p:stCondLst>
                                            <p:cond delay="0"/>
                                          </p:stCondLst>
                                        </p:cTn>
                                        <p:tgtEl>
                                          <p:spTgt spid="27"/>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28"/>
                                        </p:tgtEl>
                                        <p:attrNameLst>
                                          <p:attrName>style.visibility</p:attrName>
                                        </p:attrNameLst>
                                      </p:cBhvr>
                                      <p:to>
                                        <p:strVal val="visible"/>
                                      </p:to>
                                    </p:set>
                                  </p:childTnLst>
                                </p:cTn>
                              </p:par>
                            </p:childTnLst>
                          </p:cTn>
                        </p:par>
                        <p:par>
                          <p:cTn id="75" fill="hold">
                            <p:stCondLst>
                              <p:cond delay="0"/>
                            </p:stCondLst>
                            <p:childTnLst>
                              <p:par>
                                <p:cTn id="76" presetID="63" presetClass="path" presetSubtype="0" accel="50000" decel="50000" fill="hold" grpId="1" nodeType="afterEffect">
                                  <p:stCondLst>
                                    <p:cond delay="0"/>
                                  </p:stCondLst>
                                  <p:childTnLst>
                                    <p:animMotion origin="layout" path="M 0 0 L -0.05625 0 E" pathEditMode="relative" ptsTypes="">
                                      <p:cBhvr>
                                        <p:cTn id="77" dur="800" fill="hold"/>
                                        <p:tgtEl>
                                          <p:spTgt spid="28"/>
                                        </p:tgtEl>
                                        <p:attrNameLst>
                                          <p:attrName>ppt_x</p:attrName>
                                          <p:attrName>ppt_y</p:attrName>
                                        </p:attrNameLst>
                                      </p:cBhvr>
                                    </p:animMotion>
                                  </p:childTnLst>
                                </p:cTn>
                              </p:par>
                            </p:childTnLst>
                          </p:cTn>
                        </p:par>
                      </p:childTnLst>
                    </p:cTn>
                  </p:par>
                  <p:par>
                    <p:cTn id="78" fill="hold">
                      <p:stCondLst>
                        <p:cond delay="indefinite"/>
                      </p:stCondLst>
                      <p:childTnLst>
                        <p:par>
                          <p:cTn id="79" fill="hold">
                            <p:stCondLst>
                              <p:cond delay="0"/>
                            </p:stCondLst>
                            <p:childTnLst>
                              <p:par>
                                <p:cTn id="80" presetID="1" presetClass="entr" presetSubtype="0" fill="hold" grpId="0" nodeType="clickEffect">
                                  <p:stCondLst>
                                    <p:cond delay="0"/>
                                  </p:stCondLst>
                                  <p:childTnLst>
                                    <p:set>
                                      <p:cBhvr>
                                        <p:cTn id="81" dur="1" fill="hold">
                                          <p:stCondLst>
                                            <p:cond delay="0"/>
                                          </p:stCondLst>
                                        </p:cTn>
                                        <p:tgtEl>
                                          <p:spTgt spid="29"/>
                                        </p:tgtEl>
                                        <p:attrNameLst>
                                          <p:attrName>style.visibility</p:attrName>
                                        </p:attrNameLst>
                                      </p:cBhvr>
                                      <p:to>
                                        <p:strVal val="visible"/>
                                      </p:to>
                                    </p:set>
                                  </p:childTnLst>
                                </p:cTn>
                              </p:par>
                              <p:par>
                                <p:cTn id="82" presetID="1" presetClass="exit" presetSubtype="0" fill="hold" grpId="1" nodeType="withEffect">
                                  <p:stCondLst>
                                    <p:cond delay="0"/>
                                  </p:stCondLst>
                                  <p:childTnLst>
                                    <p:set>
                                      <p:cBhvr>
                                        <p:cTn id="83" dur="1" fill="hold">
                                          <p:stCondLst>
                                            <p:cond delay="0"/>
                                          </p:stCondLst>
                                        </p:cTn>
                                        <p:tgtEl>
                                          <p:spTgt spid="26"/>
                                        </p:tgtEl>
                                        <p:attrNameLst>
                                          <p:attrName>style.visibility</p:attrName>
                                        </p:attrNameLst>
                                      </p:cBhvr>
                                      <p:to>
                                        <p:strVal val="hidden"/>
                                      </p:to>
                                    </p:set>
                                  </p:childTnLst>
                                </p:cTn>
                              </p:par>
                              <p:par>
                                <p:cTn id="84" presetID="1" presetClass="exit" presetSubtype="0" fill="hold" grpId="2" nodeType="withEffect">
                                  <p:stCondLst>
                                    <p:cond delay="0"/>
                                  </p:stCondLst>
                                  <p:childTnLst>
                                    <p:set>
                                      <p:cBhvr>
                                        <p:cTn id="85" dur="1" fill="hold">
                                          <p:stCondLst>
                                            <p:cond delay="0"/>
                                          </p:stCondLst>
                                        </p:cTn>
                                        <p:tgtEl>
                                          <p:spTgt spid="28"/>
                                        </p:tgtEl>
                                        <p:attrNameLst>
                                          <p:attrName>style.visibility</p:attrName>
                                        </p:attrNameLst>
                                      </p:cBhvr>
                                      <p:to>
                                        <p:strVal val="hidden"/>
                                      </p:to>
                                    </p:set>
                                  </p:childTnLst>
                                </p:cTn>
                              </p:par>
                            </p:childTnLst>
                          </p:cTn>
                        </p:par>
                        <p:par>
                          <p:cTn id="86" fill="hold">
                            <p:stCondLst>
                              <p:cond delay="0"/>
                            </p:stCondLst>
                            <p:childTnLst>
                              <p:par>
                                <p:cTn id="87" presetID="1" presetClass="entr" presetSubtype="0" fill="hold" grpId="0" nodeType="afterEffect">
                                  <p:stCondLst>
                                    <p:cond delay="0"/>
                                  </p:stCondLst>
                                  <p:childTnLst>
                                    <p:set>
                                      <p:cBhvr>
                                        <p:cTn id="88" dur="1" fill="hold">
                                          <p:stCondLst>
                                            <p:cond delay="0"/>
                                          </p:stCondLst>
                                        </p:cTn>
                                        <p:tgtEl>
                                          <p:spTgt spid="30"/>
                                        </p:tgtEl>
                                        <p:attrNameLst>
                                          <p:attrName>style.visibility</p:attrName>
                                        </p:attrNameLst>
                                      </p:cBhvr>
                                      <p:to>
                                        <p:strVal val="visible"/>
                                      </p:to>
                                    </p:set>
                                  </p:childTnLst>
                                </p:cTn>
                              </p:par>
                            </p:childTnLst>
                          </p:cTn>
                        </p:par>
                      </p:childTnLst>
                    </p:cTn>
                  </p:par>
                  <p:par>
                    <p:cTn id="89" fill="hold">
                      <p:stCondLst>
                        <p:cond delay="indefinite"/>
                      </p:stCondLst>
                      <p:childTnLst>
                        <p:par>
                          <p:cTn id="90" fill="hold">
                            <p:stCondLst>
                              <p:cond delay="0"/>
                            </p:stCondLst>
                            <p:childTnLst>
                              <p:par>
                                <p:cTn id="91" presetID="1" presetClass="entr" presetSubtype="0" fill="hold" grpId="0" nodeType="clickEffect">
                                  <p:stCondLst>
                                    <p:cond delay="0"/>
                                  </p:stCondLst>
                                  <p:childTnLst>
                                    <p:set>
                                      <p:cBhvr>
                                        <p:cTn id="92" dur="1" fill="hold">
                                          <p:stCondLst>
                                            <p:cond delay="0"/>
                                          </p:stCondLst>
                                        </p:cTn>
                                        <p:tgtEl>
                                          <p:spTgt spid="31"/>
                                        </p:tgtEl>
                                        <p:attrNameLst>
                                          <p:attrName>style.visibility</p:attrName>
                                        </p:attrNameLst>
                                      </p:cBhvr>
                                      <p:to>
                                        <p:strVal val="visible"/>
                                      </p:to>
                                    </p:set>
                                  </p:childTnLst>
                                </p:cTn>
                              </p:par>
                              <p:par>
                                <p:cTn id="93" presetID="1" presetClass="exit" presetSubtype="0" fill="hold" grpId="1" nodeType="withEffect">
                                  <p:stCondLst>
                                    <p:cond delay="0"/>
                                  </p:stCondLst>
                                  <p:childTnLst>
                                    <p:set>
                                      <p:cBhvr>
                                        <p:cTn id="94" dur="1" fill="hold">
                                          <p:stCondLst>
                                            <p:cond delay="0"/>
                                          </p:stCondLst>
                                        </p:cTn>
                                        <p:tgtEl>
                                          <p:spTgt spid="29"/>
                                        </p:tgtEl>
                                        <p:attrNameLst>
                                          <p:attrName>style.visibility</p:attrName>
                                        </p:attrNameLst>
                                      </p:cBhvr>
                                      <p:to>
                                        <p:strVal val="hidden"/>
                                      </p:to>
                                    </p:set>
                                  </p:childTnLst>
                                </p:cTn>
                              </p:par>
                            </p:childTnLst>
                          </p:cTn>
                        </p:par>
                        <p:par>
                          <p:cTn id="95" fill="hold">
                            <p:stCondLst>
                              <p:cond delay="0"/>
                            </p:stCondLst>
                            <p:childTnLst>
                              <p:par>
                                <p:cTn id="96" presetID="1" presetClass="entr" presetSubtype="0" fill="hold" grpId="0" nodeType="afterEffect">
                                  <p:stCondLst>
                                    <p:cond delay="0"/>
                                  </p:stCondLst>
                                  <p:childTnLst>
                                    <p:set>
                                      <p:cBhvr>
                                        <p:cTn id="97" dur="1" fill="hold">
                                          <p:stCondLst>
                                            <p:cond delay="0"/>
                                          </p:stCondLst>
                                        </p:cTn>
                                        <p:tgtEl>
                                          <p:spTgt spid="32"/>
                                        </p:tgtEl>
                                        <p:attrNameLst>
                                          <p:attrName>style.visibility</p:attrName>
                                        </p:attrNameLst>
                                      </p:cBhvr>
                                      <p:to>
                                        <p:strVal val="visible"/>
                                      </p:to>
                                    </p:set>
                                  </p:childTnLst>
                                </p:cTn>
                              </p:par>
                            </p:childTnLst>
                          </p:cTn>
                        </p:par>
                      </p:childTnLst>
                    </p:cTn>
                  </p:par>
                  <p:par>
                    <p:cTn id="98" fill="hold">
                      <p:stCondLst>
                        <p:cond delay="indefinite"/>
                      </p:stCondLst>
                      <p:childTnLst>
                        <p:par>
                          <p:cTn id="99" fill="hold">
                            <p:stCondLst>
                              <p:cond delay="0"/>
                            </p:stCondLst>
                            <p:childTnLst>
                              <p:par>
                                <p:cTn id="100" presetID="1" presetClass="entr" presetSubtype="0" fill="hold" grpId="0" nodeType="clickEffect">
                                  <p:stCondLst>
                                    <p:cond delay="0"/>
                                  </p:stCondLst>
                                  <p:childTnLst>
                                    <p:set>
                                      <p:cBhvr>
                                        <p:cTn id="101" dur="1" fill="hold">
                                          <p:stCondLst>
                                            <p:cond delay="0"/>
                                          </p:stCondLst>
                                        </p:cTn>
                                        <p:tgtEl>
                                          <p:spTgt spid="33"/>
                                        </p:tgtEl>
                                        <p:attrNameLst>
                                          <p:attrName>style.visibility</p:attrName>
                                        </p:attrNameLst>
                                      </p:cBhvr>
                                      <p:to>
                                        <p:strVal val="visible"/>
                                      </p:to>
                                    </p:set>
                                  </p:childTnLst>
                                </p:cTn>
                              </p:par>
                              <p:par>
                                <p:cTn id="102" presetID="1" presetClass="exit" presetSubtype="0" fill="hold" grpId="1" nodeType="withEffect">
                                  <p:stCondLst>
                                    <p:cond delay="0"/>
                                  </p:stCondLst>
                                  <p:childTnLst>
                                    <p:set>
                                      <p:cBhvr>
                                        <p:cTn id="103" dur="1" fill="hold">
                                          <p:stCondLst>
                                            <p:cond delay="0"/>
                                          </p:stCondLst>
                                        </p:cTn>
                                        <p:tgtEl>
                                          <p:spTgt spid="31"/>
                                        </p:tgtEl>
                                        <p:attrNameLst>
                                          <p:attrName>style.visibility</p:attrName>
                                        </p:attrNameLst>
                                      </p:cBhvr>
                                      <p:to>
                                        <p:strVal val="hidden"/>
                                      </p:to>
                                    </p:set>
                                  </p:childTnLst>
                                </p:cTn>
                              </p:par>
                            </p:childTnLst>
                          </p:cTn>
                        </p:par>
                        <p:par>
                          <p:cTn id="104" fill="hold">
                            <p:stCondLst>
                              <p:cond delay="0"/>
                            </p:stCondLst>
                            <p:childTnLst>
                              <p:par>
                                <p:cTn id="105" presetID="1" presetClass="entr" presetSubtype="0" fill="hold" grpId="0" nodeType="afterEffect">
                                  <p:stCondLst>
                                    <p:cond delay="0"/>
                                  </p:stCondLst>
                                  <p:childTnLst>
                                    <p:set>
                                      <p:cBhvr>
                                        <p:cTn id="106" dur="1" fill="hold">
                                          <p:stCondLst>
                                            <p:cond delay="0"/>
                                          </p:stCondLst>
                                        </p:cTn>
                                        <p:tgtEl>
                                          <p:spTgt spid="34"/>
                                        </p:tgtEl>
                                        <p:attrNameLst>
                                          <p:attrName>style.visibility</p:attrName>
                                        </p:attrNameLst>
                                      </p:cBhvr>
                                      <p:to>
                                        <p:strVal val="visible"/>
                                      </p:to>
                                    </p:set>
                                  </p:childTnLst>
                                </p:cTn>
                              </p:par>
                            </p:childTnLst>
                          </p:cTn>
                        </p:par>
                      </p:childTnLst>
                    </p:cTn>
                  </p:par>
                  <p:par>
                    <p:cTn id="107" fill="hold">
                      <p:stCondLst>
                        <p:cond delay="indefinite"/>
                      </p:stCondLst>
                      <p:childTnLst>
                        <p:par>
                          <p:cTn id="108" fill="hold">
                            <p:stCondLst>
                              <p:cond delay="0"/>
                            </p:stCondLst>
                            <p:childTnLst>
                              <p:par>
                                <p:cTn id="109" presetID="1" presetClass="entr" presetSubtype="0" fill="hold" grpId="0" nodeType="clickEffect">
                                  <p:stCondLst>
                                    <p:cond delay="0"/>
                                  </p:stCondLst>
                                  <p:childTnLst>
                                    <p:set>
                                      <p:cBhvr>
                                        <p:cTn id="110" dur="1" fill="hold">
                                          <p:stCondLst>
                                            <p:cond delay="0"/>
                                          </p:stCondLst>
                                        </p:cTn>
                                        <p:tgtEl>
                                          <p:spTgt spid="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3" grpId="1"/>
      <p:bldP spid="14" grpId="0"/>
      <p:bldP spid="15" grpId="0"/>
      <p:bldP spid="15" grpId="1"/>
      <p:bldP spid="15" grpId="2"/>
      <p:bldP spid="16" grpId="0"/>
      <p:bldP spid="16" grpId="1"/>
      <p:bldP spid="17" grpId="0"/>
      <p:bldP spid="18" grpId="0"/>
      <p:bldP spid="18" grpId="1"/>
      <p:bldP spid="18" grpId="2"/>
      <p:bldP spid="19" grpId="0"/>
      <p:bldP spid="19" grpId="1"/>
      <p:bldP spid="20" grpId="0"/>
      <p:bldP spid="21" grpId="0"/>
      <p:bldP spid="21" grpId="1"/>
      <p:bldP spid="21" grpId="2"/>
      <p:bldP spid="22" grpId="0"/>
      <p:bldP spid="22" grpId="1"/>
      <p:bldP spid="23" grpId="0"/>
      <p:bldP spid="24" grpId="0"/>
      <p:bldP spid="25" grpId="0"/>
      <p:bldP spid="26" grpId="0"/>
      <p:bldP spid="26" grpId="1"/>
      <p:bldP spid="27" grpId="0"/>
      <p:bldP spid="28" grpId="0"/>
      <p:bldP spid="28" grpId="1"/>
      <p:bldP spid="28" grpId="2"/>
      <p:bldP spid="29" grpId="0"/>
      <p:bldP spid="29" grpId="1"/>
      <p:bldP spid="30" grpId="0"/>
      <p:bldP spid="31" grpId="0"/>
      <p:bldP spid="31" grpId="1"/>
      <p:bldP spid="32" grpId="0"/>
      <p:bldP spid="33" grpId="0"/>
      <p:bldP spid="34" grpId="0"/>
      <p:bldP spid="35" grpId="0"/>
    </p:bld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6" name="object-1">
            <a:extLst>
              <a:ext uri="{FF2B5EF4-FFF2-40B4-BE49-F238E27FC236}">
                <a16:creationId xmlns:a16="http://schemas.microsoft.com/office/drawing/2014/main" id="{10141EEB-C396-45F6-9563-B9FBC300779D}"/>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I do</a:t>
            </a:r>
          </a:p>
        </p:txBody>
      </p:sp>
      <p:sp>
        <p:nvSpPr>
          <p:cNvPr id="2" name="object-2">
            <a:extLst>
              <a:ext uri="{FF2B5EF4-FFF2-40B4-BE49-F238E27FC236}">
                <a16:creationId xmlns:a16="http://schemas.microsoft.com/office/drawing/2014/main" id="{380998E8-5CB5-4CA7-860F-84670F833022}"/>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Calculate 16,282 + 46,520.</a:t>
            </a:r>
          </a:p>
        </p:txBody>
      </p:sp>
      <p:sp>
        <p:nvSpPr>
          <p:cNvPr id="3" name="object-3">
            <a:extLst>
              <a:ext uri="{FF2B5EF4-FFF2-40B4-BE49-F238E27FC236}">
                <a16:creationId xmlns:a16="http://schemas.microsoft.com/office/drawing/2014/main" id="{ECFC1A38-2146-4D97-8908-9546588E57FF}"/>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17F3B14C-4516-4F22-8BF3-D0CFEE099F9F}"/>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Multiply up to four digits by two digits</a:t>
            </a:r>
          </a:p>
        </p:txBody>
      </p:sp>
      <p:sp>
        <p:nvSpPr>
          <p:cNvPr id="5" name="object-5">
            <a:extLst>
              <a:ext uri="{FF2B5EF4-FFF2-40B4-BE49-F238E27FC236}">
                <a16:creationId xmlns:a16="http://schemas.microsoft.com/office/drawing/2014/main" id="{DE49FEC7-AA06-402D-AD53-635BCBE4F0F8}"/>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7</a:t>
            </a:r>
          </a:p>
        </p:txBody>
      </p:sp>
      <p:sp>
        <p:nvSpPr>
          <p:cNvPr id="6" name="object-6">
            <a:extLst>
              <a:ext uri="{FF2B5EF4-FFF2-40B4-BE49-F238E27FC236}">
                <a16:creationId xmlns:a16="http://schemas.microsoft.com/office/drawing/2014/main" id="{60E7DF3D-7EDE-4D88-938A-F6DCC0676761}"/>
              </a:ext>
            </a:extLst>
          </p:cNvPr>
          <p:cNvSpPr>
            <a:spLocks noGrp="1"/>
          </p:cNvSpPr>
          <p:nvPr/>
        </p:nvSpPr>
        <p:spPr>
          <a:xfrm>
            <a:off x="5476875" y="3095625"/>
            <a:ext cx="833438" cy="773906"/>
          </a:xfrm>
          <a:prstGeom prst="rect">
            <a:avLst/>
          </a:prstGeom>
          <a:noFill/>
          <a:ln w="0">
            <a:noFill/>
          </a:ln>
        </p:spPr>
        <p:txBody>
          <a:bodyPr anchor="ctr">
            <a:noAutofit/>
          </a:bodyPr>
          <a:lstStyle/>
          <a:p>
            <a:pPr algn="ctr">
              <a:defRPr sz="4219" b="1">
                <a:solidFill>
                  <a:srgbClr val="1D4ED8"/>
                </a:solidFill>
                <a:latin typeface="Arial"/>
                <a:ea typeface="Arial"/>
                <a:cs typeface="Arial"/>
              </a:defRPr>
            </a:pPr>
            <a:r>
              <a:rPr sz="4219" b="1">
                <a:solidFill>
                  <a:srgbClr val="1D4ED8"/>
                </a:solidFill>
                <a:latin typeface="Arial"/>
                <a:ea typeface="Arial"/>
                <a:cs typeface="Arial"/>
              </a:rPr>
              <a:t>1</a:t>
            </a:r>
          </a:p>
        </p:txBody>
      </p:sp>
      <p:sp>
        <p:nvSpPr>
          <p:cNvPr id="7" name="object-7">
            <a:extLst>
              <a:ext uri="{FF2B5EF4-FFF2-40B4-BE49-F238E27FC236}">
                <a16:creationId xmlns:a16="http://schemas.microsoft.com/office/drawing/2014/main" id="{3DD7B780-B199-4935-A5DA-BF7C3A6F8DF3}"/>
              </a:ext>
            </a:extLst>
          </p:cNvPr>
          <p:cNvSpPr>
            <a:spLocks noGrp="1"/>
          </p:cNvSpPr>
          <p:nvPr/>
        </p:nvSpPr>
        <p:spPr>
          <a:xfrm>
            <a:off x="6405563" y="3095625"/>
            <a:ext cx="833438" cy="773906"/>
          </a:xfrm>
          <a:prstGeom prst="rect">
            <a:avLst/>
          </a:prstGeom>
          <a:noFill/>
          <a:ln w="0">
            <a:noFill/>
          </a:ln>
        </p:spPr>
        <p:txBody>
          <a:bodyPr anchor="ctr">
            <a:noAutofit/>
          </a:bodyPr>
          <a:lstStyle/>
          <a:p>
            <a:pPr algn="ctr">
              <a:defRPr sz="4219" b="1">
                <a:solidFill>
                  <a:srgbClr val="1D4ED8"/>
                </a:solidFill>
                <a:latin typeface="Arial"/>
                <a:ea typeface="Arial"/>
                <a:cs typeface="Arial"/>
              </a:defRPr>
            </a:pPr>
            <a:r>
              <a:rPr sz="4219" b="1">
                <a:solidFill>
                  <a:srgbClr val="1D4ED8"/>
                </a:solidFill>
                <a:latin typeface="Arial"/>
                <a:ea typeface="Arial"/>
                <a:cs typeface="Arial"/>
              </a:rPr>
              <a:t>6</a:t>
            </a:r>
          </a:p>
        </p:txBody>
      </p:sp>
      <p:sp>
        <p:nvSpPr>
          <p:cNvPr id="8" name="object-8">
            <a:extLst>
              <a:ext uri="{FF2B5EF4-FFF2-40B4-BE49-F238E27FC236}">
                <a16:creationId xmlns:a16="http://schemas.microsoft.com/office/drawing/2014/main" id="{DCD26157-24E4-4CB3-B610-C278683C8816}"/>
              </a:ext>
            </a:extLst>
          </p:cNvPr>
          <p:cNvSpPr>
            <a:spLocks noGrp="1"/>
          </p:cNvSpPr>
          <p:nvPr/>
        </p:nvSpPr>
        <p:spPr>
          <a:xfrm>
            <a:off x="7334250" y="3095625"/>
            <a:ext cx="833438" cy="773906"/>
          </a:xfrm>
          <a:prstGeom prst="rect">
            <a:avLst/>
          </a:prstGeom>
          <a:noFill/>
          <a:ln w="0">
            <a:noFill/>
          </a:ln>
        </p:spPr>
        <p:txBody>
          <a:bodyPr anchor="ctr">
            <a:noAutofit/>
          </a:bodyPr>
          <a:lstStyle/>
          <a:p>
            <a:pPr algn="ctr">
              <a:defRPr sz="4219" b="1">
                <a:solidFill>
                  <a:srgbClr val="1D4ED8"/>
                </a:solidFill>
                <a:latin typeface="Arial"/>
                <a:ea typeface="Arial"/>
                <a:cs typeface="Arial"/>
              </a:defRPr>
            </a:pPr>
            <a:r>
              <a:rPr sz="4219" b="1">
                <a:solidFill>
                  <a:srgbClr val="1D4ED8"/>
                </a:solidFill>
                <a:latin typeface="Arial"/>
                <a:ea typeface="Arial"/>
                <a:cs typeface="Arial"/>
              </a:rPr>
              <a:t>2</a:t>
            </a:r>
          </a:p>
        </p:txBody>
      </p:sp>
      <p:sp>
        <p:nvSpPr>
          <p:cNvPr id="9" name="object-9">
            <a:extLst>
              <a:ext uri="{FF2B5EF4-FFF2-40B4-BE49-F238E27FC236}">
                <a16:creationId xmlns:a16="http://schemas.microsoft.com/office/drawing/2014/main" id="{EC5E5A77-94D2-4898-A921-225371D46FCC}"/>
              </a:ext>
            </a:extLst>
          </p:cNvPr>
          <p:cNvSpPr>
            <a:spLocks noGrp="1"/>
          </p:cNvSpPr>
          <p:nvPr/>
        </p:nvSpPr>
        <p:spPr>
          <a:xfrm>
            <a:off x="8262938" y="3095625"/>
            <a:ext cx="833438" cy="773906"/>
          </a:xfrm>
          <a:prstGeom prst="rect">
            <a:avLst/>
          </a:prstGeom>
          <a:noFill/>
          <a:ln w="0">
            <a:noFill/>
          </a:ln>
        </p:spPr>
        <p:txBody>
          <a:bodyPr anchor="ctr">
            <a:noAutofit/>
          </a:bodyPr>
          <a:lstStyle/>
          <a:p>
            <a:pPr algn="ctr">
              <a:defRPr sz="4219" b="1">
                <a:solidFill>
                  <a:srgbClr val="1D4ED8"/>
                </a:solidFill>
                <a:latin typeface="Arial"/>
                <a:ea typeface="Arial"/>
                <a:cs typeface="Arial"/>
              </a:defRPr>
            </a:pPr>
            <a:r>
              <a:rPr sz="4219" b="1">
                <a:solidFill>
                  <a:srgbClr val="1D4ED8"/>
                </a:solidFill>
                <a:latin typeface="Arial"/>
                <a:ea typeface="Arial"/>
                <a:cs typeface="Arial"/>
              </a:rPr>
              <a:t>8</a:t>
            </a:r>
          </a:p>
        </p:txBody>
      </p:sp>
      <p:sp>
        <p:nvSpPr>
          <p:cNvPr id="10" name="object-10">
            <a:extLst>
              <a:ext uri="{FF2B5EF4-FFF2-40B4-BE49-F238E27FC236}">
                <a16:creationId xmlns:a16="http://schemas.microsoft.com/office/drawing/2014/main" id="{C178418B-56AA-4ABA-B5F2-34CB41D893C7}"/>
              </a:ext>
            </a:extLst>
          </p:cNvPr>
          <p:cNvSpPr>
            <a:spLocks noGrp="1"/>
          </p:cNvSpPr>
          <p:nvPr/>
        </p:nvSpPr>
        <p:spPr>
          <a:xfrm>
            <a:off x="9191625" y="3095625"/>
            <a:ext cx="833438" cy="773906"/>
          </a:xfrm>
          <a:prstGeom prst="rect">
            <a:avLst/>
          </a:prstGeom>
          <a:noFill/>
          <a:ln w="0">
            <a:noFill/>
          </a:ln>
        </p:spPr>
        <p:txBody>
          <a:bodyPr anchor="ctr">
            <a:noAutofit/>
          </a:bodyPr>
          <a:lstStyle/>
          <a:p>
            <a:pPr algn="ctr">
              <a:defRPr sz="4219" b="1">
                <a:solidFill>
                  <a:srgbClr val="1D4ED8"/>
                </a:solidFill>
                <a:latin typeface="Arial"/>
                <a:ea typeface="Arial"/>
                <a:cs typeface="Arial"/>
              </a:defRPr>
            </a:pPr>
            <a:r>
              <a:rPr sz="4219" b="1">
                <a:solidFill>
                  <a:srgbClr val="1D4ED8"/>
                </a:solidFill>
                <a:latin typeface="Arial"/>
                <a:ea typeface="Arial"/>
                <a:cs typeface="Arial"/>
              </a:rPr>
              <a:t>2</a:t>
            </a:r>
          </a:p>
        </p:txBody>
      </p:sp>
      <p:sp>
        <p:nvSpPr>
          <p:cNvPr id="11" name="object-11">
            <a:extLst>
              <a:ext uri="{FF2B5EF4-FFF2-40B4-BE49-F238E27FC236}">
                <a16:creationId xmlns:a16="http://schemas.microsoft.com/office/drawing/2014/main" id="{D5D15EE5-9F20-4A65-9972-F8B77F8D09E6}"/>
              </a:ext>
            </a:extLst>
          </p:cNvPr>
          <p:cNvSpPr>
            <a:spLocks noGrp="1"/>
          </p:cNvSpPr>
          <p:nvPr/>
        </p:nvSpPr>
        <p:spPr>
          <a:xfrm>
            <a:off x="5476875" y="4131469"/>
            <a:ext cx="833438" cy="773906"/>
          </a:xfrm>
          <a:prstGeom prst="rect">
            <a:avLst/>
          </a:prstGeom>
          <a:noFill/>
          <a:ln w="0">
            <a:noFill/>
          </a:ln>
        </p:spPr>
        <p:txBody>
          <a:bodyPr anchor="ctr">
            <a:noAutofit/>
          </a:bodyPr>
          <a:lstStyle/>
          <a:p>
            <a:pPr algn="ctr">
              <a:defRPr sz="4219" b="1">
                <a:solidFill>
                  <a:srgbClr val="1D4ED8"/>
                </a:solidFill>
                <a:latin typeface="Arial"/>
                <a:ea typeface="Arial"/>
                <a:cs typeface="Arial"/>
              </a:defRPr>
            </a:pPr>
            <a:r>
              <a:rPr sz="4219" b="1">
                <a:solidFill>
                  <a:srgbClr val="1D4ED8"/>
                </a:solidFill>
                <a:latin typeface="Arial"/>
                <a:ea typeface="Arial"/>
                <a:cs typeface="Arial"/>
              </a:rPr>
              <a:t>4</a:t>
            </a:r>
          </a:p>
        </p:txBody>
      </p:sp>
      <p:sp>
        <p:nvSpPr>
          <p:cNvPr id="12" name="object-12">
            <a:extLst>
              <a:ext uri="{FF2B5EF4-FFF2-40B4-BE49-F238E27FC236}">
                <a16:creationId xmlns:a16="http://schemas.microsoft.com/office/drawing/2014/main" id="{1AE8FBAC-6FF2-4D3A-9D99-86297B51F3C0}"/>
              </a:ext>
            </a:extLst>
          </p:cNvPr>
          <p:cNvSpPr>
            <a:spLocks noGrp="1"/>
          </p:cNvSpPr>
          <p:nvPr/>
        </p:nvSpPr>
        <p:spPr>
          <a:xfrm>
            <a:off x="6405563" y="4131469"/>
            <a:ext cx="833438" cy="773906"/>
          </a:xfrm>
          <a:prstGeom prst="rect">
            <a:avLst/>
          </a:prstGeom>
          <a:noFill/>
          <a:ln w="0">
            <a:noFill/>
          </a:ln>
        </p:spPr>
        <p:txBody>
          <a:bodyPr anchor="ctr">
            <a:noAutofit/>
          </a:bodyPr>
          <a:lstStyle/>
          <a:p>
            <a:pPr algn="ctr">
              <a:defRPr sz="4219" b="1">
                <a:solidFill>
                  <a:srgbClr val="1D4ED8"/>
                </a:solidFill>
                <a:latin typeface="Arial"/>
                <a:ea typeface="Arial"/>
                <a:cs typeface="Arial"/>
              </a:defRPr>
            </a:pPr>
            <a:r>
              <a:rPr sz="4219" b="1">
                <a:solidFill>
                  <a:srgbClr val="1D4ED8"/>
                </a:solidFill>
                <a:latin typeface="Arial"/>
                <a:ea typeface="Arial"/>
                <a:cs typeface="Arial"/>
              </a:rPr>
              <a:t>6</a:t>
            </a:r>
          </a:p>
        </p:txBody>
      </p:sp>
      <p:sp>
        <p:nvSpPr>
          <p:cNvPr id="13" name="object-13">
            <a:extLst>
              <a:ext uri="{FF2B5EF4-FFF2-40B4-BE49-F238E27FC236}">
                <a16:creationId xmlns:a16="http://schemas.microsoft.com/office/drawing/2014/main" id="{9F148A88-8FFE-49B6-8E47-74834E9E3B05}"/>
              </a:ext>
            </a:extLst>
          </p:cNvPr>
          <p:cNvSpPr>
            <a:spLocks noGrp="1"/>
          </p:cNvSpPr>
          <p:nvPr/>
        </p:nvSpPr>
        <p:spPr>
          <a:xfrm>
            <a:off x="7334250" y="4131469"/>
            <a:ext cx="833438" cy="773906"/>
          </a:xfrm>
          <a:prstGeom prst="rect">
            <a:avLst/>
          </a:prstGeom>
          <a:noFill/>
          <a:ln w="0">
            <a:noFill/>
          </a:ln>
        </p:spPr>
        <p:txBody>
          <a:bodyPr anchor="ctr">
            <a:noAutofit/>
          </a:bodyPr>
          <a:lstStyle/>
          <a:p>
            <a:pPr algn="ctr">
              <a:defRPr sz="4219" b="1">
                <a:solidFill>
                  <a:srgbClr val="1D4ED8"/>
                </a:solidFill>
                <a:latin typeface="Arial"/>
                <a:ea typeface="Arial"/>
                <a:cs typeface="Arial"/>
              </a:defRPr>
            </a:pPr>
            <a:r>
              <a:rPr sz="4219" b="1">
                <a:solidFill>
                  <a:srgbClr val="1D4ED8"/>
                </a:solidFill>
                <a:latin typeface="Arial"/>
                <a:ea typeface="Arial"/>
                <a:cs typeface="Arial"/>
              </a:rPr>
              <a:t>5</a:t>
            </a:r>
          </a:p>
        </p:txBody>
      </p:sp>
      <p:sp>
        <p:nvSpPr>
          <p:cNvPr id="14" name="object-14">
            <a:extLst>
              <a:ext uri="{FF2B5EF4-FFF2-40B4-BE49-F238E27FC236}">
                <a16:creationId xmlns:a16="http://schemas.microsoft.com/office/drawing/2014/main" id="{E549732A-7DBF-4A4D-9ADB-A9568DBD672B}"/>
              </a:ext>
            </a:extLst>
          </p:cNvPr>
          <p:cNvSpPr>
            <a:spLocks noGrp="1"/>
          </p:cNvSpPr>
          <p:nvPr/>
        </p:nvSpPr>
        <p:spPr>
          <a:xfrm>
            <a:off x="8262938" y="4131469"/>
            <a:ext cx="833438" cy="773906"/>
          </a:xfrm>
          <a:prstGeom prst="rect">
            <a:avLst/>
          </a:prstGeom>
          <a:noFill/>
          <a:ln w="0">
            <a:noFill/>
          </a:ln>
        </p:spPr>
        <p:txBody>
          <a:bodyPr anchor="ctr">
            <a:noAutofit/>
          </a:bodyPr>
          <a:lstStyle/>
          <a:p>
            <a:pPr algn="ctr">
              <a:defRPr sz="4219" b="1">
                <a:solidFill>
                  <a:srgbClr val="1D4ED8"/>
                </a:solidFill>
                <a:latin typeface="Arial"/>
                <a:ea typeface="Arial"/>
                <a:cs typeface="Arial"/>
              </a:defRPr>
            </a:pPr>
            <a:r>
              <a:rPr sz="4219" b="1">
                <a:solidFill>
                  <a:srgbClr val="1D4ED8"/>
                </a:solidFill>
                <a:latin typeface="Arial"/>
                <a:ea typeface="Arial"/>
                <a:cs typeface="Arial"/>
              </a:rPr>
              <a:t>2</a:t>
            </a:r>
          </a:p>
        </p:txBody>
      </p:sp>
      <p:sp>
        <p:nvSpPr>
          <p:cNvPr id="15" name="object-15">
            <a:extLst>
              <a:ext uri="{FF2B5EF4-FFF2-40B4-BE49-F238E27FC236}">
                <a16:creationId xmlns:a16="http://schemas.microsoft.com/office/drawing/2014/main" id="{D78973A0-CC26-41E9-B747-10A38B396DE7}"/>
              </a:ext>
            </a:extLst>
          </p:cNvPr>
          <p:cNvSpPr>
            <a:spLocks noGrp="1"/>
          </p:cNvSpPr>
          <p:nvPr/>
        </p:nvSpPr>
        <p:spPr>
          <a:xfrm>
            <a:off x="9191625" y="4131469"/>
            <a:ext cx="833438" cy="773906"/>
          </a:xfrm>
          <a:prstGeom prst="rect">
            <a:avLst/>
          </a:prstGeom>
          <a:noFill/>
          <a:ln w="0">
            <a:noFill/>
          </a:ln>
        </p:spPr>
        <p:txBody>
          <a:bodyPr anchor="ctr">
            <a:noAutofit/>
          </a:bodyPr>
          <a:lstStyle/>
          <a:p>
            <a:pPr algn="ctr">
              <a:defRPr sz="4219" b="1">
                <a:solidFill>
                  <a:srgbClr val="1D4ED8"/>
                </a:solidFill>
                <a:latin typeface="Arial"/>
                <a:ea typeface="Arial"/>
                <a:cs typeface="Arial"/>
              </a:defRPr>
            </a:pPr>
            <a:r>
              <a:rPr sz="4219" b="1">
                <a:solidFill>
                  <a:srgbClr val="1D4ED8"/>
                </a:solidFill>
                <a:latin typeface="Arial"/>
                <a:ea typeface="Arial"/>
                <a:cs typeface="Arial"/>
              </a:rPr>
              <a:t>0</a:t>
            </a:r>
          </a:p>
        </p:txBody>
      </p:sp>
      <p:sp>
        <p:nvSpPr>
          <p:cNvPr id="16" name="object-16">
            <a:extLst>
              <a:ext uri="{FF2B5EF4-FFF2-40B4-BE49-F238E27FC236}">
                <a16:creationId xmlns:a16="http://schemas.microsoft.com/office/drawing/2014/main" id="{7AE39B8E-A886-4328-954A-6D3014AB5517}"/>
              </a:ext>
            </a:extLst>
          </p:cNvPr>
          <p:cNvSpPr>
            <a:spLocks noGrp="1"/>
          </p:cNvSpPr>
          <p:nvPr/>
        </p:nvSpPr>
        <p:spPr>
          <a:xfrm>
            <a:off x="4643438" y="4131469"/>
            <a:ext cx="654844" cy="773906"/>
          </a:xfrm>
          <a:prstGeom prst="rect">
            <a:avLst/>
          </a:prstGeom>
          <a:noFill/>
          <a:ln w="0">
            <a:noFill/>
          </a:ln>
        </p:spPr>
        <p:txBody>
          <a:bodyPr anchor="ctr">
            <a:noAutofit/>
          </a:bodyPr>
          <a:lstStyle/>
          <a:p>
            <a:pPr algn="l">
              <a:defRPr sz="4125" b="0">
                <a:solidFill>
                  <a:srgbClr val="172B4D"/>
                </a:solidFill>
                <a:latin typeface="Arial"/>
                <a:ea typeface="Arial"/>
                <a:cs typeface="Arial"/>
              </a:defRPr>
            </a:pPr>
            <a:r>
              <a:rPr sz="4125" b="0">
                <a:solidFill>
                  <a:srgbClr val="172B4D"/>
                </a:solidFill>
                <a:latin typeface="Arial"/>
                <a:ea typeface="Arial"/>
                <a:cs typeface="Arial"/>
              </a:rPr>
              <a:t>+</a:t>
            </a:r>
          </a:p>
        </p:txBody>
      </p:sp>
      <p:sp>
        <p:nvSpPr>
          <p:cNvPr id="17" name="object-17">
            <a:extLst>
              <a:ext uri="{FF2B5EF4-FFF2-40B4-BE49-F238E27FC236}">
                <a16:creationId xmlns:a16="http://schemas.microsoft.com/office/drawing/2014/main" id="{AE786CD8-7D04-4A2F-BB1E-A31E3549F5F3}"/>
              </a:ext>
            </a:extLst>
          </p:cNvPr>
          <p:cNvSpPr>
            <a:spLocks noGrp="1"/>
          </p:cNvSpPr>
          <p:nvPr/>
        </p:nvSpPr>
        <p:spPr>
          <a:xfrm>
            <a:off x="5238750" y="5036344"/>
            <a:ext cx="5060156" cy="35719"/>
          </a:xfrm>
          <a:prstGeom prst="rect">
            <a:avLst/>
          </a:prstGeom>
          <a:solidFill>
            <a:srgbClr val="172B4D"/>
          </a:solidFill>
          <a:ln w="0">
            <a:noFill/>
          </a:ln>
        </p:spPr>
      </p:sp>
      <p:sp>
        <p:nvSpPr>
          <p:cNvPr id="18" name="object-18">
            <a:extLst>
              <a:ext uri="{FF2B5EF4-FFF2-40B4-BE49-F238E27FC236}">
                <a16:creationId xmlns:a16="http://schemas.microsoft.com/office/drawing/2014/main" id="{68AEF0CF-7435-4A01-BEA3-9CF4057BA439}"/>
              </a:ext>
            </a:extLst>
          </p:cNvPr>
          <p:cNvSpPr>
            <a:spLocks noGrp="1"/>
          </p:cNvSpPr>
          <p:nvPr/>
        </p:nvSpPr>
        <p:spPr>
          <a:xfrm>
            <a:off x="9155906" y="2988469"/>
            <a:ext cx="904875" cy="1976438"/>
          </a:xfrm>
          <a:prstGeom prst="rect">
            <a:avLst/>
          </a:prstGeom>
          <a:noFill/>
          <a:ln w="35719">
            <a:solidFill>
              <a:srgbClr val="9A5800"/>
            </a:solidFill>
          </a:ln>
        </p:spPr>
      </p:sp>
      <p:sp>
        <p:nvSpPr>
          <p:cNvPr id="19" name="object-19">
            <a:extLst>
              <a:ext uri="{FF2B5EF4-FFF2-40B4-BE49-F238E27FC236}">
                <a16:creationId xmlns:a16="http://schemas.microsoft.com/office/drawing/2014/main" id="{9D99CB02-7C16-4B00-A52A-25F8802E0DA6}"/>
              </a:ext>
            </a:extLst>
          </p:cNvPr>
          <p:cNvSpPr>
            <a:spLocks noGrp="1"/>
          </p:cNvSpPr>
          <p:nvPr/>
        </p:nvSpPr>
        <p:spPr>
          <a:xfrm>
            <a:off x="1190625" y="6477000"/>
            <a:ext cx="12858750" cy="714375"/>
          </a:xfrm>
          <a:prstGeom prst="rect">
            <a:avLst/>
          </a:prstGeom>
          <a:noFill/>
          <a:ln w="0">
            <a:noFill/>
          </a:ln>
        </p:spPr>
        <p:txBody>
          <a:bodyPr anchor="ctr">
            <a:noAutofit/>
          </a:bodyPr>
          <a:lstStyle/>
          <a:p>
            <a:pPr algn="ctr">
              <a:defRPr sz="2906" b="1">
                <a:solidFill>
                  <a:srgbClr val="172B4D"/>
                </a:solidFill>
                <a:latin typeface="Arial"/>
                <a:ea typeface="Arial"/>
                <a:cs typeface="Arial"/>
              </a:defRPr>
            </a:pPr>
            <a:r>
              <a:rPr sz="2906" b="1">
                <a:solidFill>
                  <a:srgbClr val="172B4D"/>
                </a:solidFill>
                <a:latin typeface="Arial"/>
                <a:ea typeface="Arial"/>
                <a:cs typeface="Arial"/>
              </a:rPr>
              <a:t>2 + 0 = 2</a:t>
            </a:r>
          </a:p>
        </p:txBody>
      </p:sp>
      <p:sp>
        <p:nvSpPr>
          <p:cNvPr id="20" name="object-20">
            <a:extLst>
              <a:ext uri="{FF2B5EF4-FFF2-40B4-BE49-F238E27FC236}">
                <a16:creationId xmlns:a16="http://schemas.microsoft.com/office/drawing/2014/main" id="{C7A91541-4CF9-4BFE-8B3B-ACFC37064C12}"/>
              </a:ext>
            </a:extLst>
          </p:cNvPr>
          <p:cNvSpPr>
            <a:spLocks noGrp="1"/>
          </p:cNvSpPr>
          <p:nvPr/>
        </p:nvSpPr>
        <p:spPr>
          <a:xfrm>
            <a:off x="9191625" y="5214938"/>
            <a:ext cx="833438" cy="833438"/>
          </a:xfrm>
          <a:prstGeom prst="rect">
            <a:avLst/>
          </a:prstGeom>
          <a:noFill/>
          <a:ln w="0">
            <a:noFill/>
          </a:ln>
        </p:spPr>
        <p:txBody>
          <a:bodyPr anchor="ctr">
            <a:noAutofit/>
          </a:bodyPr>
          <a:lstStyle/>
          <a:p>
            <a:pPr algn="ctr">
              <a:defRPr sz="4594" b="1">
                <a:solidFill>
                  <a:srgbClr val="11745A"/>
                </a:solidFill>
                <a:latin typeface="Arial"/>
                <a:ea typeface="Arial"/>
                <a:cs typeface="Arial"/>
              </a:defRPr>
            </a:pPr>
            <a:r>
              <a:rPr sz="4594" b="1">
                <a:solidFill>
                  <a:srgbClr val="11745A"/>
                </a:solidFill>
                <a:latin typeface="Arial"/>
                <a:ea typeface="Arial"/>
                <a:cs typeface="Arial"/>
              </a:rPr>
              <a:t>2</a:t>
            </a:r>
          </a:p>
        </p:txBody>
      </p:sp>
      <p:sp>
        <p:nvSpPr>
          <p:cNvPr id="21" name="object-21">
            <a:extLst>
              <a:ext uri="{FF2B5EF4-FFF2-40B4-BE49-F238E27FC236}">
                <a16:creationId xmlns:a16="http://schemas.microsoft.com/office/drawing/2014/main" id="{9AB8DCA7-6120-497E-908A-A4A62CF55206}"/>
              </a:ext>
            </a:extLst>
          </p:cNvPr>
          <p:cNvSpPr>
            <a:spLocks noGrp="1"/>
          </p:cNvSpPr>
          <p:nvPr/>
        </p:nvSpPr>
        <p:spPr>
          <a:xfrm>
            <a:off x="8227219" y="2988469"/>
            <a:ext cx="904875" cy="1976438"/>
          </a:xfrm>
          <a:prstGeom prst="rect">
            <a:avLst/>
          </a:prstGeom>
          <a:noFill/>
          <a:ln w="35719">
            <a:solidFill>
              <a:srgbClr val="9A5800"/>
            </a:solidFill>
          </a:ln>
        </p:spPr>
      </p:sp>
      <p:sp>
        <p:nvSpPr>
          <p:cNvPr id="22" name="object-22">
            <a:extLst>
              <a:ext uri="{FF2B5EF4-FFF2-40B4-BE49-F238E27FC236}">
                <a16:creationId xmlns:a16="http://schemas.microsoft.com/office/drawing/2014/main" id="{94ECD28F-5F1F-454E-96A4-9F248AA3FA8E}"/>
              </a:ext>
            </a:extLst>
          </p:cNvPr>
          <p:cNvSpPr>
            <a:spLocks noGrp="1"/>
          </p:cNvSpPr>
          <p:nvPr/>
        </p:nvSpPr>
        <p:spPr>
          <a:xfrm>
            <a:off x="8262938" y="2571750"/>
            <a:ext cx="833438" cy="452438"/>
          </a:xfrm>
          <a:prstGeom prst="rect">
            <a:avLst/>
          </a:prstGeom>
          <a:noFill/>
          <a:ln w="0">
            <a:noFill/>
          </a:ln>
        </p:spPr>
        <p:txBody>
          <a:bodyPr anchor="ctr">
            <a:noAutofit/>
          </a:bodyPr>
          <a:lstStyle/>
          <a:p>
            <a:pPr algn="ctr">
              <a:defRPr sz="2438" b="1">
                <a:solidFill>
                  <a:srgbClr val="9A5800"/>
                </a:solidFill>
                <a:latin typeface="Arial"/>
                <a:ea typeface="Arial"/>
                <a:cs typeface="Arial"/>
              </a:defRPr>
            </a:pPr>
            <a:r>
              <a:rPr sz="2438" b="1">
                <a:solidFill>
                  <a:srgbClr val="9A5800"/>
                </a:solidFill>
                <a:latin typeface="Arial"/>
                <a:ea typeface="Arial"/>
                <a:cs typeface="Arial"/>
              </a:rPr>
              <a:t>1</a:t>
            </a:r>
          </a:p>
        </p:txBody>
      </p:sp>
      <p:sp>
        <p:nvSpPr>
          <p:cNvPr id="23" name="object-23">
            <a:extLst>
              <a:ext uri="{FF2B5EF4-FFF2-40B4-BE49-F238E27FC236}">
                <a16:creationId xmlns:a16="http://schemas.microsoft.com/office/drawing/2014/main" id="{814F1372-02FF-4848-8B6A-E265303BAD78}"/>
              </a:ext>
            </a:extLst>
          </p:cNvPr>
          <p:cNvSpPr>
            <a:spLocks noGrp="1"/>
          </p:cNvSpPr>
          <p:nvPr/>
        </p:nvSpPr>
        <p:spPr>
          <a:xfrm>
            <a:off x="1190625" y="6477000"/>
            <a:ext cx="12858750" cy="714375"/>
          </a:xfrm>
          <a:prstGeom prst="rect">
            <a:avLst/>
          </a:prstGeom>
          <a:noFill/>
          <a:ln w="0">
            <a:noFill/>
          </a:ln>
        </p:spPr>
        <p:txBody>
          <a:bodyPr anchor="ctr">
            <a:noAutofit/>
          </a:bodyPr>
          <a:lstStyle/>
          <a:p>
            <a:pPr algn="ctr">
              <a:defRPr sz="2906" b="1">
                <a:solidFill>
                  <a:srgbClr val="172B4D"/>
                </a:solidFill>
                <a:latin typeface="Arial"/>
                <a:ea typeface="Arial"/>
                <a:cs typeface="Arial"/>
              </a:defRPr>
            </a:pPr>
            <a:r>
              <a:rPr sz="2906" b="1">
                <a:solidFill>
                  <a:srgbClr val="172B4D"/>
                </a:solidFill>
                <a:latin typeface="Arial"/>
                <a:ea typeface="Arial"/>
                <a:cs typeface="Arial"/>
              </a:rPr>
              <a:t>8 + 2 = 10</a:t>
            </a:r>
          </a:p>
        </p:txBody>
      </p:sp>
      <p:sp>
        <p:nvSpPr>
          <p:cNvPr id="24" name="object-24">
            <a:extLst>
              <a:ext uri="{FF2B5EF4-FFF2-40B4-BE49-F238E27FC236}">
                <a16:creationId xmlns:a16="http://schemas.microsoft.com/office/drawing/2014/main" id="{132E2B5B-66F7-4480-9C20-BA9E5CB8F02A}"/>
              </a:ext>
            </a:extLst>
          </p:cNvPr>
          <p:cNvSpPr>
            <a:spLocks noGrp="1"/>
          </p:cNvSpPr>
          <p:nvPr/>
        </p:nvSpPr>
        <p:spPr>
          <a:xfrm>
            <a:off x="8262938" y="5214938"/>
            <a:ext cx="833438" cy="833438"/>
          </a:xfrm>
          <a:prstGeom prst="rect">
            <a:avLst/>
          </a:prstGeom>
          <a:noFill/>
          <a:ln w="0">
            <a:noFill/>
          </a:ln>
        </p:spPr>
        <p:txBody>
          <a:bodyPr anchor="ctr">
            <a:noAutofit/>
          </a:bodyPr>
          <a:lstStyle/>
          <a:p>
            <a:pPr algn="ctr">
              <a:defRPr sz="4594" b="1">
                <a:solidFill>
                  <a:srgbClr val="11745A"/>
                </a:solidFill>
                <a:latin typeface="Arial"/>
                <a:ea typeface="Arial"/>
                <a:cs typeface="Arial"/>
              </a:defRPr>
            </a:pPr>
            <a:r>
              <a:rPr sz="4594" b="1">
                <a:solidFill>
                  <a:srgbClr val="11745A"/>
                </a:solidFill>
                <a:latin typeface="Arial"/>
                <a:ea typeface="Arial"/>
                <a:cs typeface="Arial"/>
              </a:rPr>
              <a:t>0</a:t>
            </a:r>
          </a:p>
        </p:txBody>
      </p:sp>
      <p:sp>
        <p:nvSpPr>
          <p:cNvPr id="25" name="object-25">
            <a:extLst>
              <a:ext uri="{FF2B5EF4-FFF2-40B4-BE49-F238E27FC236}">
                <a16:creationId xmlns:a16="http://schemas.microsoft.com/office/drawing/2014/main" id="{E287B40D-7D01-489A-9CB0-789ACEA2E84E}"/>
              </a:ext>
            </a:extLst>
          </p:cNvPr>
          <p:cNvSpPr>
            <a:spLocks noGrp="1"/>
          </p:cNvSpPr>
          <p:nvPr/>
        </p:nvSpPr>
        <p:spPr>
          <a:xfrm>
            <a:off x="7298531" y="2988469"/>
            <a:ext cx="904875" cy="1976438"/>
          </a:xfrm>
          <a:prstGeom prst="rect">
            <a:avLst/>
          </a:prstGeom>
          <a:noFill/>
          <a:ln w="35719">
            <a:solidFill>
              <a:srgbClr val="9A5800"/>
            </a:solidFill>
          </a:ln>
        </p:spPr>
      </p:sp>
      <p:sp>
        <p:nvSpPr>
          <p:cNvPr id="26" name="object-26">
            <a:extLst>
              <a:ext uri="{FF2B5EF4-FFF2-40B4-BE49-F238E27FC236}">
                <a16:creationId xmlns:a16="http://schemas.microsoft.com/office/drawing/2014/main" id="{D076B8BC-C175-43D6-8E2B-BB6113F0756F}"/>
              </a:ext>
            </a:extLst>
          </p:cNvPr>
          <p:cNvSpPr>
            <a:spLocks noGrp="1"/>
          </p:cNvSpPr>
          <p:nvPr/>
        </p:nvSpPr>
        <p:spPr>
          <a:xfrm>
            <a:off x="1190625" y="6477000"/>
            <a:ext cx="12858750" cy="714375"/>
          </a:xfrm>
          <a:prstGeom prst="rect">
            <a:avLst/>
          </a:prstGeom>
          <a:noFill/>
          <a:ln w="0">
            <a:noFill/>
          </a:ln>
        </p:spPr>
        <p:txBody>
          <a:bodyPr anchor="ctr">
            <a:noAutofit/>
          </a:bodyPr>
          <a:lstStyle/>
          <a:p>
            <a:pPr algn="ctr">
              <a:defRPr sz="2906" b="1">
                <a:solidFill>
                  <a:srgbClr val="172B4D"/>
                </a:solidFill>
                <a:latin typeface="Arial"/>
                <a:ea typeface="Arial"/>
                <a:cs typeface="Arial"/>
              </a:defRPr>
            </a:pPr>
            <a:r>
              <a:rPr sz="2906" b="1">
                <a:solidFill>
                  <a:srgbClr val="172B4D"/>
                </a:solidFill>
                <a:latin typeface="Arial"/>
                <a:ea typeface="Arial"/>
                <a:cs typeface="Arial"/>
              </a:rPr>
              <a:t>2 + 5 + 1 = 8</a:t>
            </a:r>
          </a:p>
        </p:txBody>
      </p:sp>
      <p:sp>
        <p:nvSpPr>
          <p:cNvPr id="27" name="object-27">
            <a:extLst>
              <a:ext uri="{FF2B5EF4-FFF2-40B4-BE49-F238E27FC236}">
                <a16:creationId xmlns:a16="http://schemas.microsoft.com/office/drawing/2014/main" id="{B2AEFF19-C13C-44EC-9471-49143CAFF53A}"/>
              </a:ext>
            </a:extLst>
          </p:cNvPr>
          <p:cNvSpPr>
            <a:spLocks noGrp="1"/>
          </p:cNvSpPr>
          <p:nvPr/>
        </p:nvSpPr>
        <p:spPr>
          <a:xfrm>
            <a:off x="7334250" y="5214938"/>
            <a:ext cx="833438" cy="833438"/>
          </a:xfrm>
          <a:prstGeom prst="rect">
            <a:avLst/>
          </a:prstGeom>
          <a:noFill/>
          <a:ln w="0">
            <a:noFill/>
          </a:ln>
        </p:spPr>
        <p:txBody>
          <a:bodyPr anchor="ctr">
            <a:noAutofit/>
          </a:bodyPr>
          <a:lstStyle/>
          <a:p>
            <a:pPr algn="ctr">
              <a:defRPr sz="4594" b="1">
                <a:solidFill>
                  <a:srgbClr val="11745A"/>
                </a:solidFill>
                <a:latin typeface="Arial"/>
                <a:ea typeface="Arial"/>
                <a:cs typeface="Arial"/>
              </a:defRPr>
            </a:pPr>
            <a:r>
              <a:rPr sz="4594" b="1">
                <a:solidFill>
                  <a:srgbClr val="11745A"/>
                </a:solidFill>
                <a:latin typeface="Arial"/>
                <a:ea typeface="Arial"/>
                <a:cs typeface="Arial"/>
              </a:rPr>
              <a:t>8</a:t>
            </a:r>
          </a:p>
        </p:txBody>
      </p:sp>
      <p:sp>
        <p:nvSpPr>
          <p:cNvPr id="28" name="object-28">
            <a:extLst>
              <a:ext uri="{FF2B5EF4-FFF2-40B4-BE49-F238E27FC236}">
                <a16:creationId xmlns:a16="http://schemas.microsoft.com/office/drawing/2014/main" id="{551902EC-B655-4A3E-97B2-24958E3E3FD6}"/>
              </a:ext>
            </a:extLst>
          </p:cNvPr>
          <p:cNvSpPr>
            <a:spLocks noGrp="1"/>
          </p:cNvSpPr>
          <p:nvPr/>
        </p:nvSpPr>
        <p:spPr>
          <a:xfrm>
            <a:off x="6369844" y="2988469"/>
            <a:ext cx="904875" cy="1976438"/>
          </a:xfrm>
          <a:prstGeom prst="rect">
            <a:avLst/>
          </a:prstGeom>
          <a:noFill/>
          <a:ln w="35719">
            <a:solidFill>
              <a:srgbClr val="9A5800"/>
            </a:solidFill>
          </a:ln>
        </p:spPr>
      </p:sp>
      <p:sp>
        <p:nvSpPr>
          <p:cNvPr id="29" name="object-29">
            <a:extLst>
              <a:ext uri="{FF2B5EF4-FFF2-40B4-BE49-F238E27FC236}">
                <a16:creationId xmlns:a16="http://schemas.microsoft.com/office/drawing/2014/main" id="{8F2465BE-5FA4-4BA8-B0CD-EA30834711BF}"/>
              </a:ext>
            </a:extLst>
          </p:cNvPr>
          <p:cNvSpPr>
            <a:spLocks noGrp="1"/>
          </p:cNvSpPr>
          <p:nvPr/>
        </p:nvSpPr>
        <p:spPr>
          <a:xfrm>
            <a:off x="6405563" y="2571750"/>
            <a:ext cx="833438" cy="452438"/>
          </a:xfrm>
          <a:prstGeom prst="rect">
            <a:avLst/>
          </a:prstGeom>
          <a:noFill/>
          <a:ln w="0">
            <a:noFill/>
          </a:ln>
        </p:spPr>
        <p:txBody>
          <a:bodyPr anchor="ctr">
            <a:noAutofit/>
          </a:bodyPr>
          <a:lstStyle/>
          <a:p>
            <a:pPr algn="ctr">
              <a:defRPr sz="2438" b="1">
                <a:solidFill>
                  <a:srgbClr val="9A5800"/>
                </a:solidFill>
                <a:latin typeface="Arial"/>
                <a:ea typeface="Arial"/>
                <a:cs typeface="Arial"/>
              </a:defRPr>
            </a:pPr>
            <a:r>
              <a:rPr sz="2438" b="1">
                <a:solidFill>
                  <a:srgbClr val="9A5800"/>
                </a:solidFill>
                <a:latin typeface="Arial"/>
                <a:ea typeface="Arial"/>
                <a:cs typeface="Arial"/>
              </a:rPr>
              <a:t>1</a:t>
            </a:r>
          </a:p>
        </p:txBody>
      </p:sp>
      <p:sp>
        <p:nvSpPr>
          <p:cNvPr id="30" name="object-30">
            <a:extLst>
              <a:ext uri="{FF2B5EF4-FFF2-40B4-BE49-F238E27FC236}">
                <a16:creationId xmlns:a16="http://schemas.microsoft.com/office/drawing/2014/main" id="{55C970AA-ED10-4561-B4AA-5739F3BF9B48}"/>
              </a:ext>
            </a:extLst>
          </p:cNvPr>
          <p:cNvSpPr>
            <a:spLocks noGrp="1"/>
          </p:cNvSpPr>
          <p:nvPr/>
        </p:nvSpPr>
        <p:spPr>
          <a:xfrm>
            <a:off x="1190625" y="6477000"/>
            <a:ext cx="12858750" cy="714375"/>
          </a:xfrm>
          <a:prstGeom prst="rect">
            <a:avLst/>
          </a:prstGeom>
          <a:noFill/>
          <a:ln w="0">
            <a:noFill/>
          </a:ln>
        </p:spPr>
        <p:txBody>
          <a:bodyPr anchor="ctr">
            <a:noAutofit/>
          </a:bodyPr>
          <a:lstStyle/>
          <a:p>
            <a:pPr algn="ctr">
              <a:defRPr sz="2906" b="1">
                <a:solidFill>
                  <a:srgbClr val="172B4D"/>
                </a:solidFill>
                <a:latin typeface="Arial"/>
                <a:ea typeface="Arial"/>
                <a:cs typeface="Arial"/>
              </a:defRPr>
            </a:pPr>
            <a:r>
              <a:rPr sz="2906" b="1">
                <a:solidFill>
                  <a:srgbClr val="172B4D"/>
                </a:solidFill>
                <a:latin typeface="Arial"/>
                <a:ea typeface="Arial"/>
                <a:cs typeface="Arial"/>
              </a:rPr>
              <a:t>6 + 6 = 12</a:t>
            </a:r>
          </a:p>
        </p:txBody>
      </p:sp>
      <p:sp>
        <p:nvSpPr>
          <p:cNvPr id="31" name="object-31">
            <a:extLst>
              <a:ext uri="{FF2B5EF4-FFF2-40B4-BE49-F238E27FC236}">
                <a16:creationId xmlns:a16="http://schemas.microsoft.com/office/drawing/2014/main" id="{60350BB4-C8FC-4BDA-AD01-4BEDE6AFB836}"/>
              </a:ext>
            </a:extLst>
          </p:cNvPr>
          <p:cNvSpPr>
            <a:spLocks noGrp="1"/>
          </p:cNvSpPr>
          <p:nvPr/>
        </p:nvSpPr>
        <p:spPr>
          <a:xfrm>
            <a:off x="6405563" y="5214938"/>
            <a:ext cx="833438" cy="833438"/>
          </a:xfrm>
          <a:prstGeom prst="rect">
            <a:avLst/>
          </a:prstGeom>
          <a:noFill/>
          <a:ln w="0">
            <a:noFill/>
          </a:ln>
        </p:spPr>
        <p:txBody>
          <a:bodyPr anchor="ctr">
            <a:noAutofit/>
          </a:bodyPr>
          <a:lstStyle/>
          <a:p>
            <a:pPr algn="ctr">
              <a:defRPr sz="4594" b="1">
                <a:solidFill>
                  <a:srgbClr val="11745A"/>
                </a:solidFill>
                <a:latin typeface="Arial"/>
                <a:ea typeface="Arial"/>
                <a:cs typeface="Arial"/>
              </a:defRPr>
            </a:pPr>
            <a:r>
              <a:rPr sz="4594" b="1">
                <a:solidFill>
                  <a:srgbClr val="11745A"/>
                </a:solidFill>
                <a:latin typeface="Arial"/>
                <a:ea typeface="Arial"/>
                <a:cs typeface="Arial"/>
              </a:rPr>
              <a:t>2</a:t>
            </a:r>
          </a:p>
        </p:txBody>
      </p:sp>
      <p:sp>
        <p:nvSpPr>
          <p:cNvPr id="32" name="object-32">
            <a:extLst>
              <a:ext uri="{FF2B5EF4-FFF2-40B4-BE49-F238E27FC236}">
                <a16:creationId xmlns:a16="http://schemas.microsoft.com/office/drawing/2014/main" id="{07529FAE-316D-4B6C-A55E-6AD0F49D6405}"/>
              </a:ext>
            </a:extLst>
          </p:cNvPr>
          <p:cNvSpPr>
            <a:spLocks noGrp="1"/>
          </p:cNvSpPr>
          <p:nvPr/>
        </p:nvSpPr>
        <p:spPr>
          <a:xfrm>
            <a:off x="5441156" y="2988469"/>
            <a:ext cx="904875" cy="1976438"/>
          </a:xfrm>
          <a:prstGeom prst="rect">
            <a:avLst/>
          </a:prstGeom>
          <a:noFill/>
          <a:ln w="35719">
            <a:solidFill>
              <a:srgbClr val="9A5800"/>
            </a:solidFill>
          </a:ln>
        </p:spPr>
      </p:sp>
      <p:sp>
        <p:nvSpPr>
          <p:cNvPr id="33" name="object-33">
            <a:extLst>
              <a:ext uri="{FF2B5EF4-FFF2-40B4-BE49-F238E27FC236}">
                <a16:creationId xmlns:a16="http://schemas.microsoft.com/office/drawing/2014/main" id="{A8C812F0-4876-4870-84CD-B1A973A0B9CC}"/>
              </a:ext>
            </a:extLst>
          </p:cNvPr>
          <p:cNvSpPr>
            <a:spLocks noGrp="1"/>
          </p:cNvSpPr>
          <p:nvPr/>
        </p:nvSpPr>
        <p:spPr>
          <a:xfrm>
            <a:off x="1190625" y="6477000"/>
            <a:ext cx="12858750" cy="714375"/>
          </a:xfrm>
          <a:prstGeom prst="rect">
            <a:avLst/>
          </a:prstGeom>
          <a:noFill/>
          <a:ln w="0">
            <a:noFill/>
          </a:ln>
        </p:spPr>
        <p:txBody>
          <a:bodyPr anchor="ctr">
            <a:noAutofit/>
          </a:bodyPr>
          <a:lstStyle/>
          <a:p>
            <a:pPr algn="ctr">
              <a:defRPr sz="2906" b="1">
                <a:solidFill>
                  <a:srgbClr val="172B4D"/>
                </a:solidFill>
                <a:latin typeface="Arial"/>
                <a:ea typeface="Arial"/>
                <a:cs typeface="Arial"/>
              </a:defRPr>
            </a:pPr>
            <a:r>
              <a:rPr sz="2906" b="1">
                <a:solidFill>
                  <a:srgbClr val="172B4D"/>
                </a:solidFill>
                <a:latin typeface="Arial"/>
                <a:ea typeface="Arial"/>
                <a:cs typeface="Arial"/>
              </a:rPr>
              <a:t>1 + 4 + 1 = 6</a:t>
            </a:r>
          </a:p>
        </p:txBody>
      </p:sp>
      <p:sp>
        <p:nvSpPr>
          <p:cNvPr id="34" name="object-34">
            <a:extLst>
              <a:ext uri="{FF2B5EF4-FFF2-40B4-BE49-F238E27FC236}">
                <a16:creationId xmlns:a16="http://schemas.microsoft.com/office/drawing/2014/main" id="{C3F21EC4-8238-4541-BA29-80D60EBEB4C1}"/>
              </a:ext>
            </a:extLst>
          </p:cNvPr>
          <p:cNvSpPr>
            <a:spLocks noGrp="1"/>
          </p:cNvSpPr>
          <p:nvPr/>
        </p:nvSpPr>
        <p:spPr>
          <a:xfrm>
            <a:off x="5476875" y="5214938"/>
            <a:ext cx="833438" cy="833438"/>
          </a:xfrm>
          <a:prstGeom prst="rect">
            <a:avLst/>
          </a:prstGeom>
          <a:noFill/>
          <a:ln w="0">
            <a:noFill/>
          </a:ln>
        </p:spPr>
        <p:txBody>
          <a:bodyPr anchor="ctr">
            <a:noAutofit/>
          </a:bodyPr>
          <a:lstStyle/>
          <a:p>
            <a:pPr algn="ctr">
              <a:defRPr sz="4594" b="1">
                <a:solidFill>
                  <a:srgbClr val="11745A"/>
                </a:solidFill>
                <a:latin typeface="Arial"/>
                <a:ea typeface="Arial"/>
                <a:cs typeface="Arial"/>
              </a:defRPr>
            </a:pPr>
            <a:r>
              <a:rPr sz="4594" b="1">
                <a:solidFill>
                  <a:srgbClr val="11745A"/>
                </a:solidFill>
                <a:latin typeface="Arial"/>
                <a:ea typeface="Arial"/>
                <a:cs typeface="Arial"/>
              </a:rPr>
              <a:t>6</a:t>
            </a:r>
          </a:p>
        </p:txBody>
      </p:sp>
      <p:sp>
        <p:nvSpPr>
          <p:cNvPr id="35" name="object-35">
            <a:extLst>
              <a:ext uri="{FF2B5EF4-FFF2-40B4-BE49-F238E27FC236}">
                <a16:creationId xmlns:a16="http://schemas.microsoft.com/office/drawing/2014/main" id="{0C7B2303-96DD-463C-BEB3-D7F8D996285A}"/>
              </a:ext>
            </a:extLst>
          </p:cNvPr>
          <p:cNvSpPr>
            <a:spLocks noGrp="1"/>
          </p:cNvSpPr>
          <p:nvPr/>
        </p:nvSpPr>
        <p:spPr>
          <a:xfrm>
            <a:off x="892969" y="7262813"/>
            <a:ext cx="13454063" cy="738188"/>
          </a:xfrm>
          <a:prstGeom prst="rect">
            <a:avLst/>
          </a:prstGeom>
          <a:noFill/>
          <a:ln w="0">
            <a:noFill/>
          </a:ln>
        </p:spPr>
        <p:txBody>
          <a:bodyPr anchor="ctr">
            <a:noAutofit/>
          </a:bodyPr>
          <a:lstStyle/>
          <a:p>
            <a:pPr algn="ctr">
              <a:defRPr sz="2813" b="1">
                <a:solidFill>
                  <a:srgbClr val="11745A"/>
                </a:solidFill>
                <a:latin typeface="Arial"/>
                <a:ea typeface="Arial"/>
                <a:cs typeface="Arial"/>
              </a:defRPr>
            </a:pPr>
            <a:r>
              <a:rPr sz="2813" b="1">
                <a:solidFill>
                  <a:srgbClr val="11745A"/>
                </a:solidFill>
                <a:latin typeface="Arial"/>
                <a:ea typeface="Arial"/>
                <a:cs typeface="Arial"/>
              </a:rPr>
              <a:t>16,282 + 46,520 = 62,802</a:t>
            </a:r>
          </a:p>
        </p:txBody>
      </p:sp>
    </p:spTree>
    <p:extLst>
      <p:ext uri="{BB962C8B-B14F-4D97-AF65-F5344CB8AC3E}">
        <p14:creationId xmlns:p14="http://schemas.microsoft.com/office/powerpoint/2010/main" val="13602412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par>
                          <p:cTn id="9" fill="hold">
                            <p:stCondLst>
                              <p:cond delay="0"/>
                            </p:stCondLst>
                            <p:childTnLst>
                              <p:par>
                                <p:cTn id="10" presetID="1" presetClass="entr" presetSubtype="0" fill="hold" grpId="0" nodeType="afterEffect">
                                  <p:stCondLst>
                                    <p:cond delay="0"/>
                                  </p:stCondLst>
                                  <p:childTnLst>
                                    <p:set>
                                      <p:cBhvr>
                                        <p:cTn id="11" dur="1" fill="hold">
                                          <p:stCondLst>
                                            <p:cond delay="0"/>
                                          </p:stCondLst>
                                        </p:cTn>
                                        <p:tgtEl>
                                          <p:spTgt spid="20"/>
                                        </p:tgtEl>
                                        <p:attrNameLst>
                                          <p:attrName>style.visibility</p:attrName>
                                        </p:attrNameLst>
                                      </p:cBhvr>
                                      <p:to>
                                        <p:strVal val="visible"/>
                                      </p:to>
                                    </p:set>
                                  </p:childTnLst>
                                </p:cTn>
                              </p:par>
                              <p:par>
                                <p:cTn id="12" presetID="1" presetClass="exit" presetSubtype="0" fill="hold" nodeType="withEffect">
                                  <p:stCondLst>
                                    <p:cond delay="0"/>
                                  </p:stCondLst>
                                  <p:childTnLst>
                                    <p:set>
                                      <p:cBhvr>
                                        <p:cTn id="13" dur="1" fill="hold">
                                          <p:stCondLst>
                                            <p:cond delay="0"/>
                                          </p:stCondLst>
                                        </p:cTn>
                                        <p:tgtEl>
                                          <p:spTgt spid="18"/>
                                        </p:tgtEl>
                                        <p:attrNameLst>
                                          <p:attrName>style.visibility</p:attrName>
                                        </p:attrNameLst>
                                      </p:cBhvr>
                                      <p:to>
                                        <p:strVal val="hidden"/>
                                      </p:to>
                                    </p:set>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nodeType="clickEffect">
                                  <p:stCondLst>
                                    <p:cond delay="0"/>
                                  </p:stCondLst>
                                  <p:childTnLst>
                                    <p:set>
                                      <p:cBhvr>
                                        <p:cTn id="17" dur="1" fill="hold">
                                          <p:stCondLst>
                                            <p:cond delay="0"/>
                                          </p:stCondLst>
                                        </p:cTn>
                                        <p:tgtEl>
                                          <p:spTgt spid="21"/>
                                        </p:tgtEl>
                                        <p:attrNameLst>
                                          <p:attrName>style.visibility</p:attrName>
                                        </p:attrNameLst>
                                      </p:cBhvr>
                                      <p:to>
                                        <p:strVal val="visible"/>
                                      </p:to>
                                    </p:set>
                                  </p:childTnLst>
                                </p:cTn>
                              </p:par>
                              <p:par>
                                <p:cTn id="18" presetID="1" presetClass="exit" presetSubtype="0" fill="hold" grpId="1" nodeType="withEffect">
                                  <p:stCondLst>
                                    <p:cond delay="0"/>
                                  </p:stCondLst>
                                  <p:childTnLst>
                                    <p:set>
                                      <p:cBhvr>
                                        <p:cTn id="19" dur="1" fill="hold">
                                          <p:stCondLst>
                                            <p:cond delay="0"/>
                                          </p:stCondLst>
                                        </p:cTn>
                                        <p:tgtEl>
                                          <p:spTgt spid="19"/>
                                        </p:tgtEl>
                                        <p:attrNameLst>
                                          <p:attrName>style.visibility</p:attrName>
                                        </p:attrNameLst>
                                      </p:cBhvr>
                                      <p:to>
                                        <p:strVal val="hidden"/>
                                      </p:to>
                                    </p:set>
                                  </p:childTnLst>
                                </p:cTn>
                              </p:par>
                              <p:par>
                                <p:cTn id="20" presetID="1" presetClass="entr" presetSubtype="0" fill="hold" grpId="0" nodeType="withEffect">
                                  <p:stCondLst>
                                    <p:cond delay="0"/>
                                  </p:stCondLst>
                                  <p:childTnLst>
                                    <p:set>
                                      <p:cBhvr>
                                        <p:cTn id="21" dur="1" fill="hold">
                                          <p:stCondLst>
                                            <p:cond delay="0"/>
                                          </p:stCondLst>
                                        </p:cTn>
                                        <p:tgtEl>
                                          <p:spTgt spid="22"/>
                                        </p:tgtEl>
                                        <p:attrNameLst>
                                          <p:attrName>style.visibility</p:attrName>
                                        </p:attrNameLst>
                                      </p:cBhvr>
                                      <p:to>
                                        <p:strVal val="visible"/>
                                      </p:to>
                                    </p:set>
                                  </p:childTnLst>
                                </p:cTn>
                              </p:par>
                            </p:childTnLst>
                          </p:cTn>
                        </p:par>
                        <p:par>
                          <p:cTn id="22" fill="hold">
                            <p:stCondLst>
                              <p:cond delay="0"/>
                            </p:stCondLst>
                            <p:childTnLst>
                              <p:par>
                                <p:cTn id="23" presetID="63" presetClass="path" presetSubtype="0" accel="50000" decel="50000" fill="hold" grpId="1" nodeType="afterEffect">
                                  <p:stCondLst>
                                    <p:cond delay="0"/>
                                  </p:stCondLst>
                                  <p:childTnLst>
                                    <p:animMotion origin="layout" path="M 0 0 L -0.0609375 0 E" pathEditMode="relative" ptsTypes="">
                                      <p:cBhvr>
                                        <p:cTn id="24" dur="800" fill="hold"/>
                                        <p:tgtEl>
                                          <p:spTgt spid="22"/>
                                        </p:tgtEl>
                                        <p:attrNameLst>
                                          <p:attrName>ppt_x</p:attrName>
                                          <p:attrName>ppt_y</p:attrName>
                                        </p:attrNameLst>
                                      </p:cBhvr>
                                    </p:animMotion>
                                  </p:childTnLst>
                                </p:cTn>
                              </p:par>
                              <p:par>
                                <p:cTn id="25" presetID="1" presetClass="entr" presetSubtype="0" fill="hold" grpId="0" nodeType="withEffect">
                                  <p:stCondLst>
                                    <p:cond delay="0"/>
                                  </p:stCondLst>
                                  <p:childTnLst>
                                    <p:set>
                                      <p:cBhvr>
                                        <p:cTn id="26" dur="1" fill="hold">
                                          <p:stCondLst>
                                            <p:cond delay="0"/>
                                          </p:stCondLst>
                                        </p:cTn>
                                        <p:tgtEl>
                                          <p:spTgt spid="23"/>
                                        </p:tgtEl>
                                        <p:attrNameLst>
                                          <p:attrName>style.visibility</p:attrName>
                                        </p:attrNameLst>
                                      </p:cBhvr>
                                      <p:to>
                                        <p:strVal val="visible"/>
                                      </p:to>
                                    </p:set>
                                  </p:childTnLst>
                                </p:cTn>
                              </p:par>
                            </p:childTnLst>
                          </p:cTn>
                        </p:par>
                        <p:par>
                          <p:cTn id="27" fill="hold">
                            <p:stCondLst>
                              <p:cond delay="800"/>
                            </p:stCondLst>
                            <p:childTnLst>
                              <p:par>
                                <p:cTn id="28" presetID="1" presetClass="entr" presetSubtype="0" fill="hold" grpId="0" nodeType="afterEffect">
                                  <p:stCondLst>
                                    <p:cond delay="0"/>
                                  </p:stCondLst>
                                  <p:childTnLst>
                                    <p:set>
                                      <p:cBhvr>
                                        <p:cTn id="29" dur="1" fill="hold">
                                          <p:stCondLst>
                                            <p:cond delay="0"/>
                                          </p:stCondLst>
                                        </p:cTn>
                                        <p:tgtEl>
                                          <p:spTgt spid="24"/>
                                        </p:tgtEl>
                                        <p:attrNameLst>
                                          <p:attrName>style.visibility</p:attrName>
                                        </p:attrNameLst>
                                      </p:cBhvr>
                                      <p:to>
                                        <p:strVal val="visible"/>
                                      </p:to>
                                    </p:set>
                                  </p:childTnLst>
                                </p:cTn>
                              </p:par>
                              <p:par>
                                <p:cTn id="30" presetID="1" presetClass="exit" presetSubtype="0" fill="hold" nodeType="withEffect">
                                  <p:stCondLst>
                                    <p:cond delay="0"/>
                                  </p:stCondLst>
                                  <p:childTnLst>
                                    <p:set>
                                      <p:cBhvr>
                                        <p:cTn id="31" dur="1" fill="hold">
                                          <p:stCondLst>
                                            <p:cond delay="0"/>
                                          </p:stCondLst>
                                        </p:cTn>
                                        <p:tgtEl>
                                          <p:spTgt spid="21"/>
                                        </p:tgtEl>
                                        <p:attrNameLst>
                                          <p:attrName>style.visibility</p:attrName>
                                        </p:attrNameLst>
                                      </p:cBhvr>
                                      <p:to>
                                        <p:strVal val="hidden"/>
                                      </p:to>
                                    </p:set>
                                  </p:childTnLst>
                                </p:cTn>
                              </p:par>
                            </p:childTnLst>
                          </p:cTn>
                        </p:par>
                      </p:childTnLst>
                    </p:cTn>
                  </p:par>
                  <p:par>
                    <p:cTn id="32" fill="hold">
                      <p:stCondLst>
                        <p:cond delay="indefinite"/>
                      </p:stCondLst>
                      <p:childTnLst>
                        <p:par>
                          <p:cTn id="33" fill="hold">
                            <p:stCondLst>
                              <p:cond delay="0"/>
                            </p:stCondLst>
                            <p:childTnLst>
                              <p:par>
                                <p:cTn id="34" presetID="1" presetClass="entr" presetSubtype="0" fill="hold" nodeType="clickEffect">
                                  <p:stCondLst>
                                    <p:cond delay="0"/>
                                  </p:stCondLst>
                                  <p:childTnLst>
                                    <p:set>
                                      <p:cBhvr>
                                        <p:cTn id="35" dur="1" fill="hold">
                                          <p:stCondLst>
                                            <p:cond delay="0"/>
                                          </p:stCondLst>
                                        </p:cTn>
                                        <p:tgtEl>
                                          <p:spTgt spid="25"/>
                                        </p:tgtEl>
                                        <p:attrNameLst>
                                          <p:attrName>style.visibility</p:attrName>
                                        </p:attrNameLst>
                                      </p:cBhvr>
                                      <p:to>
                                        <p:strVal val="visible"/>
                                      </p:to>
                                    </p:set>
                                  </p:childTnLst>
                                </p:cTn>
                              </p:par>
                              <p:par>
                                <p:cTn id="36" presetID="1" presetClass="exit" presetSubtype="0" fill="hold" grpId="1" nodeType="withEffect">
                                  <p:stCondLst>
                                    <p:cond delay="0"/>
                                  </p:stCondLst>
                                  <p:childTnLst>
                                    <p:set>
                                      <p:cBhvr>
                                        <p:cTn id="37" dur="1" fill="hold">
                                          <p:stCondLst>
                                            <p:cond delay="0"/>
                                          </p:stCondLst>
                                        </p:cTn>
                                        <p:tgtEl>
                                          <p:spTgt spid="23"/>
                                        </p:tgtEl>
                                        <p:attrNameLst>
                                          <p:attrName>style.visibility</p:attrName>
                                        </p:attrNameLst>
                                      </p:cBhvr>
                                      <p:to>
                                        <p:strVal val="hidden"/>
                                      </p:to>
                                    </p:set>
                                  </p:childTnLst>
                                </p:cTn>
                              </p:par>
                              <p:par>
                                <p:cTn id="38" presetID="1" presetClass="entr" presetSubtype="0" fill="hold" grpId="0" nodeType="withEffect">
                                  <p:stCondLst>
                                    <p:cond delay="0"/>
                                  </p:stCondLst>
                                  <p:childTnLst>
                                    <p:set>
                                      <p:cBhvr>
                                        <p:cTn id="39" dur="1" fill="hold">
                                          <p:stCondLst>
                                            <p:cond delay="0"/>
                                          </p:stCondLst>
                                        </p:cTn>
                                        <p:tgtEl>
                                          <p:spTgt spid="26"/>
                                        </p:tgtEl>
                                        <p:attrNameLst>
                                          <p:attrName>style.visibility</p:attrName>
                                        </p:attrNameLst>
                                      </p:cBhvr>
                                      <p:to>
                                        <p:strVal val="visible"/>
                                      </p:to>
                                    </p:set>
                                  </p:childTnLst>
                                </p:cTn>
                              </p:par>
                            </p:childTnLst>
                          </p:cTn>
                        </p:par>
                        <p:par>
                          <p:cTn id="40" fill="hold">
                            <p:stCondLst>
                              <p:cond delay="0"/>
                            </p:stCondLst>
                            <p:childTnLst>
                              <p:par>
                                <p:cTn id="41" presetID="1" presetClass="entr" presetSubtype="0" fill="hold" grpId="0" nodeType="afterEffect">
                                  <p:stCondLst>
                                    <p:cond delay="0"/>
                                  </p:stCondLst>
                                  <p:childTnLst>
                                    <p:set>
                                      <p:cBhvr>
                                        <p:cTn id="42" dur="1" fill="hold">
                                          <p:stCondLst>
                                            <p:cond delay="0"/>
                                          </p:stCondLst>
                                        </p:cTn>
                                        <p:tgtEl>
                                          <p:spTgt spid="27"/>
                                        </p:tgtEl>
                                        <p:attrNameLst>
                                          <p:attrName>style.visibility</p:attrName>
                                        </p:attrNameLst>
                                      </p:cBhvr>
                                      <p:to>
                                        <p:strVal val="visible"/>
                                      </p:to>
                                    </p:set>
                                  </p:childTnLst>
                                </p:cTn>
                              </p:par>
                              <p:par>
                                <p:cTn id="43" presetID="1" presetClass="exit" presetSubtype="0" fill="hold" nodeType="withEffect">
                                  <p:stCondLst>
                                    <p:cond delay="0"/>
                                  </p:stCondLst>
                                  <p:childTnLst>
                                    <p:set>
                                      <p:cBhvr>
                                        <p:cTn id="44" dur="1" fill="hold">
                                          <p:stCondLst>
                                            <p:cond delay="0"/>
                                          </p:stCondLst>
                                        </p:cTn>
                                        <p:tgtEl>
                                          <p:spTgt spid="25"/>
                                        </p:tgtEl>
                                        <p:attrNameLst>
                                          <p:attrName>style.visibility</p:attrName>
                                        </p:attrNameLst>
                                      </p:cBhvr>
                                      <p:to>
                                        <p:strVal val="hidden"/>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nodeType="clickEffect">
                                  <p:stCondLst>
                                    <p:cond delay="0"/>
                                  </p:stCondLst>
                                  <p:childTnLst>
                                    <p:set>
                                      <p:cBhvr>
                                        <p:cTn id="48" dur="1" fill="hold">
                                          <p:stCondLst>
                                            <p:cond delay="0"/>
                                          </p:stCondLst>
                                        </p:cTn>
                                        <p:tgtEl>
                                          <p:spTgt spid="28"/>
                                        </p:tgtEl>
                                        <p:attrNameLst>
                                          <p:attrName>style.visibility</p:attrName>
                                        </p:attrNameLst>
                                      </p:cBhvr>
                                      <p:to>
                                        <p:strVal val="visible"/>
                                      </p:to>
                                    </p:set>
                                  </p:childTnLst>
                                </p:cTn>
                              </p:par>
                              <p:par>
                                <p:cTn id="49" presetID="1" presetClass="exit" presetSubtype="0" fill="hold" grpId="1" nodeType="withEffect">
                                  <p:stCondLst>
                                    <p:cond delay="0"/>
                                  </p:stCondLst>
                                  <p:childTnLst>
                                    <p:set>
                                      <p:cBhvr>
                                        <p:cTn id="50" dur="1" fill="hold">
                                          <p:stCondLst>
                                            <p:cond delay="0"/>
                                          </p:stCondLst>
                                        </p:cTn>
                                        <p:tgtEl>
                                          <p:spTgt spid="26"/>
                                        </p:tgtEl>
                                        <p:attrNameLst>
                                          <p:attrName>style.visibility</p:attrName>
                                        </p:attrNameLst>
                                      </p:cBhvr>
                                      <p:to>
                                        <p:strVal val="hidden"/>
                                      </p:to>
                                    </p:set>
                                  </p:childTnLst>
                                </p:cTn>
                              </p:par>
                              <p:par>
                                <p:cTn id="51" presetID="1" presetClass="entr" presetSubtype="0" fill="hold" grpId="0" nodeType="withEffect">
                                  <p:stCondLst>
                                    <p:cond delay="0"/>
                                  </p:stCondLst>
                                  <p:childTnLst>
                                    <p:set>
                                      <p:cBhvr>
                                        <p:cTn id="52" dur="1" fill="hold">
                                          <p:stCondLst>
                                            <p:cond delay="0"/>
                                          </p:stCondLst>
                                        </p:cTn>
                                        <p:tgtEl>
                                          <p:spTgt spid="29"/>
                                        </p:tgtEl>
                                        <p:attrNameLst>
                                          <p:attrName>style.visibility</p:attrName>
                                        </p:attrNameLst>
                                      </p:cBhvr>
                                      <p:to>
                                        <p:strVal val="visible"/>
                                      </p:to>
                                    </p:set>
                                  </p:childTnLst>
                                </p:cTn>
                              </p:par>
                            </p:childTnLst>
                          </p:cTn>
                        </p:par>
                        <p:par>
                          <p:cTn id="53" fill="hold">
                            <p:stCondLst>
                              <p:cond delay="0"/>
                            </p:stCondLst>
                            <p:childTnLst>
                              <p:par>
                                <p:cTn id="54" presetID="63" presetClass="path" presetSubtype="0" accel="50000" decel="50000" fill="hold" grpId="1" nodeType="afterEffect">
                                  <p:stCondLst>
                                    <p:cond delay="0"/>
                                  </p:stCondLst>
                                  <p:childTnLst>
                                    <p:animMotion origin="layout" path="M 0 0 L -0.0609375 0 E" pathEditMode="relative" ptsTypes="">
                                      <p:cBhvr>
                                        <p:cTn id="55" dur="800" fill="hold"/>
                                        <p:tgtEl>
                                          <p:spTgt spid="29"/>
                                        </p:tgtEl>
                                        <p:attrNameLst>
                                          <p:attrName>ppt_x</p:attrName>
                                          <p:attrName>ppt_y</p:attrName>
                                        </p:attrNameLst>
                                      </p:cBhvr>
                                    </p:animMotion>
                                  </p:childTnLst>
                                </p:cTn>
                              </p:par>
                              <p:par>
                                <p:cTn id="56" presetID="1" presetClass="entr" presetSubtype="0" fill="hold" grpId="0" nodeType="withEffect">
                                  <p:stCondLst>
                                    <p:cond delay="0"/>
                                  </p:stCondLst>
                                  <p:childTnLst>
                                    <p:set>
                                      <p:cBhvr>
                                        <p:cTn id="57" dur="1" fill="hold">
                                          <p:stCondLst>
                                            <p:cond delay="0"/>
                                          </p:stCondLst>
                                        </p:cTn>
                                        <p:tgtEl>
                                          <p:spTgt spid="30"/>
                                        </p:tgtEl>
                                        <p:attrNameLst>
                                          <p:attrName>style.visibility</p:attrName>
                                        </p:attrNameLst>
                                      </p:cBhvr>
                                      <p:to>
                                        <p:strVal val="visible"/>
                                      </p:to>
                                    </p:set>
                                  </p:childTnLst>
                                </p:cTn>
                              </p:par>
                            </p:childTnLst>
                          </p:cTn>
                        </p:par>
                        <p:par>
                          <p:cTn id="58" fill="hold">
                            <p:stCondLst>
                              <p:cond delay="800"/>
                            </p:stCondLst>
                            <p:childTnLst>
                              <p:par>
                                <p:cTn id="59" presetID="1" presetClass="entr" presetSubtype="0" fill="hold" grpId="0" nodeType="afterEffect">
                                  <p:stCondLst>
                                    <p:cond delay="0"/>
                                  </p:stCondLst>
                                  <p:childTnLst>
                                    <p:set>
                                      <p:cBhvr>
                                        <p:cTn id="60" dur="1" fill="hold">
                                          <p:stCondLst>
                                            <p:cond delay="0"/>
                                          </p:stCondLst>
                                        </p:cTn>
                                        <p:tgtEl>
                                          <p:spTgt spid="31"/>
                                        </p:tgtEl>
                                        <p:attrNameLst>
                                          <p:attrName>style.visibility</p:attrName>
                                        </p:attrNameLst>
                                      </p:cBhvr>
                                      <p:to>
                                        <p:strVal val="visible"/>
                                      </p:to>
                                    </p:set>
                                  </p:childTnLst>
                                </p:cTn>
                              </p:par>
                              <p:par>
                                <p:cTn id="61" presetID="1" presetClass="exit" presetSubtype="0" fill="hold" nodeType="withEffect">
                                  <p:stCondLst>
                                    <p:cond delay="0"/>
                                  </p:stCondLst>
                                  <p:childTnLst>
                                    <p:set>
                                      <p:cBhvr>
                                        <p:cTn id="62" dur="1" fill="hold">
                                          <p:stCondLst>
                                            <p:cond delay="0"/>
                                          </p:stCondLst>
                                        </p:cTn>
                                        <p:tgtEl>
                                          <p:spTgt spid="28"/>
                                        </p:tgtEl>
                                        <p:attrNameLst>
                                          <p:attrName>style.visibility</p:attrName>
                                        </p:attrNameLst>
                                      </p:cBhvr>
                                      <p:to>
                                        <p:strVal val="hidden"/>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nodeType="clickEffect">
                                  <p:stCondLst>
                                    <p:cond delay="0"/>
                                  </p:stCondLst>
                                  <p:childTnLst>
                                    <p:set>
                                      <p:cBhvr>
                                        <p:cTn id="66" dur="1" fill="hold">
                                          <p:stCondLst>
                                            <p:cond delay="0"/>
                                          </p:stCondLst>
                                        </p:cTn>
                                        <p:tgtEl>
                                          <p:spTgt spid="32"/>
                                        </p:tgtEl>
                                        <p:attrNameLst>
                                          <p:attrName>style.visibility</p:attrName>
                                        </p:attrNameLst>
                                      </p:cBhvr>
                                      <p:to>
                                        <p:strVal val="visible"/>
                                      </p:to>
                                    </p:set>
                                  </p:childTnLst>
                                </p:cTn>
                              </p:par>
                              <p:par>
                                <p:cTn id="67" presetID="1" presetClass="exit" presetSubtype="0" fill="hold" grpId="1" nodeType="withEffect">
                                  <p:stCondLst>
                                    <p:cond delay="0"/>
                                  </p:stCondLst>
                                  <p:childTnLst>
                                    <p:set>
                                      <p:cBhvr>
                                        <p:cTn id="68" dur="1" fill="hold">
                                          <p:stCondLst>
                                            <p:cond delay="0"/>
                                          </p:stCondLst>
                                        </p:cTn>
                                        <p:tgtEl>
                                          <p:spTgt spid="30"/>
                                        </p:tgtEl>
                                        <p:attrNameLst>
                                          <p:attrName>style.visibility</p:attrName>
                                        </p:attrNameLst>
                                      </p:cBhvr>
                                      <p:to>
                                        <p:strVal val="hidden"/>
                                      </p:to>
                                    </p:set>
                                  </p:childTnLst>
                                </p:cTn>
                              </p:par>
                              <p:par>
                                <p:cTn id="69" presetID="1" presetClass="entr" presetSubtype="0" fill="hold" grpId="0" nodeType="withEffect">
                                  <p:stCondLst>
                                    <p:cond delay="0"/>
                                  </p:stCondLst>
                                  <p:childTnLst>
                                    <p:set>
                                      <p:cBhvr>
                                        <p:cTn id="70" dur="1" fill="hold">
                                          <p:stCondLst>
                                            <p:cond delay="0"/>
                                          </p:stCondLst>
                                        </p:cTn>
                                        <p:tgtEl>
                                          <p:spTgt spid="33"/>
                                        </p:tgtEl>
                                        <p:attrNameLst>
                                          <p:attrName>style.visibility</p:attrName>
                                        </p:attrNameLst>
                                      </p:cBhvr>
                                      <p:to>
                                        <p:strVal val="visible"/>
                                      </p:to>
                                    </p:set>
                                  </p:childTnLst>
                                </p:cTn>
                              </p:par>
                            </p:childTnLst>
                          </p:cTn>
                        </p:par>
                        <p:par>
                          <p:cTn id="71" fill="hold">
                            <p:stCondLst>
                              <p:cond delay="0"/>
                            </p:stCondLst>
                            <p:childTnLst>
                              <p:par>
                                <p:cTn id="72" presetID="1" presetClass="entr" presetSubtype="0" fill="hold" grpId="0" nodeType="afterEffect">
                                  <p:stCondLst>
                                    <p:cond delay="0"/>
                                  </p:stCondLst>
                                  <p:childTnLst>
                                    <p:set>
                                      <p:cBhvr>
                                        <p:cTn id="73" dur="1" fill="hold">
                                          <p:stCondLst>
                                            <p:cond delay="0"/>
                                          </p:stCondLst>
                                        </p:cTn>
                                        <p:tgtEl>
                                          <p:spTgt spid="34"/>
                                        </p:tgtEl>
                                        <p:attrNameLst>
                                          <p:attrName>style.visibility</p:attrName>
                                        </p:attrNameLst>
                                      </p:cBhvr>
                                      <p:to>
                                        <p:strVal val="visible"/>
                                      </p:to>
                                    </p:set>
                                  </p:childTnLst>
                                </p:cTn>
                              </p:par>
                              <p:par>
                                <p:cTn id="74" presetID="1" presetClass="exit" presetSubtype="0" fill="hold" nodeType="withEffect">
                                  <p:stCondLst>
                                    <p:cond delay="0"/>
                                  </p:stCondLst>
                                  <p:childTnLst>
                                    <p:set>
                                      <p:cBhvr>
                                        <p:cTn id="75" dur="1" fill="hold">
                                          <p:stCondLst>
                                            <p:cond delay="0"/>
                                          </p:stCondLst>
                                        </p:cTn>
                                        <p:tgtEl>
                                          <p:spTgt spid="32"/>
                                        </p:tgtEl>
                                        <p:attrNameLst>
                                          <p:attrName>style.visibility</p:attrName>
                                        </p:attrNameLst>
                                      </p:cBhvr>
                                      <p:to>
                                        <p:strVal val="hidden"/>
                                      </p:to>
                                    </p:set>
                                  </p:childTnLst>
                                </p:cTn>
                              </p:par>
                            </p:childTnLst>
                          </p:cTn>
                        </p:par>
                      </p:childTnLst>
                    </p:cTn>
                  </p:par>
                  <p:par>
                    <p:cTn id="76" fill="hold">
                      <p:stCondLst>
                        <p:cond delay="indefinite"/>
                      </p:stCondLst>
                      <p:childTnLst>
                        <p:par>
                          <p:cTn id="77" fill="hold">
                            <p:stCondLst>
                              <p:cond delay="0"/>
                            </p:stCondLst>
                            <p:childTnLst>
                              <p:par>
                                <p:cTn id="78" presetID="1" presetClass="entr" presetSubtype="0" fill="hold" grpId="0" nodeType="clickEffect">
                                  <p:stCondLst>
                                    <p:cond delay="0"/>
                                  </p:stCondLst>
                                  <p:childTnLst>
                                    <p:set>
                                      <p:cBhvr>
                                        <p:cTn id="79" dur="1" fill="hold">
                                          <p:stCondLst>
                                            <p:cond delay="0"/>
                                          </p:stCondLst>
                                        </p:cTn>
                                        <p:tgtEl>
                                          <p:spTgt spid="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19" grpId="1"/>
      <p:bldP spid="20" grpId="0"/>
      <p:bldP spid="22" grpId="0"/>
      <p:bldP spid="22" grpId="1"/>
      <p:bldP spid="23" grpId="0"/>
      <p:bldP spid="23" grpId="1"/>
      <p:bldP spid="24" grpId="0"/>
      <p:bldP spid="26" grpId="0"/>
      <p:bldP spid="26" grpId="1"/>
      <p:bldP spid="27" grpId="0"/>
      <p:bldP spid="29" grpId="0"/>
      <p:bldP spid="29" grpId="1"/>
      <p:bldP spid="30" grpId="0"/>
      <p:bldP spid="30" grpId="1"/>
      <p:bldP spid="31" grpId="0"/>
      <p:bldP spid="33" grpId="0"/>
      <p:bldP spid="34" grpId="0"/>
      <p:bldP spid="35" grpId="0"/>
    </p:bld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7" name="object-1">
            <a:extLst>
              <a:ext uri="{FF2B5EF4-FFF2-40B4-BE49-F238E27FC236}">
                <a16:creationId xmlns:a16="http://schemas.microsoft.com/office/drawing/2014/main" id="{A737CAA3-A0A0-4369-BF47-7B0DB8E9E42A}"/>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You do</a:t>
            </a:r>
          </a:p>
        </p:txBody>
      </p:sp>
      <p:sp>
        <p:nvSpPr>
          <p:cNvPr id="2" name="object-2">
            <a:extLst>
              <a:ext uri="{FF2B5EF4-FFF2-40B4-BE49-F238E27FC236}">
                <a16:creationId xmlns:a16="http://schemas.microsoft.com/office/drawing/2014/main" id="{9C447B5C-4B96-4A2D-9049-2B07F7ADE748}"/>
              </a:ext>
            </a:extLst>
          </p:cNvPr>
          <p:cNvSpPr>
            <a:spLocks noGrp="1"/>
          </p:cNvSpPr>
          <p:nvPr/>
        </p:nvSpPr>
        <p:spPr>
          <a:xfrm>
            <a:off x="11430000" y="476250"/>
            <a:ext cx="3155156" cy="547688"/>
          </a:xfrm>
          <a:prstGeom prst="rect">
            <a:avLst/>
          </a:prstGeom>
          <a:noFill/>
          <a:ln w="0">
            <a:noFill/>
          </a:ln>
        </p:spPr>
        <p:txBody>
          <a:bodyPr anchor="ctr">
            <a:noAutofit/>
          </a:bodyPr>
          <a:lstStyle/>
          <a:p>
            <a:pPr algn="r">
              <a:defRPr sz="2625" b="0">
                <a:solidFill>
                  <a:srgbClr val="52647A"/>
                </a:solidFill>
                <a:latin typeface="Arial"/>
                <a:ea typeface="Arial"/>
                <a:cs typeface="Arial"/>
              </a:defRPr>
            </a:pPr>
            <a:r>
              <a:rPr sz="2625" b="0">
                <a:solidFill>
                  <a:srgbClr val="52647A"/>
                </a:solidFill>
                <a:latin typeface="Arial"/>
                <a:ea typeface="Arial"/>
                <a:cs typeface="Arial"/>
              </a:rPr>
              <a:t>You try.</a:t>
            </a:r>
          </a:p>
        </p:txBody>
      </p:sp>
      <p:sp>
        <p:nvSpPr>
          <p:cNvPr id="3" name="object-3">
            <a:extLst>
              <a:ext uri="{FF2B5EF4-FFF2-40B4-BE49-F238E27FC236}">
                <a16:creationId xmlns:a16="http://schemas.microsoft.com/office/drawing/2014/main" id="{5B9ABAF3-F54E-4BDA-BAFA-41C9A5170E2F}"/>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Calculate 2,337 × 27.</a:t>
            </a:r>
          </a:p>
        </p:txBody>
      </p:sp>
      <p:sp>
        <p:nvSpPr>
          <p:cNvPr id="4" name="object-4">
            <a:extLst>
              <a:ext uri="{FF2B5EF4-FFF2-40B4-BE49-F238E27FC236}">
                <a16:creationId xmlns:a16="http://schemas.microsoft.com/office/drawing/2014/main" id="{85488C7F-BD01-4BB3-A21D-021DE0877533}"/>
              </a:ext>
            </a:extLst>
          </p:cNvPr>
          <p:cNvSpPr>
            <a:spLocks noGrp="1"/>
          </p:cNvSpPr>
          <p:nvPr/>
        </p:nvSpPr>
        <p:spPr>
          <a:xfrm>
            <a:off x="654844" y="8012906"/>
            <a:ext cx="13930313" cy="11906"/>
          </a:xfrm>
          <a:prstGeom prst="rect">
            <a:avLst/>
          </a:prstGeom>
          <a:solidFill>
            <a:srgbClr val="BCD0EA"/>
          </a:solidFill>
          <a:ln w="0">
            <a:noFill/>
          </a:ln>
        </p:spPr>
      </p:sp>
      <p:sp>
        <p:nvSpPr>
          <p:cNvPr id="5" name="object-5">
            <a:extLst>
              <a:ext uri="{FF2B5EF4-FFF2-40B4-BE49-F238E27FC236}">
                <a16:creationId xmlns:a16="http://schemas.microsoft.com/office/drawing/2014/main" id="{5D3406E3-EE0F-496A-868D-C579B5B39E2C}"/>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Multiply up to four digits by two digits</a:t>
            </a:r>
          </a:p>
        </p:txBody>
      </p:sp>
      <p:sp>
        <p:nvSpPr>
          <p:cNvPr id="6" name="object-6">
            <a:extLst>
              <a:ext uri="{FF2B5EF4-FFF2-40B4-BE49-F238E27FC236}">
                <a16:creationId xmlns:a16="http://schemas.microsoft.com/office/drawing/2014/main" id="{842359A1-C2A8-4E83-B56F-250CD4BE51C6}"/>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8</a:t>
            </a:r>
          </a:p>
        </p:txBody>
      </p:sp>
      <p:sp>
        <p:nvSpPr>
          <p:cNvPr id="7" name="object-7">
            <a:extLst>
              <a:ext uri="{FF2B5EF4-FFF2-40B4-BE49-F238E27FC236}">
                <a16:creationId xmlns:a16="http://schemas.microsoft.com/office/drawing/2014/main" id="{CC259671-E931-4BCE-A7B6-B2345B181A28}"/>
              </a:ext>
            </a:extLst>
          </p:cNvPr>
          <p:cNvSpPr>
            <a:spLocks noGrp="1"/>
          </p:cNvSpPr>
          <p:nvPr/>
        </p:nvSpPr>
        <p:spPr>
          <a:xfrm>
            <a:off x="7405688" y="2762250"/>
            <a:ext cx="762000" cy="714375"/>
          </a:xfrm>
          <a:prstGeom prst="rect">
            <a:avLst/>
          </a:prstGeom>
          <a:noFill/>
          <a:ln w="0">
            <a:noFill/>
          </a:ln>
        </p:spPr>
        <p:txBody>
          <a:bodyPr anchor="ctr">
            <a:noAutofit/>
          </a:bodyPr>
          <a:lstStyle/>
          <a:p>
            <a:pPr algn="ctr">
              <a:defRPr sz="3938" b="1">
                <a:solidFill>
                  <a:srgbClr val="1D4ED8"/>
                </a:solidFill>
                <a:latin typeface="Arial"/>
                <a:ea typeface="Arial"/>
                <a:cs typeface="Arial"/>
              </a:defRPr>
            </a:pPr>
            <a:r>
              <a:rPr sz="3938" b="1">
                <a:solidFill>
                  <a:srgbClr val="1D4ED8"/>
                </a:solidFill>
                <a:latin typeface="Arial"/>
                <a:ea typeface="Arial"/>
                <a:cs typeface="Arial"/>
              </a:rPr>
              <a:t>2</a:t>
            </a:r>
          </a:p>
        </p:txBody>
      </p:sp>
      <p:sp>
        <p:nvSpPr>
          <p:cNvPr id="8" name="object-8">
            <a:extLst>
              <a:ext uri="{FF2B5EF4-FFF2-40B4-BE49-F238E27FC236}">
                <a16:creationId xmlns:a16="http://schemas.microsoft.com/office/drawing/2014/main" id="{DA1D71CA-75EE-46E4-9770-6C507A2BDC66}"/>
              </a:ext>
            </a:extLst>
          </p:cNvPr>
          <p:cNvSpPr>
            <a:spLocks noGrp="1"/>
          </p:cNvSpPr>
          <p:nvPr/>
        </p:nvSpPr>
        <p:spPr>
          <a:xfrm>
            <a:off x="8262938" y="2762250"/>
            <a:ext cx="762000" cy="714375"/>
          </a:xfrm>
          <a:prstGeom prst="rect">
            <a:avLst/>
          </a:prstGeom>
          <a:noFill/>
          <a:ln w="0">
            <a:noFill/>
          </a:ln>
        </p:spPr>
        <p:txBody>
          <a:bodyPr anchor="ctr">
            <a:noAutofit/>
          </a:bodyPr>
          <a:lstStyle/>
          <a:p>
            <a:pPr algn="ctr">
              <a:defRPr sz="3938" b="1">
                <a:solidFill>
                  <a:srgbClr val="1D4ED8"/>
                </a:solidFill>
                <a:latin typeface="Arial"/>
                <a:ea typeface="Arial"/>
                <a:cs typeface="Arial"/>
              </a:defRPr>
            </a:pPr>
            <a:r>
              <a:rPr sz="3938" b="1">
                <a:solidFill>
                  <a:srgbClr val="1D4ED8"/>
                </a:solidFill>
                <a:latin typeface="Arial"/>
                <a:ea typeface="Arial"/>
                <a:cs typeface="Arial"/>
              </a:rPr>
              <a:t>3</a:t>
            </a:r>
          </a:p>
        </p:txBody>
      </p:sp>
      <p:sp>
        <p:nvSpPr>
          <p:cNvPr id="9" name="object-9">
            <a:extLst>
              <a:ext uri="{FF2B5EF4-FFF2-40B4-BE49-F238E27FC236}">
                <a16:creationId xmlns:a16="http://schemas.microsoft.com/office/drawing/2014/main" id="{8E998547-37AD-4241-A5A4-AC6E97273BDD}"/>
              </a:ext>
            </a:extLst>
          </p:cNvPr>
          <p:cNvSpPr>
            <a:spLocks noGrp="1"/>
          </p:cNvSpPr>
          <p:nvPr/>
        </p:nvSpPr>
        <p:spPr>
          <a:xfrm>
            <a:off x="9120188" y="2762250"/>
            <a:ext cx="762000" cy="714375"/>
          </a:xfrm>
          <a:prstGeom prst="rect">
            <a:avLst/>
          </a:prstGeom>
          <a:noFill/>
          <a:ln w="0">
            <a:noFill/>
          </a:ln>
        </p:spPr>
        <p:txBody>
          <a:bodyPr anchor="ctr">
            <a:noAutofit/>
          </a:bodyPr>
          <a:lstStyle/>
          <a:p>
            <a:pPr algn="ctr">
              <a:defRPr sz="3938" b="1">
                <a:solidFill>
                  <a:srgbClr val="1D4ED8"/>
                </a:solidFill>
                <a:latin typeface="Arial"/>
                <a:ea typeface="Arial"/>
                <a:cs typeface="Arial"/>
              </a:defRPr>
            </a:pPr>
            <a:r>
              <a:rPr sz="3938" b="1">
                <a:solidFill>
                  <a:srgbClr val="1D4ED8"/>
                </a:solidFill>
                <a:latin typeface="Arial"/>
                <a:ea typeface="Arial"/>
                <a:cs typeface="Arial"/>
              </a:rPr>
              <a:t>3</a:t>
            </a:r>
          </a:p>
        </p:txBody>
      </p:sp>
      <p:sp>
        <p:nvSpPr>
          <p:cNvPr id="10" name="object-10">
            <a:extLst>
              <a:ext uri="{FF2B5EF4-FFF2-40B4-BE49-F238E27FC236}">
                <a16:creationId xmlns:a16="http://schemas.microsoft.com/office/drawing/2014/main" id="{E4E82248-123C-4842-AA67-9B717EC3A1FC}"/>
              </a:ext>
            </a:extLst>
          </p:cNvPr>
          <p:cNvSpPr>
            <a:spLocks noGrp="1"/>
          </p:cNvSpPr>
          <p:nvPr/>
        </p:nvSpPr>
        <p:spPr>
          <a:xfrm>
            <a:off x="9977438" y="2762250"/>
            <a:ext cx="762000" cy="714375"/>
          </a:xfrm>
          <a:prstGeom prst="rect">
            <a:avLst/>
          </a:prstGeom>
          <a:noFill/>
          <a:ln w="0">
            <a:noFill/>
          </a:ln>
        </p:spPr>
        <p:txBody>
          <a:bodyPr anchor="ctr">
            <a:noAutofit/>
          </a:bodyPr>
          <a:lstStyle/>
          <a:p>
            <a:pPr algn="ctr">
              <a:defRPr sz="3938" b="1">
                <a:solidFill>
                  <a:srgbClr val="1D4ED8"/>
                </a:solidFill>
                <a:latin typeface="Arial"/>
                <a:ea typeface="Arial"/>
                <a:cs typeface="Arial"/>
              </a:defRPr>
            </a:pPr>
            <a:r>
              <a:rPr sz="3938" b="1">
                <a:solidFill>
                  <a:srgbClr val="1D4ED8"/>
                </a:solidFill>
                <a:latin typeface="Arial"/>
                <a:ea typeface="Arial"/>
                <a:cs typeface="Arial"/>
              </a:rPr>
              <a:t>7</a:t>
            </a:r>
          </a:p>
        </p:txBody>
      </p:sp>
      <p:sp>
        <p:nvSpPr>
          <p:cNvPr id="11" name="object-11">
            <a:extLst>
              <a:ext uri="{FF2B5EF4-FFF2-40B4-BE49-F238E27FC236}">
                <a16:creationId xmlns:a16="http://schemas.microsoft.com/office/drawing/2014/main" id="{9006CDC3-C4CD-4B53-8399-3A7D5CDBA639}"/>
              </a:ext>
            </a:extLst>
          </p:cNvPr>
          <p:cNvSpPr>
            <a:spLocks noGrp="1"/>
          </p:cNvSpPr>
          <p:nvPr/>
        </p:nvSpPr>
        <p:spPr>
          <a:xfrm>
            <a:off x="5834063" y="3690938"/>
            <a:ext cx="714375" cy="714375"/>
          </a:xfrm>
          <a:prstGeom prst="rect">
            <a:avLst/>
          </a:prstGeom>
          <a:noFill/>
          <a:ln w="0">
            <a:noFill/>
          </a:ln>
        </p:spPr>
        <p:txBody>
          <a:bodyPr anchor="ctr">
            <a:noAutofit/>
          </a:bodyPr>
          <a:lstStyle/>
          <a:p>
            <a:pPr algn="l">
              <a:defRPr sz="3938" b="0">
                <a:solidFill>
                  <a:srgbClr val="172B4D"/>
                </a:solidFill>
                <a:latin typeface="Arial"/>
                <a:ea typeface="Arial"/>
                <a:cs typeface="Arial"/>
              </a:defRPr>
            </a:pPr>
            <a:r>
              <a:rPr sz="3938" b="0">
                <a:solidFill>
                  <a:srgbClr val="172B4D"/>
                </a:solidFill>
                <a:latin typeface="Arial"/>
                <a:ea typeface="Arial"/>
                <a:cs typeface="Arial"/>
              </a:rPr>
              <a:t>×</a:t>
            </a:r>
          </a:p>
        </p:txBody>
      </p:sp>
      <p:sp>
        <p:nvSpPr>
          <p:cNvPr id="12" name="object-12">
            <a:extLst>
              <a:ext uri="{FF2B5EF4-FFF2-40B4-BE49-F238E27FC236}">
                <a16:creationId xmlns:a16="http://schemas.microsoft.com/office/drawing/2014/main" id="{1734FCFF-65F8-4E3E-9755-28D58428EDB1}"/>
              </a:ext>
            </a:extLst>
          </p:cNvPr>
          <p:cNvSpPr>
            <a:spLocks noGrp="1"/>
          </p:cNvSpPr>
          <p:nvPr/>
        </p:nvSpPr>
        <p:spPr>
          <a:xfrm>
            <a:off x="9120188" y="3690938"/>
            <a:ext cx="1619250" cy="714375"/>
          </a:xfrm>
          <a:prstGeom prst="rect">
            <a:avLst/>
          </a:prstGeom>
          <a:noFill/>
          <a:ln w="0">
            <a:noFill/>
          </a:ln>
        </p:spPr>
        <p:txBody>
          <a:bodyPr anchor="ctr">
            <a:noAutofit/>
          </a:bodyPr>
          <a:lstStyle/>
          <a:p>
            <a:pPr algn="r">
              <a:defRPr sz="3938" b="1">
                <a:solidFill>
                  <a:srgbClr val="1D4ED8"/>
                </a:solidFill>
                <a:latin typeface="Arial"/>
                <a:ea typeface="Arial"/>
                <a:cs typeface="Arial"/>
              </a:defRPr>
            </a:pPr>
            <a:r>
              <a:rPr sz="3938" b="1">
                <a:solidFill>
                  <a:srgbClr val="1D4ED8"/>
                </a:solidFill>
                <a:latin typeface="Arial"/>
                <a:ea typeface="Arial"/>
                <a:cs typeface="Arial"/>
              </a:rPr>
              <a:t>27</a:t>
            </a:r>
          </a:p>
        </p:txBody>
      </p:sp>
      <p:sp>
        <p:nvSpPr>
          <p:cNvPr id="13" name="object-13">
            <a:extLst>
              <a:ext uri="{FF2B5EF4-FFF2-40B4-BE49-F238E27FC236}">
                <a16:creationId xmlns:a16="http://schemas.microsoft.com/office/drawing/2014/main" id="{A2874219-9DC9-4402-92C1-33CB18E08015}"/>
              </a:ext>
            </a:extLst>
          </p:cNvPr>
          <p:cNvSpPr>
            <a:spLocks noGrp="1"/>
          </p:cNvSpPr>
          <p:nvPr/>
        </p:nvSpPr>
        <p:spPr>
          <a:xfrm>
            <a:off x="6369844" y="4464844"/>
            <a:ext cx="4583906" cy="35719"/>
          </a:xfrm>
          <a:prstGeom prst="rect">
            <a:avLst/>
          </a:prstGeom>
          <a:solidFill>
            <a:srgbClr val="172B4D"/>
          </a:solidFill>
          <a:ln w="0">
            <a:noFill/>
          </a:ln>
        </p:spPr>
      </p:sp>
      <p:sp>
        <p:nvSpPr>
          <p:cNvPr id="14" name="object-14">
            <a:extLst>
              <a:ext uri="{FF2B5EF4-FFF2-40B4-BE49-F238E27FC236}">
                <a16:creationId xmlns:a16="http://schemas.microsoft.com/office/drawing/2014/main" id="{CCA14FBB-D9B7-42F5-9C26-5E72C7B4AC89}"/>
              </a:ext>
            </a:extLst>
          </p:cNvPr>
          <p:cNvSpPr>
            <a:spLocks noGrp="1"/>
          </p:cNvSpPr>
          <p:nvPr/>
        </p:nvSpPr>
        <p:spPr>
          <a:xfrm>
            <a:off x="1012031" y="6738938"/>
            <a:ext cx="13215938" cy="559594"/>
          </a:xfrm>
          <a:prstGeom prst="rect">
            <a:avLst/>
          </a:prstGeom>
          <a:noFill/>
          <a:ln w="0">
            <a:noFill/>
          </a:ln>
        </p:spPr>
        <p:txBody>
          <a:bodyPr anchor="ctr">
            <a:noAutofit/>
          </a:bodyPr>
          <a:lstStyle/>
          <a:p>
            <a:pPr algn="ctr">
              <a:defRPr sz="2813" b="1">
                <a:solidFill>
                  <a:srgbClr val="172B4D"/>
                </a:solidFill>
                <a:latin typeface="Arial"/>
                <a:ea typeface="Arial"/>
                <a:cs typeface="Arial"/>
              </a:defRPr>
            </a:pPr>
            <a:r>
              <a:rPr sz="2813" b="1">
                <a:solidFill>
                  <a:srgbClr val="172B4D"/>
                </a:solidFill>
                <a:latin typeface="Arial"/>
                <a:ea typeface="Arial"/>
                <a:cs typeface="Arial"/>
              </a:rPr>
              <a:t>7 × 7 = 49</a:t>
            </a:r>
          </a:p>
        </p:txBody>
      </p:sp>
      <p:sp>
        <p:nvSpPr>
          <p:cNvPr id="15" name="object-15">
            <a:extLst>
              <a:ext uri="{FF2B5EF4-FFF2-40B4-BE49-F238E27FC236}">
                <a16:creationId xmlns:a16="http://schemas.microsoft.com/office/drawing/2014/main" id="{E4B29739-F431-4A64-B1B6-AA6F57C06E39}"/>
              </a:ext>
            </a:extLst>
          </p:cNvPr>
          <p:cNvSpPr>
            <a:spLocks noGrp="1"/>
          </p:cNvSpPr>
          <p:nvPr/>
        </p:nvSpPr>
        <p:spPr>
          <a:xfrm>
            <a:off x="9977438" y="4655344"/>
            <a:ext cx="762000" cy="773906"/>
          </a:xfrm>
          <a:prstGeom prst="rect">
            <a:avLst/>
          </a:prstGeom>
          <a:noFill/>
          <a:ln w="0">
            <a:noFill/>
          </a:ln>
        </p:spPr>
        <p:txBody>
          <a:bodyPr anchor="ctr">
            <a:noAutofit/>
          </a:bodyPr>
          <a:lstStyle/>
          <a:p>
            <a:pPr algn="ctr">
              <a:defRPr sz="4031" b="1">
                <a:solidFill>
                  <a:srgbClr val="11745A"/>
                </a:solidFill>
                <a:latin typeface="Arial"/>
                <a:ea typeface="Arial"/>
                <a:cs typeface="Arial"/>
              </a:defRPr>
            </a:pPr>
            <a:r>
              <a:rPr sz="4031" b="1">
                <a:solidFill>
                  <a:srgbClr val="11745A"/>
                </a:solidFill>
                <a:latin typeface="Arial"/>
                <a:ea typeface="Arial"/>
                <a:cs typeface="Arial"/>
              </a:rPr>
              <a:t>9</a:t>
            </a:r>
          </a:p>
        </p:txBody>
      </p:sp>
      <p:sp>
        <p:nvSpPr>
          <p:cNvPr id="16" name="object-16">
            <a:extLst>
              <a:ext uri="{FF2B5EF4-FFF2-40B4-BE49-F238E27FC236}">
                <a16:creationId xmlns:a16="http://schemas.microsoft.com/office/drawing/2014/main" id="{F24A285F-53B7-4804-BC8A-115B59BC4E3F}"/>
              </a:ext>
            </a:extLst>
          </p:cNvPr>
          <p:cNvSpPr>
            <a:spLocks noGrp="1"/>
          </p:cNvSpPr>
          <p:nvPr/>
        </p:nvSpPr>
        <p:spPr>
          <a:xfrm>
            <a:off x="9977438" y="2262188"/>
            <a:ext cx="762000" cy="476250"/>
          </a:xfrm>
          <a:prstGeom prst="rect">
            <a:avLst/>
          </a:prstGeom>
          <a:noFill/>
          <a:ln w="0">
            <a:noFill/>
          </a:ln>
        </p:spPr>
        <p:txBody>
          <a:bodyPr anchor="ctr">
            <a:noAutofit/>
          </a:bodyPr>
          <a:lstStyle/>
          <a:p>
            <a:pPr algn="ctr">
              <a:defRPr sz="2344" b="1">
                <a:solidFill>
                  <a:srgbClr val="9A5800"/>
                </a:solidFill>
                <a:latin typeface="Arial"/>
                <a:ea typeface="Arial"/>
                <a:cs typeface="Arial"/>
              </a:defRPr>
            </a:pPr>
            <a:r>
              <a:rPr sz="2344" b="1">
                <a:solidFill>
                  <a:srgbClr val="9A5800"/>
                </a:solidFill>
                <a:latin typeface="Arial"/>
                <a:ea typeface="Arial"/>
                <a:cs typeface="Arial"/>
              </a:rPr>
              <a:t>4</a:t>
            </a:r>
          </a:p>
        </p:txBody>
      </p:sp>
      <p:sp>
        <p:nvSpPr>
          <p:cNvPr id="17" name="object-17">
            <a:extLst>
              <a:ext uri="{FF2B5EF4-FFF2-40B4-BE49-F238E27FC236}">
                <a16:creationId xmlns:a16="http://schemas.microsoft.com/office/drawing/2014/main" id="{C7BAC9DA-C2ED-4A33-9F0A-7C16D81451AB}"/>
              </a:ext>
            </a:extLst>
          </p:cNvPr>
          <p:cNvSpPr>
            <a:spLocks noGrp="1"/>
          </p:cNvSpPr>
          <p:nvPr/>
        </p:nvSpPr>
        <p:spPr>
          <a:xfrm>
            <a:off x="1012031" y="6738938"/>
            <a:ext cx="13215938" cy="559594"/>
          </a:xfrm>
          <a:prstGeom prst="rect">
            <a:avLst/>
          </a:prstGeom>
          <a:noFill/>
          <a:ln w="0">
            <a:noFill/>
          </a:ln>
        </p:spPr>
        <p:txBody>
          <a:bodyPr anchor="ctr">
            <a:noAutofit/>
          </a:bodyPr>
          <a:lstStyle/>
          <a:p>
            <a:pPr algn="ctr">
              <a:defRPr sz="2813" b="1">
                <a:solidFill>
                  <a:srgbClr val="172B4D"/>
                </a:solidFill>
                <a:latin typeface="Arial"/>
                <a:ea typeface="Arial"/>
                <a:cs typeface="Arial"/>
              </a:defRPr>
            </a:pPr>
            <a:r>
              <a:rPr sz="2813" b="1">
                <a:solidFill>
                  <a:srgbClr val="172B4D"/>
                </a:solidFill>
                <a:latin typeface="Arial"/>
                <a:ea typeface="Arial"/>
                <a:cs typeface="Arial"/>
              </a:rPr>
              <a:t>7 × 3 + 4 = 25</a:t>
            </a:r>
          </a:p>
        </p:txBody>
      </p:sp>
      <p:sp>
        <p:nvSpPr>
          <p:cNvPr id="18" name="object-18">
            <a:extLst>
              <a:ext uri="{FF2B5EF4-FFF2-40B4-BE49-F238E27FC236}">
                <a16:creationId xmlns:a16="http://schemas.microsoft.com/office/drawing/2014/main" id="{7C2CDC6A-8542-4E8C-9874-7229C614B7AD}"/>
              </a:ext>
            </a:extLst>
          </p:cNvPr>
          <p:cNvSpPr>
            <a:spLocks noGrp="1"/>
          </p:cNvSpPr>
          <p:nvPr/>
        </p:nvSpPr>
        <p:spPr>
          <a:xfrm>
            <a:off x="9120188" y="4655344"/>
            <a:ext cx="762000" cy="773906"/>
          </a:xfrm>
          <a:prstGeom prst="rect">
            <a:avLst/>
          </a:prstGeom>
          <a:noFill/>
          <a:ln w="0">
            <a:noFill/>
          </a:ln>
        </p:spPr>
        <p:txBody>
          <a:bodyPr anchor="ctr">
            <a:noAutofit/>
          </a:bodyPr>
          <a:lstStyle/>
          <a:p>
            <a:pPr algn="ctr">
              <a:defRPr sz="4031" b="1">
                <a:solidFill>
                  <a:srgbClr val="11745A"/>
                </a:solidFill>
                <a:latin typeface="Arial"/>
                <a:ea typeface="Arial"/>
                <a:cs typeface="Arial"/>
              </a:defRPr>
            </a:pPr>
            <a:r>
              <a:rPr sz="4031" b="1">
                <a:solidFill>
                  <a:srgbClr val="11745A"/>
                </a:solidFill>
                <a:latin typeface="Arial"/>
                <a:ea typeface="Arial"/>
                <a:cs typeface="Arial"/>
              </a:rPr>
              <a:t>5</a:t>
            </a:r>
          </a:p>
        </p:txBody>
      </p:sp>
      <p:sp>
        <p:nvSpPr>
          <p:cNvPr id="19" name="object-19">
            <a:extLst>
              <a:ext uri="{FF2B5EF4-FFF2-40B4-BE49-F238E27FC236}">
                <a16:creationId xmlns:a16="http://schemas.microsoft.com/office/drawing/2014/main" id="{30E47C05-BEA3-4D84-AE4C-843D4F4F09E6}"/>
              </a:ext>
            </a:extLst>
          </p:cNvPr>
          <p:cNvSpPr>
            <a:spLocks noGrp="1"/>
          </p:cNvSpPr>
          <p:nvPr/>
        </p:nvSpPr>
        <p:spPr>
          <a:xfrm>
            <a:off x="9120188" y="2262188"/>
            <a:ext cx="762000" cy="476250"/>
          </a:xfrm>
          <a:prstGeom prst="rect">
            <a:avLst/>
          </a:prstGeom>
          <a:noFill/>
          <a:ln w="0">
            <a:noFill/>
          </a:ln>
        </p:spPr>
        <p:txBody>
          <a:bodyPr anchor="ctr">
            <a:noAutofit/>
          </a:bodyPr>
          <a:lstStyle/>
          <a:p>
            <a:pPr algn="ctr">
              <a:defRPr sz="2344" b="1">
                <a:solidFill>
                  <a:srgbClr val="9A5800"/>
                </a:solidFill>
                <a:latin typeface="Arial"/>
                <a:ea typeface="Arial"/>
                <a:cs typeface="Arial"/>
              </a:defRPr>
            </a:pPr>
            <a:r>
              <a:rPr sz="2344" b="1">
                <a:solidFill>
                  <a:srgbClr val="9A5800"/>
                </a:solidFill>
                <a:latin typeface="Arial"/>
                <a:ea typeface="Arial"/>
                <a:cs typeface="Arial"/>
              </a:rPr>
              <a:t>2</a:t>
            </a:r>
          </a:p>
        </p:txBody>
      </p:sp>
      <p:sp>
        <p:nvSpPr>
          <p:cNvPr id="20" name="object-20">
            <a:extLst>
              <a:ext uri="{FF2B5EF4-FFF2-40B4-BE49-F238E27FC236}">
                <a16:creationId xmlns:a16="http://schemas.microsoft.com/office/drawing/2014/main" id="{4BD23B0B-051A-4E2C-B5BE-A2DA7092668D}"/>
              </a:ext>
            </a:extLst>
          </p:cNvPr>
          <p:cNvSpPr>
            <a:spLocks noGrp="1"/>
          </p:cNvSpPr>
          <p:nvPr/>
        </p:nvSpPr>
        <p:spPr>
          <a:xfrm>
            <a:off x="1012031" y="6738938"/>
            <a:ext cx="13215938" cy="559594"/>
          </a:xfrm>
          <a:prstGeom prst="rect">
            <a:avLst/>
          </a:prstGeom>
          <a:noFill/>
          <a:ln w="0">
            <a:noFill/>
          </a:ln>
        </p:spPr>
        <p:txBody>
          <a:bodyPr anchor="ctr">
            <a:noAutofit/>
          </a:bodyPr>
          <a:lstStyle/>
          <a:p>
            <a:pPr algn="ctr">
              <a:defRPr sz="2813" b="1">
                <a:solidFill>
                  <a:srgbClr val="172B4D"/>
                </a:solidFill>
                <a:latin typeface="Arial"/>
                <a:ea typeface="Arial"/>
                <a:cs typeface="Arial"/>
              </a:defRPr>
            </a:pPr>
            <a:r>
              <a:rPr sz="2813" b="1">
                <a:solidFill>
                  <a:srgbClr val="172B4D"/>
                </a:solidFill>
                <a:latin typeface="Arial"/>
                <a:ea typeface="Arial"/>
                <a:cs typeface="Arial"/>
              </a:rPr>
              <a:t>7 × 3 + 2 = 23</a:t>
            </a:r>
          </a:p>
        </p:txBody>
      </p:sp>
      <p:sp>
        <p:nvSpPr>
          <p:cNvPr id="21" name="object-21">
            <a:extLst>
              <a:ext uri="{FF2B5EF4-FFF2-40B4-BE49-F238E27FC236}">
                <a16:creationId xmlns:a16="http://schemas.microsoft.com/office/drawing/2014/main" id="{EB643E36-2814-49C1-82F8-BC1ACC505A36}"/>
              </a:ext>
            </a:extLst>
          </p:cNvPr>
          <p:cNvSpPr>
            <a:spLocks noGrp="1"/>
          </p:cNvSpPr>
          <p:nvPr/>
        </p:nvSpPr>
        <p:spPr>
          <a:xfrm>
            <a:off x="8262938" y="4655344"/>
            <a:ext cx="762000" cy="773906"/>
          </a:xfrm>
          <a:prstGeom prst="rect">
            <a:avLst/>
          </a:prstGeom>
          <a:noFill/>
          <a:ln w="0">
            <a:noFill/>
          </a:ln>
        </p:spPr>
        <p:txBody>
          <a:bodyPr anchor="ctr">
            <a:noAutofit/>
          </a:bodyPr>
          <a:lstStyle/>
          <a:p>
            <a:pPr algn="ctr">
              <a:defRPr sz="4031" b="1">
                <a:solidFill>
                  <a:srgbClr val="11745A"/>
                </a:solidFill>
                <a:latin typeface="Arial"/>
                <a:ea typeface="Arial"/>
                <a:cs typeface="Arial"/>
              </a:defRPr>
            </a:pPr>
            <a:r>
              <a:rPr sz="4031" b="1">
                <a:solidFill>
                  <a:srgbClr val="11745A"/>
                </a:solidFill>
                <a:latin typeface="Arial"/>
                <a:ea typeface="Arial"/>
                <a:cs typeface="Arial"/>
              </a:rPr>
              <a:t>3</a:t>
            </a:r>
          </a:p>
        </p:txBody>
      </p:sp>
      <p:sp>
        <p:nvSpPr>
          <p:cNvPr id="22" name="object-22">
            <a:extLst>
              <a:ext uri="{FF2B5EF4-FFF2-40B4-BE49-F238E27FC236}">
                <a16:creationId xmlns:a16="http://schemas.microsoft.com/office/drawing/2014/main" id="{73F6771E-44AC-4698-B029-AB83A31D59A6}"/>
              </a:ext>
            </a:extLst>
          </p:cNvPr>
          <p:cNvSpPr>
            <a:spLocks noGrp="1"/>
          </p:cNvSpPr>
          <p:nvPr/>
        </p:nvSpPr>
        <p:spPr>
          <a:xfrm>
            <a:off x="8262938" y="2262188"/>
            <a:ext cx="762000" cy="476250"/>
          </a:xfrm>
          <a:prstGeom prst="rect">
            <a:avLst/>
          </a:prstGeom>
          <a:noFill/>
          <a:ln w="0">
            <a:noFill/>
          </a:ln>
        </p:spPr>
        <p:txBody>
          <a:bodyPr anchor="ctr">
            <a:noAutofit/>
          </a:bodyPr>
          <a:lstStyle/>
          <a:p>
            <a:pPr algn="ctr">
              <a:defRPr sz="2344" b="1">
                <a:solidFill>
                  <a:srgbClr val="9A5800"/>
                </a:solidFill>
                <a:latin typeface="Arial"/>
                <a:ea typeface="Arial"/>
                <a:cs typeface="Arial"/>
              </a:defRPr>
            </a:pPr>
            <a:r>
              <a:rPr sz="2344" b="1">
                <a:solidFill>
                  <a:srgbClr val="9A5800"/>
                </a:solidFill>
                <a:latin typeface="Arial"/>
                <a:ea typeface="Arial"/>
                <a:cs typeface="Arial"/>
              </a:rPr>
              <a:t>2</a:t>
            </a:r>
          </a:p>
        </p:txBody>
      </p:sp>
      <p:sp>
        <p:nvSpPr>
          <p:cNvPr id="23" name="object-23">
            <a:extLst>
              <a:ext uri="{FF2B5EF4-FFF2-40B4-BE49-F238E27FC236}">
                <a16:creationId xmlns:a16="http://schemas.microsoft.com/office/drawing/2014/main" id="{2D59C6F5-6CE3-4517-91BE-6F82361F5CA5}"/>
              </a:ext>
            </a:extLst>
          </p:cNvPr>
          <p:cNvSpPr>
            <a:spLocks noGrp="1"/>
          </p:cNvSpPr>
          <p:nvPr/>
        </p:nvSpPr>
        <p:spPr>
          <a:xfrm>
            <a:off x="1012031" y="6738938"/>
            <a:ext cx="13215938" cy="559594"/>
          </a:xfrm>
          <a:prstGeom prst="rect">
            <a:avLst/>
          </a:prstGeom>
          <a:noFill/>
          <a:ln w="0">
            <a:noFill/>
          </a:ln>
        </p:spPr>
        <p:txBody>
          <a:bodyPr anchor="ctr">
            <a:noAutofit/>
          </a:bodyPr>
          <a:lstStyle/>
          <a:p>
            <a:pPr algn="ctr">
              <a:defRPr sz="2813" b="1">
                <a:solidFill>
                  <a:srgbClr val="172B4D"/>
                </a:solidFill>
                <a:latin typeface="Arial"/>
                <a:ea typeface="Arial"/>
                <a:cs typeface="Arial"/>
              </a:defRPr>
            </a:pPr>
            <a:r>
              <a:rPr sz="2813" b="1">
                <a:solidFill>
                  <a:srgbClr val="172B4D"/>
                </a:solidFill>
                <a:latin typeface="Arial"/>
                <a:ea typeface="Arial"/>
                <a:cs typeface="Arial"/>
              </a:rPr>
              <a:t>7 × 2 + 2 = 16</a:t>
            </a:r>
          </a:p>
        </p:txBody>
      </p:sp>
      <p:sp>
        <p:nvSpPr>
          <p:cNvPr id="24" name="object-24">
            <a:extLst>
              <a:ext uri="{FF2B5EF4-FFF2-40B4-BE49-F238E27FC236}">
                <a16:creationId xmlns:a16="http://schemas.microsoft.com/office/drawing/2014/main" id="{13DAB503-AC14-4EF8-B6F7-5F961DA60478}"/>
              </a:ext>
            </a:extLst>
          </p:cNvPr>
          <p:cNvSpPr>
            <a:spLocks noGrp="1"/>
          </p:cNvSpPr>
          <p:nvPr/>
        </p:nvSpPr>
        <p:spPr>
          <a:xfrm>
            <a:off x="6548438" y="4655344"/>
            <a:ext cx="762000" cy="773906"/>
          </a:xfrm>
          <a:prstGeom prst="rect">
            <a:avLst/>
          </a:prstGeom>
          <a:noFill/>
          <a:ln w="0">
            <a:noFill/>
          </a:ln>
        </p:spPr>
        <p:txBody>
          <a:bodyPr anchor="ctr">
            <a:noAutofit/>
          </a:bodyPr>
          <a:lstStyle/>
          <a:p>
            <a:pPr algn="ctr">
              <a:defRPr sz="4031" b="1">
                <a:solidFill>
                  <a:srgbClr val="11745A"/>
                </a:solidFill>
                <a:latin typeface="Arial"/>
                <a:ea typeface="Arial"/>
                <a:cs typeface="Arial"/>
              </a:defRPr>
            </a:pPr>
            <a:r>
              <a:rPr sz="4031" b="1">
                <a:solidFill>
                  <a:srgbClr val="11745A"/>
                </a:solidFill>
                <a:latin typeface="Arial"/>
                <a:ea typeface="Arial"/>
                <a:cs typeface="Arial"/>
              </a:rPr>
              <a:t>1</a:t>
            </a:r>
          </a:p>
        </p:txBody>
      </p:sp>
      <p:sp>
        <p:nvSpPr>
          <p:cNvPr id="25" name="object-25">
            <a:extLst>
              <a:ext uri="{FF2B5EF4-FFF2-40B4-BE49-F238E27FC236}">
                <a16:creationId xmlns:a16="http://schemas.microsoft.com/office/drawing/2014/main" id="{B8912675-42A8-4AE2-8C21-3D52D2C523A9}"/>
              </a:ext>
            </a:extLst>
          </p:cNvPr>
          <p:cNvSpPr>
            <a:spLocks noGrp="1"/>
          </p:cNvSpPr>
          <p:nvPr/>
        </p:nvSpPr>
        <p:spPr>
          <a:xfrm>
            <a:off x="7405688" y="4655344"/>
            <a:ext cx="762000" cy="773906"/>
          </a:xfrm>
          <a:prstGeom prst="rect">
            <a:avLst/>
          </a:prstGeom>
          <a:noFill/>
          <a:ln w="0">
            <a:noFill/>
          </a:ln>
        </p:spPr>
        <p:txBody>
          <a:bodyPr anchor="ctr">
            <a:noAutofit/>
          </a:bodyPr>
          <a:lstStyle/>
          <a:p>
            <a:pPr algn="ctr">
              <a:defRPr sz="4031" b="1">
                <a:solidFill>
                  <a:srgbClr val="11745A"/>
                </a:solidFill>
                <a:latin typeface="Arial"/>
                <a:ea typeface="Arial"/>
                <a:cs typeface="Arial"/>
              </a:defRPr>
            </a:pPr>
            <a:r>
              <a:rPr sz="4031" b="1">
                <a:solidFill>
                  <a:srgbClr val="11745A"/>
                </a:solidFill>
                <a:latin typeface="Arial"/>
                <a:ea typeface="Arial"/>
                <a:cs typeface="Arial"/>
              </a:rPr>
              <a:t>6</a:t>
            </a:r>
          </a:p>
        </p:txBody>
      </p:sp>
      <p:sp>
        <p:nvSpPr>
          <p:cNvPr id="26" name="object-26">
            <a:extLst>
              <a:ext uri="{FF2B5EF4-FFF2-40B4-BE49-F238E27FC236}">
                <a16:creationId xmlns:a16="http://schemas.microsoft.com/office/drawing/2014/main" id="{EBE3EF82-6DFF-4B6A-861A-45CB9AE4FDAC}"/>
              </a:ext>
            </a:extLst>
          </p:cNvPr>
          <p:cNvSpPr>
            <a:spLocks noGrp="1"/>
          </p:cNvSpPr>
          <p:nvPr/>
        </p:nvSpPr>
        <p:spPr>
          <a:xfrm>
            <a:off x="9977438" y="5607844"/>
            <a:ext cx="762000" cy="773906"/>
          </a:xfrm>
          <a:prstGeom prst="rect">
            <a:avLst/>
          </a:prstGeom>
          <a:noFill/>
          <a:ln w="0">
            <a:noFill/>
          </a:ln>
        </p:spPr>
        <p:txBody>
          <a:bodyPr anchor="ctr">
            <a:noAutofit/>
          </a:bodyPr>
          <a:lstStyle/>
          <a:p>
            <a:pPr algn="ctr">
              <a:defRPr sz="4219" b="1">
                <a:solidFill>
                  <a:srgbClr val="9A5800"/>
                </a:solidFill>
                <a:latin typeface="Arial"/>
                <a:ea typeface="Arial"/>
                <a:cs typeface="Arial"/>
              </a:defRPr>
            </a:pPr>
            <a:r>
              <a:rPr sz="4219" b="1">
                <a:solidFill>
                  <a:srgbClr val="9A5800"/>
                </a:solidFill>
                <a:latin typeface="Arial"/>
                <a:ea typeface="Arial"/>
                <a:cs typeface="Arial"/>
              </a:rPr>
              <a:t>0</a:t>
            </a:r>
          </a:p>
        </p:txBody>
      </p:sp>
      <p:sp>
        <p:nvSpPr>
          <p:cNvPr id="27" name="object-27">
            <a:extLst>
              <a:ext uri="{FF2B5EF4-FFF2-40B4-BE49-F238E27FC236}">
                <a16:creationId xmlns:a16="http://schemas.microsoft.com/office/drawing/2014/main" id="{13257863-7985-4702-82C5-3646FD71A17A}"/>
              </a:ext>
            </a:extLst>
          </p:cNvPr>
          <p:cNvSpPr>
            <a:spLocks noGrp="1"/>
          </p:cNvSpPr>
          <p:nvPr/>
        </p:nvSpPr>
        <p:spPr>
          <a:xfrm>
            <a:off x="1012031" y="6738938"/>
            <a:ext cx="13215938" cy="559594"/>
          </a:xfrm>
          <a:prstGeom prst="rect">
            <a:avLst/>
          </a:prstGeom>
          <a:noFill/>
          <a:ln w="0">
            <a:noFill/>
          </a:ln>
        </p:spPr>
        <p:txBody>
          <a:bodyPr anchor="ctr">
            <a:noAutofit/>
          </a:bodyPr>
          <a:lstStyle/>
          <a:p>
            <a:pPr algn="ctr">
              <a:defRPr sz="2813" b="1">
                <a:solidFill>
                  <a:srgbClr val="172B4D"/>
                </a:solidFill>
                <a:latin typeface="Arial"/>
                <a:ea typeface="Arial"/>
                <a:cs typeface="Arial"/>
              </a:defRPr>
            </a:pPr>
            <a:r>
              <a:rPr sz="2813" b="1">
                <a:solidFill>
                  <a:srgbClr val="172B4D"/>
                </a:solidFill>
                <a:latin typeface="Arial"/>
                <a:ea typeface="Arial"/>
                <a:cs typeface="Arial"/>
              </a:rPr>
              <a:t>2 × 7 = 14</a:t>
            </a:r>
          </a:p>
        </p:txBody>
      </p:sp>
      <p:sp>
        <p:nvSpPr>
          <p:cNvPr id="28" name="object-28">
            <a:extLst>
              <a:ext uri="{FF2B5EF4-FFF2-40B4-BE49-F238E27FC236}">
                <a16:creationId xmlns:a16="http://schemas.microsoft.com/office/drawing/2014/main" id="{1319AF4C-7897-4E79-B372-4F0AEF4DF619}"/>
              </a:ext>
            </a:extLst>
          </p:cNvPr>
          <p:cNvSpPr>
            <a:spLocks noGrp="1"/>
          </p:cNvSpPr>
          <p:nvPr/>
        </p:nvSpPr>
        <p:spPr>
          <a:xfrm>
            <a:off x="9120188" y="5607844"/>
            <a:ext cx="762000" cy="773906"/>
          </a:xfrm>
          <a:prstGeom prst="rect">
            <a:avLst/>
          </a:prstGeom>
          <a:noFill/>
          <a:ln w="0">
            <a:noFill/>
          </a:ln>
        </p:spPr>
        <p:txBody>
          <a:bodyPr anchor="ctr">
            <a:noAutofit/>
          </a:bodyPr>
          <a:lstStyle/>
          <a:p>
            <a:pPr algn="ctr">
              <a:defRPr sz="4031" b="1">
                <a:solidFill>
                  <a:srgbClr val="11745A"/>
                </a:solidFill>
                <a:latin typeface="Arial"/>
                <a:ea typeface="Arial"/>
                <a:cs typeface="Arial"/>
              </a:defRPr>
            </a:pPr>
            <a:r>
              <a:rPr sz="4031" b="1">
                <a:solidFill>
                  <a:srgbClr val="11745A"/>
                </a:solidFill>
                <a:latin typeface="Arial"/>
                <a:ea typeface="Arial"/>
                <a:cs typeface="Arial"/>
              </a:rPr>
              <a:t>4</a:t>
            </a:r>
          </a:p>
        </p:txBody>
      </p:sp>
      <p:sp>
        <p:nvSpPr>
          <p:cNvPr id="29" name="object-29">
            <a:extLst>
              <a:ext uri="{FF2B5EF4-FFF2-40B4-BE49-F238E27FC236}">
                <a16:creationId xmlns:a16="http://schemas.microsoft.com/office/drawing/2014/main" id="{A35BAD26-73D5-48E8-9FB1-A06E343082CF}"/>
              </a:ext>
            </a:extLst>
          </p:cNvPr>
          <p:cNvSpPr>
            <a:spLocks noGrp="1"/>
          </p:cNvSpPr>
          <p:nvPr/>
        </p:nvSpPr>
        <p:spPr>
          <a:xfrm>
            <a:off x="9977438" y="2262188"/>
            <a:ext cx="762000" cy="476250"/>
          </a:xfrm>
          <a:prstGeom prst="rect">
            <a:avLst/>
          </a:prstGeom>
          <a:noFill/>
          <a:ln w="0">
            <a:noFill/>
          </a:ln>
        </p:spPr>
        <p:txBody>
          <a:bodyPr anchor="ctr">
            <a:noAutofit/>
          </a:bodyPr>
          <a:lstStyle/>
          <a:p>
            <a:pPr algn="ctr">
              <a:defRPr sz="2344" b="1">
                <a:solidFill>
                  <a:srgbClr val="9A5800"/>
                </a:solidFill>
                <a:latin typeface="Arial"/>
                <a:ea typeface="Arial"/>
                <a:cs typeface="Arial"/>
              </a:defRPr>
            </a:pPr>
            <a:r>
              <a:rPr sz="2344" b="1">
                <a:solidFill>
                  <a:srgbClr val="9A5800"/>
                </a:solidFill>
                <a:latin typeface="Arial"/>
                <a:ea typeface="Arial"/>
                <a:cs typeface="Arial"/>
              </a:rPr>
              <a:t>1</a:t>
            </a:r>
          </a:p>
        </p:txBody>
      </p:sp>
      <p:sp>
        <p:nvSpPr>
          <p:cNvPr id="30" name="object-30">
            <a:extLst>
              <a:ext uri="{FF2B5EF4-FFF2-40B4-BE49-F238E27FC236}">
                <a16:creationId xmlns:a16="http://schemas.microsoft.com/office/drawing/2014/main" id="{65FE1134-51A7-47E0-955F-7DFDC6EB9BB4}"/>
              </a:ext>
            </a:extLst>
          </p:cNvPr>
          <p:cNvSpPr>
            <a:spLocks noGrp="1"/>
          </p:cNvSpPr>
          <p:nvPr/>
        </p:nvSpPr>
        <p:spPr>
          <a:xfrm>
            <a:off x="1012031" y="6738938"/>
            <a:ext cx="13215938" cy="559594"/>
          </a:xfrm>
          <a:prstGeom prst="rect">
            <a:avLst/>
          </a:prstGeom>
          <a:noFill/>
          <a:ln w="0">
            <a:noFill/>
          </a:ln>
        </p:spPr>
        <p:txBody>
          <a:bodyPr anchor="ctr">
            <a:noAutofit/>
          </a:bodyPr>
          <a:lstStyle/>
          <a:p>
            <a:pPr algn="ctr">
              <a:defRPr sz="2813" b="1">
                <a:solidFill>
                  <a:srgbClr val="172B4D"/>
                </a:solidFill>
                <a:latin typeface="Arial"/>
                <a:ea typeface="Arial"/>
                <a:cs typeface="Arial"/>
              </a:defRPr>
            </a:pPr>
            <a:r>
              <a:rPr sz="2813" b="1">
                <a:solidFill>
                  <a:srgbClr val="172B4D"/>
                </a:solidFill>
                <a:latin typeface="Arial"/>
                <a:ea typeface="Arial"/>
                <a:cs typeface="Arial"/>
              </a:rPr>
              <a:t>2 × 3 + 1 = 7</a:t>
            </a:r>
          </a:p>
        </p:txBody>
      </p:sp>
      <p:sp>
        <p:nvSpPr>
          <p:cNvPr id="31" name="object-31">
            <a:extLst>
              <a:ext uri="{FF2B5EF4-FFF2-40B4-BE49-F238E27FC236}">
                <a16:creationId xmlns:a16="http://schemas.microsoft.com/office/drawing/2014/main" id="{E00E30D6-DFB8-459E-A445-FB463B24D025}"/>
              </a:ext>
            </a:extLst>
          </p:cNvPr>
          <p:cNvSpPr>
            <a:spLocks noGrp="1"/>
          </p:cNvSpPr>
          <p:nvPr/>
        </p:nvSpPr>
        <p:spPr>
          <a:xfrm>
            <a:off x="8262938" y="5607844"/>
            <a:ext cx="762000" cy="773906"/>
          </a:xfrm>
          <a:prstGeom prst="rect">
            <a:avLst/>
          </a:prstGeom>
          <a:noFill/>
          <a:ln w="0">
            <a:noFill/>
          </a:ln>
        </p:spPr>
        <p:txBody>
          <a:bodyPr anchor="ctr">
            <a:noAutofit/>
          </a:bodyPr>
          <a:lstStyle/>
          <a:p>
            <a:pPr algn="ctr">
              <a:defRPr sz="4031" b="1">
                <a:solidFill>
                  <a:srgbClr val="11745A"/>
                </a:solidFill>
                <a:latin typeface="Arial"/>
                <a:ea typeface="Arial"/>
                <a:cs typeface="Arial"/>
              </a:defRPr>
            </a:pPr>
            <a:r>
              <a:rPr sz="4031" b="1">
                <a:solidFill>
                  <a:srgbClr val="11745A"/>
                </a:solidFill>
                <a:latin typeface="Arial"/>
                <a:ea typeface="Arial"/>
                <a:cs typeface="Arial"/>
              </a:rPr>
              <a:t>7</a:t>
            </a:r>
          </a:p>
        </p:txBody>
      </p:sp>
      <p:sp>
        <p:nvSpPr>
          <p:cNvPr id="32" name="object-32">
            <a:extLst>
              <a:ext uri="{FF2B5EF4-FFF2-40B4-BE49-F238E27FC236}">
                <a16:creationId xmlns:a16="http://schemas.microsoft.com/office/drawing/2014/main" id="{08663D8A-E67D-4749-9D90-3B1402E7E57D}"/>
              </a:ext>
            </a:extLst>
          </p:cNvPr>
          <p:cNvSpPr>
            <a:spLocks noGrp="1"/>
          </p:cNvSpPr>
          <p:nvPr/>
        </p:nvSpPr>
        <p:spPr>
          <a:xfrm>
            <a:off x="1012031" y="6738938"/>
            <a:ext cx="13215938" cy="559594"/>
          </a:xfrm>
          <a:prstGeom prst="rect">
            <a:avLst/>
          </a:prstGeom>
          <a:noFill/>
          <a:ln w="0">
            <a:noFill/>
          </a:ln>
        </p:spPr>
        <p:txBody>
          <a:bodyPr anchor="ctr">
            <a:noAutofit/>
          </a:bodyPr>
          <a:lstStyle/>
          <a:p>
            <a:pPr algn="ctr">
              <a:defRPr sz="2813" b="1">
                <a:solidFill>
                  <a:srgbClr val="172B4D"/>
                </a:solidFill>
                <a:latin typeface="Arial"/>
                <a:ea typeface="Arial"/>
                <a:cs typeface="Arial"/>
              </a:defRPr>
            </a:pPr>
            <a:r>
              <a:rPr sz="2813" b="1">
                <a:solidFill>
                  <a:srgbClr val="172B4D"/>
                </a:solidFill>
                <a:latin typeface="Arial"/>
                <a:ea typeface="Arial"/>
                <a:cs typeface="Arial"/>
              </a:rPr>
              <a:t>2 × 3 = 6</a:t>
            </a:r>
          </a:p>
        </p:txBody>
      </p:sp>
      <p:sp>
        <p:nvSpPr>
          <p:cNvPr id="33" name="object-33">
            <a:extLst>
              <a:ext uri="{FF2B5EF4-FFF2-40B4-BE49-F238E27FC236}">
                <a16:creationId xmlns:a16="http://schemas.microsoft.com/office/drawing/2014/main" id="{E7174770-1AE8-4460-9410-1D0AD3018856}"/>
              </a:ext>
            </a:extLst>
          </p:cNvPr>
          <p:cNvSpPr>
            <a:spLocks noGrp="1"/>
          </p:cNvSpPr>
          <p:nvPr/>
        </p:nvSpPr>
        <p:spPr>
          <a:xfrm>
            <a:off x="7405688" y="5607844"/>
            <a:ext cx="762000" cy="773906"/>
          </a:xfrm>
          <a:prstGeom prst="rect">
            <a:avLst/>
          </a:prstGeom>
          <a:noFill/>
          <a:ln w="0">
            <a:noFill/>
          </a:ln>
        </p:spPr>
        <p:txBody>
          <a:bodyPr anchor="ctr">
            <a:noAutofit/>
          </a:bodyPr>
          <a:lstStyle/>
          <a:p>
            <a:pPr algn="ctr">
              <a:defRPr sz="4031" b="1">
                <a:solidFill>
                  <a:srgbClr val="11745A"/>
                </a:solidFill>
                <a:latin typeface="Arial"/>
                <a:ea typeface="Arial"/>
                <a:cs typeface="Arial"/>
              </a:defRPr>
            </a:pPr>
            <a:r>
              <a:rPr sz="4031" b="1">
                <a:solidFill>
                  <a:srgbClr val="11745A"/>
                </a:solidFill>
                <a:latin typeface="Arial"/>
                <a:ea typeface="Arial"/>
                <a:cs typeface="Arial"/>
              </a:rPr>
              <a:t>6</a:t>
            </a:r>
          </a:p>
        </p:txBody>
      </p:sp>
      <p:sp>
        <p:nvSpPr>
          <p:cNvPr id="34" name="object-34">
            <a:extLst>
              <a:ext uri="{FF2B5EF4-FFF2-40B4-BE49-F238E27FC236}">
                <a16:creationId xmlns:a16="http://schemas.microsoft.com/office/drawing/2014/main" id="{B86511FB-90EB-4658-8F57-CB2CF682AE9B}"/>
              </a:ext>
            </a:extLst>
          </p:cNvPr>
          <p:cNvSpPr>
            <a:spLocks noGrp="1"/>
          </p:cNvSpPr>
          <p:nvPr/>
        </p:nvSpPr>
        <p:spPr>
          <a:xfrm>
            <a:off x="1012031" y="6738938"/>
            <a:ext cx="13215938" cy="559594"/>
          </a:xfrm>
          <a:prstGeom prst="rect">
            <a:avLst/>
          </a:prstGeom>
          <a:noFill/>
          <a:ln w="0">
            <a:noFill/>
          </a:ln>
        </p:spPr>
        <p:txBody>
          <a:bodyPr anchor="ctr">
            <a:noAutofit/>
          </a:bodyPr>
          <a:lstStyle/>
          <a:p>
            <a:pPr algn="ctr">
              <a:defRPr sz="2813" b="1">
                <a:solidFill>
                  <a:srgbClr val="172B4D"/>
                </a:solidFill>
                <a:latin typeface="Arial"/>
                <a:ea typeface="Arial"/>
                <a:cs typeface="Arial"/>
              </a:defRPr>
            </a:pPr>
            <a:r>
              <a:rPr sz="2813" b="1">
                <a:solidFill>
                  <a:srgbClr val="172B4D"/>
                </a:solidFill>
                <a:latin typeface="Arial"/>
                <a:ea typeface="Arial"/>
                <a:cs typeface="Arial"/>
              </a:rPr>
              <a:t>2 × 2 = 4</a:t>
            </a:r>
          </a:p>
        </p:txBody>
      </p:sp>
      <p:sp>
        <p:nvSpPr>
          <p:cNvPr id="35" name="object-35">
            <a:extLst>
              <a:ext uri="{FF2B5EF4-FFF2-40B4-BE49-F238E27FC236}">
                <a16:creationId xmlns:a16="http://schemas.microsoft.com/office/drawing/2014/main" id="{82C002B5-0686-4BB9-8534-21D581F5520F}"/>
              </a:ext>
            </a:extLst>
          </p:cNvPr>
          <p:cNvSpPr>
            <a:spLocks noGrp="1"/>
          </p:cNvSpPr>
          <p:nvPr/>
        </p:nvSpPr>
        <p:spPr>
          <a:xfrm>
            <a:off x="6548438" y="5607844"/>
            <a:ext cx="762000" cy="773906"/>
          </a:xfrm>
          <a:prstGeom prst="rect">
            <a:avLst/>
          </a:prstGeom>
          <a:noFill/>
          <a:ln w="0">
            <a:noFill/>
          </a:ln>
        </p:spPr>
        <p:txBody>
          <a:bodyPr anchor="ctr">
            <a:noAutofit/>
          </a:bodyPr>
          <a:lstStyle/>
          <a:p>
            <a:pPr algn="ctr">
              <a:defRPr sz="4031" b="1">
                <a:solidFill>
                  <a:srgbClr val="11745A"/>
                </a:solidFill>
                <a:latin typeface="Arial"/>
                <a:ea typeface="Arial"/>
                <a:cs typeface="Arial"/>
              </a:defRPr>
            </a:pPr>
            <a:r>
              <a:rPr sz="4031" b="1">
                <a:solidFill>
                  <a:srgbClr val="11745A"/>
                </a:solidFill>
                <a:latin typeface="Arial"/>
                <a:ea typeface="Arial"/>
                <a:cs typeface="Arial"/>
              </a:rPr>
              <a:t>4</a:t>
            </a:r>
          </a:p>
        </p:txBody>
      </p:sp>
      <p:sp>
        <p:nvSpPr>
          <p:cNvPr id="36" name="object-36">
            <a:extLst>
              <a:ext uri="{FF2B5EF4-FFF2-40B4-BE49-F238E27FC236}">
                <a16:creationId xmlns:a16="http://schemas.microsoft.com/office/drawing/2014/main" id="{BDA3C511-0233-419E-8E70-AABDC0E7E4A5}"/>
              </a:ext>
            </a:extLst>
          </p:cNvPr>
          <p:cNvSpPr>
            <a:spLocks noGrp="1"/>
          </p:cNvSpPr>
          <p:nvPr/>
        </p:nvSpPr>
        <p:spPr>
          <a:xfrm>
            <a:off x="892969" y="7286625"/>
            <a:ext cx="13454063" cy="738188"/>
          </a:xfrm>
          <a:prstGeom prst="rect">
            <a:avLst/>
          </a:prstGeom>
          <a:noFill/>
          <a:ln w="0">
            <a:noFill/>
          </a:ln>
        </p:spPr>
        <p:txBody>
          <a:bodyPr anchor="ctr">
            <a:noAutofit/>
          </a:bodyPr>
          <a:lstStyle/>
          <a:p>
            <a:pPr algn="ctr">
              <a:defRPr sz="2813" b="1">
                <a:solidFill>
                  <a:srgbClr val="11745A"/>
                </a:solidFill>
                <a:latin typeface="Arial"/>
                <a:ea typeface="Arial"/>
                <a:cs typeface="Arial"/>
              </a:defRPr>
            </a:pPr>
            <a:r>
              <a:rPr sz="2813" b="1">
                <a:solidFill>
                  <a:srgbClr val="11745A"/>
                </a:solidFill>
                <a:latin typeface="Arial"/>
                <a:ea typeface="Arial"/>
                <a:cs typeface="Arial"/>
              </a:rPr>
              <a:t>Now add the partial products: 16,359 + 46,740.</a:t>
            </a:r>
          </a:p>
        </p:txBody>
      </p:sp>
    </p:spTree>
    <p:extLst>
      <p:ext uri="{BB962C8B-B14F-4D97-AF65-F5344CB8AC3E}">
        <p14:creationId xmlns:p14="http://schemas.microsoft.com/office/powerpoint/2010/main" val="7586238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par>
                          <p:cTn id="7" fill="hold">
                            <p:stCondLst>
                              <p:cond delay="0"/>
                            </p:stCondLst>
                            <p:childTnLst>
                              <p:par>
                                <p:cTn id="8" presetID="1" presetClass="entr" presetSubtype="0" fill="hold" grpId="0" nodeType="afterEffect">
                                  <p:stCondLst>
                                    <p:cond delay="0"/>
                                  </p:stCondLst>
                                  <p:childTnLst>
                                    <p:set>
                                      <p:cBhvr>
                                        <p:cTn id="9" dur="1" fill="hold">
                                          <p:stCondLst>
                                            <p:cond delay="0"/>
                                          </p:stCondLst>
                                        </p:cTn>
                                        <p:tgtEl>
                                          <p:spTgt spid="15"/>
                                        </p:tgtEl>
                                        <p:attrNameLst>
                                          <p:attrName>style.visibility</p:attrName>
                                        </p:attrNameLst>
                                      </p:cBhvr>
                                      <p:to>
                                        <p:strVal val="visible"/>
                                      </p:to>
                                    </p:set>
                                  </p:childTnLst>
                                </p:cTn>
                              </p:par>
                              <p:par>
                                <p:cTn id="10" presetID="1" presetClass="entr" presetSubtype="0" fill="hold" grpId="0" nodeType="withEffect">
                                  <p:stCondLst>
                                    <p:cond delay="0"/>
                                  </p:stCondLst>
                                  <p:childTnLst>
                                    <p:set>
                                      <p:cBhvr>
                                        <p:cTn id="11" dur="1" fill="hold">
                                          <p:stCondLst>
                                            <p:cond delay="0"/>
                                          </p:stCondLst>
                                        </p:cTn>
                                        <p:tgtEl>
                                          <p:spTgt spid="16"/>
                                        </p:tgtEl>
                                        <p:attrNameLst>
                                          <p:attrName>style.visibility</p:attrName>
                                        </p:attrNameLst>
                                      </p:cBhvr>
                                      <p:to>
                                        <p:strVal val="visible"/>
                                      </p:to>
                                    </p:set>
                                  </p:childTnLst>
                                </p:cTn>
                              </p:par>
                            </p:childTnLst>
                          </p:cTn>
                        </p:par>
                        <p:par>
                          <p:cTn id="12" fill="hold">
                            <p:stCondLst>
                              <p:cond delay="0"/>
                            </p:stCondLst>
                            <p:childTnLst>
                              <p:par>
                                <p:cTn id="13" presetID="63" presetClass="path" presetSubtype="0" accel="50000" decel="50000" fill="hold" grpId="1" nodeType="afterEffect">
                                  <p:stCondLst>
                                    <p:cond delay="0"/>
                                  </p:stCondLst>
                                  <p:childTnLst>
                                    <p:animMotion origin="layout" path="M 0 0 L -0.05625 0 E" pathEditMode="relative" ptsTypes="">
                                      <p:cBhvr>
                                        <p:cTn id="14" dur="800" fill="hold"/>
                                        <p:tgtEl>
                                          <p:spTgt spid="16"/>
                                        </p:tgtEl>
                                        <p:attrNameLst>
                                          <p:attrName>ppt_x</p:attrName>
                                          <p:attrName>ppt_y</p:attrName>
                                        </p:attrNameLst>
                                      </p:cBhvr>
                                    </p:animMotion>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xit" presetSubtype="0" fill="hold" grpId="1" nodeType="withEffect">
                                  <p:stCondLst>
                                    <p:cond delay="0"/>
                                  </p:stCondLst>
                                  <p:childTnLst>
                                    <p:set>
                                      <p:cBhvr>
                                        <p:cTn id="20" dur="1" fill="hold">
                                          <p:stCondLst>
                                            <p:cond delay="0"/>
                                          </p:stCondLst>
                                        </p:cTn>
                                        <p:tgtEl>
                                          <p:spTgt spid="14"/>
                                        </p:tgtEl>
                                        <p:attrNameLst>
                                          <p:attrName>style.visibility</p:attrName>
                                        </p:attrNameLst>
                                      </p:cBhvr>
                                      <p:to>
                                        <p:strVal val="hidden"/>
                                      </p:to>
                                    </p:set>
                                  </p:childTnLst>
                                </p:cTn>
                              </p:par>
                              <p:par>
                                <p:cTn id="21" presetID="1" presetClass="exit" presetSubtype="0" fill="hold" grpId="2" nodeType="withEffect">
                                  <p:stCondLst>
                                    <p:cond delay="0"/>
                                  </p:stCondLst>
                                  <p:childTnLst>
                                    <p:set>
                                      <p:cBhvr>
                                        <p:cTn id="22" dur="1" fill="hold">
                                          <p:stCondLst>
                                            <p:cond delay="0"/>
                                          </p:stCondLst>
                                        </p:cTn>
                                        <p:tgtEl>
                                          <p:spTgt spid="16"/>
                                        </p:tgtEl>
                                        <p:attrNameLst>
                                          <p:attrName>style.visibility</p:attrName>
                                        </p:attrNameLst>
                                      </p:cBhvr>
                                      <p:to>
                                        <p:strVal val="hidden"/>
                                      </p:to>
                                    </p:set>
                                  </p:childTnLst>
                                </p:cTn>
                              </p:par>
                            </p:childTnLst>
                          </p:cTn>
                        </p:par>
                        <p:par>
                          <p:cTn id="23" fill="hold">
                            <p:stCondLst>
                              <p:cond delay="0"/>
                            </p:stCondLst>
                            <p:childTnLst>
                              <p:par>
                                <p:cTn id="24" presetID="1" presetClass="entr" presetSubtype="0" fill="hold" grpId="0" nodeType="afterEffect">
                                  <p:stCondLst>
                                    <p:cond delay="0"/>
                                  </p:stCondLst>
                                  <p:childTnLst>
                                    <p:set>
                                      <p:cBhvr>
                                        <p:cTn id="25" dur="1" fill="hold">
                                          <p:stCondLst>
                                            <p:cond delay="0"/>
                                          </p:stCondLst>
                                        </p:cTn>
                                        <p:tgtEl>
                                          <p:spTgt spid="18"/>
                                        </p:tgtEl>
                                        <p:attrNameLst>
                                          <p:attrName>style.visibility</p:attrName>
                                        </p:attrNameLst>
                                      </p:cBhvr>
                                      <p:to>
                                        <p:strVal val="visible"/>
                                      </p:to>
                                    </p:set>
                                  </p:childTnLst>
                                </p:cTn>
                              </p:par>
                              <p:par>
                                <p:cTn id="26" presetID="1" presetClass="entr" presetSubtype="0" fill="hold" grpId="0" nodeType="withEffect">
                                  <p:stCondLst>
                                    <p:cond delay="0"/>
                                  </p:stCondLst>
                                  <p:childTnLst>
                                    <p:set>
                                      <p:cBhvr>
                                        <p:cTn id="27" dur="1" fill="hold">
                                          <p:stCondLst>
                                            <p:cond delay="0"/>
                                          </p:stCondLst>
                                        </p:cTn>
                                        <p:tgtEl>
                                          <p:spTgt spid="19"/>
                                        </p:tgtEl>
                                        <p:attrNameLst>
                                          <p:attrName>style.visibility</p:attrName>
                                        </p:attrNameLst>
                                      </p:cBhvr>
                                      <p:to>
                                        <p:strVal val="visible"/>
                                      </p:to>
                                    </p:set>
                                  </p:childTnLst>
                                </p:cTn>
                              </p:par>
                            </p:childTnLst>
                          </p:cTn>
                        </p:par>
                        <p:par>
                          <p:cTn id="28" fill="hold">
                            <p:stCondLst>
                              <p:cond delay="0"/>
                            </p:stCondLst>
                            <p:childTnLst>
                              <p:par>
                                <p:cTn id="29" presetID="63" presetClass="path" presetSubtype="0" accel="50000" decel="50000" fill="hold" grpId="1" nodeType="afterEffect">
                                  <p:stCondLst>
                                    <p:cond delay="0"/>
                                  </p:stCondLst>
                                  <p:childTnLst>
                                    <p:animMotion origin="layout" path="M 0 0 L -0.05625 0 E" pathEditMode="relative" ptsTypes="">
                                      <p:cBhvr>
                                        <p:cTn id="30" dur="800" fill="hold"/>
                                        <p:tgtEl>
                                          <p:spTgt spid="19"/>
                                        </p:tgtEl>
                                        <p:attrNameLst>
                                          <p:attrName>ppt_x</p:attrName>
                                          <p:attrName>ppt_y</p:attrName>
                                        </p:attrNameLst>
                                      </p:cBhvr>
                                    </p:animMotion>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0"/>
                                        </p:tgtEl>
                                        <p:attrNameLst>
                                          <p:attrName>style.visibility</p:attrName>
                                        </p:attrNameLst>
                                      </p:cBhvr>
                                      <p:to>
                                        <p:strVal val="visible"/>
                                      </p:to>
                                    </p:set>
                                  </p:childTnLst>
                                </p:cTn>
                              </p:par>
                              <p:par>
                                <p:cTn id="35" presetID="1" presetClass="exit" presetSubtype="0" fill="hold" grpId="1" nodeType="withEffect">
                                  <p:stCondLst>
                                    <p:cond delay="0"/>
                                  </p:stCondLst>
                                  <p:childTnLst>
                                    <p:set>
                                      <p:cBhvr>
                                        <p:cTn id="36" dur="1" fill="hold">
                                          <p:stCondLst>
                                            <p:cond delay="0"/>
                                          </p:stCondLst>
                                        </p:cTn>
                                        <p:tgtEl>
                                          <p:spTgt spid="17"/>
                                        </p:tgtEl>
                                        <p:attrNameLst>
                                          <p:attrName>style.visibility</p:attrName>
                                        </p:attrNameLst>
                                      </p:cBhvr>
                                      <p:to>
                                        <p:strVal val="hidden"/>
                                      </p:to>
                                    </p:set>
                                  </p:childTnLst>
                                </p:cTn>
                              </p:par>
                              <p:par>
                                <p:cTn id="37" presetID="1" presetClass="exit" presetSubtype="0" fill="hold" grpId="2" nodeType="withEffect">
                                  <p:stCondLst>
                                    <p:cond delay="0"/>
                                  </p:stCondLst>
                                  <p:childTnLst>
                                    <p:set>
                                      <p:cBhvr>
                                        <p:cTn id="38" dur="1" fill="hold">
                                          <p:stCondLst>
                                            <p:cond delay="0"/>
                                          </p:stCondLst>
                                        </p:cTn>
                                        <p:tgtEl>
                                          <p:spTgt spid="19"/>
                                        </p:tgtEl>
                                        <p:attrNameLst>
                                          <p:attrName>style.visibility</p:attrName>
                                        </p:attrNameLst>
                                      </p:cBhvr>
                                      <p:to>
                                        <p:strVal val="hidden"/>
                                      </p:to>
                                    </p:set>
                                  </p:childTnLst>
                                </p:cTn>
                              </p:par>
                            </p:childTnLst>
                          </p:cTn>
                        </p:par>
                        <p:par>
                          <p:cTn id="39" fill="hold">
                            <p:stCondLst>
                              <p:cond delay="0"/>
                            </p:stCondLst>
                            <p:childTnLst>
                              <p:par>
                                <p:cTn id="40" presetID="1" presetClass="entr" presetSubtype="0" fill="hold" grpId="0" nodeType="afterEffect">
                                  <p:stCondLst>
                                    <p:cond delay="0"/>
                                  </p:stCondLst>
                                  <p:childTnLst>
                                    <p:set>
                                      <p:cBhvr>
                                        <p:cTn id="41" dur="1" fill="hold">
                                          <p:stCondLst>
                                            <p:cond delay="0"/>
                                          </p:stCondLst>
                                        </p:cTn>
                                        <p:tgtEl>
                                          <p:spTgt spid="21"/>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22"/>
                                        </p:tgtEl>
                                        <p:attrNameLst>
                                          <p:attrName>style.visibility</p:attrName>
                                        </p:attrNameLst>
                                      </p:cBhvr>
                                      <p:to>
                                        <p:strVal val="visible"/>
                                      </p:to>
                                    </p:set>
                                  </p:childTnLst>
                                </p:cTn>
                              </p:par>
                            </p:childTnLst>
                          </p:cTn>
                        </p:par>
                        <p:par>
                          <p:cTn id="44" fill="hold">
                            <p:stCondLst>
                              <p:cond delay="0"/>
                            </p:stCondLst>
                            <p:childTnLst>
                              <p:par>
                                <p:cTn id="45" presetID="63" presetClass="path" presetSubtype="0" accel="50000" decel="50000" fill="hold" grpId="1" nodeType="afterEffect">
                                  <p:stCondLst>
                                    <p:cond delay="0"/>
                                  </p:stCondLst>
                                  <p:childTnLst>
                                    <p:animMotion origin="layout" path="M 0 0 L -0.05625 0 E" pathEditMode="relative" ptsTypes="">
                                      <p:cBhvr>
                                        <p:cTn id="46" dur="800" fill="hold"/>
                                        <p:tgtEl>
                                          <p:spTgt spid="22"/>
                                        </p:tgtEl>
                                        <p:attrNameLst>
                                          <p:attrName>ppt_x</p:attrName>
                                          <p:attrName>ppt_y</p:attrName>
                                        </p:attrNameLst>
                                      </p:cBhvr>
                                    </p:animMotion>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23"/>
                                        </p:tgtEl>
                                        <p:attrNameLst>
                                          <p:attrName>style.visibility</p:attrName>
                                        </p:attrNameLst>
                                      </p:cBhvr>
                                      <p:to>
                                        <p:strVal val="visible"/>
                                      </p:to>
                                    </p:set>
                                  </p:childTnLst>
                                </p:cTn>
                              </p:par>
                              <p:par>
                                <p:cTn id="51" presetID="1" presetClass="exit" presetSubtype="0" fill="hold" grpId="1" nodeType="withEffect">
                                  <p:stCondLst>
                                    <p:cond delay="0"/>
                                  </p:stCondLst>
                                  <p:childTnLst>
                                    <p:set>
                                      <p:cBhvr>
                                        <p:cTn id="52" dur="1" fill="hold">
                                          <p:stCondLst>
                                            <p:cond delay="0"/>
                                          </p:stCondLst>
                                        </p:cTn>
                                        <p:tgtEl>
                                          <p:spTgt spid="20"/>
                                        </p:tgtEl>
                                        <p:attrNameLst>
                                          <p:attrName>style.visibility</p:attrName>
                                        </p:attrNameLst>
                                      </p:cBhvr>
                                      <p:to>
                                        <p:strVal val="hidden"/>
                                      </p:to>
                                    </p:set>
                                  </p:childTnLst>
                                </p:cTn>
                              </p:par>
                              <p:par>
                                <p:cTn id="53" presetID="1" presetClass="exit" presetSubtype="0" fill="hold" grpId="2" nodeType="withEffect">
                                  <p:stCondLst>
                                    <p:cond delay="0"/>
                                  </p:stCondLst>
                                  <p:childTnLst>
                                    <p:set>
                                      <p:cBhvr>
                                        <p:cTn id="54" dur="1" fill="hold">
                                          <p:stCondLst>
                                            <p:cond delay="0"/>
                                          </p:stCondLst>
                                        </p:cTn>
                                        <p:tgtEl>
                                          <p:spTgt spid="22"/>
                                        </p:tgtEl>
                                        <p:attrNameLst>
                                          <p:attrName>style.visibility</p:attrName>
                                        </p:attrNameLst>
                                      </p:cBhvr>
                                      <p:to>
                                        <p:strVal val="hidden"/>
                                      </p:to>
                                    </p:set>
                                  </p:childTnLst>
                                </p:cTn>
                              </p:par>
                            </p:childTnLst>
                          </p:cTn>
                        </p:par>
                        <p:par>
                          <p:cTn id="55" fill="hold">
                            <p:stCondLst>
                              <p:cond delay="0"/>
                            </p:stCondLst>
                            <p:childTnLst>
                              <p:par>
                                <p:cTn id="56" presetID="1" presetClass="entr" presetSubtype="0" fill="hold" grpId="0" nodeType="afterEffect">
                                  <p:stCondLst>
                                    <p:cond delay="0"/>
                                  </p:stCondLst>
                                  <p:childTnLst>
                                    <p:set>
                                      <p:cBhvr>
                                        <p:cTn id="57" dur="1" fill="hold">
                                          <p:stCondLst>
                                            <p:cond delay="0"/>
                                          </p:stCondLst>
                                        </p:cTn>
                                        <p:tgtEl>
                                          <p:spTgt spid="24"/>
                                        </p:tgtEl>
                                        <p:attrNameLst>
                                          <p:attrName>style.visibility</p:attrName>
                                        </p:attrNameLst>
                                      </p:cBhvr>
                                      <p:to>
                                        <p:strVal val="visible"/>
                                      </p:to>
                                    </p:set>
                                  </p:childTnLst>
                                </p:cTn>
                              </p:par>
                              <p:par>
                                <p:cTn id="58" presetID="1" presetClass="entr" presetSubtype="0" fill="hold" grpId="0" nodeType="withEffect">
                                  <p:stCondLst>
                                    <p:cond delay="0"/>
                                  </p:stCondLst>
                                  <p:childTnLst>
                                    <p:set>
                                      <p:cBhvr>
                                        <p:cTn id="59" dur="1" fill="hold">
                                          <p:stCondLst>
                                            <p:cond delay="0"/>
                                          </p:stCondLst>
                                        </p:cTn>
                                        <p:tgtEl>
                                          <p:spTgt spid="25"/>
                                        </p:tgtEl>
                                        <p:attrNameLst>
                                          <p:attrName>style.visibility</p:attrName>
                                        </p:attrNameLst>
                                      </p:cBhvr>
                                      <p:to>
                                        <p:strVal val="visible"/>
                                      </p:to>
                                    </p:se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grpId="0" nodeType="clickEffect">
                                  <p:stCondLst>
                                    <p:cond delay="0"/>
                                  </p:stCondLst>
                                  <p:childTnLst>
                                    <p:set>
                                      <p:cBhvr>
                                        <p:cTn id="63" dur="1" fill="hold">
                                          <p:stCondLst>
                                            <p:cond delay="0"/>
                                          </p:stCondLst>
                                        </p:cTn>
                                        <p:tgtEl>
                                          <p:spTgt spid="26"/>
                                        </p:tgtEl>
                                        <p:attrNameLst>
                                          <p:attrName>style.visibility</p:attrName>
                                        </p:attrNameLst>
                                      </p:cBhvr>
                                      <p:to>
                                        <p:strVal val="visible"/>
                                      </p:to>
                                    </p:set>
                                  </p:childTnLst>
                                </p:cTn>
                              </p:par>
                            </p:childTnLst>
                          </p:cTn>
                        </p:par>
                      </p:childTnLst>
                    </p:cTn>
                  </p:par>
                  <p:par>
                    <p:cTn id="64" fill="hold">
                      <p:stCondLst>
                        <p:cond delay="indefinite"/>
                      </p:stCondLst>
                      <p:childTnLst>
                        <p:par>
                          <p:cTn id="65" fill="hold">
                            <p:stCondLst>
                              <p:cond delay="0"/>
                            </p:stCondLst>
                            <p:childTnLst>
                              <p:par>
                                <p:cTn id="66" presetID="1" presetClass="entr" presetSubtype="0" fill="hold" grpId="0" nodeType="clickEffect">
                                  <p:stCondLst>
                                    <p:cond delay="0"/>
                                  </p:stCondLst>
                                  <p:childTnLst>
                                    <p:set>
                                      <p:cBhvr>
                                        <p:cTn id="67" dur="1" fill="hold">
                                          <p:stCondLst>
                                            <p:cond delay="0"/>
                                          </p:stCondLst>
                                        </p:cTn>
                                        <p:tgtEl>
                                          <p:spTgt spid="27"/>
                                        </p:tgtEl>
                                        <p:attrNameLst>
                                          <p:attrName>style.visibility</p:attrName>
                                        </p:attrNameLst>
                                      </p:cBhvr>
                                      <p:to>
                                        <p:strVal val="visible"/>
                                      </p:to>
                                    </p:set>
                                  </p:childTnLst>
                                </p:cTn>
                              </p:par>
                              <p:par>
                                <p:cTn id="68" presetID="1" presetClass="exit" presetSubtype="0" fill="hold" grpId="1" nodeType="withEffect">
                                  <p:stCondLst>
                                    <p:cond delay="0"/>
                                  </p:stCondLst>
                                  <p:childTnLst>
                                    <p:set>
                                      <p:cBhvr>
                                        <p:cTn id="69" dur="1" fill="hold">
                                          <p:stCondLst>
                                            <p:cond delay="0"/>
                                          </p:stCondLst>
                                        </p:cTn>
                                        <p:tgtEl>
                                          <p:spTgt spid="23"/>
                                        </p:tgtEl>
                                        <p:attrNameLst>
                                          <p:attrName>style.visibility</p:attrName>
                                        </p:attrNameLst>
                                      </p:cBhvr>
                                      <p:to>
                                        <p:strVal val="hidden"/>
                                      </p:to>
                                    </p:set>
                                  </p:childTnLst>
                                </p:cTn>
                              </p:par>
                            </p:childTnLst>
                          </p:cTn>
                        </p:par>
                        <p:par>
                          <p:cTn id="70" fill="hold">
                            <p:stCondLst>
                              <p:cond delay="0"/>
                            </p:stCondLst>
                            <p:childTnLst>
                              <p:par>
                                <p:cTn id="71" presetID="1" presetClass="entr" presetSubtype="0" fill="hold" grpId="0" nodeType="afterEffect">
                                  <p:stCondLst>
                                    <p:cond delay="0"/>
                                  </p:stCondLst>
                                  <p:childTnLst>
                                    <p:set>
                                      <p:cBhvr>
                                        <p:cTn id="72" dur="1" fill="hold">
                                          <p:stCondLst>
                                            <p:cond delay="0"/>
                                          </p:stCondLst>
                                        </p:cTn>
                                        <p:tgtEl>
                                          <p:spTgt spid="28"/>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29"/>
                                        </p:tgtEl>
                                        <p:attrNameLst>
                                          <p:attrName>style.visibility</p:attrName>
                                        </p:attrNameLst>
                                      </p:cBhvr>
                                      <p:to>
                                        <p:strVal val="visible"/>
                                      </p:to>
                                    </p:set>
                                  </p:childTnLst>
                                </p:cTn>
                              </p:par>
                            </p:childTnLst>
                          </p:cTn>
                        </p:par>
                        <p:par>
                          <p:cTn id="75" fill="hold">
                            <p:stCondLst>
                              <p:cond delay="0"/>
                            </p:stCondLst>
                            <p:childTnLst>
                              <p:par>
                                <p:cTn id="76" presetID="63" presetClass="path" presetSubtype="0" accel="50000" decel="50000" fill="hold" grpId="1" nodeType="afterEffect">
                                  <p:stCondLst>
                                    <p:cond delay="0"/>
                                  </p:stCondLst>
                                  <p:childTnLst>
                                    <p:animMotion origin="layout" path="M 0 0 L -0.05625 0 E" pathEditMode="relative" ptsTypes="">
                                      <p:cBhvr>
                                        <p:cTn id="77" dur="800" fill="hold"/>
                                        <p:tgtEl>
                                          <p:spTgt spid="29"/>
                                        </p:tgtEl>
                                        <p:attrNameLst>
                                          <p:attrName>ppt_x</p:attrName>
                                          <p:attrName>ppt_y</p:attrName>
                                        </p:attrNameLst>
                                      </p:cBhvr>
                                    </p:animMotion>
                                  </p:childTnLst>
                                </p:cTn>
                              </p:par>
                            </p:childTnLst>
                          </p:cTn>
                        </p:par>
                      </p:childTnLst>
                    </p:cTn>
                  </p:par>
                  <p:par>
                    <p:cTn id="78" fill="hold">
                      <p:stCondLst>
                        <p:cond delay="indefinite"/>
                      </p:stCondLst>
                      <p:childTnLst>
                        <p:par>
                          <p:cTn id="79" fill="hold">
                            <p:stCondLst>
                              <p:cond delay="0"/>
                            </p:stCondLst>
                            <p:childTnLst>
                              <p:par>
                                <p:cTn id="80" presetID="1" presetClass="entr" presetSubtype="0" fill="hold" grpId="0" nodeType="clickEffect">
                                  <p:stCondLst>
                                    <p:cond delay="0"/>
                                  </p:stCondLst>
                                  <p:childTnLst>
                                    <p:set>
                                      <p:cBhvr>
                                        <p:cTn id="81" dur="1" fill="hold">
                                          <p:stCondLst>
                                            <p:cond delay="0"/>
                                          </p:stCondLst>
                                        </p:cTn>
                                        <p:tgtEl>
                                          <p:spTgt spid="30"/>
                                        </p:tgtEl>
                                        <p:attrNameLst>
                                          <p:attrName>style.visibility</p:attrName>
                                        </p:attrNameLst>
                                      </p:cBhvr>
                                      <p:to>
                                        <p:strVal val="visible"/>
                                      </p:to>
                                    </p:set>
                                  </p:childTnLst>
                                </p:cTn>
                              </p:par>
                              <p:par>
                                <p:cTn id="82" presetID="1" presetClass="exit" presetSubtype="0" fill="hold" grpId="1" nodeType="withEffect">
                                  <p:stCondLst>
                                    <p:cond delay="0"/>
                                  </p:stCondLst>
                                  <p:childTnLst>
                                    <p:set>
                                      <p:cBhvr>
                                        <p:cTn id="83" dur="1" fill="hold">
                                          <p:stCondLst>
                                            <p:cond delay="0"/>
                                          </p:stCondLst>
                                        </p:cTn>
                                        <p:tgtEl>
                                          <p:spTgt spid="27"/>
                                        </p:tgtEl>
                                        <p:attrNameLst>
                                          <p:attrName>style.visibility</p:attrName>
                                        </p:attrNameLst>
                                      </p:cBhvr>
                                      <p:to>
                                        <p:strVal val="hidden"/>
                                      </p:to>
                                    </p:set>
                                  </p:childTnLst>
                                </p:cTn>
                              </p:par>
                              <p:par>
                                <p:cTn id="84" presetID="1" presetClass="exit" presetSubtype="0" fill="hold" grpId="2" nodeType="withEffect">
                                  <p:stCondLst>
                                    <p:cond delay="0"/>
                                  </p:stCondLst>
                                  <p:childTnLst>
                                    <p:set>
                                      <p:cBhvr>
                                        <p:cTn id="85" dur="1" fill="hold">
                                          <p:stCondLst>
                                            <p:cond delay="0"/>
                                          </p:stCondLst>
                                        </p:cTn>
                                        <p:tgtEl>
                                          <p:spTgt spid="29"/>
                                        </p:tgtEl>
                                        <p:attrNameLst>
                                          <p:attrName>style.visibility</p:attrName>
                                        </p:attrNameLst>
                                      </p:cBhvr>
                                      <p:to>
                                        <p:strVal val="hidden"/>
                                      </p:to>
                                    </p:set>
                                  </p:childTnLst>
                                </p:cTn>
                              </p:par>
                            </p:childTnLst>
                          </p:cTn>
                        </p:par>
                        <p:par>
                          <p:cTn id="86" fill="hold">
                            <p:stCondLst>
                              <p:cond delay="0"/>
                            </p:stCondLst>
                            <p:childTnLst>
                              <p:par>
                                <p:cTn id="87" presetID="1" presetClass="entr" presetSubtype="0" fill="hold" grpId="0" nodeType="afterEffect">
                                  <p:stCondLst>
                                    <p:cond delay="0"/>
                                  </p:stCondLst>
                                  <p:childTnLst>
                                    <p:set>
                                      <p:cBhvr>
                                        <p:cTn id="88" dur="1" fill="hold">
                                          <p:stCondLst>
                                            <p:cond delay="0"/>
                                          </p:stCondLst>
                                        </p:cTn>
                                        <p:tgtEl>
                                          <p:spTgt spid="31"/>
                                        </p:tgtEl>
                                        <p:attrNameLst>
                                          <p:attrName>style.visibility</p:attrName>
                                        </p:attrNameLst>
                                      </p:cBhvr>
                                      <p:to>
                                        <p:strVal val="visible"/>
                                      </p:to>
                                    </p:set>
                                  </p:childTnLst>
                                </p:cTn>
                              </p:par>
                            </p:childTnLst>
                          </p:cTn>
                        </p:par>
                      </p:childTnLst>
                    </p:cTn>
                  </p:par>
                  <p:par>
                    <p:cTn id="89" fill="hold">
                      <p:stCondLst>
                        <p:cond delay="indefinite"/>
                      </p:stCondLst>
                      <p:childTnLst>
                        <p:par>
                          <p:cTn id="90" fill="hold">
                            <p:stCondLst>
                              <p:cond delay="0"/>
                            </p:stCondLst>
                            <p:childTnLst>
                              <p:par>
                                <p:cTn id="91" presetID="1" presetClass="entr" presetSubtype="0" fill="hold" grpId="0" nodeType="clickEffect">
                                  <p:stCondLst>
                                    <p:cond delay="0"/>
                                  </p:stCondLst>
                                  <p:childTnLst>
                                    <p:set>
                                      <p:cBhvr>
                                        <p:cTn id="92" dur="1" fill="hold">
                                          <p:stCondLst>
                                            <p:cond delay="0"/>
                                          </p:stCondLst>
                                        </p:cTn>
                                        <p:tgtEl>
                                          <p:spTgt spid="32"/>
                                        </p:tgtEl>
                                        <p:attrNameLst>
                                          <p:attrName>style.visibility</p:attrName>
                                        </p:attrNameLst>
                                      </p:cBhvr>
                                      <p:to>
                                        <p:strVal val="visible"/>
                                      </p:to>
                                    </p:set>
                                  </p:childTnLst>
                                </p:cTn>
                              </p:par>
                              <p:par>
                                <p:cTn id="93" presetID="1" presetClass="exit" presetSubtype="0" fill="hold" grpId="1" nodeType="withEffect">
                                  <p:stCondLst>
                                    <p:cond delay="0"/>
                                  </p:stCondLst>
                                  <p:childTnLst>
                                    <p:set>
                                      <p:cBhvr>
                                        <p:cTn id="94" dur="1" fill="hold">
                                          <p:stCondLst>
                                            <p:cond delay="0"/>
                                          </p:stCondLst>
                                        </p:cTn>
                                        <p:tgtEl>
                                          <p:spTgt spid="30"/>
                                        </p:tgtEl>
                                        <p:attrNameLst>
                                          <p:attrName>style.visibility</p:attrName>
                                        </p:attrNameLst>
                                      </p:cBhvr>
                                      <p:to>
                                        <p:strVal val="hidden"/>
                                      </p:to>
                                    </p:set>
                                  </p:childTnLst>
                                </p:cTn>
                              </p:par>
                            </p:childTnLst>
                          </p:cTn>
                        </p:par>
                        <p:par>
                          <p:cTn id="95" fill="hold">
                            <p:stCondLst>
                              <p:cond delay="0"/>
                            </p:stCondLst>
                            <p:childTnLst>
                              <p:par>
                                <p:cTn id="96" presetID="1" presetClass="entr" presetSubtype="0" fill="hold" grpId="0" nodeType="afterEffect">
                                  <p:stCondLst>
                                    <p:cond delay="0"/>
                                  </p:stCondLst>
                                  <p:childTnLst>
                                    <p:set>
                                      <p:cBhvr>
                                        <p:cTn id="97" dur="1" fill="hold">
                                          <p:stCondLst>
                                            <p:cond delay="0"/>
                                          </p:stCondLst>
                                        </p:cTn>
                                        <p:tgtEl>
                                          <p:spTgt spid="33"/>
                                        </p:tgtEl>
                                        <p:attrNameLst>
                                          <p:attrName>style.visibility</p:attrName>
                                        </p:attrNameLst>
                                      </p:cBhvr>
                                      <p:to>
                                        <p:strVal val="visible"/>
                                      </p:to>
                                    </p:set>
                                  </p:childTnLst>
                                </p:cTn>
                              </p:par>
                            </p:childTnLst>
                          </p:cTn>
                        </p:par>
                      </p:childTnLst>
                    </p:cTn>
                  </p:par>
                  <p:par>
                    <p:cTn id="98" fill="hold">
                      <p:stCondLst>
                        <p:cond delay="indefinite"/>
                      </p:stCondLst>
                      <p:childTnLst>
                        <p:par>
                          <p:cTn id="99" fill="hold">
                            <p:stCondLst>
                              <p:cond delay="0"/>
                            </p:stCondLst>
                            <p:childTnLst>
                              <p:par>
                                <p:cTn id="100" presetID="1" presetClass="entr" presetSubtype="0" fill="hold" grpId="0" nodeType="clickEffect">
                                  <p:stCondLst>
                                    <p:cond delay="0"/>
                                  </p:stCondLst>
                                  <p:childTnLst>
                                    <p:set>
                                      <p:cBhvr>
                                        <p:cTn id="101" dur="1" fill="hold">
                                          <p:stCondLst>
                                            <p:cond delay="0"/>
                                          </p:stCondLst>
                                        </p:cTn>
                                        <p:tgtEl>
                                          <p:spTgt spid="34"/>
                                        </p:tgtEl>
                                        <p:attrNameLst>
                                          <p:attrName>style.visibility</p:attrName>
                                        </p:attrNameLst>
                                      </p:cBhvr>
                                      <p:to>
                                        <p:strVal val="visible"/>
                                      </p:to>
                                    </p:set>
                                  </p:childTnLst>
                                </p:cTn>
                              </p:par>
                              <p:par>
                                <p:cTn id="102" presetID="1" presetClass="exit" presetSubtype="0" fill="hold" grpId="1" nodeType="withEffect">
                                  <p:stCondLst>
                                    <p:cond delay="0"/>
                                  </p:stCondLst>
                                  <p:childTnLst>
                                    <p:set>
                                      <p:cBhvr>
                                        <p:cTn id="103" dur="1" fill="hold">
                                          <p:stCondLst>
                                            <p:cond delay="0"/>
                                          </p:stCondLst>
                                        </p:cTn>
                                        <p:tgtEl>
                                          <p:spTgt spid="32"/>
                                        </p:tgtEl>
                                        <p:attrNameLst>
                                          <p:attrName>style.visibility</p:attrName>
                                        </p:attrNameLst>
                                      </p:cBhvr>
                                      <p:to>
                                        <p:strVal val="hidden"/>
                                      </p:to>
                                    </p:set>
                                  </p:childTnLst>
                                </p:cTn>
                              </p:par>
                            </p:childTnLst>
                          </p:cTn>
                        </p:par>
                        <p:par>
                          <p:cTn id="104" fill="hold">
                            <p:stCondLst>
                              <p:cond delay="0"/>
                            </p:stCondLst>
                            <p:childTnLst>
                              <p:par>
                                <p:cTn id="105" presetID="1" presetClass="entr" presetSubtype="0" fill="hold" grpId="0" nodeType="afterEffect">
                                  <p:stCondLst>
                                    <p:cond delay="0"/>
                                  </p:stCondLst>
                                  <p:childTnLst>
                                    <p:set>
                                      <p:cBhvr>
                                        <p:cTn id="106" dur="1" fill="hold">
                                          <p:stCondLst>
                                            <p:cond delay="0"/>
                                          </p:stCondLst>
                                        </p:cTn>
                                        <p:tgtEl>
                                          <p:spTgt spid="35"/>
                                        </p:tgtEl>
                                        <p:attrNameLst>
                                          <p:attrName>style.visibility</p:attrName>
                                        </p:attrNameLst>
                                      </p:cBhvr>
                                      <p:to>
                                        <p:strVal val="visible"/>
                                      </p:to>
                                    </p:set>
                                  </p:childTnLst>
                                </p:cTn>
                              </p:par>
                            </p:childTnLst>
                          </p:cTn>
                        </p:par>
                      </p:childTnLst>
                    </p:cTn>
                  </p:par>
                  <p:par>
                    <p:cTn id="107" fill="hold">
                      <p:stCondLst>
                        <p:cond delay="indefinite"/>
                      </p:stCondLst>
                      <p:childTnLst>
                        <p:par>
                          <p:cTn id="108" fill="hold">
                            <p:stCondLst>
                              <p:cond delay="0"/>
                            </p:stCondLst>
                            <p:childTnLst>
                              <p:par>
                                <p:cTn id="109" presetID="1" presetClass="entr" presetSubtype="0" fill="hold" grpId="0" nodeType="clickEffect">
                                  <p:stCondLst>
                                    <p:cond delay="0"/>
                                  </p:stCondLst>
                                  <p:childTnLst>
                                    <p:set>
                                      <p:cBhvr>
                                        <p:cTn id="110"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4" grpId="1"/>
      <p:bldP spid="15" grpId="0"/>
      <p:bldP spid="16" grpId="0"/>
      <p:bldP spid="16" grpId="1"/>
      <p:bldP spid="16" grpId="2"/>
      <p:bldP spid="17" grpId="0"/>
      <p:bldP spid="17" grpId="1"/>
      <p:bldP spid="18" grpId="0"/>
      <p:bldP spid="19" grpId="0"/>
      <p:bldP spid="19" grpId="1"/>
      <p:bldP spid="19" grpId="2"/>
      <p:bldP spid="20" grpId="0"/>
      <p:bldP spid="20" grpId="1"/>
      <p:bldP spid="21" grpId="0"/>
      <p:bldP spid="22" grpId="0"/>
      <p:bldP spid="22" grpId="1"/>
      <p:bldP spid="22" grpId="2"/>
      <p:bldP spid="23" grpId="0"/>
      <p:bldP spid="23" grpId="1"/>
      <p:bldP spid="24" grpId="0"/>
      <p:bldP spid="25" grpId="0"/>
      <p:bldP spid="26" grpId="0"/>
      <p:bldP spid="27" grpId="0"/>
      <p:bldP spid="27" grpId="1"/>
      <p:bldP spid="28" grpId="0"/>
      <p:bldP spid="29" grpId="0"/>
      <p:bldP spid="29" grpId="1"/>
      <p:bldP spid="29" grpId="2"/>
      <p:bldP spid="30" grpId="0"/>
      <p:bldP spid="30" grpId="1"/>
      <p:bldP spid="31" grpId="0"/>
      <p:bldP spid="32" grpId="0"/>
      <p:bldP spid="32" grpId="1"/>
      <p:bldP spid="33" grpId="0"/>
      <p:bldP spid="34" grpId="0"/>
      <p:bldP spid="35" grpId="0"/>
      <p:bldP spid="36" grpId="0"/>
    </p:bld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7" name="object-1">
            <a:extLst>
              <a:ext uri="{FF2B5EF4-FFF2-40B4-BE49-F238E27FC236}">
                <a16:creationId xmlns:a16="http://schemas.microsoft.com/office/drawing/2014/main" id="{72638D8D-3EC1-43FF-9F33-5868A914D4F9}"/>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You do</a:t>
            </a:r>
          </a:p>
        </p:txBody>
      </p:sp>
      <p:sp>
        <p:nvSpPr>
          <p:cNvPr id="2" name="object-2">
            <a:extLst>
              <a:ext uri="{FF2B5EF4-FFF2-40B4-BE49-F238E27FC236}">
                <a16:creationId xmlns:a16="http://schemas.microsoft.com/office/drawing/2014/main" id="{B1D2A0CF-1205-483A-BF4E-142A46BAEDE4}"/>
              </a:ext>
            </a:extLst>
          </p:cNvPr>
          <p:cNvSpPr>
            <a:spLocks noGrp="1"/>
          </p:cNvSpPr>
          <p:nvPr/>
        </p:nvSpPr>
        <p:spPr>
          <a:xfrm>
            <a:off x="11430000" y="476250"/>
            <a:ext cx="3155156" cy="547688"/>
          </a:xfrm>
          <a:prstGeom prst="rect">
            <a:avLst/>
          </a:prstGeom>
          <a:noFill/>
          <a:ln w="0">
            <a:noFill/>
          </a:ln>
        </p:spPr>
        <p:txBody>
          <a:bodyPr anchor="ctr">
            <a:noAutofit/>
          </a:bodyPr>
          <a:lstStyle/>
          <a:p>
            <a:pPr algn="r">
              <a:defRPr sz="2625" b="0">
                <a:solidFill>
                  <a:srgbClr val="52647A"/>
                </a:solidFill>
                <a:latin typeface="Arial"/>
                <a:ea typeface="Arial"/>
                <a:cs typeface="Arial"/>
              </a:defRPr>
            </a:pPr>
            <a:r>
              <a:rPr sz="2625" b="0">
                <a:solidFill>
                  <a:srgbClr val="52647A"/>
                </a:solidFill>
                <a:latin typeface="Arial"/>
                <a:ea typeface="Arial"/>
                <a:cs typeface="Arial"/>
              </a:rPr>
              <a:t>You try.</a:t>
            </a:r>
          </a:p>
        </p:txBody>
      </p:sp>
      <p:sp>
        <p:nvSpPr>
          <p:cNvPr id="3" name="object-3">
            <a:extLst>
              <a:ext uri="{FF2B5EF4-FFF2-40B4-BE49-F238E27FC236}">
                <a16:creationId xmlns:a16="http://schemas.microsoft.com/office/drawing/2014/main" id="{7922DAFD-9A9F-4B8B-AF80-43FD9A2BA668}"/>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Calculate 16,359 + 46,740.</a:t>
            </a:r>
          </a:p>
        </p:txBody>
      </p:sp>
      <p:sp>
        <p:nvSpPr>
          <p:cNvPr id="4" name="object-4">
            <a:extLst>
              <a:ext uri="{FF2B5EF4-FFF2-40B4-BE49-F238E27FC236}">
                <a16:creationId xmlns:a16="http://schemas.microsoft.com/office/drawing/2014/main" id="{E783A04E-2D7C-437E-B8E4-F8EC85C5B8CB}"/>
              </a:ext>
            </a:extLst>
          </p:cNvPr>
          <p:cNvSpPr>
            <a:spLocks noGrp="1"/>
          </p:cNvSpPr>
          <p:nvPr/>
        </p:nvSpPr>
        <p:spPr>
          <a:xfrm>
            <a:off x="654844" y="8012906"/>
            <a:ext cx="13930313" cy="11906"/>
          </a:xfrm>
          <a:prstGeom prst="rect">
            <a:avLst/>
          </a:prstGeom>
          <a:solidFill>
            <a:srgbClr val="BCD0EA"/>
          </a:solidFill>
          <a:ln w="0">
            <a:noFill/>
          </a:ln>
        </p:spPr>
      </p:sp>
      <p:sp>
        <p:nvSpPr>
          <p:cNvPr id="5" name="object-5">
            <a:extLst>
              <a:ext uri="{FF2B5EF4-FFF2-40B4-BE49-F238E27FC236}">
                <a16:creationId xmlns:a16="http://schemas.microsoft.com/office/drawing/2014/main" id="{9838A371-1F01-4CBB-B08B-0FC2360DD691}"/>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Multiply up to four digits by two digits</a:t>
            </a:r>
          </a:p>
        </p:txBody>
      </p:sp>
      <p:sp>
        <p:nvSpPr>
          <p:cNvPr id="6" name="object-6">
            <a:extLst>
              <a:ext uri="{FF2B5EF4-FFF2-40B4-BE49-F238E27FC236}">
                <a16:creationId xmlns:a16="http://schemas.microsoft.com/office/drawing/2014/main" id="{4A7EC3A2-66F8-4512-95CA-0B76029A0470}"/>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9</a:t>
            </a:r>
          </a:p>
        </p:txBody>
      </p:sp>
      <p:sp>
        <p:nvSpPr>
          <p:cNvPr id="7" name="object-7">
            <a:extLst>
              <a:ext uri="{FF2B5EF4-FFF2-40B4-BE49-F238E27FC236}">
                <a16:creationId xmlns:a16="http://schemas.microsoft.com/office/drawing/2014/main" id="{773A6ACD-445A-429A-ACBF-8F3730675AA2}"/>
              </a:ext>
            </a:extLst>
          </p:cNvPr>
          <p:cNvSpPr>
            <a:spLocks noGrp="1"/>
          </p:cNvSpPr>
          <p:nvPr/>
        </p:nvSpPr>
        <p:spPr>
          <a:xfrm>
            <a:off x="5476875" y="3095625"/>
            <a:ext cx="833438" cy="773906"/>
          </a:xfrm>
          <a:prstGeom prst="rect">
            <a:avLst/>
          </a:prstGeom>
          <a:noFill/>
          <a:ln w="0">
            <a:noFill/>
          </a:ln>
        </p:spPr>
        <p:txBody>
          <a:bodyPr anchor="ctr">
            <a:noAutofit/>
          </a:bodyPr>
          <a:lstStyle/>
          <a:p>
            <a:pPr algn="ctr">
              <a:defRPr sz="4219" b="1">
                <a:solidFill>
                  <a:srgbClr val="1D4ED8"/>
                </a:solidFill>
                <a:latin typeface="Arial"/>
                <a:ea typeface="Arial"/>
                <a:cs typeface="Arial"/>
              </a:defRPr>
            </a:pPr>
            <a:r>
              <a:rPr sz="4219" b="1">
                <a:solidFill>
                  <a:srgbClr val="1D4ED8"/>
                </a:solidFill>
                <a:latin typeface="Arial"/>
                <a:ea typeface="Arial"/>
                <a:cs typeface="Arial"/>
              </a:rPr>
              <a:t>1</a:t>
            </a:r>
          </a:p>
        </p:txBody>
      </p:sp>
      <p:sp>
        <p:nvSpPr>
          <p:cNvPr id="8" name="object-8">
            <a:extLst>
              <a:ext uri="{FF2B5EF4-FFF2-40B4-BE49-F238E27FC236}">
                <a16:creationId xmlns:a16="http://schemas.microsoft.com/office/drawing/2014/main" id="{EB6CA19A-8C12-4D22-AFCE-CA77C393F7FA}"/>
              </a:ext>
            </a:extLst>
          </p:cNvPr>
          <p:cNvSpPr>
            <a:spLocks noGrp="1"/>
          </p:cNvSpPr>
          <p:nvPr/>
        </p:nvSpPr>
        <p:spPr>
          <a:xfrm>
            <a:off x="6405563" y="3095625"/>
            <a:ext cx="833438" cy="773906"/>
          </a:xfrm>
          <a:prstGeom prst="rect">
            <a:avLst/>
          </a:prstGeom>
          <a:noFill/>
          <a:ln w="0">
            <a:noFill/>
          </a:ln>
        </p:spPr>
        <p:txBody>
          <a:bodyPr anchor="ctr">
            <a:noAutofit/>
          </a:bodyPr>
          <a:lstStyle/>
          <a:p>
            <a:pPr algn="ctr">
              <a:defRPr sz="4219" b="1">
                <a:solidFill>
                  <a:srgbClr val="1D4ED8"/>
                </a:solidFill>
                <a:latin typeface="Arial"/>
                <a:ea typeface="Arial"/>
                <a:cs typeface="Arial"/>
              </a:defRPr>
            </a:pPr>
            <a:r>
              <a:rPr sz="4219" b="1">
                <a:solidFill>
                  <a:srgbClr val="1D4ED8"/>
                </a:solidFill>
                <a:latin typeface="Arial"/>
                <a:ea typeface="Arial"/>
                <a:cs typeface="Arial"/>
              </a:rPr>
              <a:t>6</a:t>
            </a:r>
          </a:p>
        </p:txBody>
      </p:sp>
      <p:sp>
        <p:nvSpPr>
          <p:cNvPr id="9" name="object-9">
            <a:extLst>
              <a:ext uri="{FF2B5EF4-FFF2-40B4-BE49-F238E27FC236}">
                <a16:creationId xmlns:a16="http://schemas.microsoft.com/office/drawing/2014/main" id="{25E8954D-2726-443B-920E-CA4C98F23FF8}"/>
              </a:ext>
            </a:extLst>
          </p:cNvPr>
          <p:cNvSpPr>
            <a:spLocks noGrp="1"/>
          </p:cNvSpPr>
          <p:nvPr/>
        </p:nvSpPr>
        <p:spPr>
          <a:xfrm>
            <a:off x="7334250" y="3095625"/>
            <a:ext cx="833438" cy="773906"/>
          </a:xfrm>
          <a:prstGeom prst="rect">
            <a:avLst/>
          </a:prstGeom>
          <a:noFill/>
          <a:ln w="0">
            <a:noFill/>
          </a:ln>
        </p:spPr>
        <p:txBody>
          <a:bodyPr anchor="ctr">
            <a:noAutofit/>
          </a:bodyPr>
          <a:lstStyle/>
          <a:p>
            <a:pPr algn="ctr">
              <a:defRPr sz="4219" b="1">
                <a:solidFill>
                  <a:srgbClr val="1D4ED8"/>
                </a:solidFill>
                <a:latin typeface="Arial"/>
                <a:ea typeface="Arial"/>
                <a:cs typeface="Arial"/>
              </a:defRPr>
            </a:pPr>
            <a:r>
              <a:rPr sz="4219" b="1">
                <a:solidFill>
                  <a:srgbClr val="1D4ED8"/>
                </a:solidFill>
                <a:latin typeface="Arial"/>
                <a:ea typeface="Arial"/>
                <a:cs typeface="Arial"/>
              </a:rPr>
              <a:t>3</a:t>
            </a:r>
          </a:p>
        </p:txBody>
      </p:sp>
      <p:sp>
        <p:nvSpPr>
          <p:cNvPr id="10" name="object-10">
            <a:extLst>
              <a:ext uri="{FF2B5EF4-FFF2-40B4-BE49-F238E27FC236}">
                <a16:creationId xmlns:a16="http://schemas.microsoft.com/office/drawing/2014/main" id="{1E99708B-A163-473D-9B94-964B64CB3ABC}"/>
              </a:ext>
            </a:extLst>
          </p:cNvPr>
          <p:cNvSpPr>
            <a:spLocks noGrp="1"/>
          </p:cNvSpPr>
          <p:nvPr/>
        </p:nvSpPr>
        <p:spPr>
          <a:xfrm>
            <a:off x="8262938" y="3095625"/>
            <a:ext cx="833438" cy="773906"/>
          </a:xfrm>
          <a:prstGeom prst="rect">
            <a:avLst/>
          </a:prstGeom>
          <a:noFill/>
          <a:ln w="0">
            <a:noFill/>
          </a:ln>
        </p:spPr>
        <p:txBody>
          <a:bodyPr anchor="ctr">
            <a:noAutofit/>
          </a:bodyPr>
          <a:lstStyle/>
          <a:p>
            <a:pPr algn="ctr">
              <a:defRPr sz="4219" b="1">
                <a:solidFill>
                  <a:srgbClr val="1D4ED8"/>
                </a:solidFill>
                <a:latin typeface="Arial"/>
                <a:ea typeface="Arial"/>
                <a:cs typeface="Arial"/>
              </a:defRPr>
            </a:pPr>
            <a:r>
              <a:rPr sz="4219" b="1">
                <a:solidFill>
                  <a:srgbClr val="1D4ED8"/>
                </a:solidFill>
                <a:latin typeface="Arial"/>
                <a:ea typeface="Arial"/>
                <a:cs typeface="Arial"/>
              </a:rPr>
              <a:t>5</a:t>
            </a:r>
          </a:p>
        </p:txBody>
      </p:sp>
      <p:sp>
        <p:nvSpPr>
          <p:cNvPr id="11" name="object-11">
            <a:extLst>
              <a:ext uri="{FF2B5EF4-FFF2-40B4-BE49-F238E27FC236}">
                <a16:creationId xmlns:a16="http://schemas.microsoft.com/office/drawing/2014/main" id="{0D0AA5C1-4449-4A95-A398-D40D1787F9D1}"/>
              </a:ext>
            </a:extLst>
          </p:cNvPr>
          <p:cNvSpPr>
            <a:spLocks noGrp="1"/>
          </p:cNvSpPr>
          <p:nvPr/>
        </p:nvSpPr>
        <p:spPr>
          <a:xfrm>
            <a:off x="9191625" y="3095625"/>
            <a:ext cx="833438" cy="773906"/>
          </a:xfrm>
          <a:prstGeom prst="rect">
            <a:avLst/>
          </a:prstGeom>
          <a:noFill/>
          <a:ln w="0">
            <a:noFill/>
          </a:ln>
        </p:spPr>
        <p:txBody>
          <a:bodyPr anchor="ctr">
            <a:noAutofit/>
          </a:bodyPr>
          <a:lstStyle/>
          <a:p>
            <a:pPr algn="ctr">
              <a:defRPr sz="4219" b="1">
                <a:solidFill>
                  <a:srgbClr val="1D4ED8"/>
                </a:solidFill>
                <a:latin typeface="Arial"/>
                <a:ea typeface="Arial"/>
                <a:cs typeface="Arial"/>
              </a:defRPr>
            </a:pPr>
            <a:r>
              <a:rPr sz="4219" b="1">
                <a:solidFill>
                  <a:srgbClr val="1D4ED8"/>
                </a:solidFill>
                <a:latin typeface="Arial"/>
                <a:ea typeface="Arial"/>
                <a:cs typeface="Arial"/>
              </a:rPr>
              <a:t>9</a:t>
            </a:r>
          </a:p>
        </p:txBody>
      </p:sp>
      <p:sp>
        <p:nvSpPr>
          <p:cNvPr id="12" name="object-12">
            <a:extLst>
              <a:ext uri="{FF2B5EF4-FFF2-40B4-BE49-F238E27FC236}">
                <a16:creationId xmlns:a16="http://schemas.microsoft.com/office/drawing/2014/main" id="{6205F407-09B0-44E3-8874-CDD5A6BA8AC9}"/>
              </a:ext>
            </a:extLst>
          </p:cNvPr>
          <p:cNvSpPr>
            <a:spLocks noGrp="1"/>
          </p:cNvSpPr>
          <p:nvPr/>
        </p:nvSpPr>
        <p:spPr>
          <a:xfrm>
            <a:off x="5476875" y="4131469"/>
            <a:ext cx="833438" cy="773906"/>
          </a:xfrm>
          <a:prstGeom prst="rect">
            <a:avLst/>
          </a:prstGeom>
          <a:noFill/>
          <a:ln w="0">
            <a:noFill/>
          </a:ln>
        </p:spPr>
        <p:txBody>
          <a:bodyPr anchor="ctr">
            <a:noAutofit/>
          </a:bodyPr>
          <a:lstStyle/>
          <a:p>
            <a:pPr algn="ctr">
              <a:defRPr sz="4219" b="1">
                <a:solidFill>
                  <a:srgbClr val="1D4ED8"/>
                </a:solidFill>
                <a:latin typeface="Arial"/>
                <a:ea typeface="Arial"/>
                <a:cs typeface="Arial"/>
              </a:defRPr>
            </a:pPr>
            <a:r>
              <a:rPr sz="4219" b="1">
                <a:solidFill>
                  <a:srgbClr val="1D4ED8"/>
                </a:solidFill>
                <a:latin typeface="Arial"/>
                <a:ea typeface="Arial"/>
                <a:cs typeface="Arial"/>
              </a:rPr>
              <a:t>4</a:t>
            </a:r>
          </a:p>
        </p:txBody>
      </p:sp>
      <p:sp>
        <p:nvSpPr>
          <p:cNvPr id="13" name="object-13">
            <a:extLst>
              <a:ext uri="{FF2B5EF4-FFF2-40B4-BE49-F238E27FC236}">
                <a16:creationId xmlns:a16="http://schemas.microsoft.com/office/drawing/2014/main" id="{52A558DC-139C-4EE7-960E-2C303AB40435}"/>
              </a:ext>
            </a:extLst>
          </p:cNvPr>
          <p:cNvSpPr>
            <a:spLocks noGrp="1"/>
          </p:cNvSpPr>
          <p:nvPr/>
        </p:nvSpPr>
        <p:spPr>
          <a:xfrm>
            <a:off x="6405563" y="4131469"/>
            <a:ext cx="833438" cy="773906"/>
          </a:xfrm>
          <a:prstGeom prst="rect">
            <a:avLst/>
          </a:prstGeom>
          <a:noFill/>
          <a:ln w="0">
            <a:noFill/>
          </a:ln>
        </p:spPr>
        <p:txBody>
          <a:bodyPr anchor="ctr">
            <a:noAutofit/>
          </a:bodyPr>
          <a:lstStyle/>
          <a:p>
            <a:pPr algn="ctr">
              <a:defRPr sz="4219" b="1">
                <a:solidFill>
                  <a:srgbClr val="1D4ED8"/>
                </a:solidFill>
                <a:latin typeface="Arial"/>
                <a:ea typeface="Arial"/>
                <a:cs typeface="Arial"/>
              </a:defRPr>
            </a:pPr>
            <a:r>
              <a:rPr sz="4219" b="1">
                <a:solidFill>
                  <a:srgbClr val="1D4ED8"/>
                </a:solidFill>
                <a:latin typeface="Arial"/>
                <a:ea typeface="Arial"/>
                <a:cs typeface="Arial"/>
              </a:rPr>
              <a:t>6</a:t>
            </a:r>
          </a:p>
        </p:txBody>
      </p:sp>
      <p:sp>
        <p:nvSpPr>
          <p:cNvPr id="14" name="object-14">
            <a:extLst>
              <a:ext uri="{FF2B5EF4-FFF2-40B4-BE49-F238E27FC236}">
                <a16:creationId xmlns:a16="http://schemas.microsoft.com/office/drawing/2014/main" id="{D3BDE479-3826-4E95-AFCA-AA968DA5DC40}"/>
              </a:ext>
            </a:extLst>
          </p:cNvPr>
          <p:cNvSpPr>
            <a:spLocks noGrp="1"/>
          </p:cNvSpPr>
          <p:nvPr/>
        </p:nvSpPr>
        <p:spPr>
          <a:xfrm>
            <a:off x="7334250" y="4131469"/>
            <a:ext cx="833438" cy="773906"/>
          </a:xfrm>
          <a:prstGeom prst="rect">
            <a:avLst/>
          </a:prstGeom>
          <a:noFill/>
          <a:ln w="0">
            <a:noFill/>
          </a:ln>
        </p:spPr>
        <p:txBody>
          <a:bodyPr anchor="ctr">
            <a:noAutofit/>
          </a:bodyPr>
          <a:lstStyle/>
          <a:p>
            <a:pPr algn="ctr">
              <a:defRPr sz="4219" b="1">
                <a:solidFill>
                  <a:srgbClr val="1D4ED8"/>
                </a:solidFill>
                <a:latin typeface="Arial"/>
                <a:ea typeface="Arial"/>
                <a:cs typeface="Arial"/>
              </a:defRPr>
            </a:pPr>
            <a:r>
              <a:rPr sz="4219" b="1">
                <a:solidFill>
                  <a:srgbClr val="1D4ED8"/>
                </a:solidFill>
                <a:latin typeface="Arial"/>
                <a:ea typeface="Arial"/>
                <a:cs typeface="Arial"/>
              </a:rPr>
              <a:t>7</a:t>
            </a:r>
          </a:p>
        </p:txBody>
      </p:sp>
      <p:sp>
        <p:nvSpPr>
          <p:cNvPr id="15" name="object-15">
            <a:extLst>
              <a:ext uri="{FF2B5EF4-FFF2-40B4-BE49-F238E27FC236}">
                <a16:creationId xmlns:a16="http://schemas.microsoft.com/office/drawing/2014/main" id="{494594D0-D8EC-409A-9047-04E2C7B3F3CE}"/>
              </a:ext>
            </a:extLst>
          </p:cNvPr>
          <p:cNvSpPr>
            <a:spLocks noGrp="1"/>
          </p:cNvSpPr>
          <p:nvPr/>
        </p:nvSpPr>
        <p:spPr>
          <a:xfrm>
            <a:off x="8262938" y="4131469"/>
            <a:ext cx="833438" cy="773906"/>
          </a:xfrm>
          <a:prstGeom prst="rect">
            <a:avLst/>
          </a:prstGeom>
          <a:noFill/>
          <a:ln w="0">
            <a:noFill/>
          </a:ln>
        </p:spPr>
        <p:txBody>
          <a:bodyPr anchor="ctr">
            <a:noAutofit/>
          </a:bodyPr>
          <a:lstStyle/>
          <a:p>
            <a:pPr algn="ctr">
              <a:defRPr sz="4219" b="1">
                <a:solidFill>
                  <a:srgbClr val="1D4ED8"/>
                </a:solidFill>
                <a:latin typeface="Arial"/>
                <a:ea typeface="Arial"/>
                <a:cs typeface="Arial"/>
              </a:defRPr>
            </a:pPr>
            <a:r>
              <a:rPr sz="4219" b="1">
                <a:solidFill>
                  <a:srgbClr val="1D4ED8"/>
                </a:solidFill>
                <a:latin typeface="Arial"/>
                <a:ea typeface="Arial"/>
                <a:cs typeface="Arial"/>
              </a:rPr>
              <a:t>4</a:t>
            </a:r>
          </a:p>
        </p:txBody>
      </p:sp>
      <p:sp>
        <p:nvSpPr>
          <p:cNvPr id="16" name="object-16">
            <a:extLst>
              <a:ext uri="{FF2B5EF4-FFF2-40B4-BE49-F238E27FC236}">
                <a16:creationId xmlns:a16="http://schemas.microsoft.com/office/drawing/2014/main" id="{70B7C649-A1D2-4661-893B-65BFD34A6BDD}"/>
              </a:ext>
            </a:extLst>
          </p:cNvPr>
          <p:cNvSpPr>
            <a:spLocks noGrp="1"/>
          </p:cNvSpPr>
          <p:nvPr/>
        </p:nvSpPr>
        <p:spPr>
          <a:xfrm>
            <a:off x="9191625" y="4131469"/>
            <a:ext cx="833438" cy="773906"/>
          </a:xfrm>
          <a:prstGeom prst="rect">
            <a:avLst/>
          </a:prstGeom>
          <a:noFill/>
          <a:ln w="0">
            <a:noFill/>
          </a:ln>
        </p:spPr>
        <p:txBody>
          <a:bodyPr anchor="ctr">
            <a:noAutofit/>
          </a:bodyPr>
          <a:lstStyle/>
          <a:p>
            <a:pPr algn="ctr">
              <a:defRPr sz="4219" b="1">
                <a:solidFill>
                  <a:srgbClr val="1D4ED8"/>
                </a:solidFill>
                <a:latin typeface="Arial"/>
                <a:ea typeface="Arial"/>
                <a:cs typeface="Arial"/>
              </a:defRPr>
            </a:pPr>
            <a:r>
              <a:rPr sz="4219" b="1">
                <a:solidFill>
                  <a:srgbClr val="1D4ED8"/>
                </a:solidFill>
                <a:latin typeface="Arial"/>
                <a:ea typeface="Arial"/>
                <a:cs typeface="Arial"/>
              </a:rPr>
              <a:t>0</a:t>
            </a:r>
          </a:p>
        </p:txBody>
      </p:sp>
      <p:sp>
        <p:nvSpPr>
          <p:cNvPr id="17" name="object-17">
            <a:extLst>
              <a:ext uri="{FF2B5EF4-FFF2-40B4-BE49-F238E27FC236}">
                <a16:creationId xmlns:a16="http://schemas.microsoft.com/office/drawing/2014/main" id="{8FD6DC9F-6BB4-41C4-BB7F-D9CC65C8C80D}"/>
              </a:ext>
            </a:extLst>
          </p:cNvPr>
          <p:cNvSpPr>
            <a:spLocks noGrp="1"/>
          </p:cNvSpPr>
          <p:nvPr/>
        </p:nvSpPr>
        <p:spPr>
          <a:xfrm>
            <a:off x="4643438" y="4131469"/>
            <a:ext cx="654844" cy="773906"/>
          </a:xfrm>
          <a:prstGeom prst="rect">
            <a:avLst/>
          </a:prstGeom>
          <a:noFill/>
          <a:ln w="0">
            <a:noFill/>
          </a:ln>
        </p:spPr>
        <p:txBody>
          <a:bodyPr anchor="ctr">
            <a:noAutofit/>
          </a:bodyPr>
          <a:lstStyle/>
          <a:p>
            <a:pPr algn="l">
              <a:defRPr sz="4125" b="0">
                <a:solidFill>
                  <a:srgbClr val="172B4D"/>
                </a:solidFill>
                <a:latin typeface="Arial"/>
                <a:ea typeface="Arial"/>
                <a:cs typeface="Arial"/>
              </a:defRPr>
            </a:pPr>
            <a:r>
              <a:rPr sz="4125" b="0">
                <a:solidFill>
                  <a:srgbClr val="172B4D"/>
                </a:solidFill>
                <a:latin typeface="Arial"/>
                <a:ea typeface="Arial"/>
                <a:cs typeface="Arial"/>
              </a:rPr>
              <a:t>+</a:t>
            </a:r>
          </a:p>
        </p:txBody>
      </p:sp>
      <p:sp>
        <p:nvSpPr>
          <p:cNvPr id="18" name="object-18">
            <a:extLst>
              <a:ext uri="{FF2B5EF4-FFF2-40B4-BE49-F238E27FC236}">
                <a16:creationId xmlns:a16="http://schemas.microsoft.com/office/drawing/2014/main" id="{BEC9CB05-B8C0-4883-8E09-2D193EDABDDF}"/>
              </a:ext>
            </a:extLst>
          </p:cNvPr>
          <p:cNvSpPr>
            <a:spLocks noGrp="1"/>
          </p:cNvSpPr>
          <p:nvPr/>
        </p:nvSpPr>
        <p:spPr>
          <a:xfrm>
            <a:off x="5238750" y="5036344"/>
            <a:ext cx="5060156" cy="35719"/>
          </a:xfrm>
          <a:prstGeom prst="rect">
            <a:avLst/>
          </a:prstGeom>
          <a:solidFill>
            <a:srgbClr val="172B4D"/>
          </a:solidFill>
          <a:ln w="0">
            <a:noFill/>
          </a:ln>
        </p:spPr>
      </p:sp>
      <p:sp>
        <p:nvSpPr>
          <p:cNvPr id="19" name="object-19">
            <a:extLst>
              <a:ext uri="{FF2B5EF4-FFF2-40B4-BE49-F238E27FC236}">
                <a16:creationId xmlns:a16="http://schemas.microsoft.com/office/drawing/2014/main" id="{A2374C66-4D6C-4E67-BEB0-16771877DFA3}"/>
              </a:ext>
            </a:extLst>
          </p:cNvPr>
          <p:cNvSpPr>
            <a:spLocks noGrp="1"/>
          </p:cNvSpPr>
          <p:nvPr/>
        </p:nvSpPr>
        <p:spPr>
          <a:xfrm>
            <a:off x="9155906" y="2988469"/>
            <a:ext cx="904875" cy="1976438"/>
          </a:xfrm>
          <a:prstGeom prst="rect">
            <a:avLst/>
          </a:prstGeom>
          <a:noFill/>
          <a:ln w="35719">
            <a:solidFill>
              <a:srgbClr val="9A5800"/>
            </a:solidFill>
          </a:ln>
        </p:spPr>
      </p:sp>
      <p:sp>
        <p:nvSpPr>
          <p:cNvPr id="20" name="object-20">
            <a:extLst>
              <a:ext uri="{FF2B5EF4-FFF2-40B4-BE49-F238E27FC236}">
                <a16:creationId xmlns:a16="http://schemas.microsoft.com/office/drawing/2014/main" id="{4E2C02B1-BD86-4552-88E6-56A3539A1891}"/>
              </a:ext>
            </a:extLst>
          </p:cNvPr>
          <p:cNvSpPr>
            <a:spLocks noGrp="1"/>
          </p:cNvSpPr>
          <p:nvPr/>
        </p:nvSpPr>
        <p:spPr>
          <a:xfrm>
            <a:off x="1190625" y="6477000"/>
            <a:ext cx="12858750" cy="714375"/>
          </a:xfrm>
          <a:prstGeom prst="rect">
            <a:avLst/>
          </a:prstGeom>
          <a:noFill/>
          <a:ln w="0">
            <a:noFill/>
          </a:ln>
        </p:spPr>
        <p:txBody>
          <a:bodyPr anchor="ctr">
            <a:noAutofit/>
          </a:bodyPr>
          <a:lstStyle/>
          <a:p>
            <a:pPr algn="ctr">
              <a:defRPr sz="2906" b="1">
                <a:solidFill>
                  <a:srgbClr val="172B4D"/>
                </a:solidFill>
                <a:latin typeface="Arial"/>
                <a:ea typeface="Arial"/>
                <a:cs typeface="Arial"/>
              </a:defRPr>
            </a:pPr>
            <a:r>
              <a:rPr sz="2906" b="1">
                <a:solidFill>
                  <a:srgbClr val="172B4D"/>
                </a:solidFill>
                <a:latin typeface="Arial"/>
                <a:ea typeface="Arial"/>
                <a:cs typeface="Arial"/>
              </a:rPr>
              <a:t>9 + 0 = 9</a:t>
            </a:r>
          </a:p>
        </p:txBody>
      </p:sp>
      <p:sp>
        <p:nvSpPr>
          <p:cNvPr id="21" name="object-21">
            <a:extLst>
              <a:ext uri="{FF2B5EF4-FFF2-40B4-BE49-F238E27FC236}">
                <a16:creationId xmlns:a16="http://schemas.microsoft.com/office/drawing/2014/main" id="{E99B32B0-51CB-4A6F-9D19-5E1F1CAF4939}"/>
              </a:ext>
            </a:extLst>
          </p:cNvPr>
          <p:cNvSpPr>
            <a:spLocks noGrp="1"/>
          </p:cNvSpPr>
          <p:nvPr/>
        </p:nvSpPr>
        <p:spPr>
          <a:xfrm>
            <a:off x="9191625" y="5214938"/>
            <a:ext cx="833438" cy="833438"/>
          </a:xfrm>
          <a:prstGeom prst="rect">
            <a:avLst/>
          </a:prstGeom>
          <a:noFill/>
          <a:ln w="0">
            <a:noFill/>
          </a:ln>
        </p:spPr>
        <p:txBody>
          <a:bodyPr anchor="ctr">
            <a:noAutofit/>
          </a:bodyPr>
          <a:lstStyle/>
          <a:p>
            <a:pPr algn="ctr">
              <a:defRPr sz="4594" b="1">
                <a:solidFill>
                  <a:srgbClr val="11745A"/>
                </a:solidFill>
                <a:latin typeface="Arial"/>
                <a:ea typeface="Arial"/>
                <a:cs typeface="Arial"/>
              </a:defRPr>
            </a:pPr>
            <a:r>
              <a:rPr sz="4594" b="1">
                <a:solidFill>
                  <a:srgbClr val="11745A"/>
                </a:solidFill>
                <a:latin typeface="Arial"/>
                <a:ea typeface="Arial"/>
                <a:cs typeface="Arial"/>
              </a:rPr>
              <a:t>9</a:t>
            </a:r>
          </a:p>
        </p:txBody>
      </p:sp>
      <p:sp>
        <p:nvSpPr>
          <p:cNvPr id="22" name="object-22">
            <a:extLst>
              <a:ext uri="{FF2B5EF4-FFF2-40B4-BE49-F238E27FC236}">
                <a16:creationId xmlns:a16="http://schemas.microsoft.com/office/drawing/2014/main" id="{0C3BC527-EFF8-428B-A13A-C8C49DFBACB9}"/>
              </a:ext>
            </a:extLst>
          </p:cNvPr>
          <p:cNvSpPr>
            <a:spLocks noGrp="1"/>
          </p:cNvSpPr>
          <p:nvPr/>
        </p:nvSpPr>
        <p:spPr>
          <a:xfrm>
            <a:off x="8227219" y="2988469"/>
            <a:ext cx="904875" cy="1976438"/>
          </a:xfrm>
          <a:prstGeom prst="rect">
            <a:avLst/>
          </a:prstGeom>
          <a:noFill/>
          <a:ln w="35719">
            <a:solidFill>
              <a:srgbClr val="9A5800"/>
            </a:solidFill>
          </a:ln>
        </p:spPr>
      </p:sp>
      <p:sp>
        <p:nvSpPr>
          <p:cNvPr id="23" name="object-23">
            <a:extLst>
              <a:ext uri="{FF2B5EF4-FFF2-40B4-BE49-F238E27FC236}">
                <a16:creationId xmlns:a16="http://schemas.microsoft.com/office/drawing/2014/main" id="{F6E5476D-C5E9-430B-B6EB-0E81CFCCD60F}"/>
              </a:ext>
            </a:extLst>
          </p:cNvPr>
          <p:cNvSpPr>
            <a:spLocks noGrp="1"/>
          </p:cNvSpPr>
          <p:nvPr/>
        </p:nvSpPr>
        <p:spPr>
          <a:xfrm>
            <a:off x="1190625" y="6477000"/>
            <a:ext cx="12858750" cy="714375"/>
          </a:xfrm>
          <a:prstGeom prst="rect">
            <a:avLst/>
          </a:prstGeom>
          <a:noFill/>
          <a:ln w="0">
            <a:noFill/>
          </a:ln>
        </p:spPr>
        <p:txBody>
          <a:bodyPr anchor="ctr">
            <a:noAutofit/>
          </a:bodyPr>
          <a:lstStyle/>
          <a:p>
            <a:pPr algn="ctr">
              <a:defRPr sz="2906" b="1">
                <a:solidFill>
                  <a:srgbClr val="172B4D"/>
                </a:solidFill>
                <a:latin typeface="Arial"/>
                <a:ea typeface="Arial"/>
                <a:cs typeface="Arial"/>
              </a:defRPr>
            </a:pPr>
            <a:r>
              <a:rPr sz="2906" b="1">
                <a:solidFill>
                  <a:srgbClr val="172B4D"/>
                </a:solidFill>
                <a:latin typeface="Arial"/>
                <a:ea typeface="Arial"/>
                <a:cs typeface="Arial"/>
              </a:rPr>
              <a:t>5 + 4 = 9</a:t>
            </a:r>
          </a:p>
        </p:txBody>
      </p:sp>
      <p:sp>
        <p:nvSpPr>
          <p:cNvPr id="24" name="object-24">
            <a:extLst>
              <a:ext uri="{FF2B5EF4-FFF2-40B4-BE49-F238E27FC236}">
                <a16:creationId xmlns:a16="http://schemas.microsoft.com/office/drawing/2014/main" id="{67AAF23A-CBD9-4435-8D5B-7B439DDC2291}"/>
              </a:ext>
            </a:extLst>
          </p:cNvPr>
          <p:cNvSpPr>
            <a:spLocks noGrp="1"/>
          </p:cNvSpPr>
          <p:nvPr/>
        </p:nvSpPr>
        <p:spPr>
          <a:xfrm>
            <a:off x="8262938" y="5214938"/>
            <a:ext cx="833438" cy="833438"/>
          </a:xfrm>
          <a:prstGeom prst="rect">
            <a:avLst/>
          </a:prstGeom>
          <a:noFill/>
          <a:ln w="0">
            <a:noFill/>
          </a:ln>
        </p:spPr>
        <p:txBody>
          <a:bodyPr anchor="ctr">
            <a:noAutofit/>
          </a:bodyPr>
          <a:lstStyle/>
          <a:p>
            <a:pPr algn="ctr">
              <a:defRPr sz="4594" b="1">
                <a:solidFill>
                  <a:srgbClr val="11745A"/>
                </a:solidFill>
                <a:latin typeface="Arial"/>
                <a:ea typeface="Arial"/>
                <a:cs typeface="Arial"/>
              </a:defRPr>
            </a:pPr>
            <a:r>
              <a:rPr sz="4594" b="1">
                <a:solidFill>
                  <a:srgbClr val="11745A"/>
                </a:solidFill>
                <a:latin typeface="Arial"/>
                <a:ea typeface="Arial"/>
                <a:cs typeface="Arial"/>
              </a:rPr>
              <a:t>9</a:t>
            </a:r>
          </a:p>
        </p:txBody>
      </p:sp>
      <p:sp>
        <p:nvSpPr>
          <p:cNvPr id="25" name="object-25">
            <a:extLst>
              <a:ext uri="{FF2B5EF4-FFF2-40B4-BE49-F238E27FC236}">
                <a16:creationId xmlns:a16="http://schemas.microsoft.com/office/drawing/2014/main" id="{46E20468-7EAA-486E-BBFA-58D35CF81EB7}"/>
              </a:ext>
            </a:extLst>
          </p:cNvPr>
          <p:cNvSpPr>
            <a:spLocks noGrp="1"/>
          </p:cNvSpPr>
          <p:nvPr/>
        </p:nvSpPr>
        <p:spPr>
          <a:xfrm>
            <a:off x="7298531" y="2988469"/>
            <a:ext cx="904875" cy="1976438"/>
          </a:xfrm>
          <a:prstGeom prst="rect">
            <a:avLst/>
          </a:prstGeom>
          <a:noFill/>
          <a:ln w="35719">
            <a:solidFill>
              <a:srgbClr val="9A5800"/>
            </a:solidFill>
          </a:ln>
        </p:spPr>
      </p:sp>
      <p:sp>
        <p:nvSpPr>
          <p:cNvPr id="26" name="object-26">
            <a:extLst>
              <a:ext uri="{FF2B5EF4-FFF2-40B4-BE49-F238E27FC236}">
                <a16:creationId xmlns:a16="http://schemas.microsoft.com/office/drawing/2014/main" id="{491C818A-8901-44D8-8DCA-EFB0BA81A881}"/>
              </a:ext>
            </a:extLst>
          </p:cNvPr>
          <p:cNvSpPr>
            <a:spLocks noGrp="1"/>
          </p:cNvSpPr>
          <p:nvPr/>
        </p:nvSpPr>
        <p:spPr>
          <a:xfrm>
            <a:off x="7334250" y="2571750"/>
            <a:ext cx="833438" cy="452438"/>
          </a:xfrm>
          <a:prstGeom prst="rect">
            <a:avLst/>
          </a:prstGeom>
          <a:noFill/>
          <a:ln w="0">
            <a:noFill/>
          </a:ln>
        </p:spPr>
        <p:txBody>
          <a:bodyPr anchor="ctr">
            <a:noAutofit/>
          </a:bodyPr>
          <a:lstStyle/>
          <a:p>
            <a:pPr algn="ctr">
              <a:defRPr sz="2438" b="1">
                <a:solidFill>
                  <a:srgbClr val="9A5800"/>
                </a:solidFill>
                <a:latin typeface="Arial"/>
                <a:ea typeface="Arial"/>
                <a:cs typeface="Arial"/>
              </a:defRPr>
            </a:pPr>
            <a:r>
              <a:rPr sz="2438" b="1">
                <a:solidFill>
                  <a:srgbClr val="9A5800"/>
                </a:solidFill>
                <a:latin typeface="Arial"/>
                <a:ea typeface="Arial"/>
                <a:cs typeface="Arial"/>
              </a:rPr>
              <a:t>1</a:t>
            </a:r>
          </a:p>
        </p:txBody>
      </p:sp>
      <p:sp>
        <p:nvSpPr>
          <p:cNvPr id="27" name="object-27">
            <a:extLst>
              <a:ext uri="{FF2B5EF4-FFF2-40B4-BE49-F238E27FC236}">
                <a16:creationId xmlns:a16="http://schemas.microsoft.com/office/drawing/2014/main" id="{E2F3D4C4-48D8-484D-8BAB-75337C80A9F0}"/>
              </a:ext>
            </a:extLst>
          </p:cNvPr>
          <p:cNvSpPr>
            <a:spLocks noGrp="1"/>
          </p:cNvSpPr>
          <p:nvPr/>
        </p:nvSpPr>
        <p:spPr>
          <a:xfrm>
            <a:off x="1190625" y="6477000"/>
            <a:ext cx="12858750" cy="714375"/>
          </a:xfrm>
          <a:prstGeom prst="rect">
            <a:avLst/>
          </a:prstGeom>
          <a:noFill/>
          <a:ln w="0">
            <a:noFill/>
          </a:ln>
        </p:spPr>
        <p:txBody>
          <a:bodyPr anchor="ctr">
            <a:noAutofit/>
          </a:bodyPr>
          <a:lstStyle/>
          <a:p>
            <a:pPr algn="ctr">
              <a:defRPr sz="2906" b="1">
                <a:solidFill>
                  <a:srgbClr val="172B4D"/>
                </a:solidFill>
                <a:latin typeface="Arial"/>
                <a:ea typeface="Arial"/>
                <a:cs typeface="Arial"/>
              </a:defRPr>
            </a:pPr>
            <a:r>
              <a:rPr sz="2906" b="1">
                <a:solidFill>
                  <a:srgbClr val="172B4D"/>
                </a:solidFill>
                <a:latin typeface="Arial"/>
                <a:ea typeface="Arial"/>
                <a:cs typeface="Arial"/>
              </a:rPr>
              <a:t>3 + 7 = 10</a:t>
            </a:r>
          </a:p>
        </p:txBody>
      </p:sp>
      <p:sp>
        <p:nvSpPr>
          <p:cNvPr id="28" name="object-28">
            <a:extLst>
              <a:ext uri="{FF2B5EF4-FFF2-40B4-BE49-F238E27FC236}">
                <a16:creationId xmlns:a16="http://schemas.microsoft.com/office/drawing/2014/main" id="{A3CBE4EF-532B-4F0C-B132-FFE59313C233}"/>
              </a:ext>
            </a:extLst>
          </p:cNvPr>
          <p:cNvSpPr>
            <a:spLocks noGrp="1"/>
          </p:cNvSpPr>
          <p:nvPr/>
        </p:nvSpPr>
        <p:spPr>
          <a:xfrm>
            <a:off x="7334250" y="5214938"/>
            <a:ext cx="833438" cy="833438"/>
          </a:xfrm>
          <a:prstGeom prst="rect">
            <a:avLst/>
          </a:prstGeom>
          <a:noFill/>
          <a:ln w="0">
            <a:noFill/>
          </a:ln>
        </p:spPr>
        <p:txBody>
          <a:bodyPr anchor="ctr">
            <a:noAutofit/>
          </a:bodyPr>
          <a:lstStyle/>
          <a:p>
            <a:pPr algn="ctr">
              <a:defRPr sz="4594" b="1">
                <a:solidFill>
                  <a:srgbClr val="11745A"/>
                </a:solidFill>
                <a:latin typeface="Arial"/>
                <a:ea typeface="Arial"/>
                <a:cs typeface="Arial"/>
              </a:defRPr>
            </a:pPr>
            <a:r>
              <a:rPr sz="4594" b="1">
                <a:solidFill>
                  <a:srgbClr val="11745A"/>
                </a:solidFill>
                <a:latin typeface="Arial"/>
                <a:ea typeface="Arial"/>
                <a:cs typeface="Arial"/>
              </a:rPr>
              <a:t>0</a:t>
            </a:r>
          </a:p>
        </p:txBody>
      </p:sp>
      <p:sp>
        <p:nvSpPr>
          <p:cNvPr id="29" name="object-29">
            <a:extLst>
              <a:ext uri="{FF2B5EF4-FFF2-40B4-BE49-F238E27FC236}">
                <a16:creationId xmlns:a16="http://schemas.microsoft.com/office/drawing/2014/main" id="{6CF8BFEA-223F-4CAF-A67B-837F0583AC60}"/>
              </a:ext>
            </a:extLst>
          </p:cNvPr>
          <p:cNvSpPr>
            <a:spLocks noGrp="1"/>
          </p:cNvSpPr>
          <p:nvPr/>
        </p:nvSpPr>
        <p:spPr>
          <a:xfrm>
            <a:off x="6369844" y="2988469"/>
            <a:ext cx="904875" cy="1976438"/>
          </a:xfrm>
          <a:prstGeom prst="rect">
            <a:avLst/>
          </a:prstGeom>
          <a:noFill/>
          <a:ln w="35719">
            <a:solidFill>
              <a:srgbClr val="9A5800"/>
            </a:solidFill>
          </a:ln>
        </p:spPr>
      </p:sp>
      <p:sp>
        <p:nvSpPr>
          <p:cNvPr id="30" name="object-30">
            <a:extLst>
              <a:ext uri="{FF2B5EF4-FFF2-40B4-BE49-F238E27FC236}">
                <a16:creationId xmlns:a16="http://schemas.microsoft.com/office/drawing/2014/main" id="{CC86DB22-D1F5-4285-9165-69ADE37F92B3}"/>
              </a:ext>
            </a:extLst>
          </p:cNvPr>
          <p:cNvSpPr>
            <a:spLocks noGrp="1"/>
          </p:cNvSpPr>
          <p:nvPr/>
        </p:nvSpPr>
        <p:spPr>
          <a:xfrm>
            <a:off x="6405563" y="2571750"/>
            <a:ext cx="833438" cy="452438"/>
          </a:xfrm>
          <a:prstGeom prst="rect">
            <a:avLst/>
          </a:prstGeom>
          <a:noFill/>
          <a:ln w="0">
            <a:noFill/>
          </a:ln>
        </p:spPr>
        <p:txBody>
          <a:bodyPr anchor="ctr">
            <a:noAutofit/>
          </a:bodyPr>
          <a:lstStyle/>
          <a:p>
            <a:pPr algn="ctr">
              <a:defRPr sz="2438" b="1">
                <a:solidFill>
                  <a:srgbClr val="9A5800"/>
                </a:solidFill>
                <a:latin typeface="Arial"/>
                <a:ea typeface="Arial"/>
                <a:cs typeface="Arial"/>
              </a:defRPr>
            </a:pPr>
            <a:r>
              <a:rPr sz="2438" b="1">
                <a:solidFill>
                  <a:srgbClr val="9A5800"/>
                </a:solidFill>
                <a:latin typeface="Arial"/>
                <a:ea typeface="Arial"/>
                <a:cs typeface="Arial"/>
              </a:rPr>
              <a:t>1</a:t>
            </a:r>
          </a:p>
        </p:txBody>
      </p:sp>
      <p:sp>
        <p:nvSpPr>
          <p:cNvPr id="31" name="object-31">
            <a:extLst>
              <a:ext uri="{FF2B5EF4-FFF2-40B4-BE49-F238E27FC236}">
                <a16:creationId xmlns:a16="http://schemas.microsoft.com/office/drawing/2014/main" id="{E2D55BDE-5118-4687-B5C2-885F3EE08A4A}"/>
              </a:ext>
            </a:extLst>
          </p:cNvPr>
          <p:cNvSpPr>
            <a:spLocks noGrp="1"/>
          </p:cNvSpPr>
          <p:nvPr/>
        </p:nvSpPr>
        <p:spPr>
          <a:xfrm>
            <a:off x="1190625" y="6477000"/>
            <a:ext cx="12858750" cy="714375"/>
          </a:xfrm>
          <a:prstGeom prst="rect">
            <a:avLst/>
          </a:prstGeom>
          <a:noFill/>
          <a:ln w="0">
            <a:noFill/>
          </a:ln>
        </p:spPr>
        <p:txBody>
          <a:bodyPr anchor="ctr">
            <a:noAutofit/>
          </a:bodyPr>
          <a:lstStyle/>
          <a:p>
            <a:pPr algn="ctr">
              <a:defRPr sz="2906" b="1">
                <a:solidFill>
                  <a:srgbClr val="172B4D"/>
                </a:solidFill>
                <a:latin typeface="Arial"/>
                <a:ea typeface="Arial"/>
                <a:cs typeface="Arial"/>
              </a:defRPr>
            </a:pPr>
            <a:r>
              <a:rPr sz="2906" b="1">
                <a:solidFill>
                  <a:srgbClr val="172B4D"/>
                </a:solidFill>
                <a:latin typeface="Arial"/>
                <a:ea typeface="Arial"/>
                <a:cs typeface="Arial"/>
              </a:rPr>
              <a:t>6 + 6 + 1 = 13</a:t>
            </a:r>
          </a:p>
        </p:txBody>
      </p:sp>
      <p:sp>
        <p:nvSpPr>
          <p:cNvPr id="32" name="object-32">
            <a:extLst>
              <a:ext uri="{FF2B5EF4-FFF2-40B4-BE49-F238E27FC236}">
                <a16:creationId xmlns:a16="http://schemas.microsoft.com/office/drawing/2014/main" id="{E963FD5A-18C0-4E1D-8FAE-A9D1F228234B}"/>
              </a:ext>
            </a:extLst>
          </p:cNvPr>
          <p:cNvSpPr>
            <a:spLocks noGrp="1"/>
          </p:cNvSpPr>
          <p:nvPr/>
        </p:nvSpPr>
        <p:spPr>
          <a:xfrm>
            <a:off x="6405563" y="5214938"/>
            <a:ext cx="833438" cy="833438"/>
          </a:xfrm>
          <a:prstGeom prst="rect">
            <a:avLst/>
          </a:prstGeom>
          <a:noFill/>
          <a:ln w="0">
            <a:noFill/>
          </a:ln>
        </p:spPr>
        <p:txBody>
          <a:bodyPr anchor="ctr">
            <a:noAutofit/>
          </a:bodyPr>
          <a:lstStyle/>
          <a:p>
            <a:pPr algn="ctr">
              <a:defRPr sz="4594" b="1">
                <a:solidFill>
                  <a:srgbClr val="11745A"/>
                </a:solidFill>
                <a:latin typeface="Arial"/>
                <a:ea typeface="Arial"/>
                <a:cs typeface="Arial"/>
              </a:defRPr>
            </a:pPr>
            <a:r>
              <a:rPr sz="4594" b="1">
                <a:solidFill>
                  <a:srgbClr val="11745A"/>
                </a:solidFill>
                <a:latin typeface="Arial"/>
                <a:ea typeface="Arial"/>
                <a:cs typeface="Arial"/>
              </a:rPr>
              <a:t>3</a:t>
            </a:r>
          </a:p>
        </p:txBody>
      </p:sp>
      <p:sp>
        <p:nvSpPr>
          <p:cNvPr id="33" name="object-33">
            <a:extLst>
              <a:ext uri="{FF2B5EF4-FFF2-40B4-BE49-F238E27FC236}">
                <a16:creationId xmlns:a16="http://schemas.microsoft.com/office/drawing/2014/main" id="{B21D9A3D-8951-4D29-895A-1BBC9060DAEB}"/>
              </a:ext>
            </a:extLst>
          </p:cNvPr>
          <p:cNvSpPr>
            <a:spLocks noGrp="1"/>
          </p:cNvSpPr>
          <p:nvPr/>
        </p:nvSpPr>
        <p:spPr>
          <a:xfrm>
            <a:off x="5441156" y="2988469"/>
            <a:ext cx="904875" cy="1976438"/>
          </a:xfrm>
          <a:prstGeom prst="rect">
            <a:avLst/>
          </a:prstGeom>
          <a:noFill/>
          <a:ln w="35719">
            <a:solidFill>
              <a:srgbClr val="9A5800"/>
            </a:solidFill>
          </a:ln>
        </p:spPr>
      </p:sp>
      <p:sp>
        <p:nvSpPr>
          <p:cNvPr id="34" name="object-34">
            <a:extLst>
              <a:ext uri="{FF2B5EF4-FFF2-40B4-BE49-F238E27FC236}">
                <a16:creationId xmlns:a16="http://schemas.microsoft.com/office/drawing/2014/main" id="{FE90629E-D925-4209-9ECA-E3004E72EEDC}"/>
              </a:ext>
            </a:extLst>
          </p:cNvPr>
          <p:cNvSpPr>
            <a:spLocks noGrp="1"/>
          </p:cNvSpPr>
          <p:nvPr/>
        </p:nvSpPr>
        <p:spPr>
          <a:xfrm>
            <a:off x="1190625" y="6477000"/>
            <a:ext cx="12858750" cy="714375"/>
          </a:xfrm>
          <a:prstGeom prst="rect">
            <a:avLst/>
          </a:prstGeom>
          <a:noFill/>
          <a:ln w="0">
            <a:noFill/>
          </a:ln>
        </p:spPr>
        <p:txBody>
          <a:bodyPr anchor="ctr">
            <a:noAutofit/>
          </a:bodyPr>
          <a:lstStyle/>
          <a:p>
            <a:pPr algn="ctr">
              <a:defRPr sz="2906" b="1">
                <a:solidFill>
                  <a:srgbClr val="172B4D"/>
                </a:solidFill>
                <a:latin typeface="Arial"/>
                <a:ea typeface="Arial"/>
                <a:cs typeface="Arial"/>
              </a:defRPr>
            </a:pPr>
            <a:r>
              <a:rPr sz="2906" b="1">
                <a:solidFill>
                  <a:srgbClr val="172B4D"/>
                </a:solidFill>
                <a:latin typeface="Arial"/>
                <a:ea typeface="Arial"/>
                <a:cs typeface="Arial"/>
              </a:rPr>
              <a:t>1 + 4 + 1 = 6</a:t>
            </a:r>
          </a:p>
        </p:txBody>
      </p:sp>
      <p:sp>
        <p:nvSpPr>
          <p:cNvPr id="35" name="object-35">
            <a:extLst>
              <a:ext uri="{FF2B5EF4-FFF2-40B4-BE49-F238E27FC236}">
                <a16:creationId xmlns:a16="http://schemas.microsoft.com/office/drawing/2014/main" id="{E0528FDE-9B31-485C-AFCC-9BE6272A7199}"/>
              </a:ext>
            </a:extLst>
          </p:cNvPr>
          <p:cNvSpPr>
            <a:spLocks noGrp="1"/>
          </p:cNvSpPr>
          <p:nvPr/>
        </p:nvSpPr>
        <p:spPr>
          <a:xfrm>
            <a:off x="5476875" y="5214938"/>
            <a:ext cx="833438" cy="833438"/>
          </a:xfrm>
          <a:prstGeom prst="rect">
            <a:avLst/>
          </a:prstGeom>
          <a:noFill/>
          <a:ln w="0">
            <a:noFill/>
          </a:ln>
        </p:spPr>
        <p:txBody>
          <a:bodyPr anchor="ctr">
            <a:noAutofit/>
          </a:bodyPr>
          <a:lstStyle/>
          <a:p>
            <a:pPr algn="ctr">
              <a:defRPr sz="4594" b="1">
                <a:solidFill>
                  <a:srgbClr val="11745A"/>
                </a:solidFill>
                <a:latin typeface="Arial"/>
                <a:ea typeface="Arial"/>
                <a:cs typeface="Arial"/>
              </a:defRPr>
            </a:pPr>
            <a:r>
              <a:rPr sz="4594" b="1">
                <a:solidFill>
                  <a:srgbClr val="11745A"/>
                </a:solidFill>
                <a:latin typeface="Arial"/>
                <a:ea typeface="Arial"/>
                <a:cs typeface="Arial"/>
              </a:rPr>
              <a:t>6</a:t>
            </a:r>
          </a:p>
        </p:txBody>
      </p:sp>
      <p:sp>
        <p:nvSpPr>
          <p:cNvPr id="36" name="object-36">
            <a:extLst>
              <a:ext uri="{FF2B5EF4-FFF2-40B4-BE49-F238E27FC236}">
                <a16:creationId xmlns:a16="http://schemas.microsoft.com/office/drawing/2014/main" id="{D2B1C1EE-AB86-4B70-A317-0D3969D18A95}"/>
              </a:ext>
            </a:extLst>
          </p:cNvPr>
          <p:cNvSpPr>
            <a:spLocks noGrp="1"/>
          </p:cNvSpPr>
          <p:nvPr/>
        </p:nvSpPr>
        <p:spPr>
          <a:xfrm>
            <a:off x="892969" y="7262813"/>
            <a:ext cx="13454063" cy="738188"/>
          </a:xfrm>
          <a:prstGeom prst="rect">
            <a:avLst/>
          </a:prstGeom>
          <a:noFill/>
          <a:ln w="0">
            <a:noFill/>
          </a:ln>
        </p:spPr>
        <p:txBody>
          <a:bodyPr anchor="ctr">
            <a:noAutofit/>
          </a:bodyPr>
          <a:lstStyle/>
          <a:p>
            <a:pPr algn="ctr">
              <a:defRPr sz="2813" b="1">
                <a:solidFill>
                  <a:srgbClr val="11745A"/>
                </a:solidFill>
                <a:latin typeface="Arial"/>
                <a:ea typeface="Arial"/>
                <a:cs typeface="Arial"/>
              </a:defRPr>
            </a:pPr>
            <a:r>
              <a:rPr sz="2813" b="1">
                <a:solidFill>
                  <a:srgbClr val="11745A"/>
                </a:solidFill>
                <a:latin typeface="Arial"/>
                <a:ea typeface="Arial"/>
                <a:cs typeface="Arial"/>
              </a:rPr>
              <a:t>16,359 + 46,740 = 63,099</a:t>
            </a:r>
          </a:p>
        </p:txBody>
      </p:sp>
    </p:spTree>
    <p:extLst>
      <p:ext uri="{BB962C8B-B14F-4D97-AF65-F5344CB8AC3E}">
        <p14:creationId xmlns:p14="http://schemas.microsoft.com/office/powerpoint/2010/main" val="4411670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par>
                          <p:cTn id="9" fill="hold">
                            <p:stCondLst>
                              <p:cond delay="0"/>
                            </p:stCondLst>
                            <p:childTnLst>
                              <p:par>
                                <p:cTn id="10" presetID="1" presetClass="entr" presetSubtype="0" fill="hold" grpId="0" nodeType="afterEffect">
                                  <p:stCondLst>
                                    <p:cond delay="0"/>
                                  </p:stCondLst>
                                  <p:childTnLst>
                                    <p:set>
                                      <p:cBhvr>
                                        <p:cTn id="11" dur="1" fill="hold">
                                          <p:stCondLst>
                                            <p:cond delay="0"/>
                                          </p:stCondLst>
                                        </p:cTn>
                                        <p:tgtEl>
                                          <p:spTgt spid="21"/>
                                        </p:tgtEl>
                                        <p:attrNameLst>
                                          <p:attrName>style.visibility</p:attrName>
                                        </p:attrNameLst>
                                      </p:cBhvr>
                                      <p:to>
                                        <p:strVal val="visible"/>
                                      </p:to>
                                    </p:set>
                                  </p:childTnLst>
                                </p:cTn>
                              </p:par>
                              <p:par>
                                <p:cTn id="12" presetID="1" presetClass="exit" presetSubtype="0" fill="hold" nodeType="withEffect">
                                  <p:stCondLst>
                                    <p:cond delay="0"/>
                                  </p:stCondLst>
                                  <p:childTnLst>
                                    <p:set>
                                      <p:cBhvr>
                                        <p:cTn id="13" dur="1" fill="hold">
                                          <p:stCondLst>
                                            <p:cond delay="0"/>
                                          </p:stCondLst>
                                        </p:cTn>
                                        <p:tgtEl>
                                          <p:spTgt spid="19"/>
                                        </p:tgtEl>
                                        <p:attrNameLst>
                                          <p:attrName>style.visibility</p:attrName>
                                        </p:attrNameLst>
                                      </p:cBhvr>
                                      <p:to>
                                        <p:strVal val="hidden"/>
                                      </p:to>
                                    </p:set>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nodeType="clickEffect">
                                  <p:stCondLst>
                                    <p:cond delay="0"/>
                                  </p:stCondLst>
                                  <p:childTnLst>
                                    <p:set>
                                      <p:cBhvr>
                                        <p:cTn id="17" dur="1" fill="hold">
                                          <p:stCondLst>
                                            <p:cond delay="0"/>
                                          </p:stCondLst>
                                        </p:cTn>
                                        <p:tgtEl>
                                          <p:spTgt spid="22"/>
                                        </p:tgtEl>
                                        <p:attrNameLst>
                                          <p:attrName>style.visibility</p:attrName>
                                        </p:attrNameLst>
                                      </p:cBhvr>
                                      <p:to>
                                        <p:strVal val="visible"/>
                                      </p:to>
                                    </p:set>
                                  </p:childTnLst>
                                </p:cTn>
                              </p:par>
                              <p:par>
                                <p:cTn id="18" presetID="1" presetClass="exit" presetSubtype="0" fill="hold" grpId="1" nodeType="withEffect">
                                  <p:stCondLst>
                                    <p:cond delay="0"/>
                                  </p:stCondLst>
                                  <p:childTnLst>
                                    <p:set>
                                      <p:cBhvr>
                                        <p:cTn id="19" dur="1" fill="hold">
                                          <p:stCondLst>
                                            <p:cond delay="0"/>
                                          </p:stCondLst>
                                        </p:cTn>
                                        <p:tgtEl>
                                          <p:spTgt spid="20"/>
                                        </p:tgtEl>
                                        <p:attrNameLst>
                                          <p:attrName>style.visibility</p:attrName>
                                        </p:attrNameLst>
                                      </p:cBhvr>
                                      <p:to>
                                        <p:strVal val="hidden"/>
                                      </p:to>
                                    </p:set>
                                  </p:childTnLst>
                                </p:cTn>
                              </p:par>
                              <p:par>
                                <p:cTn id="20" presetID="1" presetClass="entr" presetSubtype="0" fill="hold" grpId="0" nodeType="withEffect">
                                  <p:stCondLst>
                                    <p:cond delay="0"/>
                                  </p:stCondLst>
                                  <p:childTnLst>
                                    <p:set>
                                      <p:cBhvr>
                                        <p:cTn id="21" dur="1" fill="hold">
                                          <p:stCondLst>
                                            <p:cond delay="0"/>
                                          </p:stCondLst>
                                        </p:cTn>
                                        <p:tgtEl>
                                          <p:spTgt spid="23"/>
                                        </p:tgtEl>
                                        <p:attrNameLst>
                                          <p:attrName>style.visibility</p:attrName>
                                        </p:attrNameLst>
                                      </p:cBhvr>
                                      <p:to>
                                        <p:strVal val="visible"/>
                                      </p:to>
                                    </p:set>
                                  </p:childTnLst>
                                </p:cTn>
                              </p:par>
                            </p:childTnLst>
                          </p:cTn>
                        </p:par>
                        <p:par>
                          <p:cTn id="22" fill="hold">
                            <p:stCondLst>
                              <p:cond delay="0"/>
                            </p:stCondLst>
                            <p:childTnLst>
                              <p:par>
                                <p:cTn id="23" presetID="1" presetClass="entr" presetSubtype="0" fill="hold" grpId="0" nodeType="afterEffect">
                                  <p:stCondLst>
                                    <p:cond delay="0"/>
                                  </p:stCondLst>
                                  <p:childTnLst>
                                    <p:set>
                                      <p:cBhvr>
                                        <p:cTn id="24" dur="1" fill="hold">
                                          <p:stCondLst>
                                            <p:cond delay="0"/>
                                          </p:stCondLst>
                                        </p:cTn>
                                        <p:tgtEl>
                                          <p:spTgt spid="24"/>
                                        </p:tgtEl>
                                        <p:attrNameLst>
                                          <p:attrName>style.visibility</p:attrName>
                                        </p:attrNameLst>
                                      </p:cBhvr>
                                      <p:to>
                                        <p:strVal val="visible"/>
                                      </p:to>
                                    </p:set>
                                  </p:childTnLst>
                                </p:cTn>
                              </p:par>
                              <p:par>
                                <p:cTn id="25" presetID="1" presetClass="exit" presetSubtype="0" fill="hold" nodeType="withEffect">
                                  <p:stCondLst>
                                    <p:cond delay="0"/>
                                  </p:stCondLst>
                                  <p:childTnLst>
                                    <p:set>
                                      <p:cBhvr>
                                        <p:cTn id="26" dur="1" fill="hold">
                                          <p:stCondLst>
                                            <p:cond delay="0"/>
                                          </p:stCondLst>
                                        </p:cTn>
                                        <p:tgtEl>
                                          <p:spTgt spid="22"/>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5"/>
                                        </p:tgtEl>
                                        <p:attrNameLst>
                                          <p:attrName>style.visibility</p:attrName>
                                        </p:attrNameLst>
                                      </p:cBhvr>
                                      <p:to>
                                        <p:strVal val="visible"/>
                                      </p:to>
                                    </p:set>
                                  </p:childTnLst>
                                </p:cTn>
                              </p:par>
                              <p:par>
                                <p:cTn id="31" presetID="1" presetClass="exit" presetSubtype="0" fill="hold" grpId="1" nodeType="withEffect">
                                  <p:stCondLst>
                                    <p:cond delay="0"/>
                                  </p:stCondLst>
                                  <p:childTnLst>
                                    <p:set>
                                      <p:cBhvr>
                                        <p:cTn id="32" dur="1" fill="hold">
                                          <p:stCondLst>
                                            <p:cond delay="0"/>
                                          </p:stCondLst>
                                        </p:cTn>
                                        <p:tgtEl>
                                          <p:spTgt spid="23"/>
                                        </p:tgtEl>
                                        <p:attrNameLst>
                                          <p:attrName>style.visibility</p:attrName>
                                        </p:attrNameLst>
                                      </p:cBhvr>
                                      <p:to>
                                        <p:strVal val="hidden"/>
                                      </p:to>
                                    </p:set>
                                  </p:childTnLst>
                                </p:cTn>
                              </p:par>
                              <p:par>
                                <p:cTn id="33" presetID="1" presetClass="entr" presetSubtype="0" fill="hold" grpId="0" nodeType="withEffect">
                                  <p:stCondLst>
                                    <p:cond delay="0"/>
                                  </p:stCondLst>
                                  <p:childTnLst>
                                    <p:set>
                                      <p:cBhvr>
                                        <p:cTn id="34" dur="1" fill="hold">
                                          <p:stCondLst>
                                            <p:cond delay="0"/>
                                          </p:stCondLst>
                                        </p:cTn>
                                        <p:tgtEl>
                                          <p:spTgt spid="26"/>
                                        </p:tgtEl>
                                        <p:attrNameLst>
                                          <p:attrName>style.visibility</p:attrName>
                                        </p:attrNameLst>
                                      </p:cBhvr>
                                      <p:to>
                                        <p:strVal val="visible"/>
                                      </p:to>
                                    </p:set>
                                  </p:childTnLst>
                                </p:cTn>
                              </p:par>
                            </p:childTnLst>
                          </p:cTn>
                        </p:par>
                        <p:par>
                          <p:cTn id="35" fill="hold">
                            <p:stCondLst>
                              <p:cond delay="0"/>
                            </p:stCondLst>
                            <p:childTnLst>
                              <p:par>
                                <p:cTn id="36" presetID="63" presetClass="path" presetSubtype="0" accel="50000" decel="50000" fill="hold" grpId="1" nodeType="afterEffect">
                                  <p:stCondLst>
                                    <p:cond delay="0"/>
                                  </p:stCondLst>
                                  <p:childTnLst>
                                    <p:animMotion origin="layout" path="M 0 0 L -0.0609375 0 E" pathEditMode="relative" ptsTypes="">
                                      <p:cBhvr>
                                        <p:cTn id="37" dur="800" fill="hold"/>
                                        <p:tgtEl>
                                          <p:spTgt spid="26"/>
                                        </p:tgtEl>
                                        <p:attrNameLst>
                                          <p:attrName>ppt_x</p:attrName>
                                          <p:attrName>ppt_y</p:attrName>
                                        </p:attrNameLst>
                                      </p:cBhvr>
                                    </p:animMotion>
                                  </p:childTnLst>
                                </p:cTn>
                              </p:par>
                              <p:par>
                                <p:cTn id="38" presetID="1" presetClass="entr" presetSubtype="0" fill="hold" grpId="0" nodeType="withEffect">
                                  <p:stCondLst>
                                    <p:cond delay="0"/>
                                  </p:stCondLst>
                                  <p:childTnLst>
                                    <p:set>
                                      <p:cBhvr>
                                        <p:cTn id="39" dur="1" fill="hold">
                                          <p:stCondLst>
                                            <p:cond delay="0"/>
                                          </p:stCondLst>
                                        </p:cTn>
                                        <p:tgtEl>
                                          <p:spTgt spid="27"/>
                                        </p:tgtEl>
                                        <p:attrNameLst>
                                          <p:attrName>style.visibility</p:attrName>
                                        </p:attrNameLst>
                                      </p:cBhvr>
                                      <p:to>
                                        <p:strVal val="visible"/>
                                      </p:to>
                                    </p:set>
                                  </p:childTnLst>
                                </p:cTn>
                              </p:par>
                            </p:childTnLst>
                          </p:cTn>
                        </p:par>
                        <p:par>
                          <p:cTn id="40" fill="hold">
                            <p:stCondLst>
                              <p:cond delay="800"/>
                            </p:stCondLst>
                            <p:childTnLst>
                              <p:par>
                                <p:cTn id="41" presetID="1" presetClass="entr" presetSubtype="0" fill="hold" grpId="0" nodeType="afterEffect">
                                  <p:stCondLst>
                                    <p:cond delay="0"/>
                                  </p:stCondLst>
                                  <p:childTnLst>
                                    <p:set>
                                      <p:cBhvr>
                                        <p:cTn id="42" dur="1" fill="hold">
                                          <p:stCondLst>
                                            <p:cond delay="0"/>
                                          </p:stCondLst>
                                        </p:cTn>
                                        <p:tgtEl>
                                          <p:spTgt spid="28"/>
                                        </p:tgtEl>
                                        <p:attrNameLst>
                                          <p:attrName>style.visibility</p:attrName>
                                        </p:attrNameLst>
                                      </p:cBhvr>
                                      <p:to>
                                        <p:strVal val="visible"/>
                                      </p:to>
                                    </p:set>
                                  </p:childTnLst>
                                </p:cTn>
                              </p:par>
                              <p:par>
                                <p:cTn id="43" presetID="1" presetClass="exit" presetSubtype="0" fill="hold" nodeType="withEffect">
                                  <p:stCondLst>
                                    <p:cond delay="0"/>
                                  </p:stCondLst>
                                  <p:childTnLst>
                                    <p:set>
                                      <p:cBhvr>
                                        <p:cTn id="44" dur="1" fill="hold">
                                          <p:stCondLst>
                                            <p:cond delay="0"/>
                                          </p:stCondLst>
                                        </p:cTn>
                                        <p:tgtEl>
                                          <p:spTgt spid="25"/>
                                        </p:tgtEl>
                                        <p:attrNameLst>
                                          <p:attrName>style.visibility</p:attrName>
                                        </p:attrNameLst>
                                      </p:cBhvr>
                                      <p:to>
                                        <p:strVal val="hidden"/>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nodeType="clickEffect">
                                  <p:stCondLst>
                                    <p:cond delay="0"/>
                                  </p:stCondLst>
                                  <p:childTnLst>
                                    <p:set>
                                      <p:cBhvr>
                                        <p:cTn id="48" dur="1" fill="hold">
                                          <p:stCondLst>
                                            <p:cond delay="0"/>
                                          </p:stCondLst>
                                        </p:cTn>
                                        <p:tgtEl>
                                          <p:spTgt spid="29"/>
                                        </p:tgtEl>
                                        <p:attrNameLst>
                                          <p:attrName>style.visibility</p:attrName>
                                        </p:attrNameLst>
                                      </p:cBhvr>
                                      <p:to>
                                        <p:strVal val="visible"/>
                                      </p:to>
                                    </p:set>
                                  </p:childTnLst>
                                </p:cTn>
                              </p:par>
                              <p:par>
                                <p:cTn id="49" presetID="1" presetClass="exit" presetSubtype="0" fill="hold" grpId="1" nodeType="withEffect">
                                  <p:stCondLst>
                                    <p:cond delay="0"/>
                                  </p:stCondLst>
                                  <p:childTnLst>
                                    <p:set>
                                      <p:cBhvr>
                                        <p:cTn id="50" dur="1" fill="hold">
                                          <p:stCondLst>
                                            <p:cond delay="0"/>
                                          </p:stCondLst>
                                        </p:cTn>
                                        <p:tgtEl>
                                          <p:spTgt spid="27"/>
                                        </p:tgtEl>
                                        <p:attrNameLst>
                                          <p:attrName>style.visibility</p:attrName>
                                        </p:attrNameLst>
                                      </p:cBhvr>
                                      <p:to>
                                        <p:strVal val="hidden"/>
                                      </p:to>
                                    </p:set>
                                  </p:childTnLst>
                                </p:cTn>
                              </p:par>
                              <p:par>
                                <p:cTn id="51" presetID="1" presetClass="entr" presetSubtype="0" fill="hold" grpId="0" nodeType="withEffect">
                                  <p:stCondLst>
                                    <p:cond delay="0"/>
                                  </p:stCondLst>
                                  <p:childTnLst>
                                    <p:set>
                                      <p:cBhvr>
                                        <p:cTn id="52" dur="1" fill="hold">
                                          <p:stCondLst>
                                            <p:cond delay="0"/>
                                          </p:stCondLst>
                                        </p:cTn>
                                        <p:tgtEl>
                                          <p:spTgt spid="30"/>
                                        </p:tgtEl>
                                        <p:attrNameLst>
                                          <p:attrName>style.visibility</p:attrName>
                                        </p:attrNameLst>
                                      </p:cBhvr>
                                      <p:to>
                                        <p:strVal val="visible"/>
                                      </p:to>
                                    </p:set>
                                  </p:childTnLst>
                                </p:cTn>
                              </p:par>
                            </p:childTnLst>
                          </p:cTn>
                        </p:par>
                        <p:par>
                          <p:cTn id="53" fill="hold">
                            <p:stCondLst>
                              <p:cond delay="0"/>
                            </p:stCondLst>
                            <p:childTnLst>
                              <p:par>
                                <p:cTn id="54" presetID="63" presetClass="path" presetSubtype="0" accel="50000" decel="50000" fill="hold" grpId="1" nodeType="afterEffect">
                                  <p:stCondLst>
                                    <p:cond delay="0"/>
                                  </p:stCondLst>
                                  <p:childTnLst>
                                    <p:animMotion origin="layout" path="M 0 0 L -0.0609375 0 E" pathEditMode="relative" ptsTypes="">
                                      <p:cBhvr>
                                        <p:cTn id="55" dur="800" fill="hold"/>
                                        <p:tgtEl>
                                          <p:spTgt spid="30"/>
                                        </p:tgtEl>
                                        <p:attrNameLst>
                                          <p:attrName>ppt_x</p:attrName>
                                          <p:attrName>ppt_y</p:attrName>
                                        </p:attrNameLst>
                                      </p:cBhvr>
                                    </p:animMotion>
                                  </p:childTnLst>
                                </p:cTn>
                              </p:par>
                              <p:par>
                                <p:cTn id="56" presetID="1" presetClass="entr" presetSubtype="0" fill="hold" grpId="0" nodeType="withEffect">
                                  <p:stCondLst>
                                    <p:cond delay="0"/>
                                  </p:stCondLst>
                                  <p:childTnLst>
                                    <p:set>
                                      <p:cBhvr>
                                        <p:cTn id="57" dur="1" fill="hold">
                                          <p:stCondLst>
                                            <p:cond delay="0"/>
                                          </p:stCondLst>
                                        </p:cTn>
                                        <p:tgtEl>
                                          <p:spTgt spid="31"/>
                                        </p:tgtEl>
                                        <p:attrNameLst>
                                          <p:attrName>style.visibility</p:attrName>
                                        </p:attrNameLst>
                                      </p:cBhvr>
                                      <p:to>
                                        <p:strVal val="visible"/>
                                      </p:to>
                                    </p:set>
                                  </p:childTnLst>
                                </p:cTn>
                              </p:par>
                            </p:childTnLst>
                          </p:cTn>
                        </p:par>
                        <p:par>
                          <p:cTn id="58" fill="hold">
                            <p:stCondLst>
                              <p:cond delay="800"/>
                            </p:stCondLst>
                            <p:childTnLst>
                              <p:par>
                                <p:cTn id="59" presetID="1" presetClass="entr" presetSubtype="0" fill="hold" grpId="0" nodeType="afterEffect">
                                  <p:stCondLst>
                                    <p:cond delay="0"/>
                                  </p:stCondLst>
                                  <p:childTnLst>
                                    <p:set>
                                      <p:cBhvr>
                                        <p:cTn id="60" dur="1" fill="hold">
                                          <p:stCondLst>
                                            <p:cond delay="0"/>
                                          </p:stCondLst>
                                        </p:cTn>
                                        <p:tgtEl>
                                          <p:spTgt spid="32"/>
                                        </p:tgtEl>
                                        <p:attrNameLst>
                                          <p:attrName>style.visibility</p:attrName>
                                        </p:attrNameLst>
                                      </p:cBhvr>
                                      <p:to>
                                        <p:strVal val="visible"/>
                                      </p:to>
                                    </p:set>
                                  </p:childTnLst>
                                </p:cTn>
                              </p:par>
                              <p:par>
                                <p:cTn id="61" presetID="1" presetClass="exit" presetSubtype="0" fill="hold" nodeType="withEffect">
                                  <p:stCondLst>
                                    <p:cond delay="0"/>
                                  </p:stCondLst>
                                  <p:childTnLst>
                                    <p:set>
                                      <p:cBhvr>
                                        <p:cTn id="62" dur="1" fill="hold">
                                          <p:stCondLst>
                                            <p:cond delay="0"/>
                                          </p:stCondLst>
                                        </p:cTn>
                                        <p:tgtEl>
                                          <p:spTgt spid="29"/>
                                        </p:tgtEl>
                                        <p:attrNameLst>
                                          <p:attrName>style.visibility</p:attrName>
                                        </p:attrNameLst>
                                      </p:cBhvr>
                                      <p:to>
                                        <p:strVal val="hidden"/>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nodeType="clickEffect">
                                  <p:stCondLst>
                                    <p:cond delay="0"/>
                                  </p:stCondLst>
                                  <p:childTnLst>
                                    <p:set>
                                      <p:cBhvr>
                                        <p:cTn id="66" dur="1" fill="hold">
                                          <p:stCondLst>
                                            <p:cond delay="0"/>
                                          </p:stCondLst>
                                        </p:cTn>
                                        <p:tgtEl>
                                          <p:spTgt spid="33"/>
                                        </p:tgtEl>
                                        <p:attrNameLst>
                                          <p:attrName>style.visibility</p:attrName>
                                        </p:attrNameLst>
                                      </p:cBhvr>
                                      <p:to>
                                        <p:strVal val="visible"/>
                                      </p:to>
                                    </p:set>
                                  </p:childTnLst>
                                </p:cTn>
                              </p:par>
                              <p:par>
                                <p:cTn id="67" presetID="1" presetClass="exit" presetSubtype="0" fill="hold" grpId="1" nodeType="withEffect">
                                  <p:stCondLst>
                                    <p:cond delay="0"/>
                                  </p:stCondLst>
                                  <p:childTnLst>
                                    <p:set>
                                      <p:cBhvr>
                                        <p:cTn id="68" dur="1" fill="hold">
                                          <p:stCondLst>
                                            <p:cond delay="0"/>
                                          </p:stCondLst>
                                        </p:cTn>
                                        <p:tgtEl>
                                          <p:spTgt spid="31"/>
                                        </p:tgtEl>
                                        <p:attrNameLst>
                                          <p:attrName>style.visibility</p:attrName>
                                        </p:attrNameLst>
                                      </p:cBhvr>
                                      <p:to>
                                        <p:strVal val="hidden"/>
                                      </p:to>
                                    </p:set>
                                  </p:childTnLst>
                                </p:cTn>
                              </p:par>
                              <p:par>
                                <p:cTn id="69" presetID="1" presetClass="entr" presetSubtype="0" fill="hold" grpId="0" nodeType="withEffect">
                                  <p:stCondLst>
                                    <p:cond delay="0"/>
                                  </p:stCondLst>
                                  <p:childTnLst>
                                    <p:set>
                                      <p:cBhvr>
                                        <p:cTn id="70" dur="1" fill="hold">
                                          <p:stCondLst>
                                            <p:cond delay="0"/>
                                          </p:stCondLst>
                                        </p:cTn>
                                        <p:tgtEl>
                                          <p:spTgt spid="34"/>
                                        </p:tgtEl>
                                        <p:attrNameLst>
                                          <p:attrName>style.visibility</p:attrName>
                                        </p:attrNameLst>
                                      </p:cBhvr>
                                      <p:to>
                                        <p:strVal val="visible"/>
                                      </p:to>
                                    </p:set>
                                  </p:childTnLst>
                                </p:cTn>
                              </p:par>
                            </p:childTnLst>
                          </p:cTn>
                        </p:par>
                        <p:par>
                          <p:cTn id="71" fill="hold">
                            <p:stCondLst>
                              <p:cond delay="0"/>
                            </p:stCondLst>
                            <p:childTnLst>
                              <p:par>
                                <p:cTn id="72" presetID="1" presetClass="entr" presetSubtype="0" fill="hold" grpId="0" nodeType="afterEffect">
                                  <p:stCondLst>
                                    <p:cond delay="0"/>
                                  </p:stCondLst>
                                  <p:childTnLst>
                                    <p:set>
                                      <p:cBhvr>
                                        <p:cTn id="73" dur="1" fill="hold">
                                          <p:stCondLst>
                                            <p:cond delay="0"/>
                                          </p:stCondLst>
                                        </p:cTn>
                                        <p:tgtEl>
                                          <p:spTgt spid="35"/>
                                        </p:tgtEl>
                                        <p:attrNameLst>
                                          <p:attrName>style.visibility</p:attrName>
                                        </p:attrNameLst>
                                      </p:cBhvr>
                                      <p:to>
                                        <p:strVal val="visible"/>
                                      </p:to>
                                    </p:set>
                                  </p:childTnLst>
                                </p:cTn>
                              </p:par>
                              <p:par>
                                <p:cTn id="74" presetID="1" presetClass="exit" presetSubtype="0" fill="hold" nodeType="withEffect">
                                  <p:stCondLst>
                                    <p:cond delay="0"/>
                                  </p:stCondLst>
                                  <p:childTnLst>
                                    <p:set>
                                      <p:cBhvr>
                                        <p:cTn id="75" dur="1" fill="hold">
                                          <p:stCondLst>
                                            <p:cond delay="0"/>
                                          </p:stCondLst>
                                        </p:cTn>
                                        <p:tgtEl>
                                          <p:spTgt spid="33"/>
                                        </p:tgtEl>
                                        <p:attrNameLst>
                                          <p:attrName>style.visibility</p:attrName>
                                        </p:attrNameLst>
                                      </p:cBhvr>
                                      <p:to>
                                        <p:strVal val="hidden"/>
                                      </p:to>
                                    </p:set>
                                  </p:childTnLst>
                                </p:cTn>
                              </p:par>
                            </p:childTnLst>
                          </p:cTn>
                        </p:par>
                      </p:childTnLst>
                    </p:cTn>
                  </p:par>
                  <p:par>
                    <p:cTn id="76" fill="hold">
                      <p:stCondLst>
                        <p:cond delay="indefinite"/>
                      </p:stCondLst>
                      <p:childTnLst>
                        <p:par>
                          <p:cTn id="77" fill="hold">
                            <p:stCondLst>
                              <p:cond delay="0"/>
                            </p:stCondLst>
                            <p:childTnLst>
                              <p:par>
                                <p:cTn id="78" presetID="1" presetClass="entr" presetSubtype="0" fill="hold" grpId="0" nodeType="clickEffect">
                                  <p:stCondLst>
                                    <p:cond delay="0"/>
                                  </p:stCondLst>
                                  <p:childTnLst>
                                    <p:set>
                                      <p:cBhvr>
                                        <p:cTn id="79"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P spid="20" grpId="1"/>
      <p:bldP spid="21" grpId="0"/>
      <p:bldP spid="23" grpId="0"/>
      <p:bldP spid="23" grpId="1"/>
      <p:bldP spid="24" grpId="0"/>
      <p:bldP spid="26" grpId="0"/>
      <p:bldP spid="26" grpId="1"/>
      <p:bldP spid="27" grpId="0"/>
      <p:bldP spid="27" grpId="1"/>
      <p:bldP spid="28" grpId="0"/>
      <p:bldP spid="30" grpId="0"/>
      <p:bldP spid="30" grpId="1"/>
      <p:bldP spid="31" grpId="0"/>
      <p:bldP spid="31" grpId="1"/>
      <p:bldP spid="32" grpId="0"/>
      <p:bldP spid="34" grpId="0"/>
      <p:bldP spid="35" grpId="0"/>
      <p:bldP spid="36" grpId="0"/>
    </p:bld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7" name="object-1">
            <a:extLst>
              <a:ext uri="{FF2B5EF4-FFF2-40B4-BE49-F238E27FC236}">
                <a16:creationId xmlns:a16="http://schemas.microsoft.com/office/drawing/2014/main" id="{0D51A313-EC9C-4E54-B9A1-3409EACB28E1}"/>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You do</a:t>
            </a:r>
          </a:p>
        </p:txBody>
      </p:sp>
      <p:sp>
        <p:nvSpPr>
          <p:cNvPr id="2" name="object-2">
            <a:extLst>
              <a:ext uri="{FF2B5EF4-FFF2-40B4-BE49-F238E27FC236}">
                <a16:creationId xmlns:a16="http://schemas.microsoft.com/office/drawing/2014/main" id="{4DB8FBD9-2977-4B70-87A3-500A384296E3}"/>
              </a:ext>
            </a:extLst>
          </p:cNvPr>
          <p:cNvSpPr>
            <a:spLocks noGrp="1"/>
          </p:cNvSpPr>
          <p:nvPr/>
        </p:nvSpPr>
        <p:spPr>
          <a:xfrm>
            <a:off x="11430000" y="476250"/>
            <a:ext cx="3155156" cy="547688"/>
          </a:xfrm>
          <a:prstGeom prst="rect">
            <a:avLst/>
          </a:prstGeom>
          <a:noFill/>
          <a:ln w="0">
            <a:noFill/>
          </a:ln>
        </p:spPr>
        <p:txBody>
          <a:bodyPr anchor="ctr">
            <a:noAutofit/>
          </a:bodyPr>
          <a:lstStyle/>
          <a:p>
            <a:pPr algn="r">
              <a:defRPr sz="2625" b="0">
                <a:solidFill>
                  <a:srgbClr val="52647A"/>
                </a:solidFill>
                <a:latin typeface="Arial"/>
                <a:ea typeface="Arial"/>
                <a:cs typeface="Arial"/>
              </a:defRPr>
            </a:pPr>
            <a:r>
              <a:rPr sz="2625" b="0">
                <a:solidFill>
                  <a:srgbClr val="52647A"/>
                </a:solidFill>
                <a:latin typeface="Arial"/>
                <a:ea typeface="Arial"/>
                <a:cs typeface="Arial"/>
              </a:rPr>
              <a:t>You try.</a:t>
            </a:r>
          </a:p>
        </p:txBody>
      </p:sp>
      <p:sp>
        <p:nvSpPr>
          <p:cNvPr id="3" name="object-3">
            <a:extLst>
              <a:ext uri="{FF2B5EF4-FFF2-40B4-BE49-F238E27FC236}">
                <a16:creationId xmlns:a16="http://schemas.microsoft.com/office/drawing/2014/main" id="{44BDB870-EBCF-4731-BAFE-7D4458159AA7}"/>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Try these questions.</a:t>
            </a:r>
          </a:p>
        </p:txBody>
      </p:sp>
      <p:sp>
        <p:nvSpPr>
          <p:cNvPr id="4" name="object-4">
            <a:extLst>
              <a:ext uri="{FF2B5EF4-FFF2-40B4-BE49-F238E27FC236}">
                <a16:creationId xmlns:a16="http://schemas.microsoft.com/office/drawing/2014/main" id="{7F391DA2-C5AD-4161-9145-A58DC6109605}"/>
              </a:ext>
            </a:extLst>
          </p:cNvPr>
          <p:cNvSpPr>
            <a:spLocks noGrp="1"/>
          </p:cNvSpPr>
          <p:nvPr/>
        </p:nvSpPr>
        <p:spPr>
          <a:xfrm>
            <a:off x="654844" y="8012906"/>
            <a:ext cx="13930313" cy="11906"/>
          </a:xfrm>
          <a:prstGeom prst="rect">
            <a:avLst/>
          </a:prstGeom>
          <a:solidFill>
            <a:srgbClr val="BCD0EA"/>
          </a:solidFill>
          <a:ln w="0">
            <a:noFill/>
          </a:ln>
        </p:spPr>
      </p:sp>
      <p:sp>
        <p:nvSpPr>
          <p:cNvPr id="5" name="object-5">
            <a:extLst>
              <a:ext uri="{FF2B5EF4-FFF2-40B4-BE49-F238E27FC236}">
                <a16:creationId xmlns:a16="http://schemas.microsoft.com/office/drawing/2014/main" id="{4934E74B-DF62-4748-9E64-862EE2D90C51}"/>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Multiply up to four digits by two digits</a:t>
            </a:r>
          </a:p>
        </p:txBody>
      </p:sp>
      <p:sp>
        <p:nvSpPr>
          <p:cNvPr id="6" name="object-6">
            <a:extLst>
              <a:ext uri="{FF2B5EF4-FFF2-40B4-BE49-F238E27FC236}">
                <a16:creationId xmlns:a16="http://schemas.microsoft.com/office/drawing/2014/main" id="{894971F9-0130-452A-A879-D0A3B701AF74}"/>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10</a:t>
            </a:r>
          </a:p>
        </p:txBody>
      </p:sp>
      <p:sp>
        <p:nvSpPr>
          <p:cNvPr id="7" name="object-7">
            <a:extLst>
              <a:ext uri="{FF2B5EF4-FFF2-40B4-BE49-F238E27FC236}">
                <a16:creationId xmlns:a16="http://schemas.microsoft.com/office/drawing/2014/main" id="{C7734A7D-AACA-45BC-959B-A78E7FFA01A4}"/>
              </a:ext>
            </a:extLst>
          </p:cNvPr>
          <p:cNvSpPr>
            <a:spLocks noGrp="1"/>
          </p:cNvSpPr>
          <p:nvPr/>
        </p:nvSpPr>
        <p:spPr>
          <a:xfrm>
            <a:off x="773906"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a:t>
            </a:r>
          </a:p>
        </p:txBody>
      </p:sp>
      <p:sp>
        <p:nvSpPr>
          <p:cNvPr id="8" name="object-8">
            <a:extLst>
              <a:ext uri="{FF2B5EF4-FFF2-40B4-BE49-F238E27FC236}">
                <a16:creationId xmlns:a16="http://schemas.microsoft.com/office/drawing/2014/main" id="{BA1E5A82-95D1-45DF-ACB6-FE326A96CD15}"/>
              </a:ext>
            </a:extLst>
          </p:cNvPr>
          <p:cNvSpPr>
            <a:spLocks noGrp="1"/>
          </p:cNvSpPr>
          <p:nvPr/>
        </p:nvSpPr>
        <p:spPr>
          <a:xfrm>
            <a:off x="1464469" y="2512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Calculate 2,304 x 27.</a:t>
            </a:r>
          </a:p>
        </p:txBody>
      </p:sp>
      <p:sp>
        <p:nvSpPr>
          <p:cNvPr id="9" name="object-9">
            <a:extLst>
              <a:ext uri="{FF2B5EF4-FFF2-40B4-BE49-F238E27FC236}">
                <a16:creationId xmlns:a16="http://schemas.microsoft.com/office/drawing/2014/main" id="{5346F93E-3016-4A49-8ABA-C5C448135D4B}"/>
              </a:ext>
            </a:extLst>
          </p:cNvPr>
          <p:cNvSpPr>
            <a:spLocks noGrp="1"/>
          </p:cNvSpPr>
          <p:nvPr/>
        </p:nvSpPr>
        <p:spPr>
          <a:xfrm>
            <a:off x="773906"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2.</a:t>
            </a:r>
          </a:p>
        </p:txBody>
      </p:sp>
      <p:sp>
        <p:nvSpPr>
          <p:cNvPr id="10" name="object-10">
            <a:extLst>
              <a:ext uri="{FF2B5EF4-FFF2-40B4-BE49-F238E27FC236}">
                <a16:creationId xmlns:a16="http://schemas.microsoft.com/office/drawing/2014/main" id="{685778C9-C46F-4DDE-8BEC-5C0E6C178880}"/>
              </a:ext>
            </a:extLst>
          </p:cNvPr>
          <p:cNvSpPr>
            <a:spLocks noGrp="1"/>
          </p:cNvSpPr>
          <p:nvPr/>
        </p:nvSpPr>
        <p:spPr>
          <a:xfrm>
            <a:off x="1464469" y="35599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Calculate 4,216 x 34.</a:t>
            </a:r>
          </a:p>
        </p:txBody>
      </p:sp>
      <p:sp>
        <p:nvSpPr>
          <p:cNvPr id="11" name="object-11">
            <a:extLst>
              <a:ext uri="{FF2B5EF4-FFF2-40B4-BE49-F238E27FC236}">
                <a16:creationId xmlns:a16="http://schemas.microsoft.com/office/drawing/2014/main" id="{FE6CE481-A4DC-42C2-96DC-875A198B8E61}"/>
              </a:ext>
            </a:extLst>
          </p:cNvPr>
          <p:cNvSpPr>
            <a:spLocks noGrp="1"/>
          </p:cNvSpPr>
          <p:nvPr/>
        </p:nvSpPr>
        <p:spPr>
          <a:xfrm>
            <a:off x="773906"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3.</a:t>
            </a:r>
          </a:p>
        </p:txBody>
      </p:sp>
      <p:sp>
        <p:nvSpPr>
          <p:cNvPr id="12" name="object-12">
            <a:extLst>
              <a:ext uri="{FF2B5EF4-FFF2-40B4-BE49-F238E27FC236}">
                <a16:creationId xmlns:a16="http://schemas.microsoft.com/office/drawing/2014/main" id="{C0CA404F-8E09-4014-8CCD-9871366B947E}"/>
              </a:ext>
            </a:extLst>
          </p:cNvPr>
          <p:cNvSpPr>
            <a:spLocks noGrp="1"/>
          </p:cNvSpPr>
          <p:nvPr/>
        </p:nvSpPr>
        <p:spPr>
          <a:xfrm>
            <a:off x="1464469" y="46077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Calculate 3,075 x 46.</a:t>
            </a:r>
          </a:p>
        </p:txBody>
      </p:sp>
      <p:sp>
        <p:nvSpPr>
          <p:cNvPr id="13" name="object-13">
            <a:extLst>
              <a:ext uri="{FF2B5EF4-FFF2-40B4-BE49-F238E27FC236}">
                <a16:creationId xmlns:a16="http://schemas.microsoft.com/office/drawing/2014/main" id="{CC871E2F-350E-427C-A2CF-4D78E4D73D35}"/>
              </a:ext>
            </a:extLst>
          </p:cNvPr>
          <p:cNvSpPr>
            <a:spLocks noGrp="1"/>
          </p:cNvSpPr>
          <p:nvPr/>
        </p:nvSpPr>
        <p:spPr>
          <a:xfrm>
            <a:off x="773906"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4.</a:t>
            </a:r>
          </a:p>
        </p:txBody>
      </p:sp>
      <p:sp>
        <p:nvSpPr>
          <p:cNvPr id="14" name="object-14">
            <a:extLst>
              <a:ext uri="{FF2B5EF4-FFF2-40B4-BE49-F238E27FC236}">
                <a16:creationId xmlns:a16="http://schemas.microsoft.com/office/drawing/2014/main" id="{9FD1C64C-3E6E-44C6-A6BB-B4B8C1AE437D}"/>
              </a:ext>
            </a:extLst>
          </p:cNvPr>
          <p:cNvSpPr>
            <a:spLocks noGrp="1"/>
          </p:cNvSpPr>
          <p:nvPr/>
        </p:nvSpPr>
        <p:spPr>
          <a:xfrm>
            <a:off x="1464469" y="56554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Solve this independently and show every stage: Calculate 2,304 x 27.</a:t>
            </a:r>
          </a:p>
        </p:txBody>
      </p:sp>
      <p:sp>
        <p:nvSpPr>
          <p:cNvPr id="15" name="object-15">
            <a:extLst>
              <a:ext uri="{FF2B5EF4-FFF2-40B4-BE49-F238E27FC236}">
                <a16:creationId xmlns:a16="http://schemas.microsoft.com/office/drawing/2014/main" id="{562BC8D1-377C-455A-B594-B99A4AAA281C}"/>
              </a:ext>
            </a:extLst>
          </p:cNvPr>
          <p:cNvSpPr>
            <a:spLocks noGrp="1"/>
          </p:cNvSpPr>
          <p:nvPr/>
        </p:nvSpPr>
        <p:spPr>
          <a:xfrm>
            <a:off x="773906"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5.</a:t>
            </a:r>
          </a:p>
        </p:txBody>
      </p:sp>
      <p:sp>
        <p:nvSpPr>
          <p:cNvPr id="16" name="object-16">
            <a:extLst>
              <a:ext uri="{FF2B5EF4-FFF2-40B4-BE49-F238E27FC236}">
                <a16:creationId xmlns:a16="http://schemas.microsoft.com/office/drawing/2014/main" id="{07282613-2264-4D95-AC5F-054BF715FE45}"/>
              </a:ext>
            </a:extLst>
          </p:cNvPr>
          <p:cNvSpPr>
            <a:spLocks noGrp="1"/>
          </p:cNvSpPr>
          <p:nvPr/>
        </p:nvSpPr>
        <p:spPr>
          <a:xfrm>
            <a:off x="1464469" y="6703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Use a second method or representation for: Calculate 4,216 x 34.</a:t>
            </a:r>
          </a:p>
        </p:txBody>
      </p:sp>
      <p:sp>
        <p:nvSpPr>
          <p:cNvPr id="17" name="object-17">
            <a:extLst>
              <a:ext uri="{FF2B5EF4-FFF2-40B4-BE49-F238E27FC236}">
                <a16:creationId xmlns:a16="http://schemas.microsoft.com/office/drawing/2014/main" id="{66DA4E46-1800-40C2-840A-BD4EEDAF4449}"/>
              </a:ext>
            </a:extLst>
          </p:cNvPr>
          <p:cNvSpPr>
            <a:spLocks noGrp="1"/>
          </p:cNvSpPr>
          <p:nvPr/>
        </p:nvSpPr>
        <p:spPr>
          <a:xfrm>
            <a:off x="8215313"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6.</a:t>
            </a:r>
          </a:p>
        </p:txBody>
      </p:sp>
      <p:sp>
        <p:nvSpPr>
          <p:cNvPr id="18" name="object-18">
            <a:extLst>
              <a:ext uri="{FF2B5EF4-FFF2-40B4-BE49-F238E27FC236}">
                <a16:creationId xmlns:a16="http://schemas.microsoft.com/office/drawing/2014/main" id="{C59B3244-6E08-4A8C-8A48-7EE9689AF543}"/>
              </a:ext>
            </a:extLst>
          </p:cNvPr>
          <p:cNvSpPr>
            <a:spLocks noGrp="1"/>
          </p:cNvSpPr>
          <p:nvPr/>
        </p:nvSpPr>
        <p:spPr>
          <a:xfrm>
            <a:off x="8905875" y="2512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Check this result using an inverse, estimate or known fact: Calculate 3,075 x 46.</a:t>
            </a:r>
          </a:p>
        </p:txBody>
      </p:sp>
      <p:sp>
        <p:nvSpPr>
          <p:cNvPr id="19" name="object-19">
            <a:extLst>
              <a:ext uri="{FF2B5EF4-FFF2-40B4-BE49-F238E27FC236}">
                <a16:creationId xmlns:a16="http://schemas.microsoft.com/office/drawing/2014/main" id="{0E96C8DE-485D-4284-94FC-0693A1B7DDF2}"/>
              </a:ext>
            </a:extLst>
          </p:cNvPr>
          <p:cNvSpPr>
            <a:spLocks noGrp="1"/>
          </p:cNvSpPr>
          <p:nvPr/>
        </p:nvSpPr>
        <p:spPr>
          <a:xfrm>
            <a:off x="8215313"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7.</a:t>
            </a:r>
          </a:p>
        </p:txBody>
      </p:sp>
      <p:sp>
        <p:nvSpPr>
          <p:cNvPr id="20" name="object-20">
            <a:extLst>
              <a:ext uri="{FF2B5EF4-FFF2-40B4-BE49-F238E27FC236}">
                <a16:creationId xmlns:a16="http://schemas.microsoft.com/office/drawing/2014/main" id="{E1A68DA4-94B6-4BF3-AF55-7544B0639796}"/>
              </a:ext>
            </a:extLst>
          </p:cNvPr>
          <p:cNvSpPr>
            <a:spLocks noGrp="1"/>
          </p:cNvSpPr>
          <p:nvPr/>
        </p:nvSpPr>
        <p:spPr>
          <a:xfrm>
            <a:off x="8905875" y="35599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Use compensation to calculate 4,999 x 62.</a:t>
            </a:r>
          </a:p>
        </p:txBody>
      </p:sp>
      <p:sp>
        <p:nvSpPr>
          <p:cNvPr id="21" name="object-21">
            <a:extLst>
              <a:ext uri="{FF2B5EF4-FFF2-40B4-BE49-F238E27FC236}">
                <a16:creationId xmlns:a16="http://schemas.microsoft.com/office/drawing/2014/main" id="{618A59A9-F508-4358-A984-EC0E4A9091A0}"/>
              </a:ext>
            </a:extLst>
          </p:cNvPr>
          <p:cNvSpPr>
            <a:spLocks noGrp="1"/>
          </p:cNvSpPr>
          <p:nvPr/>
        </p:nvSpPr>
        <p:spPr>
          <a:xfrm>
            <a:off x="8215313"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8.</a:t>
            </a:r>
          </a:p>
        </p:txBody>
      </p:sp>
      <p:sp>
        <p:nvSpPr>
          <p:cNvPr id="22" name="object-22">
            <a:extLst>
              <a:ext uri="{FF2B5EF4-FFF2-40B4-BE49-F238E27FC236}">
                <a16:creationId xmlns:a16="http://schemas.microsoft.com/office/drawing/2014/main" id="{008A2382-E681-42EF-8C25-47A2C282923C}"/>
              </a:ext>
            </a:extLst>
          </p:cNvPr>
          <p:cNvSpPr>
            <a:spLocks noGrp="1"/>
          </p:cNvSpPr>
          <p:nvPr/>
        </p:nvSpPr>
        <p:spPr>
          <a:xfrm>
            <a:off x="8905875" y="46077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Identify and correct this misconception: Miro treats the 2 in 27 as 2 rather than 20.</a:t>
            </a:r>
          </a:p>
        </p:txBody>
      </p:sp>
      <p:sp>
        <p:nvSpPr>
          <p:cNvPr id="23" name="object-23">
            <a:extLst>
              <a:ext uri="{FF2B5EF4-FFF2-40B4-BE49-F238E27FC236}">
                <a16:creationId xmlns:a16="http://schemas.microsoft.com/office/drawing/2014/main" id="{00395CCE-1BC6-4901-A1C3-A91B9B56FEDC}"/>
              </a:ext>
            </a:extLst>
          </p:cNvPr>
          <p:cNvSpPr>
            <a:spLocks noGrp="1"/>
          </p:cNvSpPr>
          <p:nvPr/>
        </p:nvSpPr>
        <p:spPr>
          <a:xfrm>
            <a:off x="8215313"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9.</a:t>
            </a:r>
          </a:p>
        </p:txBody>
      </p:sp>
      <p:sp>
        <p:nvSpPr>
          <p:cNvPr id="24" name="object-24">
            <a:extLst>
              <a:ext uri="{FF2B5EF4-FFF2-40B4-BE49-F238E27FC236}">
                <a16:creationId xmlns:a16="http://schemas.microsoft.com/office/drawing/2014/main" id="{4A95B1CA-C4B2-4808-B225-F903E2F0E40E}"/>
              </a:ext>
            </a:extLst>
          </p:cNvPr>
          <p:cNvSpPr>
            <a:spLocks noGrp="1"/>
          </p:cNvSpPr>
          <p:nvPr/>
        </p:nvSpPr>
        <p:spPr>
          <a:xfrm>
            <a:off x="8905875" y="56554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Write a complete sentence explaining how you checked one answer.</a:t>
            </a:r>
          </a:p>
        </p:txBody>
      </p:sp>
      <p:sp>
        <p:nvSpPr>
          <p:cNvPr id="25" name="object-25">
            <a:extLst>
              <a:ext uri="{FF2B5EF4-FFF2-40B4-BE49-F238E27FC236}">
                <a16:creationId xmlns:a16="http://schemas.microsoft.com/office/drawing/2014/main" id="{2B49B1C9-CCAA-432D-8779-AC8D378D4B8E}"/>
              </a:ext>
            </a:extLst>
          </p:cNvPr>
          <p:cNvSpPr>
            <a:spLocks noGrp="1"/>
          </p:cNvSpPr>
          <p:nvPr/>
        </p:nvSpPr>
        <p:spPr>
          <a:xfrm>
            <a:off x="8215313"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10.</a:t>
            </a:r>
          </a:p>
        </p:txBody>
      </p:sp>
      <p:sp>
        <p:nvSpPr>
          <p:cNvPr id="26" name="object-26">
            <a:extLst>
              <a:ext uri="{FF2B5EF4-FFF2-40B4-BE49-F238E27FC236}">
                <a16:creationId xmlns:a16="http://schemas.microsoft.com/office/drawing/2014/main" id="{F3296546-45DD-4A4C-8759-32119580AAF0}"/>
              </a:ext>
            </a:extLst>
          </p:cNvPr>
          <p:cNvSpPr>
            <a:spLocks noGrp="1"/>
          </p:cNvSpPr>
          <p:nvPr/>
        </p:nvSpPr>
        <p:spPr>
          <a:xfrm>
            <a:off x="8905875" y="6703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Write and solve a similar question to: Calculate 3,075 x 46.</a:t>
            </a:r>
          </a:p>
        </p:txBody>
      </p:sp>
    </p:spTree>
    <p:extLst>
      <p:ext uri="{BB962C8B-B14F-4D97-AF65-F5344CB8AC3E}">
        <p14:creationId xmlns:p14="http://schemas.microsoft.com/office/powerpoint/2010/main" val="98321436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6" name="object-1">
            <a:extLst>
              <a:ext uri="{FF2B5EF4-FFF2-40B4-BE49-F238E27FC236}">
                <a16:creationId xmlns:a16="http://schemas.microsoft.com/office/drawing/2014/main" id="{3B999623-B9F0-48B8-B5A2-92805307CE78}"/>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Answers</a:t>
            </a:r>
          </a:p>
        </p:txBody>
      </p:sp>
      <p:sp>
        <p:nvSpPr>
          <p:cNvPr id="2" name="object-2">
            <a:extLst>
              <a:ext uri="{FF2B5EF4-FFF2-40B4-BE49-F238E27FC236}">
                <a16:creationId xmlns:a16="http://schemas.microsoft.com/office/drawing/2014/main" id="{7C91B1F7-1B07-468E-9465-D1132B1A1985}"/>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Check your answers. Explain any corrections.</a:t>
            </a:r>
          </a:p>
        </p:txBody>
      </p:sp>
      <p:sp>
        <p:nvSpPr>
          <p:cNvPr id="3" name="object-3">
            <a:extLst>
              <a:ext uri="{FF2B5EF4-FFF2-40B4-BE49-F238E27FC236}">
                <a16:creationId xmlns:a16="http://schemas.microsoft.com/office/drawing/2014/main" id="{9D67C1F0-B8DA-4CB7-92A7-72803E7B04CD}"/>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E79CB745-AFAC-43E9-A3F2-7EE238D36193}"/>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Multiply up to four digits by two digits</a:t>
            </a:r>
          </a:p>
        </p:txBody>
      </p:sp>
      <p:sp>
        <p:nvSpPr>
          <p:cNvPr id="5" name="object-5">
            <a:extLst>
              <a:ext uri="{FF2B5EF4-FFF2-40B4-BE49-F238E27FC236}">
                <a16:creationId xmlns:a16="http://schemas.microsoft.com/office/drawing/2014/main" id="{A75671B6-7683-43A3-832F-1AED9F0E0B61}"/>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11</a:t>
            </a:r>
          </a:p>
        </p:txBody>
      </p:sp>
      <p:sp>
        <p:nvSpPr>
          <p:cNvPr id="6" name="object-6">
            <a:extLst>
              <a:ext uri="{FF2B5EF4-FFF2-40B4-BE49-F238E27FC236}">
                <a16:creationId xmlns:a16="http://schemas.microsoft.com/office/drawing/2014/main" id="{96DF0924-C945-485A-9E48-FF98E5C0A316}"/>
              </a:ext>
            </a:extLst>
          </p:cNvPr>
          <p:cNvSpPr>
            <a:spLocks noGrp="1"/>
          </p:cNvSpPr>
          <p:nvPr/>
        </p:nvSpPr>
        <p:spPr>
          <a:xfrm>
            <a:off x="773906"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a:t>
            </a:r>
          </a:p>
        </p:txBody>
      </p:sp>
      <p:sp>
        <p:nvSpPr>
          <p:cNvPr id="7" name="object-7">
            <a:extLst>
              <a:ext uri="{FF2B5EF4-FFF2-40B4-BE49-F238E27FC236}">
                <a16:creationId xmlns:a16="http://schemas.microsoft.com/office/drawing/2014/main" id="{1D904B6B-CDB1-4933-B274-AA41E5259175}"/>
              </a:ext>
            </a:extLst>
          </p:cNvPr>
          <p:cNvSpPr>
            <a:spLocks noGrp="1"/>
          </p:cNvSpPr>
          <p:nvPr/>
        </p:nvSpPr>
        <p:spPr>
          <a:xfrm>
            <a:off x="1464469" y="2512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62,208.</a:t>
            </a:r>
          </a:p>
        </p:txBody>
      </p:sp>
      <p:sp>
        <p:nvSpPr>
          <p:cNvPr id="8" name="object-8">
            <a:extLst>
              <a:ext uri="{FF2B5EF4-FFF2-40B4-BE49-F238E27FC236}">
                <a16:creationId xmlns:a16="http://schemas.microsoft.com/office/drawing/2014/main" id="{78490BCB-FB5E-4418-BAD6-0E54E411EA1A}"/>
              </a:ext>
            </a:extLst>
          </p:cNvPr>
          <p:cNvSpPr>
            <a:spLocks noGrp="1"/>
          </p:cNvSpPr>
          <p:nvPr/>
        </p:nvSpPr>
        <p:spPr>
          <a:xfrm>
            <a:off x="773906"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2.</a:t>
            </a:r>
          </a:p>
        </p:txBody>
      </p:sp>
      <p:sp>
        <p:nvSpPr>
          <p:cNvPr id="9" name="object-9">
            <a:extLst>
              <a:ext uri="{FF2B5EF4-FFF2-40B4-BE49-F238E27FC236}">
                <a16:creationId xmlns:a16="http://schemas.microsoft.com/office/drawing/2014/main" id="{3D3D9108-CB7A-419B-9C17-28DC9D8B232A}"/>
              </a:ext>
            </a:extLst>
          </p:cNvPr>
          <p:cNvSpPr>
            <a:spLocks noGrp="1"/>
          </p:cNvSpPr>
          <p:nvPr/>
        </p:nvSpPr>
        <p:spPr>
          <a:xfrm>
            <a:off x="1464469" y="35599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143,344.</a:t>
            </a:r>
          </a:p>
        </p:txBody>
      </p:sp>
      <p:sp>
        <p:nvSpPr>
          <p:cNvPr id="10" name="object-10">
            <a:extLst>
              <a:ext uri="{FF2B5EF4-FFF2-40B4-BE49-F238E27FC236}">
                <a16:creationId xmlns:a16="http://schemas.microsoft.com/office/drawing/2014/main" id="{3F99ACA8-118F-4EA3-88CC-4EEB346FECC8}"/>
              </a:ext>
            </a:extLst>
          </p:cNvPr>
          <p:cNvSpPr>
            <a:spLocks noGrp="1"/>
          </p:cNvSpPr>
          <p:nvPr/>
        </p:nvSpPr>
        <p:spPr>
          <a:xfrm>
            <a:off x="773906"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3.</a:t>
            </a:r>
          </a:p>
        </p:txBody>
      </p:sp>
      <p:sp>
        <p:nvSpPr>
          <p:cNvPr id="11" name="object-11">
            <a:extLst>
              <a:ext uri="{FF2B5EF4-FFF2-40B4-BE49-F238E27FC236}">
                <a16:creationId xmlns:a16="http://schemas.microsoft.com/office/drawing/2014/main" id="{C05A4851-3956-4298-960B-666C461A771C}"/>
              </a:ext>
            </a:extLst>
          </p:cNvPr>
          <p:cNvSpPr>
            <a:spLocks noGrp="1"/>
          </p:cNvSpPr>
          <p:nvPr/>
        </p:nvSpPr>
        <p:spPr>
          <a:xfrm>
            <a:off x="1464469" y="46077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141,450.</a:t>
            </a:r>
          </a:p>
        </p:txBody>
      </p:sp>
      <p:sp>
        <p:nvSpPr>
          <p:cNvPr id="12" name="object-12">
            <a:extLst>
              <a:ext uri="{FF2B5EF4-FFF2-40B4-BE49-F238E27FC236}">
                <a16:creationId xmlns:a16="http://schemas.microsoft.com/office/drawing/2014/main" id="{C4DFCCD0-51BA-4833-84A0-D3352989BAF5}"/>
              </a:ext>
            </a:extLst>
          </p:cNvPr>
          <p:cNvSpPr>
            <a:spLocks noGrp="1"/>
          </p:cNvSpPr>
          <p:nvPr/>
        </p:nvSpPr>
        <p:spPr>
          <a:xfrm>
            <a:off x="773906"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4.</a:t>
            </a:r>
          </a:p>
        </p:txBody>
      </p:sp>
      <p:sp>
        <p:nvSpPr>
          <p:cNvPr id="13" name="object-13">
            <a:extLst>
              <a:ext uri="{FF2B5EF4-FFF2-40B4-BE49-F238E27FC236}">
                <a16:creationId xmlns:a16="http://schemas.microsoft.com/office/drawing/2014/main" id="{EB9979B0-82FD-4038-824C-972F5B2896E4}"/>
              </a:ext>
            </a:extLst>
          </p:cNvPr>
          <p:cNvSpPr>
            <a:spLocks noGrp="1"/>
          </p:cNvSpPr>
          <p:nvPr/>
        </p:nvSpPr>
        <p:spPr>
          <a:xfrm>
            <a:off x="1464469" y="56554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62,208.</a:t>
            </a:r>
          </a:p>
        </p:txBody>
      </p:sp>
      <p:sp>
        <p:nvSpPr>
          <p:cNvPr id="14" name="object-14">
            <a:extLst>
              <a:ext uri="{FF2B5EF4-FFF2-40B4-BE49-F238E27FC236}">
                <a16:creationId xmlns:a16="http://schemas.microsoft.com/office/drawing/2014/main" id="{706E83D8-4CF4-4795-BE2E-37E9659E9A07}"/>
              </a:ext>
            </a:extLst>
          </p:cNvPr>
          <p:cNvSpPr>
            <a:spLocks noGrp="1"/>
          </p:cNvSpPr>
          <p:nvPr/>
        </p:nvSpPr>
        <p:spPr>
          <a:xfrm>
            <a:off x="773906"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5.</a:t>
            </a:r>
          </a:p>
        </p:txBody>
      </p:sp>
      <p:sp>
        <p:nvSpPr>
          <p:cNvPr id="15" name="object-15">
            <a:extLst>
              <a:ext uri="{FF2B5EF4-FFF2-40B4-BE49-F238E27FC236}">
                <a16:creationId xmlns:a16="http://schemas.microsoft.com/office/drawing/2014/main" id="{F66C6AE7-C7CA-4EA3-A80C-48D6F5BF7D6A}"/>
              </a:ext>
            </a:extLst>
          </p:cNvPr>
          <p:cNvSpPr>
            <a:spLocks noGrp="1"/>
          </p:cNvSpPr>
          <p:nvPr/>
        </p:nvSpPr>
        <p:spPr>
          <a:xfrm>
            <a:off x="1464469" y="6703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Expected result: 143,344. Method or representation may vary.</a:t>
            </a:r>
          </a:p>
        </p:txBody>
      </p:sp>
      <p:sp>
        <p:nvSpPr>
          <p:cNvPr id="16" name="object-16">
            <a:extLst>
              <a:ext uri="{FF2B5EF4-FFF2-40B4-BE49-F238E27FC236}">
                <a16:creationId xmlns:a16="http://schemas.microsoft.com/office/drawing/2014/main" id="{1EB7B6AE-8377-40BA-A29E-5CF6E09BFF6C}"/>
              </a:ext>
            </a:extLst>
          </p:cNvPr>
          <p:cNvSpPr>
            <a:spLocks noGrp="1"/>
          </p:cNvSpPr>
          <p:nvPr/>
        </p:nvSpPr>
        <p:spPr>
          <a:xfrm>
            <a:off x="8215313"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6.</a:t>
            </a:r>
          </a:p>
        </p:txBody>
      </p:sp>
      <p:sp>
        <p:nvSpPr>
          <p:cNvPr id="17" name="object-17">
            <a:extLst>
              <a:ext uri="{FF2B5EF4-FFF2-40B4-BE49-F238E27FC236}">
                <a16:creationId xmlns:a16="http://schemas.microsoft.com/office/drawing/2014/main" id="{38D7B9D5-2395-49CD-BC5C-CCA75B8DA4C7}"/>
              </a:ext>
            </a:extLst>
          </p:cNvPr>
          <p:cNvSpPr>
            <a:spLocks noGrp="1"/>
          </p:cNvSpPr>
          <p:nvPr/>
        </p:nvSpPr>
        <p:spPr>
          <a:xfrm>
            <a:off x="8905875" y="2512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Expected result: 141,450. A valid check must be shown.</a:t>
            </a:r>
          </a:p>
        </p:txBody>
      </p:sp>
      <p:sp>
        <p:nvSpPr>
          <p:cNvPr id="18" name="object-18">
            <a:extLst>
              <a:ext uri="{FF2B5EF4-FFF2-40B4-BE49-F238E27FC236}">
                <a16:creationId xmlns:a16="http://schemas.microsoft.com/office/drawing/2014/main" id="{BC509566-C152-45C8-9651-7F1627CC09A1}"/>
              </a:ext>
            </a:extLst>
          </p:cNvPr>
          <p:cNvSpPr>
            <a:spLocks noGrp="1"/>
          </p:cNvSpPr>
          <p:nvPr/>
        </p:nvSpPr>
        <p:spPr>
          <a:xfrm>
            <a:off x="8215313"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7.</a:t>
            </a:r>
          </a:p>
        </p:txBody>
      </p:sp>
      <p:sp>
        <p:nvSpPr>
          <p:cNvPr id="19" name="object-19">
            <a:extLst>
              <a:ext uri="{FF2B5EF4-FFF2-40B4-BE49-F238E27FC236}">
                <a16:creationId xmlns:a16="http://schemas.microsoft.com/office/drawing/2014/main" id="{5BD910CC-9FEC-460D-9C2C-597216A7476B}"/>
              </a:ext>
            </a:extLst>
          </p:cNvPr>
          <p:cNvSpPr>
            <a:spLocks noGrp="1"/>
          </p:cNvSpPr>
          <p:nvPr/>
        </p:nvSpPr>
        <p:spPr>
          <a:xfrm>
            <a:off x="8905875" y="35599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309,938.</a:t>
            </a:r>
          </a:p>
        </p:txBody>
      </p:sp>
      <p:sp>
        <p:nvSpPr>
          <p:cNvPr id="20" name="object-20">
            <a:extLst>
              <a:ext uri="{FF2B5EF4-FFF2-40B4-BE49-F238E27FC236}">
                <a16:creationId xmlns:a16="http://schemas.microsoft.com/office/drawing/2014/main" id="{9F67994E-B37F-43DD-BEF5-AEAF86E49394}"/>
              </a:ext>
            </a:extLst>
          </p:cNvPr>
          <p:cNvSpPr>
            <a:spLocks noGrp="1"/>
          </p:cNvSpPr>
          <p:nvPr/>
        </p:nvSpPr>
        <p:spPr>
          <a:xfrm>
            <a:off x="8215313"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8.</a:t>
            </a:r>
          </a:p>
        </p:txBody>
      </p:sp>
      <p:sp>
        <p:nvSpPr>
          <p:cNvPr id="21" name="object-21">
            <a:extLst>
              <a:ext uri="{FF2B5EF4-FFF2-40B4-BE49-F238E27FC236}">
                <a16:creationId xmlns:a16="http://schemas.microsoft.com/office/drawing/2014/main" id="{5582046A-9493-4BC0-ABA4-7323D0910A52}"/>
              </a:ext>
            </a:extLst>
          </p:cNvPr>
          <p:cNvSpPr>
            <a:spLocks noGrp="1"/>
          </p:cNvSpPr>
          <p:nvPr/>
        </p:nvSpPr>
        <p:spPr>
          <a:xfrm>
            <a:off x="8905875" y="46077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The 2 represents two tens, so its partial product is twenty times the first factor.</a:t>
            </a:r>
          </a:p>
        </p:txBody>
      </p:sp>
      <p:sp>
        <p:nvSpPr>
          <p:cNvPr id="22" name="object-22">
            <a:extLst>
              <a:ext uri="{FF2B5EF4-FFF2-40B4-BE49-F238E27FC236}">
                <a16:creationId xmlns:a16="http://schemas.microsoft.com/office/drawing/2014/main" id="{01202B2B-4AC7-4B3E-8C52-18307E4F4E79}"/>
              </a:ext>
            </a:extLst>
          </p:cNvPr>
          <p:cNvSpPr>
            <a:spLocks noGrp="1"/>
          </p:cNvSpPr>
          <p:nvPr/>
        </p:nvSpPr>
        <p:spPr>
          <a:xfrm>
            <a:off x="8215313"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9.</a:t>
            </a:r>
          </a:p>
        </p:txBody>
      </p:sp>
      <p:sp>
        <p:nvSpPr>
          <p:cNvPr id="23" name="object-23">
            <a:extLst>
              <a:ext uri="{FF2B5EF4-FFF2-40B4-BE49-F238E27FC236}">
                <a16:creationId xmlns:a16="http://schemas.microsoft.com/office/drawing/2014/main" id="{5A6C6E09-1277-436C-A492-90F92E7A264D}"/>
              </a:ext>
            </a:extLst>
          </p:cNvPr>
          <p:cNvSpPr>
            <a:spLocks noGrp="1"/>
          </p:cNvSpPr>
          <p:nvPr/>
        </p:nvSpPr>
        <p:spPr>
          <a:xfrm>
            <a:off x="8905875" y="56554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Answer should name an inverse, estimate, boundary, known fact or equivalent representation.</a:t>
            </a:r>
          </a:p>
        </p:txBody>
      </p:sp>
      <p:sp>
        <p:nvSpPr>
          <p:cNvPr id="24" name="object-24">
            <a:extLst>
              <a:ext uri="{FF2B5EF4-FFF2-40B4-BE49-F238E27FC236}">
                <a16:creationId xmlns:a16="http://schemas.microsoft.com/office/drawing/2014/main" id="{AD08A3E6-AF3B-48C6-BE5B-D8348F086425}"/>
              </a:ext>
            </a:extLst>
          </p:cNvPr>
          <p:cNvSpPr>
            <a:spLocks noGrp="1"/>
          </p:cNvSpPr>
          <p:nvPr/>
        </p:nvSpPr>
        <p:spPr>
          <a:xfrm>
            <a:off x="8215313"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10.</a:t>
            </a:r>
          </a:p>
        </p:txBody>
      </p:sp>
      <p:sp>
        <p:nvSpPr>
          <p:cNvPr id="25" name="object-25">
            <a:extLst>
              <a:ext uri="{FF2B5EF4-FFF2-40B4-BE49-F238E27FC236}">
                <a16:creationId xmlns:a16="http://schemas.microsoft.com/office/drawing/2014/main" id="{18E40F1E-BBD1-41B5-BBCC-79F5D3D9588E}"/>
              </a:ext>
            </a:extLst>
          </p:cNvPr>
          <p:cNvSpPr>
            <a:spLocks noGrp="1"/>
          </p:cNvSpPr>
          <p:nvPr/>
        </p:nvSpPr>
        <p:spPr>
          <a:xfrm>
            <a:off x="8905875" y="6703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Answers vary. The new question must use the same mathematical structure and include a correct solution.</a:t>
            </a:r>
          </a:p>
        </p:txBody>
      </p:sp>
    </p:spTree>
    <p:extLst>
      <p:ext uri="{BB962C8B-B14F-4D97-AF65-F5344CB8AC3E}">
        <p14:creationId xmlns:p14="http://schemas.microsoft.com/office/powerpoint/2010/main" val="266486366"/>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1765</Words>
  <Application>Microsoft Office PowerPoint</Application>
  <DocSecurity>0</DocSecurity>
  <PresentationFormat>Custom</PresentationFormat>
  <Paragraphs>321</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Garima Sharma</cp:lastModifiedBy>
  <cp:revision>1</cp:revision>
  <dcterms:created xsi:type="dcterms:W3CDTF">2026-09-14T13:14:14Z</dcterms:created>
  <dcterms:modified xsi:type="dcterms:W3CDTF">2026-09-14T13:18:09Z</dcterms:modified>
</cp:coreProperties>
</file>