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4d69a387c4521" /><Relationship Type="http://schemas.openxmlformats.org/officeDocument/2006/relationships/extended-properties" Target="/docProps/app.xml" Id="R314c33719522401b" /><Relationship Type="http://schemas.openxmlformats.org/officeDocument/2006/relationships/officeDocument" Target="/ppt/presentation.xml" Id="R15f495a89d654d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553eb88234af8"/>
  </p:sldMasterIdLst>
  <p:notesMasterIdLst>
    <p:notesMasterId xmlns:r="http://schemas.openxmlformats.org/officeDocument/2006/relationships" r:id="R835cc8861b504448"/>
  </p:notesMasterIdLst>
  <p:sldIdLst>
    <p:sldId xmlns:r="http://schemas.openxmlformats.org/officeDocument/2006/relationships" id="256" r:id="R5e3a4f57738142e9"/>
    <p:sldId xmlns:r="http://schemas.openxmlformats.org/officeDocument/2006/relationships" id="257" r:id="R162b8639a10445f6"/>
    <p:sldId xmlns:r="http://schemas.openxmlformats.org/officeDocument/2006/relationships" id="258" r:id="Ra40324f3b3c54aec"/>
    <p:sldId xmlns:r="http://schemas.openxmlformats.org/officeDocument/2006/relationships" id="259" r:id="R4a09b953366b45ab"/>
    <p:sldId xmlns:r="http://schemas.openxmlformats.org/officeDocument/2006/relationships" id="260" r:id="Rcd33c19f72f740e1"/>
    <p:sldId xmlns:r="http://schemas.openxmlformats.org/officeDocument/2006/relationships" id="261" r:id="R80c8209b6e854c3a"/>
    <p:sldId xmlns:r="http://schemas.openxmlformats.org/officeDocument/2006/relationships" id="262" r:id="Rc59faf33a4664d75"/>
    <p:sldId xmlns:r="http://schemas.openxmlformats.org/officeDocument/2006/relationships" id="263" r:id="R371679aa44384327"/>
    <p:sldId xmlns:r="http://schemas.openxmlformats.org/officeDocument/2006/relationships" id="264" r:id="R675767bbf13242be"/>
    <p:sldId xmlns:r="http://schemas.openxmlformats.org/officeDocument/2006/relationships" id="265" r:id="Rc28728f00c9540aa"/>
    <p:sldId xmlns:r="http://schemas.openxmlformats.org/officeDocument/2006/relationships" id="266" r:id="R7f5d2b4bbb32456d"/>
    <p:sldId xmlns:r="http://schemas.openxmlformats.org/officeDocument/2006/relationships" id="267" r:id="Re7466761692447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bc5de51204b1b" /><Relationship Type="http://schemas.openxmlformats.org/officeDocument/2006/relationships/slideMaster" Target="/ppt/slideMasters/slideMaster1.xml" Id="R3b8553eb88234af8" /><Relationship Type="http://schemas.openxmlformats.org/officeDocument/2006/relationships/notesMaster" Target="/ppt/notesMasters/notesMaster1.xml" Id="R835cc8861b504448" /><Relationship Type="http://schemas.openxmlformats.org/officeDocument/2006/relationships/presProps" Target="/ppt/presProps.xml" Id="R24631445492144c7" /><Relationship Type="http://schemas.openxmlformats.org/officeDocument/2006/relationships/tableStyles" Target="/ppt/tableStyles.xml" Id="Ra1868a2618b84180" /><Relationship Type="http://schemas.openxmlformats.org/officeDocument/2006/relationships/slide" Target="/ppt/slides/slide1.xml" Id="R5e3a4f57738142e9" /><Relationship Type="http://schemas.openxmlformats.org/officeDocument/2006/relationships/slide" Target="/ppt/slides/slide2.xml" Id="R162b8639a10445f6" /><Relationship Type="http://schemas.openxmlformats.org/officeDocument/2006/relationships/slide" Target="/ppt/slides/slide3.xml" Id="Ra40324f3b3c54aec" /><Relationship Type="http://schemas.openxmlformats.org/officeDocument/2006/relationships/slide" Target="/ppt/slides/slide4.xml" Id="R4a09b953366b45ab" /><Relationship Type="http://schemas.openxmlformats.org/officeDocument/2006/relationships/slide" Target="/ppt/slides/slide5.xml" Id="Rcd33c19f72f740e1" /><Relationship Type="http://schemas.openxmlformats.org/officeDocument/2006/relationships/slide" Target="/ppt/slides/slide6.xml" Id="R80c8209b6e854c3a" /><Relationship Type="http://schemas.openxmlformats.org/officeDocument/2006/relationships/slide" Target="/ppt/slides/slide7.xml" Id="Rc59faf33a4664d75" /><Relationship Type="http://schemas.openxmlformats.org/officeDocument/2006/relationships/slide" Target="/ppt/slides/slide8.xml" Id="R371679aa44384327" /><Relationship Type="http://schemas.openxmlformats.org/officeDocument/2006/relationships/slide" Target="/ppt/slides/slide9.xml" Id="R675767bbf13242be" /><Relationship Type="http://schemas.openxmlformats.org/officeDocument/2006/relationships/slide" Target="/ppt/slides/slide10.xml" Id="Rc28728f00c9540aa" /><Relationship Type="http://schemas.openxmlformats.org/officeDocument/2006/relationships/slide" Target="/ppt/slides/slide11.xml" Id="R7f5d2b4bbb32456d" /><Relationship Type="http://schemas.openxmlformats.org/officeDocument/2006/relationships/slide" Target="/ppt/slides/slide12.xml" Id="Re74667616924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eb831d7255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dd1eeb93541a8" /><Relationship Type="http://schemas.openxmlformats.org/officeDocument/2006/relationships/notesMaster" Target="/ppt/notesMasters/notesMaster1.xml" Id="Rcfa4423b636544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ccd31d9024550" /><Relationship Type="http://schemas.openxmlformats.org/officeDocument/2006/relationships/notesMaster" Target="/ppt/notesMasters/notesMaster1.xml" Id="Rffdbd9f56ff4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d90ac23e5b4c96" /><Relationship Type="http://schemas.openxmlformats.org/officeDocument/2006/relationships/notesMaster" Target="/ppt/notesMasters/notesMaster1.xml" Id="Rc7638ba43c73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3821ca67a4ccb" /><Relationship Type="http://schemas.openxmlformats.org/officeDocument/2006/relationships/notesMaster" Target="/ppt/notesMasters/notesMaster1.xml" Id="R153804ce8bc9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bbf23f140d45ab" /><Relationship Type="http://schemas.openxmlformats.org/officeDocument/2006/relationships/notesMaster" Target="/ppt/notesMasters/notesMaster1.xml" Id="Rc2565708a283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26f074f6754c1e" /><Relationship Type="http://schemas.openxmlformats.org/officeDocument/2006/relationships/notesMaster" Target="/ppt/notesMasters/notesMaster1.xml" Id="R0b8bf0ae0972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8d6184d864421d" /><Relationship Type="http://schemas.openxmlformats.org/officeDocument/2006/relationships/notesMaster" Target="/ppt/notesMasters/notesMaster1.xml" Id="R310dbf9167f746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8e0c0f7a0c46fd" /><Relationship Type="http://schemas.openxmlformats.org/officeDocument/2006/relationships/notesMaster" Target="/ppt/notesMasters/notesMaster1.xml" Id="R2545e126da0c44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74c9d8f1634266" /><Relationship Type="http://schemas.openxmlformats.org/officeDocument/2006/relationships/notesMaster" Target="/ppt/notesMasters/notesMaster1.xml" Id="Ra4a58dcd774f4b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dd663bf1144634" /><Relationship Type="http://schemas.openxmlformats.org/officeDocument/2006/relationships/notesMaster" Target="/ppt/notesMasters/notesMaster1.xml" Id="R02a57c03ac1749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d75e634d134c2b" /><Relationship Type="http://schemas.openxmlformats.org/officeDocument/2006/relationships/notesMaster" Target="/ppt/notesMasters/notesMaster1.xml" Id="R9236109836e647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c81aff10c84ef9" /><Relationship Type="http://schemas.openxmlformats.org/officeDocument/2006/relationships/notesMaster" Target="/ppt/notesMasters/notesMaster1.xml" Id="R197061e2178b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Place-value counters, squared paper, multiplication grid, highlighters,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143,344. | Estimate the product before calculating. | The 2 represents two tens, so its partial product is twenty times the first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factor, product, partial product, exchange, placeholder, estimate.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62,208.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143,344.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The 2 represents two tens, so its partial product is twenty times the first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143,344..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141,450..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309,938.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141,450.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141,450. | The 2 represents two tens, so its partial product is twenty times the first factor.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1c553a5e749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bcfefa36144970" /><Relationship Type="http://schemas.openxmlformats.org/officeDocument/2006/relationships/slideLayout" Target="/ppt/slideLayouts/slideLayout1.xml" Id="Rf3d2e9f464be4f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2e9f464be4f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97402bb5649ea" /><Relationship Type="http://schemas.openxmlformats.org/officeDocument/2006/relationships/notesSlide" Target="/ppt/notesSlides/notesSlide1.xml" Id="Ra510c4256fd9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5e2ad89b4ef1" /><Relationship Type="http://schemas.openxmlformats.org/officeDocument/2006/relationships/notesSlide" Target="/ppt/notesSlides/notesSlide2.xml" Id="R477b2835142e4c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d789c0124790" /><Relationship Type="http://schemas.openxmlformats.org/officeDocument/2006/relationships/notesSlide" Target="/ppt/notesSlides/notesSlide3.xml" Id="R689245fa3c51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c173e7e524813" /><Relationship Type="http://schemas.openxmlformats.org/officeDocument/2006/relationships/notesSlide" Target="/ppt/notesSlides/notesSlide4.xml" Id="Re95af175377d41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bbbff00284c46" /><Relationship Type="http://schemas.openxmlformats.org/officeDocument/2006/relationships/notesSlide" Target="/ppt/notesSlides/notesSlide5.xml" Id="R91de7f8a3b8f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b49f52b884377" /><Relationship Type="http://schemas.openxmlformats.org/officeDocument/2006/relationships/notesSlide" Target="/ppt/notesSlides/notesSlide6.xml" Id="Rf93fa547b131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bac7088394fb6" /><Relationship Type="http://schemas.openxmlformats.org/officeDocument/2006/relationships/image" Target="/ppt/media/image.png" Id="R5e63a4b35c3c492f" /><Relationship Type="http://schemas.openxmlformats.org/officeDocument/2006/relationships/notesSlide" Target="/ppt/notesSlides/notesSlide7.xml" Id="R6711b3ec4b7e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d9faf6a314c7b" /><Relationship Type="http://schemas.openxmlformats.org/officeDocument/2006/relationships/notesSlide" Target="/ppt/notesSlides/notesSlide8.xml" Id="R4b047a7e0acb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1f20e7c894853" /><Relationship Type="http://schemas.openxmlformats.org/officeDocument/2006/relationships/notesSlide" Target="/ppt/notesSlides/notesSlide9.xml" Id="R22256868099f45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bb849ac34138" /><Relationship Type="http://schemas.openxmlformats.org/officeDocument/2006/relationships/notesSlide" Target="/ppt/notesSlides/notesSlide10.xml" Id="R9064beff7f2d4b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4c1a79ec1454f" /><Relationship Type="http://schemas.openxmlformats.org/officeDocument/2006/relationships/notesSlide" Target="/ppt/notesSlides/notesSlide11.xml" Id="R8c3b2a040e6b4f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208cd4cb34a44" /><Relationship Type="http://schemas.openxmlformats.org/officeDocument/2006/relationships/notesSlide" Target="/ppt/notesSlides/notesSlide12.xml" Id="R15308b86ef4b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EDE1C-D90E-43AA-9FCC-13DF95A6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FF7D-0973-454D-A0A7-5784511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D7AAA-4568-470D-8C83-BA2E487A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A38C-17E9-4623-AA2E-F54831A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A257B-6883-4689-8173-BDDC2D1E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ABCF3-F9BF-4E24-88A2-A8DD5A9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8D52-9F57-4426-B41E-B7A7FB6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74233-FD26-42F3-BB55-3A451C7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a number up to four digits by a two-digit number.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79298-9672-476F-B29F-A9BBEAD4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E250-CF51-4880-9182-977FF9F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Place-value counters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920D6-AFE7-41FF-853E-2EB5C46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5974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99F58-2ECA-4E7C-AE2E-0E97D78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CDCD-8E6E-4BAB-9E1A-CB64508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9D70-F11B-4394-8246-65471003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E99F-7BE0-40B4-B382-4F0B535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F2A3F-8C9F-49CE-A8DA-D8781BDB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86D03-A156-43FA-BBCE-1511486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2447-AA71-4F7D-AB4C-A4627DC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845B1-BD29-456B-83FB-1E2BA4D1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7497-8E24-49F1-A487-DCCAAF2E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8B170-0EFB-4C82-A4A6-92A5627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5C0AB-3DFE-4EF6-8E42-F709977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C82DE-0D0C-452D-88FB-D1EC4EE7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5B90-B55F-4716-A8F5-556BA6B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Multiply up to four digits by one digit and use place value when multiplying by 10 and 100.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12836-E45A-4151-9380-F64A55C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2DAAB-DF41-48E0-B165-9A39EDA0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B0F63-F9A9-4471-8D33-69AD72A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BF267-57D5-4A55-A5A8-0B024A05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4,216 x 34.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2BDFC-04FB-42DB-B35D-9BE55448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C744A-B3BD-4784-AFEF-6AF55AD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0651E-FC25-4E78-9827-C338107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B9D9D-A047-4078-9C0C-9A0F3FE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2,304 x 27.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22B99-F19F-4F8D-B320-3CBEC40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106036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77FC2-9855-46EB-B646-6F7C9D7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0DA4B-A7FA-4A75-BA53-92F858BC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2A57-7AD1-4AA6-BA50-FF2488C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7CD0C-4FC6-40FE-A7FC-268AE62C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49CBC-50B5-4837-95FA-806F3D6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412E-0D23-48F5-B507-CC4F487B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C57E3-10AF-4D7E-BEBC-8FF838CC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C2AE4-F9CA-4C98-AC27-80FAB5A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A4398-2E5A-436E-833E-B78792F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6E59C-8517-4C91-A452-836E0DB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a number up to four digits by a two-digit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9FFED-1D6F-4B9D-ACD1-2A6F8B2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5EEFA-1317-4EFC-B3A0-3921C91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Estimate the product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732DA-80F5-4E4F-A97C-D579D9F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by the ones, then multiply by the tens using correct place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152DB-ADA0-4386-9449-ACA72EE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Add the partial products and compare the answer with the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3C4BC-B163-49BB-9CFE-3E04F7A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factor  |  product  |  partial product  |  exchange  |  placeholder  |  estimate</a:t>
            </a:r>
          </a:p>
        </p:txBody>
      </p:sp>
    </p:spTree>
    <p:extLst>
      <p:ext uri="{BB962C8B-B14F-4D97-AF65-F5344CB8AC3E}">
        <p14:creationId xmlns:p14="http://schemas.microsoft.com/office/powerpoint/2010/main" val="21200282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1194A-0CF3-4591-AB06-8D96CA45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D7DB9-7305-4EFD-AE11-5DA342F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73321-C538-48C3-A469-F18A7A18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75703-11A7-48D3-8D57-FB475A57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74CC5-1A53-43C7-975C-D2252D0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8D1A-6A58-465F-BF7C-44878B39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EC129-5E24-4E6C-9CA4-3903750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B64FF-112D-4949-8575-3CF79BB0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49B6C-03C8-4A21-8344-9BCB0764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D332C-82EC-4E1D-93A0-FD94058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2,304 x 27.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72671-8CCB-4B18-A106-027397F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AEA93-E7F0-412C-8ADB-79A8F4F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E40FA-84D5-4557-A024-E7C2475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2,304 × 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1A0DA-BE42-42A9-853E-0275FD4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19488-0A33-453B-9188-8F388AC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29861-7A2F-4752-81A9-61C3346F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2,304 × 7 = 16,128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57457-E19D-4F47-9694-4D98A27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290EF-CA4E-4980-9847-3FFBF97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A5A37-3350-4EB4-A160-E11BAEF0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2,304 × 20 = 46,080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8ED02-59DE-4131-BE63-A1FAC90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CF163-7952-4E80-8F51-9EC057E2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40793-473E-49AA-832F-9B1224EF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16,128 + 46,080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A1231-FE3E-4650-B072-1435578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B3BB0-D78A-4BD9-9ADF-F9D197E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E9620-3257-4D45-80C0-67D9AA9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62,208</a:t>
            </a:r>
          </a:p>
        </p:txBody>
      </p:sp>
    </p:spTree>
    <p:extLst>
      <p:ext uri="{BB962C8B-B14F-4D97-AF65-F5344CB8AC3E}">
        <p14:creationId xmlns:p14="http://schemas.microsoft.com/office/powerpoint/2010/main" val="17392209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9D2B4-3B68-46E0-82A1-7895DC2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50E19-CA84-49A9-896D-572E5A0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D0156-B6D5-4F3E-B6A9-7CA31D2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BF873-CB63-405D-8AA4-CF78F9B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18867-9B2C-4BF4-8394-1FA9D6B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25F9C-BD7F-4380-A788-7692976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55E8-BE26-4FA7-B8E6-BF67663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95054-9251-4E9C-8812-8B9839C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2FACA-FE1C-4067-B805-BBD27CF2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46013-D97A-4E6E-AE5D-85ABBA08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BB455-0C78-4543-8B76-2FD46FF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62,208.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08247-9A47-49FB-B8C7-503B35E7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A128F-E014-4ED4-A264-73708DE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Add the partial products and compare the answer with the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BC9AD-1E41-4777-9080-74A46D6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8111906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86980-9431-4617-BF45-F4D333E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5A342-32C9-485E-B23C-F2DA86C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DDD0B-BD41-4567-9AC1-B0236CD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A1A4E-64C7-45BA-89BE-66B7463E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5675E-9285-4CEF-A77B-FD974B5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38855-766C-43DE-8C90-033687CC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548A0-1CB3-4377-AD98-FCA6641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3BE9D-FBB6-47A9-9624-1867564D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F1149-A740-494F-B0C0-BF78E455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42E5D-F576-4C8D-905C-06AEEBC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4,216 x 34.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68F41-285E-4C2E-B0E8-4595BB55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E480A-B3D9-41FF-9E8A-32EF5C1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88435-282C-48FA-8DE5-EA4F1474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3C14E-E0D2-4DAA-BC01-529C75D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0DC01-3304-41A7-B838-7407905D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143,344.</a:t>
            </a:r>
          </a:p>
        </p:txBody>
      </p:sp>
    </p:spTree>
    <p:extLst>
      <p:ext uri="{BB962C8B-B14F-4D97-AF65-F5344CB8AC3E}">
        <p14:creationId xmlns:p14="http://schemas.microsoft.com/office/powerpoint/2010/main" val="19053169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C4ED4-4C5D-4288-B54B-6DEBDC3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82EE2-9045-498B-ADCE-7D50682D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62347-1F69-4596-90E4-ED71A5F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34A61-12D2-466B-A120-90D1F506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A5F53-AF03-47FA-A021-EA401B5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D2BCD-19C0-44AA-BB13-39068AC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2E184-116B-4B4C-946C-1ADDF3F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8520B-B01C-4FCD-ABCA-7DB45D2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6AF2E-A153-4B77-8CCD-7084FC3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3a4b35c3c492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6968-181B-47D2-8A79-E70B9F7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E38FB-21A0-4912-B750-D400F5E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the 2 in 27 as 2 rather than 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9DD9C-6411-4D19-B7C6-BADD581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0F09B-F5E5-41A0-80DF-775EE309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4F578-35BA-4C0C-96F4-8AC9F140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The 2 represents two tens, so its partial product is twenty times the first factor.</a:t>
            </a:r>
          </a:p>
        </p:txBody>
      </p:sp>
    </p:spTree>
    <p:extLst>
      <p:ext uri="{BB962C8B-B14F-4D97-AF65-F5344CB8AC3E}">
        <p14:creationId xmlns:p14="http://schemas.microsoft.com/office/powerpoint/2010/main" val="547219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84DE0-DB90-49EF-B773-78213FD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EEC52-46AA-4671-9A22-40E282B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5DA98-06ED-4179-95DA-12211BF0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49ABC-CE17-4CC9-8A57-697EF43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BE1D-6BCD-471E-B391-937B4C29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03CDE-EE63-4FDF-AC4C-A0472B32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88244-2269-4ECC-8961-69F5D793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F76D6-9008-45A9-A127-B630D67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ADF7-47A0-486A-9396-0973465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70F16-F5F5-4C8B-B8A1-B4BDFF3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39B2-B935-4E2D-A1CC-1EDA0009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5FE28-3207-49DC-886D-70ECBB0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A20A5-E97C-4F92-9A9D-FC9C237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4,216 x 34.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B5B38-27A5-47A2-848A-ECA0084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ACB05-9173-40FA-9949-F1F85B3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96199-5E19-4E9C-B36B-E78EAD31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DE365-7909-4255-B4BC-79EDA98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12097-46FC-4756-8C7F-8630711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16578-CB2A-4806-BF80-094AA4DE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7E516-7ECC-425D-B4E9-0EF7AF73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C4995-F9DA-4F5F-9600-7579F37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143,344.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5B556-BD78-4F32-80BB-B1A064A3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845348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6503E-E9D3-4C24-AE6A-FC208AF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D39D9-158C-4A0D-9839-BC140309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5191-4ED3-4C89-9136-5053F18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E29A2-30EB-479C-9C58-F460D33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ED81E-945B-4352-A5FF-D08D3BA2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8E5A-6222-4319-877B-F9872167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EF7FB-4895-443A-A440-48A43FB6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A4C93-03EF-476D-9760-1F26C509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E563-41F2-46BB-A184-8F21149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BAC67-3521-48D4-B8F1-DC95F05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8E42F-8452-4499-80D3-DC7FABFB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63277-5C8B-4D9A-9E27-E4CA26A1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2B5E2-E5D5-4E88-AB71-B8EE6922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3,075 x 46.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45C51-1F53-4448-ABE3-8D72A77E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45AA9-1B62-42FD-B944-E93A23B8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27AF6-9D82-44F0-9623-094F8AD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F8C34-06A5-4E67-8133-03A9D85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69E3A-21D3-4537-B9EA-B42FF200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69FB9-0D7D-4BD4-8C1F-54C8D1DF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F80E6-3021-4647-AA63-92B7524B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2FDDF-2F8C-40CF-A323-15AC6B6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4813724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C941F-12CE-4486-9086-3F68C2EC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A6F5F-1233-41E5-9288-0D3FDC7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5E71-F05D-4037-8B92-FE37909A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B677C-A6D7-4A98-B1BB-49AA57F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ECF65-F660-49A2-9FB0-C3D630F5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226EA-4F99-4C1F-B43D-91C3F5C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BDEBC-9F21-43F6-A64C-62EA708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082AE-E667-4284-81FE-A539DBC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F64D7-9C6F-4D1B-A400-E0F59E3D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9553-61E4-4831-8734-C3059A6B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compensation to calculate 4,999 x 62.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21659-1900-4309-947A-709D172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B32D2-9B8C-478A-ADE9-E10CF284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30DA9-6D9F-4ADE-B2CA-1843DFC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309,938.</a:t>
            </a:r>
          </a:p>
        </p:txBody>
      </p:sp>
    </p:spTree>
    <p:extLst>
      <p:ext uri="{BB962C8B-B14F-4D97-AF65-F5344CB8AC3E}">
        <p14:creationId xmlns:p14="http://schemas.microsoft.com/office/powerpoint/2010/main" val="11354430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3069A-2883-47CA-8FB3-B745F4D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A31E5-7100-494C-ABBD-B66D7E9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528DB-C1EF-4DE8-8327-25516DF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A614-73B7-44B2-93D1-27E09FE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3FECB-BB5E-412E-BD55-1026A0A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468B-7656-4B9C-9AA3-9A31CC93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1C5B1-9683-48C1-A10E-30E9AEA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B5E6-2A7A-40AD-8571-A49A02BE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3551C-EE94-4C9C-8494-D12FF95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E702F-12F8-4C3B-8DE3-45D5941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5ABCF-AD54-454C-8E4C-235473C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B3D15-2B53-469D-949A-BBE18429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3,075 x 46.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2D0E5-AA4A-4659-8029-B4A5F58E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6CDF2-71D7-4519-942F-A60C604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7F06D-BB6F-4274-AD6E-B1651DC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4C809-A5CA-4308-A670-68EB5AA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141,450.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7A1C2-2384-4949-8D2B-41625FC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3C53D-6300-40B9-8D9C-22FC6EBC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941612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F2ADD-1B30-421F-A3C8-8074D828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B1486-F739-41E6-B28D-40000B0D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9BD62-3DF5-4BDE-85D0-84F1910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D2B2A-80CF-4D5A-81F0-2F064E9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A8520-8230-4C2C-9272-AF015CC1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89D3-64C2-4BD8-B636-83B8B168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A43D5-3606-4618-AA04-28DD988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A9562-EBF0-4593-8818-D23674F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ED2DF-2D87-4B34-8E0B-41A1887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up to four digits by two digits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0A3BD-493C-4754-9AF2-9269D7E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05BD7-7A90-4051-8E4C-C3ED798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CDB23-1E56-451A-BE83-6FDB9D0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EA0BE-0877-4644-A375-B799EDA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3,075 x 46.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1DB83-029A-410A-A21F-335BD28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D8040-1080-4EE2-A2FB-AF3987B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3BEC-9CC8-463B-B24C-97B44EF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B4448-C28B-4A6F-B83F-EF9ACB8E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the 2 in 27 as 2 rather than 20.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6A073-0898-4CDC-939D-E970D86F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E28FC-93DE-4B9C-A0DE-BE7E8A4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344F9-FDD8-4FBB-994F-50A6633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C6527-9700-40BC-8FD2-EEB7076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F483A-EFAF-4360-A5F4-48354143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730715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2026-09-09T22:13:44.5520000Z</dcterms:created>
  <dcterms:modified xsi:type="dcterms:W3CDTF">2026-09-09T22:13:44.5520000Z</dcterms:modified>
</coreProperties>
</file>