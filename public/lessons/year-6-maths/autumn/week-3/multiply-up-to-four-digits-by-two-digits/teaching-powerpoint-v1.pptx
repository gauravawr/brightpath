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Place-value counters, squared paper, multiplication grid, highlighters,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143,344. | Estimate the product before calculating. | The 2 represents two tens, so its partial product is twenty times the first factor.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factor, product, partial product, exchange, placeholder, estimate.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Calculate 2,304 x 27. Answer: 62,208.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143,344.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The 2 represents two tens, so its partial product is twenty times the first factor.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143,344..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141,450..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309,938.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141,450.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141,450. | The 2 represents two tens, so its partial product is twenty times the first factor.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2107537-24D1-469E-8358-CB1A191BFF8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CE387E-D5D0-47E3-96F9-0AD4FCDCFFAB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45A6E7B-7B05-46D0-87E0-CE71109A4CFE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777F88-F343-40FD-B943-45BA2E7BB46F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2F54D0-A3E9-4E53-8C11-304A72E161B7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360A98F-A5D6-482E-98BA-D967DC7F95E0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109A8E-E56E-42D0-92D9-CED36029A56F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6E601F-90D6-4AEF-8178-39BCCC60B91E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multiply a number up to four digits by a two-digit number.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460C2F-8102-4A56-B033-76A1267D6B00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47DD01-0870-42BB-BFB5-002A2E1321E6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counters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D371A8-7FC7-4DAD-A920-59D171E9DDF0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0084289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07B81E20-593D-4810-B380-CCB4EEDDA9A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FD3460A-572C-4BAF-9A32-8C525CF1DED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6394C70-899D-4E1B-987C-5F3040A9E6A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57DA07-9DA9-445F-8A89-45EA9260D2C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6DD8E1-FE31-4AEB-BD35-FD8AB7616AB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DEF694B-9E46-4FB0-B3AB-FF3A9C8B125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9E45AF-62A8-431B-B3EE-10847A57827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7152464-855D-417E-A41D-DBF7A1A7414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BE30110-448E-4E27-B411-ADA6827F52C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F09672C-56C3-4BF8-BE72-19E3B787B176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FD553F4-0EBB-46C2-B01A-BDB739305F78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00B6399-69DB-4E3B-B40C-3F61EBEE9B2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0F199-759A-43FC-9BF4-8546731EB1AD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Multiply up to four digits by one digit and use place value when multiplying by 10 and 100.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2CBC8CA-D9D1-411A-BE16-31724B3C92A1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33C6B3C-ABB6-44F7-8991-E1A1DF92FC60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DDED586-6BA2-4626-901A-4E4C4771473E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C5D3084-B74F-45CB-86F6-213E8314ECFF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4,216 x 34.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D9C1E3C-639B-4907-8E1A-85A6C5A59836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3330BAF-381E-4521-813B-4A93BC110D2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CB7F296-AB4A-42DB-8947-53E2FA72FAFF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26D67C2-D841-4A87-A2DF-BCE3EE864DC8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2,304 x 27.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72DA8C-848F-446E-8769-429DB2EDC629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450782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55118EF-961D-48CA-B4A2-25E32F1E2AA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A8A7A3D-040E-46DB-9155-FE57A7FAD7C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6ECA036-CA8B-4922-A67B-E9367656FE3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81BE29-A741-4608-A77F-6204EDA2DF2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2CBA82-30DD-4FD6-B154-7224A1D6E0E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6949BA-716D-4042-94C1-F9E3CFF796B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66610D-AC9B-49D1-B0E0-D9E4F4F6CA0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8A97CA1-FFAB-4235-BEB0-F7C929C7239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4AC688F-A6A5-40E1-995F-23380ECE99E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763763-1048-42F7-A9F7-8ACC96CBB163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multiply a number up to four digits by a two-digit number.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3750F64-F36C-431A-9E4E-3E1F8AFFBECC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69851-651A-4C3E-B8B9-31D147FC9278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product before calculating.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AB2DA2-66A7-4F44-A578-A071A3A15FC5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by the ones, then multiply by the tens using correct place value.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24AA863-6429-411E-B82B-21C1AA1DBE7A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Add the partial products and compare the answer with the estimate.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F30FECB-9184-44E2-B726-E8AF5DF53961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product  |  partial product  |  exchange  |  placeholder  |  estimate</a:t>
            </a:r>
          </a:p>
        </p:txBody>
      </p:sp>
    </p:spTree>
    <p:extLst>
      <p:ext uri="{BB962C8B-B14F-4D97-AF65-F5344CB8AC3E}">
        <p14:creationId xmlns:p14="http://schemas.microsoft.com/office/powerpoint/2010/main" val="2080054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11D6572C-CDC0-4632-AB38-93DA9A75D2F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7385BC-09F2-41B8-8B3B-E7B63EAED68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8C2282F-54B4-4CBC-852C-F2743E99DF3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2C538D-7163-4A6F-81A6-175C763B823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EF4115-5793-4EF2-AC11-34181AE3718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ADCC02-76B4-4DDE-851D-917481D0D0F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A24443-582B-431D-BF51-877791D15C0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BED7EF-332D-4A60-9340-23247EE7A93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C258FD-6DF7-46E7-880F-BCD925D877E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49D7A4-A256-4845-A09C-0A156BA0BADB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2,304 x 27.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C42071-78A4-473C-827A-8892B3D06659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B9B5002-EF0D-493A-BB4A-74FB9890CC3A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2E7C376-1D0B-4B78-B153-F7C646BFE4B9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829B79-5CC3-4964-89AF-C4BF89B270B2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the product before calculating.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2578870-FBAB-4364-92EE-1135CA4191E3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A3B32EE-AF4D-47EC-A501-4B0B6BD44EF7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4FE813B-191A-41D1-88F6-A0C5D2E1CEB0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B1BCE4-6C32-4963-8F70-DF7A5BF40AC5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by the ones, then multiply by the tens using correct place value.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93491AA-F950-43E7-B62C-1B2C2321A581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FF8FFEE-58F5-4BC6-A7AC-B2D445C670CF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4CAB4A8-C050-4315-AAA5-CDB6ADF1D10E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ADA4FFE-88D6-4BF4-9DEB-CB6389F228A9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Add the partial products and compare the answer with the estimate.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17929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0312184-DB8C-4D42-AE00-67825DE5A43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AB8C45D-2148-402B-9A55-876B24D494C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EB1C50B-F196-41F9-9D7E-FAB6AD73435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C4704D-E8AA-4D4F-8DEC-81E8B760178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035AECB-56C0-4C48-9813-0F613F84442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3847A98-B9BC-4956-AF0F-41C4666BB18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3B9BF9-FC41-4155-B27E-39C5BD68FCD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3545A3-FDCB-40C1-8410-7137A9BF41D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F051257-F6B0-401A-B917-DD8B445607A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59E287-9C55-40FA-8C41-7A105228F479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1AB3BE-598D-4356-9167-D4B376DC7E7C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62,208.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A2F5D8-3ABE-40AA-A154-4F983001EDEE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D904FB7-4551-4442-B307-DC95204FDA43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Add the partial products and compare the answer with the estimate.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3B6BFAD-2D6B-4054-B0BE-24646686E8A3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83372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E1DE20F-46AB-4797-9251-7EA9E8AC999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B71E8A-71EF-4DB5-8037-9ACDD71CD67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D725C02-221D-4900-A4EF-AD0B6247859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0F700E-CF69-4638-8B00-F4B4864F482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968D34-9E57-4E53-A4EF-40498C610D9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5E165C-F417-4064-9F3C-63BF3D7924B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F66222-035A-42AE-8722-5835BD83567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133C60-E3DF-4DE9-9B22-A758DA76D20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33A2F5A-79C5-45D3-A0D4-42254D9AAE6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518D3A-9FFD-42BC-B669-FB6F932FA745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4,216 x 34.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88774C6-B99D-4E9B-AB76-C11C7E425395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5D1DE8-7B85-45CA-99A8-5AC6EA41AE1B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7BB0E5-8D5A-45C4-BA2E-8731774AEDE5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BA08C1D-A8FF-4ADB-8D9C-ECF072F9D885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CBFEA0D-BEEF-48E6-AD00-32D673D52B1F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143,344.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50121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29FAD3-BE29-43CC-AA8D-30467E41B87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F8AB39F-DACB-4E24-A394-8EEB1AEA6E7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7A95A17-1025-4155-86C7-E3C868C139F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7CBF9F-AE6A-468E-AEB2-296E0FD8685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B73842-4C27-421E-9F9A-BC5644B6F3D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42AE7B-9326-4499-8620-646664D804B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466BFB-AF84-4939-B27B-87C05E436B0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613A44-14D3-4780-B4CE-52EDD0215BE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FE34E1-1A24-4CB0-B93D-8F0FFCD9446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995478C-D866-4BB7-AB49-14057B8CBC22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BBE8296-B1A5-4548-A0F7-619015DCC52D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treats the 2 in 27 as 2 rather than 20.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459FF2F-2421-48A9-B1DA-E84ED7EF7669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7E9B6C-99D5-4872-BA31-9CAC17F260C4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35BFA9F-0952-4A5B-8D26-8B1D80F8E141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The 2 represents two tens, so its partial product is twenty times the first factor.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64346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5AA3EEA-84DA-4A19-8F2F-718B7AA8EE1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3944-5F98-4725-85F0-34139A530BC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374B948-C440-4D9E-B32C-DC99C086567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6C490E-E219-4806-9DA6-E8351E41BF3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A940A1-1212-4051-BB85-6CF83A1D3A7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A059A5-ECE9-48BD-ABBD-1E85E8B5D0D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2C6CD8A-E450-465F-A4D9-8506A80CA5B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A7491E5-E77C-49BA-9AA8-E6B4F7EFAA5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7AB8E1C-1490-4F47-9DFF-9F51A0E4E9B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B7177D6-709A-4D31-B745-B685E85DE84C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5D6DB5E-9345-435A-AEA1-716A02A2A740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50B2D1C-E8DB-4160-87B6-3C7328D51C45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8DCDAC-3C5E-43D9-96D0-286965C10550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4,216 x 34.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2361009-9F63-4725-BE45-D261379831E2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DE1762C-94ED-4B10-BC73-1920F6E25F27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DAA95E-CB94-4FA3-B73C-D304EF415655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50849ED-DD3A-4C67-9003-40CDE96610E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DAA068A-A930-462E-BCDE-7BE162F0B9C0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090BBC0-E56E-4E67-97BA-78EDBF84F33F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0808CFB-ED83-4F1B-A8B9-8B42F4B4376D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0FF531B-B8E9-4831-8709-9875D0B0036D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143,344.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24FA923-AD9D-4FEB-BEF8-064961C25C03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114992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39A46E10-46BE-4887-A539-306C6C762F8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9BA8919-958B-46F5-8B5E-8B90F7EDAB1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C8B13ED-29A2-4A6A-808B-66BA9B0A7E0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1720F45-D41E-43A3-9C16-606B591F428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12B666-D5AF-4259-B8D5-C31076F9103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12C8B51-308C-4947-B66F-5272C45A745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CCE47F2-1D65-41FC-AF8B-B3ACDF569E6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65B9CD-2960-4DC9-ADA7-0150609C860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24847DD-062F-41FE-B355-024A9019740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DB934BE-0068-4688-8110-979DDC9728F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45E87FD-EDD2-4976-9D7C-A61D2AFF753D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69D3A46-A3F8-4A7A-8C78-3C303F610E72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5E3BDB-2122-4B8C-B85B-A7BDC4C3EEE6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3,075 x 46.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6DD6BFD-67B8-4C3B-AC5B-FDDD3EBAFDE9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08C63A8-D8B3-4B09-B454-3DA42240AEBB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C2D22F-5227-43AE-B896-73BA6A9A80AE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B3DFAAC-BD35-4895-A92B-BFFE67A10C0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D06DA66-8D2E-4012-A35F-4A549C1438E6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B6F8E3D-2C70-4A69-9D30-3C296FC502E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B28FBDE-A447-46BA-A059-ECA1B0C0B91A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DD6629-C697-46A0-B37E-6433EF9F3A42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44036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8E8AB992-1978-4B1F-908C-875BA981C22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97C97D-4D35-4A9F-B847-9BC6B5D8D33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1C33144-96DE-474A-ADEA-0B2B30405C8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C327E6F-6966-4A9E-BED5-415E8AD7ADA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582A42-DB67-4FE6-A5E6-982987DD17D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BB765A-9EAD-4FDC-8170-CD5054BA29D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958C8A5-A43F-407D-B31A-396D9D37868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519AEF-C69D-41C4-ACE1-21279C9F970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16CBAA5-87D9-44FC-9E2B-D71906B62D2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DF6BF21-16AB-437D-A24E-E7B9A66DDB8B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compensation to calculate 4,999 x 62.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F7EF165-DF15-4639-8DE9-1FA6FA21E690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FEF781E-78B2-4C33-AD6A-70DF2F6C33F5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2762AA1-6A20-419B-81B2-12E09AFA93E5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309,938.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5769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1081B130-C1A4-4870-A792-3C8617A2B3D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8A56C6-510F-43F0-BFE0-F2B70A68FC1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DE98E85-A230-499B-831B-31FB49F2C60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886C90-977B-484F-88B9-1EEA748ADB8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E9103C3-9514-4D2A-8A55-40EFD4D037A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50A0BA-54AF-45DF-82E5-F502F0CC47B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30484DD-3B96-463B-AF03-9C51E54606D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288BAF3-F456-403A-952F-5D01FBEB485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6CE316-257E-43B8-99EB-3C48A084518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2ED10A8-2EBF-4F4B-9FD9-D29ED269EC05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8A1305F-FE05-4B91-B4B0-E44F00FE4BE6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3551CB-B366-4299-8617-8D5ACD855699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3,075 x 46.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725916F-3473-4C4F-BFAC-76F93E295EA1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DEEDB71-7353-41A7-85C0-DADBD93F1775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DFF51E9-09A8-435F-A136-93FF26F75B67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F9A3C05-22E4-49B6-8487-9043108D2F52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141,450.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438E47A-A438-4EB6-8BBD-B037E3DA7752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2B6AF21-B92A-46B3-9BF3-2DD0C1B4B96E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041238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05872372-7D15-40D4-BED3-FD9B85C5D26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5CA5B0-452D-4EDB-9F02-C68B7C86CDB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AAF26B0-B4BC-4BCE-8C90-0540CAC387B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5DDE215-8D2B-4AC4-B2CE-4BFF38DAFD3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746B9F-4A75-4151-8B97-3DD5BB8AD92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01872F-4EF0-421A-96FD-FE83F7831AA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58E740B-7A86-44C5-8058-6121EA9F77F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07C0C2-DD75-4703-9540-38EA33B5ADA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9679CB-CD9B-419A-A2B0-437DF13563C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up to four digits by two digits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B6A113D-B108-48B3-9975-7F666E5918C7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BC0A0FD-7C9B-43F9-9311-03067A75C554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526E43B-AFE3-49B2-9CC3-628E8D45A3D9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6D1DD54-C9D7-41BA-8926-0A2E08F466FF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3,075 x 46.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D544C8F-12C1-46C9-8E32-CF44FCFA543A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E7836FC-EEAC-4006-96F0-9645C6C08D06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BDAC6E-EF79-4E6E-8DBC-6C7BD2382ACF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87B74D-D675-44A2-8EFE-B55A8469071B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treats the 2 in 27 as 2 rather than 20.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32A8109-60C3-4C5F-9EE7-8888510AA08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4EEE8DB-2EB2-403C-940C-C6B09DF42EB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F31CF14-0F9B-4333-B09B-93A97C5816E1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2B43951-F7A1-407F-8362-1850A80DDBED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38DF34E-A6FC-4E7C-85FE-44233B579577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805223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1139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2026-09-09T10:55:59Z</dcterms:created>
  <dcterms:modified xsi:type="dcterms:W3CDTF">2026-09-09T11:03:37Z</dcterms:modified>
</cp:coreProperties>
</file>