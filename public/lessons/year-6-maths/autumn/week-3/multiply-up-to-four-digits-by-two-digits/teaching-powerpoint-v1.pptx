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143,344. | Estimate the product before calculating. | The 2 represents two tens, so its partial product is twenty times the first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2,304 x 27. Answer: 62,208.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143,344.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2 represents two tens, so its partial product is twenty times the first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143,344..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141,450..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309,938.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4,216 x 34. Expected: Calculate 3,075 x 46. Higher: Use compensation to calculate 4,999 x 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141,450. | The 2 represents two tens, so its partial product is twenty times the first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2449EDF-EF49-428A-97AE-8D87728DAA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E69436-9C03-40F8-BC2C-67800672922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4BB918-7014-4E4D-BED4-FED957D2563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120A9D-81CD-4C61-8CEE-E3F5942532E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63A2FD-CC9E-4866-B6AF-FFA54C159DF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FDA51B-5018-43D9-945F-0C220A75274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0007A24-BB6C-4860-AAB6-4C233195A6E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E4C32C-135C-4F9F-A46E-85C147B2BB21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F94B8E-E524-485D-B0C3-34A020E86184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number up to four digits by a two-digit number.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72F525-93A1-4F6D-B99E-80135CFB2DC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B71B7-0A55-402D-A9E5-E271754731E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E1A7CE-EECD-4E54-80DB-1252B985B2E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01223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3FF30CE-E4C4-409C-92D9-27FF6223D1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15B999-8064-4B46-BE52-ECF0A2E4074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71A3AC-7787-4113-907A-0C2EF0668B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AB795A-8879-404B-BEE5-FAA443EB52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B80887-CE21-4835-8F8A-52AEB8B80F9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BBDDC3-4C85-4DE7-A2D4-9A98369D0E3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7BB9AF-0AC7-4621-8E80-35565C0FD83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93B0CB-70FF-4124-8644-84B4C4815F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DAD606-D1EC-4BF0-8EBF-2108397D66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C6F48D-274B-4DE8-B648-48CA4CE0D7B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EA18510-99B2-4AA7-9C08-1E7A334ACB6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F691D7-6405-44F5-9561-09DFABBEC92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CE31FD-121B-4AD9-A112-78D0272FA3A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A80194-C7CD-4581-84DF-0DE9E99FEE4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8EC66-35CF-4589-A53E-0EB684B1EF5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EA01CC3-5962-4DDD-97CB-FC08714FCB9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ECDC09-A587-4F80-8E2F-2074C63D3E9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66ABF1-31A5-4E5F-8436-CF6BC092CC0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A40018A-52E4-4C24-8BFC-00DD76B708A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EC8CB47-4228-4D9B-8A5E-1AC5DAC9215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DEEB55D-0470-4246-910E-B1078B124F0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B8C545-683F-4C33-A3FB-6A1646C8B62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2,304 x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4187FD-DEE2-400A-A9AB-F1A4A0CA92B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4225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1B48136-08A5-4374-A346-F23A5E2EC9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D0C04D-0CD5-44FC-8636-1C132FFCA24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C9E43B-E192-4F19-B27D-CA0C199D24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3DFF56-7E80-4D32-928C-D7111D845D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8BFD46-265F-429D-AE09-8400111389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CCEA0-F6B0-4378-B364-3FAB675BB4C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B47306-3F21-4814-9D4A-32D5E861AD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EDB24-512D-417A-A707-8099233A0ED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0F24C0-15D2-49FA-9D70-4367E8E09B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0A352F-1D22-4B96-9A99-AEEC8443FCB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413108-0667-4ABE-BC89-F569BCE3B768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number up to four digits by a two-digit number.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B0EE76-408E-4976-8CE1-BA9221E4F0FD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204E16-D8F3-45BF-AB91-DE703D55287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718658-A4FD-45BA-85AC-5A3EAC4B162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4EF67D-FDF8-4A71-98FC-AF95E498FF33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9BB8C5-3597-4FF0-9E7F-3DBE7D37FAC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856000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2620C75-BAF8-4856-B690-4202F9454A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28B1F-8D12-4889-B7F4-FF99DA0E202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2DB799-7414-4EEF-8650-D0A888652B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2232EB-593E-4764-B239-8C26A481CB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30F70B-E51F-4D7E-B500-E3D7426EB60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C7EC8C-B676-4FC4-A516-2B70F9176C5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5CF4B2-2A2D-41F1-A0B8-CB60B265900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7CE6F0-5120-42F9-BA7F-CA1C045F04B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631F95-F16D-41C9-B51B-33700AC6766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7A0B1C-015A-47D1-ADC6-382B6867776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359D3F-535B-4E35-A714-7E81200C9212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2,304 x 27.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4D6E1A-D260-4CDA-8492-9E325A3BB18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10258ED-9F8B-496A-8E8F-EAD46378D1C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5D64DC-B7F8-4369-9B4D-C90FB56D7B7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B3B0D9-DAB8-43AA-8510-60BC09D8524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1CDD13-20E6-4871-B2B8-D12A87B88AC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CAC247C-2EDA-4BF9-8513-A46C8D7A0D5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B06D031-3B07-4C7B-B94B-A15C5B7FCC1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44E01A-D566-409D-B1C0-DE8766B978EE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3BC0EE-DD93-495A-93C2-F2F0C57313F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A9CD51A-6D0A-4B84-8773-8928E905ACD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F7FB27-40A7-4436-8CC6-C5CB07D17C6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314D23-6358-48F6-8C76-5BA404A92781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835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2320923-E3B9-4888-9CCC-8487532818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E96DF0-2876-4141-8A9A-81651C54367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57789B-71F1-45D7-A5E9-3A5FB3A500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9C5632-8808-46E8-B4D8-B8031844FA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BC2632-6E5A-4F11-BDA0-F4ADDAA2CA4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E14EA2-F161-435E-9A42-C6193676B61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CD70B4-4433-4384-B6E4-165F10C1139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13D282-53DC-48E4-BEC1-21222DC768C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E09940-FC1E-4E3E-83B3-C357D113ADF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7E7036-BB4B-469A-B7D0-15DB345F9B4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1B643C-7F29-41CD-B759-2A527D17DBB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3A7F1D-A3F5-46A6-89B1-6574D3988764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62,208.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CA8443-911D-47E1-8AAA-AFCF948E3B0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80DBDB-21E1-4B73-878A-50E0BA48387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8537E8-32C7-43A7-9DB3-013D4F2E5298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998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FD588AD-3CAD-4332-B7DB-1B9D59696E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E4E769-6E3E-431F-8A0C-C6B74850C65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B3B2F6-8D13-4D14-B50A-19B3E0209A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8A6C90-4568-486D-89DB-E3F0F5588D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A1C413-7B07-4996-B975-B9DAFF5D67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BF4688-72E2-42C3-BE8D-A29A93B28F0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6A2A4D-A7C8-489C-9BE0-3586180C67D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D8C1E5-86E0-4724-9617-F068268E0EB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605F23-757A-46C3-AE0D-F556F0CCDAF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B6F96C-7306-4F53-8160-02888B379B6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FD88C3-3F2D-4C89-A56B-DEC14869611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B3FE99-D0EF-4DC8-818E-DB9E2A14DD1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916C7D-B8DB-4A79-98CA-5FE717A1568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88B492-075D-4224-A071-1EE0767B385D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BF59E8-392A-479C-BFE2-32EA36F1BB5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0EAFDF-EB97-4251-AD61-E0487819D6DB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143,344.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959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4EABAB4-4298-4985-B5F8-2E97CAC403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184DE6-76B5-45E4-850E-B464BE78B1A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B928CE-56D4-418B-BF3F-E534AACD81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5D29545-6F5B-466B-823F-B927D96432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8D4AD2-4697-47B0-B0FA-4AA1A74A0B0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C8793-41F1-4957-BC79-739970A8B3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778CC7-8299-480B-B0E2-CE0C1874689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0D03FB-97C5-4156-A0F1-A20CFD3E5B2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7BBB14-E65E-46FB-B55C-AFDDC58AEA4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3F7575-13DA-48BF-9EBC-D5635093398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5B52DDC-0B89-4B8E-97B0-245581CB5DEB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DB3E7B-D404-4354-ACDB-CCBE240A4B95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the 2 in 27 as 2 rather than 20.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23B30B-3CA9-4670-BE3F-E70012199D5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56334D-0D92-4557-AFD9-7519AEB8EAB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69743A3-56CB-4D9D-AB80-66F56F705AAC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2 represents two tens, so its partial product is twenty times the first factor.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784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229AD21-5A47-4B52-96E3-8A689DDEBA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AF4966-09E6-4042-BA81-67C00192BAA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978F56-181F-4BCE-A20A-F55A60D5FE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94AA6-060D-4BA1-8750-22753F6795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253E55-72B2-4425-9923-B8039FCD552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2B8E5-EC32-4BA5-B9EC-8DE64013EDF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AB3ED7-CED0-4B70-8DEB-96F7687A0B0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58FB4F-C7AA-42CF-92F4-168C64934AA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B2A235-060A-4B96-9344-2760E8690A9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EC5391-8403-49EA-B65B-3647C5BB515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0A3E6D-8FC7-4C0A-94A2-BD7189EF6F9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EE9E7A-AD70-4E0E-B77A-EA49228252C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D931DD-D432-4D79-8CEA-CDA3622B784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D9045-4432-424C-8E84-665188ACABA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A050C1-5D46-44B9-94A7-420CED82418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4FADC79-F08F-475C-95DF-84C29AA5CA2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CF57EB1-CB10-4231-8E7D-C017F80D8BA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72288C-89C4-4A64-8099-448C6670E40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EA01F46-6B6C-4988-9AE3-D6B70B24D9E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901B86-76E4-4D47-879C-31B6EA36180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440E5B-921A-42CA-BF8C-C3BEFF713FD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B1F850-6F2B-41E1-982D-84C2E7C2C95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143,344.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BFBCE6-880C-489E-86EA-7D4AC37B653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2914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73CE40E-A234-4EB7-B0C1-04950CCE0F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AE883B-48B0-4549-A237-492A407F7F2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7E41BB-824F-4F50-A2A0-95A468EE4C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EBF662-9349-42BB-AB67-9223E35EFA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222A3-2406-4E2F-8D1F-96296BA0EDC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F7914-DDBC-4B8C-8C2C-34F5CD3B613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B4CF3E-4711-496E-B906-102F3F7232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58F921-48B5-4156-A661-BAFCBAD106A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3D75C0-13B0-4F40-9945-46AD35E106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8E99C3-3348-449C-B92A-525D033134C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874DA3A-E058-4D58-9C41-383EE0E5A11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79D000B-0109-4654-96B4-7D785F78212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EB1B72-7E2F-428F-9672-C134B3B3A9E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8ED5D4-7A36-4323-AB6F-BC294BDEE23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286BCA1-4F17-4124-B329-9F17EE42B27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823BF2-5971-4616-ADEA-F1236D83889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D6C0D4-2B52-4DB6-AC89-6F18ECC1685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F05607-8299-4748-AAD9-940CCBFD126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73E4F66-26F6-4635-A59C-6562270CA3D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995387-7065-408E-AE22-E323A355A1B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FE259-1731-4B42-87E9-D594A9D1861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BC9D7-7A62-4AC0-8D99-EA36FD8712B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063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BB8406F-43E5-43ED-8CCB-14C7C8A70B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127876-9F23-4C85-B863-36D58042377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14349C-D176-4E82-8EC3-E76760755B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D459D7-5428-4BDA-845D-F250D88D44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F04C93-44B7-4697-AB29-B575B85AC2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77E49A-4C43-4D47-A940-CB28CCD580E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65D5C8-C6E5-4D96-80BE-276C69DDCB2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C15E55-87CA-41D0-8573-E1432669C5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950397-1DB6-48F3-AA47-5A03400D395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6FAA81-FAB5-4F5F-9A77-732069A5CEB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7210BB-15B6-4DAC-BE16-9FF8ABC5154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compensation to calculate 4,999 x 62.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272E08-06A7-4DC7-8B81-FDE0E3C7FFD8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E7C7D-1705-4EE8-9729-4C3C2531317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6D47D3-FA91-48A8-9CE1-D909B42B36F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309,938.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403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4FD3194-44EB-400A-9376-E393244488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61C538-E818-4A26-9F98-538EA477B96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37B7D3-56E3-489F-A19C-AEAD65953F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31D80D-2C3D-4D53-8F1B-5C03023E77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EF1432-8FC1-4EA6-A399-BC52140E662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0A2E03-D84C-4216-99DB-DAB46EC583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E69943-6214-46F5-8CB1-D68FE452E13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50D1A-6E0F-464A-9E09-D989D2DD4B3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E4DCEC-6A4C-4F8A-A46D-B10710EE95F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300609-432D-4917-973F-0720F0A2910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5108B9-8F2C-404A-B786-A2A076E8B82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7FE829-73EC-46F6-92A7-80A3ECA19F4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DE890-5845-46BF-B206-870E98EAB040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23B95-EA72-49F9-B59C-2A8B358E61D6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F0DC74-FFFA-4819-B558-06D9BF597046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1E4FCA-03EF-4182-960B-0F8ADD87E7F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84FB1B1-561E-40FF-ACB1-D174CFAC7582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3F07F1-A530-4664-9F0B-4B6D3C13057B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A55D06-BDBC-48C4-87D6-8FC7667E86A4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71EDDF-C824-4613-A02C-A42EB8F72999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ABD5A2-E94D-4FD1-BAD9-C3F09E3A929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BFB4ECF-9766-4766-8EFD-A0DEE7CEE6C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8CE1363-EC3F-45BD-8517-8F61DA568691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BCF05F-E6BA-427B-B014-E0FDDF7FEB7B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B1F629-95BA-4FB4-AFBB-2B6396E59634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77F044-78D8-405A-8EA9-4CFD06206CFA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649167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DBBD9A0-7746-4AB5-9DBD-C7406B57CB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988577-429E-4E46-BD17-5FD11D7F6AF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7FA52-E81B-416E-955E-6204B044C8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98982-AD67-4CD2-B1C2-E3E8D1C3138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D306F-3DD6-46BE-807D-07B4927175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676D05-A442-4AB2-A710-900E7B615E3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726639-3A55-46E0-85AE-15C3941133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8991A6-2758-41E2-A2F2-E275C230E87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0CFB99-9388-472A-B38F-04CE83E57EC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5E794-E200-42C6-88E0-C9484D67881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D76F344-AF4A-457F-A391-99E0E0DD260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A3F6DB2-BD2E-4EE6-A844-BFDE48CDB2D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523842-1E69-497B-8FA5-8F504A00290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352ACC-4C37-4C46-BC10-99018F8ABC6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F1DC75C-60C0-48BA-962A-CF0A419723A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2541D-DCBE-4966-AF89-F2F0B43B282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98F7C9-6F8B-4834-BD8D-45E540A2040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0D727-36F4-453F-AA3C-FDCA27DEAA9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the 2 in 27 as 2 rather than 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9810256-DD50-4C70-8A26-CCEDED07C26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9ECB5C-05D5-4E3A-A4D7-CB85E313083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7C652B-4F49-4922-BC81-C6C180BDCBC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0E6D15-11ED-439F-958E-D6F686A0340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54585A-DF42-4E9F-BA61-FA96B5BF86A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08491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1316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2026-09-08T22:35:21Z</dcterms:created>
  <dcterms:modified xsi:type="dcterms:W3CDTF">2026-09-08T22:42:34Z</dcterms:modified>
</cp:coreProperties>
</file>