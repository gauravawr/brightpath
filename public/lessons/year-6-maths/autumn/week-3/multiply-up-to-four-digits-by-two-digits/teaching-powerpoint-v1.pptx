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72c0eeeadd4d96" /><Relationship Type="http://schemas.openxmlformats.org/officeDocument/2006/relationships/extended-properties" Target="/docProps/app.xml" Id="R7120f0a4777140b4" /><Relationship Type="http://schemas.openxmlformats.org/officeDocument/2006/relationships/officeDocument" Target="/ppt/presentation.xml" Id="Ra11bec1ef79648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170979f0174980"/>
  </p:sldMasterIdLst>
  <p:notesMasterIdLst>
    <p:notesMasterId xmlns:r="http://schemas.openxmlformats.org/officeDocument/2006/relationships" r:id="Rc4fdccebb3a54db9"/>
  </p:notesMasterIdLst>
  <p:sldIdLst>
    <p:sldId xmlns:r="http://schemas.openxmlformats.org/officeDocument/2006/relationships" id="256" r:id="R9e6d07f358aa4727"/>
    <p:sldId xmlns:r="http://schemas.openxmlformats.org/officeDocument/2006/relationships" id="257" r:id="Ra2aa458d32d544d1"/>
    <p:sldId xmlns:r="http://schemas.openxmlformats.org/officeDocument/2006/relationships" id="258" r:id="Ra07618af16754a11"/>
    <p:sldId xmlns:r="http://schemas.openxmlformats.org/officeDocument/2006/relationships" id="259" r:id="R6a8ee3413ca3439c"/>
    <p:sldId xmlns:r="http://schemas.openxmlformats.org/officeDocument/2006/relationships" id="260" r:id="R66257b8d1d1947ac"/>
    <p:sldId xmlns:r="http://schemas.openxmlformats.org/officeDocument/2006/relationships" id="261" r:id="R4eb11523b17d435e"/>
    <p:sldId xmlns:r="http://schemas.openxmlformats.org/officeDocument/2006/relationships" id="262" r:id="Rb192c91bb4d34cc8"/>
    <p:sldId xmlns:r="http://schemas.openxmlformats.org/officeDocument/2006/relationships" id="263" r:id="Rfa8e9244657949ab"/>
    <p:sldId xmlns:r="http://schemas.openxmlformats.org/officeDocument/2006/relationships" id="264" r:id="R6671d7de4a914738"/>
    <p:sldId xmlns:r="http://schemas.openxmlformats.org/officeDocument/2006/relationships" id="265" r:id="R060bc5c52fed4e37"/>
    <p:sldId xmlns:r="http://schemas.openxmlformats.org/officeDocument/2006/relationships" id="266" r:id="R64d940fd461e47f5"/>
    <p:sldId xmlns:r="http://schemas.openxmlformats.org/officeDocument/2006/relationships" id="267" r:id="Rbd18b279016344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56457c0d3b4aaa" /><Relationship Type="http://schemas.openxmlformats.org/officeDocument/2006/relationships/slideMaster" Target="/ppt/slideMasters/slideMaster1.xml" Id="R10170979f0174980" /><Relationship Type="http://schemas.openxmlformats.org/officeDocument/2006/relationships/notesMaster" Target="/ppt/notesMasters/notesMaster1.xml" Id="Rc4fdccebb3a54db9" /><Relationship Type="http://schemas.openxmlformats.org/officeDocument/2006/relationships/presProps" Target="/ppt/presProps.xml" Id="R14ccc325cc19449c" /><Relationship Type="http://schemas.openxmlformats.org/officeDocument/2006/relationships/tableStyles" Target="/ppt/tableStyles.xml" Id="Rca79a60014084963" /><Relationship Type="http://schemas.openxmlformats.org/officeDocument/2006/relationships/slide" Target="/ppt/slides/slide1.xml" Id="R9e6d07f358aa4727" /><Relationship Type="http://schemas.openxmlformats.org/officeDocument/2006/relationships/slide" Target="/ppt/slides/slide2.xml" Id="Ra2aa458d32d544d1" /><Relationship Type="http://schemas.openxmlformats.org/officeDocument/2006/relationships/slide" Target="/ppt/slides/slide3.xml" Id="Ra07618af16754a11" /><Relationship Type="http://schemas.openxmlformats.org/officeDocument/2006/relationships/slide" Target="/ppt/slides/slide4.xml" Id="R6a8ee3413ca3439c" /><Relationship Type="http://schemas.openxmlformats.org/officeDocument/2006/relationships/slide" Target="/ppt/slides/slide5.xml" Id="R66257b8d1d1947ac" /><Relationship Type="http://schemas.openxmlformats.org/officeDocument/2006/relationships/slide" Target="/ppt/slides/slide6.xml" Id="R4eb11523b17d435e" /><Relationship Type="http://schemas.openxmlformats.org/officeDocument/2006/relationships/slide" Target="/ppt/slides/slide7.xml" Id="Rb192c91bb4d34cc8" /><Relationship Type="http://schemas.openxmlformats.org/officeDocument/2006/relationships/slide" Target="/ppt/slides/slide8.xml" Id="Rfa8e9244657949ab" /><Relationship Type="http://schemas.openxmlformats.org/officeDocument/2006/relationships/slide" Target="/ppt/slides/slide9.xml" Id="R6671d7de4a914738" /><Relationship Type="http://schemas.openxmlformats.org/officeDocument/2006/relationships/slide" Target="/ppt/slides/slide10.xml" Id="R060bc5c52fed4e37" /><Relationship Type="http://schemas.openxmlformats.org/officeDocument/2006/relationships/slide" Target="/ppt/slides/slide11.xml" Id="R64d940fd461e47f5" /><Relationship Type="http://schemas.openxmlformats.org/officeDocument/2006/relationships/slide" Target="/ppt/slides/slide12.xml" Id="Rbd18b279016344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9958504fb244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07868b603f4311" /><Relationship Type="http://schemas.openxmlformats.org/officeDocument/2006/relationships/notesMaster" Target="/ppt/notesMasters/notesMaster1.xml" Id="Rebbe744de6e24c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573f8a1f304257" /><Relationship Type="http://schemas.openxmlformats.org/officeDocument/2006/relationships/notesMaster" Target="/ppt/notesMasters/notesMaster1.xml" Id="Rbce2183b1a534c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5f984df9b74904" /><Relationship Type="http://schemas.openxmlformats.org/officeDocument/2006/relationships/notesMaster" Target="/ppt/notesMasters/notesMaster1.xml" Id="R54bad7b0308645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8aab35ea97453f" /><Relationship Type="http://schemas.openxmlformats.org/officeDocument/2006/relationships/notesMaster" Target="/ppt/notesMasters/notesMaster1.xml" Id="Re00edbbc170049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946d1b01af46db" /><Relationship Type="http://schemas.openxmlformats.org/officeDocument/2006/relationships/notesMaster" Target="/ppt/notesMasters/notesMaster1.xml" Id="Rf75013dac0c24d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5e4be8ea624379" /><Relationship Type="http://schemas.openxmlformats.org/officeDocument/2006/relationships/notesMaster" Target="/ppt/notesMasters/notesMaster1.xml" Id="Ra0cb12daa27f4f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c83970cd354d16" /><Relationship Type="http://schemas.openxmlformats.org/officeDocument/2006/relationships/notesMaster" Target="/ppt/notesMasters/notesMaster1.xml" Id="Rf1b71f378fcb46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4441000d834d4d" /><Relationship Type="http://schemas.openxmlformats.org/officeDocument/2006/relationships/notesMaster" Target="/ppt/notesMasters/notesMaster1.xml" Id="Re4de09929a7346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1f2ceb2d6c4fe9" /><Relationship Type="http://schemas.openxmlformats.org/officeDocument/2006/relationships/notesMaster" Target="/ppt/notesMasters/notesMaster1.xml" Id="R4beef49facc341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aa652009c948da" /><Relationship Type="http://schemas.openxmlformats.org/officeDocument/2006/relationships/notesMaster" Target="/ppt/notesMasters/notesMaster1.xml" Id="R2c4fd8f5d1a74ad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a0c4538297422a" /><Relationship Type="http://schemas.openxmlformats.org/officeDocument/2006/relationships/notesMaster" Target="/ppt/notesMasters/notesMaster1.xml" Id="Re4a8eb8b074a428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b4d140265c443c" /><Relationship Type="http://schemas.openxmlformats.org/officeDocument/2006/relationships/notesMaster" Target="/ppt/notesMasters/notesMaster1.xml" Id="R50543ecb5b6e4f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143,344. | Estimate the product before calculating. | The 2 represents two tens, so its partial product is twenty times the first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62,208.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143,344.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The 2 represents two tens, so its partial product is twenty times the first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143,344..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141,450..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309,938.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141,450.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141,450. | The 2 represents two tens, so its partial product is twenty times the first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701ed0b35549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d42334edae45b1" /><Relationship Type="http://schemas.openxmlformats.org/officeDocument/2006/relationships/slideLayout" Target="/ppt/slideLayouts/slideLayout1.xml" Id="Rb17217aa1e6949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7217aa1e6949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cc8e80b2f443e" /><Relationship Type="http://schemas.openxmlformats.org/officeDocument/2006/relationships/notesSlide" Target="/ppt/notesSlides/notesSlide1.xml" Id="R0bc5c7e7c70e44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480652eaf4b2a" /><Relationship Type="http://schemas.openxmlformats.org/officeDocument/2006/relationships/notesSlide" Target="/ppt/notesSlides/notesSlide2.xml" Id="R6cc92ebc4b3849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8630f1b096458f" /><Relationship Type="http://schemas.openxmlformats.org/officeDocument/2006/relationships/notesSlide" Target="/ppt/notesSlides/notesSlide3.xml" Id="Rb66430f8d88044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30a8cc90544b6" /><Relationship Type="http://schemas.openxmlformats.org/officeDocument/2006/relationships/notesSlide" Target="/ppt/notesSlides/notesSlide4.xml" Id="Rf768a5f7eda243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ea122f8094db2" /><Relationship Type="http://schemas.openxmlformats.org/officeDocument/2006/relationships/notesSlide" Target="/ppt/notesSlides/notesSlide5.xml" Id="R4d941f68aabb49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09fce19334696" /><Relationship Type="http://schemas.openxmlformats.org/officeDocument/2006/relationships/notesSlide" Target="/ppt/notesSlides/notesSlide6.xml" Id="R7fcf993c278344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e51491cbc646a7" /><Relationship Type="http://schemas.openxmlformats.org/officeDocument/2006/relationships/image" Target="/ppt/media/image.png" Id="Rfa9d893ce8dd4977" /><Relationship Type="http://schemas.openxmlformats.org/officeDocument/2006/relationships/notesSlide" Target="/ppt/notesSlides/notesSlide7.xml" Id="Re09c4d396496484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20f6880094fd9" /><Relationship Type="http://schemas.openxmlformats.org/officeDocument/2006/relationships/notesSlide" Target="/ppt/notesSlides/notesSlide8.xml" Id="Ra94f9c8b92a546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a8e6f8174441c" /><Relationship Type="http://schemas.openxmlformats.org/officeDocument/2006/relationships/notesSlide" Target="/ppt/notesSlides/notesSlide9.xml" Id="R3e16befe042e45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0b8c322c94365" /><Relationship Type="http://schemas.openxmlformats.org/officeDocument/2006/relationships/notesSlide" Target="/ppt/notesSlides/notesSlide10.xml" Id="R7e96512200d94ed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6f455735d24c84" /><Relationship Type="http://schemas.openxmlformats.org/officeDocument/2006/relationships/notesSlide" Target="/ppt/notesSlides/notesSlide11.xml" Id="R7647b953c64a443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9a300c4814273" /><Relationship Type="http://schemas.openxmlformats.org/officeDocument/2006/relationships/notesSlide" Target="/ppt/notesSlides/notesSlide12.xml" Id="R54edb94d840a43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3CD136-CCF7-467B-AD33-588FB3C7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56A06-529A-4561-9C81-B4230400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D741DC-2086-4A25-B617-58C35516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93478-4EAE-4C5B-AA01-C358282A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C4F5DB-EB37-4047-A510-26ACEFA9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64DA3F-330D-4AA0-A6C2-298084B4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63D7C3-AEC6-4F7F-A5E5-8C7AA2E4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030862-995C-41E9-9CF2-0807B75B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a number up to four digits by a two-digit number.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0BA9BD-3839-4679-B02F-41948D1C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9E78B-627E-4F24-A12E-153F51F3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25B2B2-A73A-4E04-AFAC-61757BC8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261508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A5DCA4-176A-446E-BF0A-C1674E6D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3BFDF-486F-4671-88B1-7E52CAB2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7B83A-C0D4-4DC1-97B2-EF2C2BA0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7C4317-AF5D-4721-8751-7A3F1D31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FE2567-0780-4BDE-A56E-CADD2646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CFF34E-2E30-44D6-9391-A9ECE7E4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AE00F-2150-411E-A9ED-6B16B1C2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12D17-D811-40CD-82C5-B7A5D0EC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B1274-6F78-4C43-B55E-BCF5DA62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3A97C4-5AB7-43E3-9794-77480F69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A43E3-7A92-4F92-B4C7-31992C57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434BAF-8553-410F-9186-2948B226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37828-A9CD-49AD-BC6B-EB6AFCEB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30F94-219D-48B7-B938-90CEA6DC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5C9FDC-F24F-4102-B7EC-80E3A520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3D312F-ADD5-44DA-9BE6-443066B9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B75A51-DCE0-4567-9582-464734A8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4,216 x 34.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CC5FFF-85CB-4B38-BC45-A114C3B1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14823B-20E3-430C-9553-19F7F1EE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5B00D5-5E12-4026-B0AB-FB8EBBA7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6CBB82-95F2-4C46-B961-3A93107C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2,304 x 27.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F2133A-1A53-461C-A2A4-717E9404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331433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37CB94-00FC-419D-B24C-E3DB6E53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3FE41-6C4B-4832-B4C0-1DC08F05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114F39-F19A-4EC6-A385-29AC4FA7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99BEA7-C70D-4F1A-924F-164141A1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D7F496-A222-4E6B-B888-D8D4562C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D579A-30B7-40F2-B723-D9ADF555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04F25-EF9F-4D07-8693-962CEA1E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AAAB9-0950-4B93-B864-3CA125E2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C7F892-0295-48F8-BED1-54D5EB0E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0AB27B-84C8-43BD-8754-B7BA6F6B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a number up to four digits by a two-digit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4865EB-0570-4957-AE5E-0C020AB8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A9C401-97D4-4DB7-A00F-FAAFAA07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0C5264-A3A7-4DCB-B834-B7CFC875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DF1404-1F12-46D3-A888-6E1F85BE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B4D445-4ED3-4261-8603-42A50C0C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8161681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C79806-CBAF-4F13-A461-53F8422A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887395-0A5D-432C-B61C-CA4B10F0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07B925-8C1A-47B3-87EF-3863AC46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667F7-C9AC-449E-BE17-D9834F70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788329-7744-4E26-AA21-CDF24193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F8692F-5E39-40D0-A5CF-9D9017C2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5C594-0F85-4395-AD5A-29498D8E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CF72A-C325-454A-967C-A2511E41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CC418-3B25-47E2-83C7-1D818755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2C296F-C143-4D2A-B5BA-96C624B6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2,304 x 27.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02ACD-B8AB-4C27-B367-36209911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629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DED4B1-0868-40A6-96FB-463FAEC5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Ones row: 2304 × 7 = 16128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C5A17-E78F-40CF-8F5D-AD984B87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Tens row: 2304 × 20 = 46080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D1AF59-ACA1-416C-81CB-72EB055B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Estimate first: Estimate the product before calculating.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356FDC-1F32-469B-A59F-42778562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289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C7E70-AC9F-4A8B-8D16-D60F86B9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575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0F8DE6-8C39-4AF0-90BA-6E8838EC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622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2304 × 27 in place-value columns.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1464A-D985-4F1C-9FCE-74FA4033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71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55835E-554E-444D-B678-B566147E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00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6AE094-33DB-4A50-B1D4-FB56A0C9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05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7: first partial product 16128.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860C7C-8FD6-4ABC-94A1-268336A5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14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3532F4-61F6-4EFE-B8A4-B87EB90A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43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BA35EB-4F78-42DE-B743-4BF408D6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48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20: second partial product 46080.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8FB215-FD8C-4061-98A6-CDA3C11A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57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614FE5-A7B3-47E1-A99D-82A84CA9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86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AED7A3-C841-4AF8-9BE9-F9CCA36C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91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the partial products: 16128 + 46080 = 62208.</a:t>
            </a:r>
          </a:p>
        </p:txBody>
      </p:sp>
    </p:spTree>
    <p:extLst>
      <p:ext uri="{BB962C8B-B14F-4D97-AF65-F5344CB8AC3E}">
        <p14:creationId xmlns:p14="http://schemas.microsoft.com/office/powerpoint/2010/main" val="17199938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/>
      <p:bldP spid="17" grpId="0"/>
      <p:bldP spid="20" grpId="0"/>
      <p:bldP spid="23" grpId="0"/>
      <p:bldP spid="26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6DF46E-F5B5-4726-AA19-683D3FAD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B3AFBA-7EC5-4B68-9243-2AEBE7E7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94333-1893-448B-94A4-64560501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8C2C28-EE26-4C24-9382-E78C0238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35778-F537-4DD7-BBCB-B3D31675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89678E-EAA4-4169-B2A2-50D9E3A6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8470EC-864F-4296-9F9F-FBCCD95E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79D37-62B5-4A99-930F-F657001A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371E8-86BC-45D8-ADDD-21BE723B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B5877-AEDE-49AB-8119-26397DE3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5CA30-4D03-4917-B5B6-5EA05BAB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62,208.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61AEB-0497-4D63-8BC9-4E010F35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8E4940-D90D-42C4-899F-9488602D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5497D-735D-4BBC-A632-629B876E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580430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CD1528-ABA5-419A-B3D3-FCD194E4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D3C1D8-9D60-46E3-ADC2-AAFFEE00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F3DA4-3BA6-4497-8083-AD07E337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F86CD6-5C0A-4C0C-A167-B1D1FD8A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EB430-82BD-450D-8EDD-ECA65CE4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CEF121-1926-435B-8457-64AA404E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F115A3-B384-49F6-B82D-CA05231D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191D67-0DC0-4BC1-86E6-CEB37941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B0E78-AD27-4147-B3FD-F049FB27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43C24-6F50-4975-9F92-D5474EFD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4,216 x 34.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5D9969-A8EC-4B52-B698-55228EF5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B7FD83-1B3B-4DC9-B71D-9B7E9D30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4860F9-B5E4-4814-8FAB-2F3816AD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2C0CF9-A1D8-4EC5-AA1A-E9406DE2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DDA3D0-1FDB-434E-BB9D-854EB891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143,344.</a:t>
            </a:r>
          </a:p>
        </p:txBody>
      </p:sp>
    </p:spTree>
    <p:extLst>
      <p:ext uri="{BB962C8B-B14F-4D97-AF65-F5344CB8AC3E}">
        <p14:creationId xmlns:p14="http://schemas.microsoft.com/office/powerpoint/2010/main" val="14611871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06B2CD-C85D-4252-8083-D2C7C96C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8813F-4A69-45C5-93CA-8A002014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78DFE-A98B-44C9-B805-DD593907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126A66-E316-4F42-B9CB-CAFCACE9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AB2B3-0E35-4C64-B9B6-388ED960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3D549-EBAC-4018-A7DF-48EB6167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7D98E-71CD-4CB7-92AF-66C0F43B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74BB9-7AD7-4EF5-9465-3BF09E73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AB2D1A-26D7-4920-B2E9-89D9FBA4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d893ce8dd4977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F4A46-B14A-431B-9FBD-D8C45DCA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FB9C9D-0934-41D7-A741-75FB2C77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the 2 in 27 as 2 rather than 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9CB7CF-6B5A-434E-B67A-913EE2E8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FC05CB-8875-4CD0-BAFC-B762F675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29CDD4-8DAF-448B-B9DB-017950E0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2 represents two tens, so its partial product is twenty times the first factor.</a:t>
            </a:r>
          </a:p>
        </p:txBody>
      </p:sp>
    </p:spTree>
    <p:extLst>
      <p:ext uri="{BB962C8B-B14F-4D97-AF65-F5344CB8AC3E}">
        <p14:creationId xmlns:p14="http://schemas.microsoft.com/office/powerpoint/2010/main" val="17926477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B17A3E-91D8-4DD9-92DE-66D7120C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9FEF7-F7E6-405A-B8AD-455EAF7D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BA3B9-7326-457C-BDEB-C2EAE9E8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20423-57CE-4E6A-BB83-4E0457A8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75088-6186-4D0B-A284-F0AE150E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907B5D-A77D-481C-9457-6E0ECA53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407DFC-ECA7-4784-9EEE-E406C6C1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998661-3455-48C6-A1B9-339665B6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0B7E2-ED27-4819-B56B-D25A8DF4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D8B536-9EFF-4D47-97FF-AEA81392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CA187B-5B52-4795-BD9D-65AD6398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E7FA3-8DC1-4436-9091-BA369A95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69B9-4A21-4907-9445-8715B79A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4,216 x 34.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9D1638-7CF3-43CA-91CB-FFC172AD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D22652-D00D-47BA-9784-EA9F6D10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402073-2FC8-41A6-B943-9C8D37A4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F4DCE1-3FC6-4272-87BD-04A74579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5A08C7-E3C3-4FDE-8E0A-9A06B2D8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24D798-F864-4575-A33B-86F2F834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08BDB1-81CD-44FA-ABAD-EAC7D188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A0F75-B6BB-4757-A902-CC53AF5B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143,344.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E72995-FC28-44A1-BB00-2C4A7567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418361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A5E738-22F5-47A2-9905-5FE90A0F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57F56-013D-4EC6-BB88-2827ACAF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7E797-A09C-4E93-9304-701576B3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A49CF6-30C9-4F7F-8D57-9BAF91E7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C34DC4-E50C-4C5C-B367-57FE434F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F109F0-98C0-4276-84BC-3B7361DB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443F1-4E53-4332-943E-8E18A51E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63421-FDCB-4D38-B4EC-1B30F663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1996BE-74A8-4DEE-96FC-C6391642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079402-7603-4C02-9DF3-BB38DA1E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D06641-ADED-4AE3-A688-EFA98053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CD9DCB-840D-4251-8450-33B67B99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0787F-ECD3-4390-90EE-20A23A53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3,075 x 46.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468F8C-FE71-4545-B415-E281D011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45A4E4-00DF-49BA-B51A-4EA6BD61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9535FB-158E-468B-A8E8-1A3475B0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67B313-BB3F-486E-9863-AFD579FA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D33515-50FE-44A0-B818-6144B239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D7ECED-286F-420F-943F-19DFFF3D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F0C933-C261-4477-BCE9-8ED6ADF5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C6D48D-AF52-411F-A005-5CBF99E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133565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D0B2CE-0853-4C88-8B5A-3472A39D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A732F-FF9D-446E-B409-61E1E82C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169AB8-FD80-47AA-8C54-4E6813D8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6E8DA4-5FA2-43CC-BFF7-BBDFFC92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791A6D-4EB3-418C-BF1C-45D14460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0A4FE-CE66-4DCE-AFF1-25F560E3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09889E-9D7A-46E4-9B44-457DAB32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D78BF4-AA09-4084-99FB-56641D8A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944DC5-2D32-4358-A297-01225192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FF2C0B-E464-4B9F-BC5C-EE4558C3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compensation to calculate 4,999 x 62.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B8500B-A5B7-4FB6-9BC6-FCFB6C04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64BD9-A1E8-4AE5-8753-E9CDBF76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86CA22-AA35-4FA9-944D-BBBCEDAF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309,938.</a:t>
            </a:r>
          </a:p>
        </p:txBody>
      </p:sp>
    </p:spTree>
    <p:extLst>
      <p:ext uri="{BB962C8B-B14F-4D97-AF65-F5344CB8AC3E}">
        <p14:creationId xmlns:p14="http://schemas.microsoft.com/office/powerpoint/2010/main" val="12613210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0D3BE2-C507-478B-961D-86DF0660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A4A97-D2E5-4C35-A1D9-FC4629F6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759B7-993A-4731-BA31-FB537D5B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20E2E-3947-4D47-A329-03076B57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B293D-720F-484F-B283-BE9F8162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2ED0C2-A868-4291-B696-6B40BE84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7F38F-AFD2-4B3E-BD69-D5247FE4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E2B86-D7EE-468A-AAA1-949848B6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DD32B5-BC42-4E63-8215-2D4097B4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94786F-F89F-4C15-85AF-D415500C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2F8252-A34C-4925-837D-2D5867F7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E2EEDA-CE24-4CC9-A8FA-EC45D51B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3,075 x 46.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B730FE-B570-4BFE-AD56-C5E99E63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B9C359-AA74-4BC7-83A8-59DBB2FB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65A999-AE44-4B91-83EF-A324E48A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04D338-C46D-493A-872C-DC0B59E2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141,450.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F555C5-E830-4841-B527-EDF0CF31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49DB6F-A173-40A5-A91E-C2812CC2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273846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BCF285-A1D7-40A9-ADCF-F2985DDA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E34A46-534A-49A6-9D2E-BEE0FC3D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9A9D6-6DA5-465B-A42B-B57E3023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E664E-DE95-4B9F-ABEA-3205797F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01ACB-C3D8-431D-8065-06E69447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28D9EC-C375-4578-946D-73340501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917A7-42B4-49F7-A34D-92114914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7B155-D746-4C46-B314-C8FA3E75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064ED-B13F-410A-A8A1-964C846A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F75921-827D-4EA6-AA6D-1E3A33638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BE050C-83E5-4C09-9257-44DFA22F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178B57-DF12-4703-8968-B3636FE0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61F86-5B6F-4657-A14B-5170E67D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3,075 x 46.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74C53B-312B-4090-9A7F-F275A6A3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5C2904-2469-4BCC-9A2F-331A32FC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A817C-E3DB-40A1-B1E5-22D92837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B3F0C1-4E11-4E28-90FB-30DDB2B3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the 2 in 27 as 2 rather than 20.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F3464D-ECB6-4CFF-9F37-9F936F58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61247F-4201-4D7D-B5B0-BB6DEF1A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A85BD6-763F-4C27-A639-60140322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47C996-D3C9-49DC-BA7F-0BED0404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0E1448-6198-4882-B278-98A4924D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38894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2026-09-09T20:45:07.9000000Z</dcterms:created>
  <dcterms:modified xsi:type="dcterms:W3CDTF">2026-09-09T20:45:07.9000000Z</dcterms:modified>
</coreProperties>
</file>