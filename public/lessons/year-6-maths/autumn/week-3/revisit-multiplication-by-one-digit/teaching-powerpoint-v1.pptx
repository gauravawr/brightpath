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32,942. | Estimate the product before calculating. | Record each exchange clearly and add it to the next place-value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3,482 x 6. Answer: 20,892.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32,942.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Record each exchange clearly and add it to the next place-value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32,942..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32,140..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3,456.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32,140.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32,140. | Record each exchange clearly and add it to the next place-value product.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40B5004-B3EC-4566-BFBF-BCDDD93835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FDBBF88-A102-4FD2-A162-164719FBAFD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99D5C9-4FEF-43DA-BE3E-BA1B9A007615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6B2B75-B52B-457B-BC84-090FC0C93E2F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CEDF1C-71A7-4C4A-B4E2-76F4A9C9BD19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0C8C452-B728-48CD-8E2E-0BADA6254352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9DACF3-0A81-4F58-86F1-2127E0BB49A8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0F22E1-645C-449A-8FB0-F12AA6CBEAF2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numbers up to four digits by one digit accurately.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CBD427-F8A3-43CC-813F-1672A2CDACF5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2DFA5A-0692-4390-A73C-99CFCBC6FFE7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9FA232-7C59-4C5D-A553-D29898FFC261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36158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F8F7268-9A03-4271-B4AB-832F062C5F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8E5145-7AAB-4DC3-A2AD-5680FA43566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F8FF608-C073-4DE8-892E-A575CFDB40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8CD7CA-D8F3-48F5-88E4-C8587CB94BD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C84EDA-533E-44CF-BF72-A04211614DF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72DA1A-CF31-492D-BAEF-EA28F3D7561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DE84DB-758E-430F-BFF1-9FDA86F11CD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786CFE-1BFF-4AA7-91A1-5E92828AF98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998EF-9C36-4285-ACAC-ABCA1E59322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32E142B-6E6B-4CB3-9A64-101950C059C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A06A962-86C1-442D-963A-67FC8859C91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23E006-5A06-448C-A34C-D6D854F72AD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8B6AB9-1FEF-4BD9-80CE-8F6EA0C15DA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417D483-51B2-4C72-923B-503EE029DBB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B4BE3EA-09EF-4A4B-9DCE-D1781DE5C17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34B337-48CD-4A81-BB65-B57EF31322F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7C671F-9E0A-4EA6-A5BF-ECEE4E478BA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4,706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EF6A776-C973-43AF-8545-3A716B69C52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7A22312-FBDA-4D5F-A016-2893DCF73AF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19D5A4-3F18-4E11-9736-62E21F59095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6BD43C-D7FB-428E-B408-C7399BDFB72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3,482 x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E9A7EF-F59B-4E2A-96D3-5CE1F7C74C0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34404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966E6D9-3101-4CC9-9503-7EDE7A83C6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CCAABC-4376-48B4-A760-F2368DA5D4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E8C97C-7D57-4922-84C8-ABC3CC15BC6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6EB9F8-BBE9-4777-9DD8-4700CDFC08D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AF651F-44C0-47EE-8484-DC528B843C7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C30634-812B-47DF-AAB1-72724008FC8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9A9BAB-19DD-4B43-B4D7-5294BF7706F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E83AD8-5163-47C4-A939-D60222989DC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8C8FB9-CE09-418A-A0E6-E3879B9CF8A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966B70-4DA4-4D04-884E-3955A651C3C0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numbers up to four digits by one digit accurately.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B2FDC8-61E6-4AA0-9CA7-A86A18A576D5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2A0B85-72E7-4328-A860-173BF29E439A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68D1B9E-4FC3-4AAE-85F6-41BF332BE6DF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4BC317-F319-4D03-8BF8-23B5863A3901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CF4FBEF-5F73-412E-9F35-EBEE2BEAA068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1400937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B43DFDA-0398-4B3D-8F5A-74EDC1B166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FF727B-D4AE-4875-B6BA-6029DC4875D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0CACB0B-2DE1-4ECE-A2D6-804ECFBD4A1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6B6A16-AB7B-42AC-912F-F8ABC577467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F6AB2E-B256-411F-9F03-B52A30B0D08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FEC080-F0F9-49AF-ABF7-F586A40B1E8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FD04BB-0640-4772-A06F-C1696DC7DB6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3E1CF2-121A-44A8-8B35-B6CCA955459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87D642-158E-4851-8DEB-83A46ECB1C9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FD02D8-93B2-402F-8E2E-B9EAD4B9C695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3,482 x 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E0B0E2-6C0B-4E95-A605-1C5FEAD075E9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882F43E-44F1-48BF-A148-87DC1D18F51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5FA961-12A7-43DE-8871-607F14596C80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056C0F-161E-468A-BAAE-C1CD010071C0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product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B5BA50-D104-4E0C-828D-3180004ABA54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E0C0F17-8625-4AC6-A2B2-6DA12F3816B6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49CFC-99CB-41FC-884A-8951ACD41498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0B7FBF1-E4C2-4C77-8BBC-4D25E1FC53D3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the ones, then multiply by the tens using correct place value.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9B1FFB-4BB2-4B63-97B8-A67C60F19C4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EF23C9B-87EA-4CA0-95C3-BBF4FC5CA39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FC0B96-69D6-47C2-94C2-4352AD163963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C0C7D6-3E50-42BF-B8B3-8FEBB13C7ED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the partial products and compare the answer with the estimate.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9229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59F97255-193D-43FD-93A9-A369F5DB94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C3380C-FF57-431F-A414-8976D0053E5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90A069F-C806-400D-961A-4E276E95786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B8123C-ADE6-48FC-8450-031DFA269B9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C096E3-4C32-4E4D-B967-E560840F09D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F4A9C2-31B1-4D93-92B0-29AFF433F7C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BCF981-E31C-4764-A6F6-30D6D6289A6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51A4A7-DB97-4A76-B956-D47E7A8BD5B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24D18A-91E0-4BED-9388-EF855E40A88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EBFE5A-678B-46D2-AC87-98636FFDC8E6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55211C-60F0-4820-8581-80E87992D4CB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20,892.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96A4E9-6AC3-4FF0-BAB5-2E6CBB2E867B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2D8B18-94DA-432E-9C6F-BF3C0416F720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927F0-6E88-46D8-AA3F-388543B1D219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16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0A84AAF-C378-4E78-AC72-6A79523E0F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B5E35A-E87C-47E0-9673-ED870834082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CCAE4E8-0B18-4733-A72C-3B1BBF8DC9D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EBCB4C-484D-4EAA-A0FF-C01BC1C3FF6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C28D9C-2410-42A8-85D0-55DEF810277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F609D5-7EE0-419A-8F20-E49739C0BD9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A76889-BCEE-499A-A02F-5F474B7D409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7B6FB7-8151-480C-9A8E-2DC2D54F65D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FD385A-7548-4EE3-B6B8-57A3518E068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0DDBEA-D61F-4B03-A3A5-2F7436D5D652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4,706 x 7.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3C5C38-D0B9-4FC2-B788-1011B15F6721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DC58A0-5619-4498-BBB7-40CCC9013FEB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57E79C-A362-4E2B-B77C-7615656DF1F0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639450-F954-4138-959A-365E977D01AD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893E08-DDC6-41B7-B6A0-1D4B6CA06203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32,942.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3517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D5A749C-3B36-47F9-91AD-3221CD9704F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65A9D0-6E94-496A-9D13-AF5CE279533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D6892FA-905B-4F36-B605-26279B3C6E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9AABCF-F3DC-4AF1-A4BE-231DDAA50D0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D956C2-E8C4-42F8-8A9A-AB1AD59327C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CC70D8-1C2B-4F02-87BE-71BDEABC4DF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829BD5-1BE1-4A0B-802D-8E690A7BAAB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BB13EE-EBB4-405A-8E2A-8EBC35CB8E9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2014A-E4A3-4A07-A2B1-12A15747D34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C6E08BA-BE85-42DF-B37F-4CE934EE11D5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983125-CC53-4D73-A358-97EA3764D117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forgets to include the exchanged tens when multiplying the next digit.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8685D7-A1B4-4BC2-9845-7C3CF9FAC031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DCF093A-A08D-46C3-B134-28F751FDF654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4B3D1B-B9FB-4102-B440-90251C72EF60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Record each exchange clearly and add it to the next place-value product.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9373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2F51708-282D-478B-9535-684DC7F6CA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6DCA1F-75A6-4B9E-8A6A-3D9DFC66134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6802FE0-1309-401B-8E38-C88C01082B8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5C84E0-A457-47F0-B0D4-502B0B7BC2B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FD4B34-BBC1-4D8C-9904-ABEE472F47C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094268-2EDF-4597-9F60-581440200D7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92290C-8779-4F2E-B340-B09519742D9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D50DCC-BF73-4432-8FA1-F59D053DBFE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9A7C9B-8458-4FD9-8D84-D8E529D0133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23509F-900C-49F3-820B-AD8707F4678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87F34-EA88-420C-8550-EC4D4B53FAE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3B9448-C602-4B1B-9FE0-56CB00702FF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B564C0-912A-4367-9A8D-A51C3AAFD0D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4,706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5F0BEFB-346F-44AD-9CC8-A1D67B48BEE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3ED1585-8038-490C-B16A-BBCD6384685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79D5F0-DC6A-48A7-9740-540DE62D408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B6D97B-7A16-4024-BA91-F30887E7BBC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2FB1C9B-BDE0-42A7-A82E-7784C8AA16D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09231C3-4BC2-47B8-8FCA-0CD98CAB633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DA3991-942D-4E15-9416-B9E31018640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4C8657-23DB-40C6-8B8F-F3155522745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32,942.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7BAA04-049F-4C40-9892-0349280FB42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90879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9448CA40-AA14-46B2-8401-91B47D21C9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2ACD3E-A427-4250-9A7E-61B43821149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D50824E-B137-4D2C-97B6-DA4C93988FE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222C10-CB53-4C95-917A-7CCFD0D0FA1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59FBCB-D4DD-4426-B623-1AAB0AC32C0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DDD701-FC71-4CC2-AB24-7C60F4CD115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008C98-3B29-4FEB-8477-78E1B84F682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A1B2A9-56AF-4A9F-96BA-D65BC4E3A53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6A0255-84E3-441B-BCBA-AFFBB05CCD1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8289EAF-D115-41D9-99D3-C5A0A59B399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FB562AA-379B-4486-B9AA-AFD8BC4118F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6D07B2-A387-4ABE-84EA-A55DD15A676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B449CE-8646-4068-878C-E4753B36891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8,035 x 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CFB1F3B-F570-4ADE-91A7-D837F84EB54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10F438-2276-4237-9FB5-FFA1B631894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4726E0-C1F9-44D6-8D9F-0A461C6CEFE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2D9B0D-DFAF-4B04-B100-C57E72A582D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8FB0352-BF2A-4E93-ABBE-7CB7ED43C41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663AA04-E667-4AE8-98EC-FFDEA7E7843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60E0708-DF77-4506-B111-62BA8E2577E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2D9E24-B2E0-4FBA-98C9-6C27942719D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035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A991DE4-BD32-4FB9-AC21-B968D7DD26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2CF722-FCCF-4C59-B646-3E93E9DB95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670A548-8751-4411-A58C-FA168DE9CC1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F16B4E-8B98-417E-99AF-1D4D25030B0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D6A325-0CBE-4CC3-B9F4-9543FE3FF16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C010A6-6431-4C9D-8B90-54BE1630A3C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2B5DE3-756A-4CAB-8E4F-FDE74BC8068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B9A097-D5B7-4857-91E7-7CA1134C501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386AF9-632A-49B3-A94A-30967EE9011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15826F-D3D9-4857-8B80-9788F2EC675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product is 27,648 and one factor is 8. What is the other factor?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B5CC83-C343-4A97-8B7A-E2B57D525FA9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C038B2-B2F1-4574-9545-9BF92A3E52E1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E8E96B-36D9-4937-A1C4-AE67A4BB67D1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3,456.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8430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0815D46-DFB5-4B20-A9FB-EBB85C06F1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E44C0E-E52D-41B0-8399-3A62AA01B7C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340256-9086-4BC0-8D42-F106F1365E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BCC5F-40BB-4879-9032-1C3EA69AFEA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8F986E-BD1B-4E46-902D-42442142874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AF0ECE-6D8B-41B6-AD0F-4410D8F915B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C482E2-7E18-4659-86A9-224034A6FD4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1C7D9-C6D6-4283-B4A0-7F0F739C458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3834B1-6BC3-4728-B34C-1011A16BF80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542F1A-E7EA-4DC6-9D2F-CD5E1175E931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48B32E1-BBA5-4C23-B745-A5A0DD9B764E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421F6C-756D-40DE-8422-9DA4E62E313C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8,035 x 4.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06883A-8682-4F01-A60E-5BA6EC3C5982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09194A-A0BF-4207-A477-D278BE894079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E7A71D6-7A8C-4023-B3C1-773FFC5E9349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E24922-FE18-4F19-B768-CF247A9B2607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32,140.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B0FEA5B-29B8-4F0D-84D8-22D122142C95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FB1F6F-322E-4425-98B2-EF7106EFB660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08369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B87D517-2C21-4119-8EDF-1980CE66AC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C953613-0363-49EA-A544-0B6F5F77C95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082D6CB-87B5-470D-A3DF-571CF99CC2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66B315-897C-44E7-B959-D0EE53C7799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B6A595-AB6F-4B86-8278-AAC1C28BD52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06966C-9B08-4831-AA21-2630C18C73C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8D870D-33AD-4D22-9E78-1FE18081455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F6492E-90D0-41A7-86E3-C4C731A5A0F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DDABC1-EF41-4880-BE71-76AB7DA27FF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F98886D-D973-40C1-94A0-66900702F3B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A3623D8-D1FB-46AE-AF69-A6129903495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80C85A-7EA4-42DB-B677-2D140A9A31A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EB9133-442F-4FD2-B4A4-C7C06E8742E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8,035 x 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3BCDCEA-CE7D-41B7-ADB4-4FCAF30984B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9BE4216-72F0-4625-948E-C372F0F08D9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F5CE25-48D5-4296-AEAB-E509C2BD952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EA3B751-5A3F-42C3-8F9C-7802D742F61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forgets to include the exchanged tens when multiplying the next digit.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2F648A1-10E2-4FA9-A151-DE996170B26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05194AD-A571-4A79-8F59-225D342C394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45319FF-3A61-4465-85A8-CFF627BF01C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89D0C1-728E-40F8-AF23-78AFCC353C3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749AC6F-DCA7-4E33-BE19-220D1E14079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9779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1095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2026-09-09T10:55:57Z</dcterms:created>
  <dcterms:modified xsi:type="dcterms:W3CDTF">2026-09-09T11:03:03Z</dcterms:modified>
</cp:coreProperties>
</file>