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32,942. | Estimate the product before calculating. |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3,482 x 6. Answer: 20,892.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32,942.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Record each exchange clearly and add it to the next place-value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32,942..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32,140..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3,456.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4,706 x 7. Expected: Calculate 8,035 x 4. Higher: A product is 27,648 and one factor is 8. What is the other factor?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32,140. | Record each exchange clearly and add it to the next place-value product.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01B0068-F9B6-4E56-8EED-932670436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0C8717-54F5-4105-8F5F-6D7B350BBB9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4A2E48B-82BB-4E1A-ABF1-5C113CE2F29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14696-D22A-45B2-A468-3A50261E9ECC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ABC80D-AD4B-456B-B72B-30704227936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D7D456-9C85-4A9D-892F-40D8339F7F3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8030264-ED53-4BC4-99A7-E4340D4EA3B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F46D4C-9E56-4A84-B111-66AFE44E869C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5516D4-8E8D-4068-AB78-DE4651ABBAA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7E6B12-5164-4D84-8DEA-9F5D2C995DB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BC99E3-E271-4A62-9292-1D9765B9210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B65C8A-BF67-4089-B492-8D8D7149BFA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9248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4B132C2-472D-49E8-9847-03279A6FDD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424DCD-BE18-44A7-89E0-9414228702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208474-FEE9-495F-9D1C-23F75A2ACE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40F501-4664-4A8E-BDFD-93C70F1B70F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3A1699-CDE0-4280-9455-376E617522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DEA39-0920-4455-99E6-060DE27F06C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E9B1B3-2363-4BFD-B352-00076A59D5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7EE099-28D1-45E0-9330-ADF8FE0E4AE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6D00E8-22BD-4594-B27B-83D99F2AF55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BE242-A754-4488-8857-B9E31C669FE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2C0F5BD-6A9A-4623-B558-F2B8EC0B101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9C6BC27-7957-4334-8EA5-273F307CA03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7CFD2F-85AD-4000-9196-1EBB82468A3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B7BBAE-2CCA-4C4D-860C-18C1D83E5DE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A33EF23-4CB3-4C7C-8648-6BDB7EEDDE3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550003-4638-4535-BD2F-8F47D8D4208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1D1B57-EA99-4286-A680-C02460DEC05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A0ED63-7BB5-4E6D-A636-099127F3A6D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11DC515-D8BA-40A4-8AC3-4DD05F1690D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5E1E7AC-8C0D-48F7-AE4E-85EBD6ED7D4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9317A0-59BC-41DC-BA56-E4420A3A99B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12F0DD-4AFD-47A1-B1C2-B925636177C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3,482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25A002-0E6A-4121-9291-4BC93C68A7E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2468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F0095AD-80F3-402B-8B14-9B0B8A1849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DF3471-7C1C-4628-8204-A4001AC22B2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1070CF-2745-45D2-8807-A75EDCB6D5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311E02-A91C-46DF-8F76-56223BD110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9F94ED-1CE4-4D3C-9070-33194837547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4F18D9-CB4E-4032-80BA-39C3C78D771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317C6E-B7D4-4157-AD2A-C4F84B5CE52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CF4AB0-376A-47EF-8949-B7A13DFD33B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DD95E0-4E0A-4541-9D68-524C3C23AA5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F2B25B-3642-4AEA-A0DC-3AA17E559D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92E7BE-453D-4292-A8D4-D4A7FE16321C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multiply numbers up to four digits by one digit accurately.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3AE49-CEE3-474E-AD48-79E276B3612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34639B-E7D3-4459-A377-61459D9B87E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5B9D62-8C1B-4335-A663-8161B56555C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54D53B-8B7A-476F-9062-EFDE32EE3C62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536BD3-2E13-4775-9B66-B11A57A8796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2098493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3B6B32B-C0FF-4BC9-990D-DA62EA21EE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6F3459-2FB0-45DE-8208-9961767C322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90464A-2663-43B1-A65F-12FC91BD48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0D92A3F-A507-4714-A9DF-946B9E1803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975BB1-E3A0-4111-8FD5-5826144B8DF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5527A9-1BA1-4E7C-A4D6-0E256A6C91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0FD720-6400-4ED1-AB8C-5DB480B0060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FB0C51-69F6-4020-A986-C3BDD87455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C41A67-6557-4DA4-88DA-191A350D9F0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A1D586-4596-4269-B384-05D31D6B3C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F40AF-4F19-4E72-9A40-715D037C890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3,482 x 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4B18F8-5A46-4E13-A745-B2DF2D6B18A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91B5F29-7241-4FB6-B59F-40BC9CF816D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000B1D-6158-4C19-BE6F-887C6F4AAA9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A2998E-5ADD-4E6C-957B-9F6DFA64B5C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E20705-7732-4ABA-8F15-E2696E9E07D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F402973-2F49-45C6-9555-946932E3348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0707A15-FB15-46F1-B51C-6F51A9D54B7F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43F259-4A88-4032-9C2B-EE5354B24A1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FFF5FA-6BE7-4722-80E1-B6D18409AD8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67480D-7B7A-40BE-9FA4-FEB1A72A30E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24E2138-FEDC-424E-915F-6BEB8B25387B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DE9A324-4144-4F15-84B2-5F610D618AEB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214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CB5D351-CE53-47A3-B2CC-FE42E24ADA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56439E3-8F46-4A61-8803-0CFA35FCCB6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3A781-34EB-405C-A427-D419D929CFF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CA98FE-D9A9-45A0-A3D9-D1B2828938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FEA6C7-9C9D-4691-BC0C-74236D0C3C5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6477A3-6E49-4A35-8815-70C9A3177D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0FD0E1-F171-4A94-B357-FD4FCD0403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9C84E2-78B1-4801-A228-AD9C76D33B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74CC95-ECF2-4A79-9A05-2E24824FC20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D4FF7F-9D64-4239-ABBC-D6B3F868758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97950D-7AA4-4C1F-B0DF-EA5B48BCB2D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B25EAD-7C43-48CF-A92A-10E617CA139A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20,892.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BF8FB7-632C-43B4-9DEC-FC1741246CE1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19B12-26CA-4A2E-9203-8E551D203E6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CD4D4E-46F3-4D8F-B80F-6613EE55EEF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9534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51F0BF4-67DA-4C20-9D9D-31050B4B5B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9DDC6-8CA9-458C-92D7-CE150561D5E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F06A2-B1AF-483C-BD93-FDAC3F9DCA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5C7D5B-9EAA-4BFE-BFEC-70A035255D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A0FBA1-411F-4232-8785-80340B6981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4A6A5-C030-422F-AA14-DAC230F78A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340D8C-E01B-4CE9-B71D-975C3538D6B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24327D-392F-441D-BA72-CCD0300262B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2DE6A0-B36E-4117-A040-DAF5A3D7128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67F5C1-7DCE-4C6B-9894-D3C8E83998C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9158FE-2430-4A66-BDD9-7040488137E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512D2-AA2E-4191-BEC6-9D44E8F48BB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5FFB30-CC30-4C82-B155-22BEE105D07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D4EFCA-C07C-4926-B335-20F383C0147C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8E0A68-953B-4640-9C66-144E6AFC211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5591E8-FC9C-473E-8D43-ACE5356ED30E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32,942.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681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90AD3C7-B236-4A4D-9A14-46C11CCC2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8368E2-F68E-4CF3-AC4A-CDB0AF05A6B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6E8763-7161-43C5-8885-544110C26B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612575-D9E2-4B98-8CFC-52FDF183587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B92220-BAB3-4B62-9DF7-BA23B093A0C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B3B6AE-BBF2-4923-A0D3-4C71482870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106940-0B6E-4A2B-B128-0EDA55AE23C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49580B-13A2-43EB-8AFA-0770BE87F13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736808-A616-4273-99C8-C482F20588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3D8223-124B-49E4-8B55-FA14743776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726752E-C22C-4575-AEAA-2CEED43F27A1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0E7487-185B-491F-B249-BB8DB23CC72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forgets to include the exchanged tens when multiplying the next digit.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BC4FC7-3800-449C-9183-74DC93631D7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462C6B-1F76-4542-A928-584E810CD71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37D3BE-1BBA-4F47-A47C-BFC06DDB43B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Record each exchange clearly and add it to the next place-value product.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9346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2185AFD-C7E5-426B-8C47-089FF395A9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4FDA87-E21D-4266-B583-007662D5EB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FE6F06-EB2B-4DCE-B77E-906D16C280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424D5E-0BE6-47B6-B1DD-21AF4CE299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21E190-BD35-4C9C-B561-10AFCF1A50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D606A2-4474-4C7B-8708-813F4217643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AB826D-4667-46FC-B026-425968E3985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C9A483-7EC9-42F3-A44F-5506F827D3F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8E1E4-E601-4264-A28E-0E70120A22E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19907E-D890-42B4-B6CA-B6DB6908EE4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14EB1DD-2916-49F3-9D3D-857A7B7962D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AF34E80-ED2C-4FBD-88AD-A14B536D685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212686-608F-428B-8DFF-6034B9EBF81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A08C08-1CA7-4969-8CC3-C926BAB349A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4,706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C5E6C7-06DA-4F28-98D3-9FF94A88F2D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F9384F-8FCB-469A-8216-604759BB81C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8B1A6D-CEC0-46BA-B3B0-CCF501EF59D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F058A3-345F-4946-BE30-CDFA86F2C7B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6FC5592-20CF-4FDA-8DEF-633234CE50B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6CE3763-3274-4822-A6F3-D5899B2C9EE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59414C-559A-4370-8DC1-379974C52D4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81EF52-D469-412D-AF5C-742D6CE6A1D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32,942.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BA0216-F796-49A0-AE20-9E77E4E5D68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4891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EA2FBA8-3E52-4D53-92F7-46E48DEE5E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433F80-45B5-47B9-BBCA-7DAA7129836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550BFB-0EA1-40BC-99F3-FD5AB683AE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085865-D1C7-430A-94F1-6C02E3E523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181C34-E1D9-4EEC-A9F7-6628321BEE9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66735F-73AE-438E-BA44-51F73EAC373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C40D01-83FD-49B7-8F25-FBF359E8B3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C8E750-E20A-47EC-B0F5-617D26B784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D5E436-1A38-48DD-B355-F97E1C0618C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59B81A-5EB5-46F4-AE52-B4C2772D463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B2F857-4DE7-46B9-920F-20FB572B0A9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928D018-ABB7-4319-9F0C-BCDDD7615EC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7AD06F-A44F-409B-8313-736681ECE5E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50C690-A47F-4418-BDC4-139DA7E67DD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FAD8F21-25D6-48DE-B937-DE123B74105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46560B8-A958-4CD3-BB21-1075C3AA49F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66C4CC-4434-41F2-AA8B-FA1B1052DC0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BF9A96-8783-4991-B412-DA219527A0E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76FCE9B-2B1B-4065-B1EB-4AF1C1B7845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6121DC3-AB1A-45F2-B8CC-6810633C10E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E7902B-49DE-40F6-B62D-1819855C0AF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819AF2-83FD-4320-848F-F65BA95B0C2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89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B96E719-1E26-4507-8E05-D88F5CE5F7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5ED3CD-B557-47BC-9078-A35FF3583E3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313272-29DA-4BC3-A5F4-B2EF9DEEFF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E2B02A-3696-4D67-9DA6-CB0F195D44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69A0E2-FDBC-414F-A422-424E9FCFED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515C8-0BE1-4BD8-9A98-62ABAFEE736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BAA4B-7739-452F-8944-FE0AE00788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4B9EB0-BC07-4B7C-ADE4-D8154687A1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6C5ACC-7616-4C9E-8BC2-E485ABC92F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0353C4-55E9-4AFF-BA8C-A1AF48816AA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50F4B2-3ADD-4DB0-B8CB-7533B0831C1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product is 27,648 and one factor is 8. What is the other factor?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DC82AD-DAA1-45F3-ACA9-5DF804ABB68C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4753A7-2342-41C1-AC03-87265FF54B4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6698C-A7E9-4C21-BEA9-F53919D49001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3,456.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568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8C2EF9D-2E20-437C-860F-F27273C86E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C9D26E-7AE6-44A8-BEA3-D1B16CB85CA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3A59D6C-2366-44B2-A6F0-C7A1C67AA5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690719-759F-4FC7-99B8-0182CBFE49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32E38-A890-4AE4-AB42-8F2BCA4295E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29C426-8B3A-4C7B-8B1E-56014A2291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90A03-8507-4F48-B3F1-FBB4180067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A6AAFD-3C6D-4267-9654-72E4BA83215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6788F1-0081-4E5A-9293-8D0078D651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3F3CD5-3C6F-47FE-8C87-438B1D713AE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F5CBB2-C448-41F1-9803-64DC50B6162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6F0671F-E99E-4F2A-B93B-36F610A121F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7BA100-8B85-41B1-AA0F-3E539E2FDCE2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0EA98B-63CC-45E5-B1DC-F4F4B4636717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A43772-77BA-4DC9-B968-53B9491092BB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D0A9FB-FF8E-49AE-9179-B2A4B8BC620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815F40C-8E56-4D58-AFE4-60BF6DD616B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2DC4E3-5D96-41A5-90D9-4BB1352FE92F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BC3DFD-1090-498E-844C-0BDED4F183D7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69ACA3-4DE2-4834-91FC-0C2A4F19DEA6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50B41B-0B49-4CC5-91FB-9423AF6397A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198A2B8-999B-48C5-B53B-8493F2B2D765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C43AA6-2342-4816-892F-E8ED9695AAB7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A819F0-9ABD-48C2-AFE7-131F1FA0682D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5CCEAE-2A26-4C26-9B4C-8723140C8116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C6C7173-3764-4282-B91D-B5E92A68F84A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85574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CBA9A49-8913-405B-9036-48EAB329FD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273ABC-6F18-4B5F-85D1-C39695E2591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441F70-0BC4-4E4B-B66E-AF4249A52B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35B518-0B4D-4D03-80FC-61511F88E5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2FDFFB-BAF7-4E9B-9728-0BC314E255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F86CAE-5B0F-430F-AAC5-D3437A0BA79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54BB0-02FE-4CB0-BB26-1757AF80EBE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A4F25B-CAD7-4439-B320-E3F3CF590C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EC272C-944E-4A07-8450-47F8731F623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2891A1-F272-408B-8758-04DAB97A75A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multiplication by one digit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8857FD9-2188-41C3-9889-E5A9F600E84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3972B8-C789-4618-9CA4-6231D65724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2BA4E-C835-45C5-9CF7-A10DFE34383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7F1179-6683-42CA-B9C0-02F3968FB1C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8,035 x 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B21A9D2-EF23-4E99-BC53-3E341E5AE8E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ED9B49A-AF2B-40D0-8810-7EE65D4AA4D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97569A-EDBB-4C12-9A02-8D73FB444EE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3871B1-8C01-46CA-9158-8BDC2ACAC0A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forgets to include the exchanged tens when multiplying the next digit.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F2FA76C-0466-4CE0-80AF-014C9F88B7B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3786E3C-FE2B-4454-9CC9-E551B30E1C5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ABCF83-8734-480E-927F-8DCCD9AFFDC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EFCEC8-C6B0-488D-9266-65658DCC2F6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AB83F2-BFF9-4CBD-88BA-C10A6E5C5E3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99677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2026-09-08T22:35:10Z</dcterms:created>
  <dcterms:modified xsi:type="dcterms:W3CDTF">2026-09-08T22:42:19Z</dcterms:modified>
</cp:coreProperties>
</file>