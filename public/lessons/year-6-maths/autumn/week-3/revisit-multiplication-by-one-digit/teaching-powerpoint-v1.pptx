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985d176f694e45" /><Relationship Type="http://schemas.openxmlformats.org/officeDocument/2006/relationships/extended-properties" Target="/docProps/app.xml" Id="R32a13174cbce45fa" /><Relationship Type="http://schemas.openxmlformats.org/officeDocument/2006/relationships/officeDocument" Target="/ppt/presentation.xml" Id="Ra086ba58330f4a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10f02af46c458a"/>
  </p:sldMasterIdLst>
  <p:notesMasterIdLst>
    <p:notesMasterId xmlns:r="http://schemas.openxmlformats.org/officeDocument/2006/relationships" r:id="R087ac934c27141ff"/>
  </p:notesMasterIdLst>
  <p:sldIdLst>
    <p:sldId xmlns:r="http://schemas.openxmlformats.org/officeDocument/2006/relationships" id="256" r:id="R3bf09829690c4d82"/>
    <p:sldId xmlns:r="http://schemas.openxmlformats.org/officeDocument/2006/relationships" id="257" r:id="R51bc0917a2484b53"/>
    <p:sldId xmlns:r="http://schemas.openxmlformats.org/officeDocument/2006/relationships" id="258" r:id="R11d1cb36c7d94dec"/>
    <p:sldId xmlns:r="http://schemas.openxmlformats.org/officeDocument/2006/relationships" id="259" r:id="Rdedbac5af7e54a25"/>
    <p:sldId xmlns:r="http://schemas.openxmlformats.org/officeDocument/2006/relationships" id="260" r:id="Ra18409f5a2c94e62"/>
    <p:sldId xmlns:r="http://schemas.openxmlformats.org/officeDocument/2006/relationships" id="261" r:id="Ra81adb387cff45af"/>
    <p:sldId xmlns:r="http://schemas.openxmlformats.org/officeDocument/2006/relationships" id="262" r:id="R498f89929be14cd7"/>
    <p:sldId xmlns:r="http://schemas.openxmlformats.org/officeDocument/2006/relationships" id="263" r:id="Rc2bbcbca1ded496e"/>
    <p:sldId xmlns:r="http://schemas.openxmlformats.org/officeDocument/2006/relationships" id="264" r:id="Ra4a9d6f945a74455"/>
    <p:sldId xmlns:r="http://schemas.openxmlformats.org/officeDocument/2006/relationships" id="265" r:id="R45a17e5a428d4e0b"/>
    <p:sldId xmlns:r="http://schemas.openxmlformats.org/officeDocument/2006/relationships" id="266" r:id="R83be819f114d48e8"/>
    <p:sldId xmlns:r="http://schemas.openxmlformats.org/officeDocument/2006/relationships" id="267" r:id="R19122277147e40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541f4eea6f4a90" /><Relationship Type="http://schemas.openxmlformats.org/officeDocument/2006/relationships/slideMaster" Target="/ppt/slideMasters/slideMaster1.xml" Id="R4a10f02af46c458a" /><Relationship Type="http://schemas.openxmlformats.org/officeDocument/2006/relationships/notesMaster" Target="/ppt/notesMasters/notesMaster1.xml" Id="R087ac934c27141ff" /><Relationship Type="http://schemas.openxmlformats.org/officeDocument/2006/relationships/presProps" Target="/ppt/presProps.xml" Id="Ra4c09441c30c44c0" /><Relationship Type="http://schemas.openxmlformats.org/officeDocument/2006/relationships/tableStyles" Target="/ppt/tableStyles.xml" Id="R2947cec327a6403a" /><Relationship Type="http://schemas.openxmlformats.org/officeDocument/2006/relationships/slide" Target="/ppt/slides/slide1.xml" Id="R3bf09829690c4d82" /><Relationship Type="http://schemas.openxmlformats.org/officeDocument/2006/relationships/slide" Target="/ppt/slides/slide2.xml" Id="R51bc0917a2484b53" /><Relationship Type="http://schemas.openxmlformats.org/officeDocument/2006/relationships/slide" Target="/ppt/slides/slide3.xml" Id="R11d1cb36c7d94dec" /><Relationship Type="http://schemas.openxmlformats.org/officeDocument/2006/relationships/slide" Target="/ppt/slides/slide4.xml" Id="Rdedbac5af7e54a25" /><Relationship Type="http://schemas.openxmlformats.org/officeDocument/2006/relationships/slide" Target="/ppt/slides/slide5.xml" Id="Ra18409f5a2c94e62" /><Relationship Type="http://schemas.openxmlformats.org/officeDocument/2006/relationships/slide" Target="/ppt/slides/slide6.xml" Id="Ra81adb387cff45af" /><Relationship Type="http://schemas.openxmlformats.org/officeDocument/2006/relationships/slide" Target="/ppt/slides/slide7.xml" Id="R498f89929be14cd7" /><Relationship Type="http://schemas.openxmlformats.org/officeDocument/2006/relationships/slide" Target="/ppt/slides/slide8.xml" Id="Rc2bbcbca1ded496e" /><Relationship Type="http://schemas.openxmlformats.org/officeDocument/2006/relationships/slide" Target="/ppt/slides/slide9.xml" Id="Ra4a9d6f945a74455" /><Relationship Type="http://schemas.openxmlformats.org/officeDocument/2006/relationships/slide" Target="/ppt/slides/slide10.xml" Id="R45a17e5a428d4e0b" /><Relationship Type="http://schemas.openxmlformats.org/officeDocument/2006/relationships/slide" Target="/ppt/slides/slide11.xml" Id="R83be819f114d48e8" /><Relationship Type="http://schemas.openxmlformats.org/officeDocument/2006/relationships/slide" Target="/ppt/slides/slide12.xml" Id="R19122277147e40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23774a7d6ca4d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c662c0362d4441" /><Relationship Type="http://schemas.openxmlformats.org/officeDocument/2006/relationships/notesMaster" Target="/ppt/notesMasters/notesMaster1.xml" Id="R117d5243fb9743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ba9ffe3e0e4e38" /><Relationship Type="http://schemas.openxmlformats.org/officeDocument/2006/relationships/notesMaster" Target="/ppt/notesMasters/notesMaster1.xml" Id="R52bf9c3b317e454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3f5c6a258c4c6b" /><Relationship Type="http://schemas.openxmlformats.org/officeDocument/2006/relationships/notesMaster" Target="/ppt/notesMasters/notesMaster1.xml" Id="Rf93ddbad90c949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0d6ed132114191" /><Relationship Type="http://schemas.openxmlformats.org/officeDocument/2006/relationships/notesMaster" Target="/ppt/notesMasters/notesMaster1.xml" Id="Rfab912cd2b8d40e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0d0e2150824293" /><Relationship Type="http://schemas.openxmlformats.org/officeDocument/2006/relationships/notesMaster" Target="/ppt/notesMasters/notesMaster1.xml" Id="Rbcb9fb4d83004e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90d5bfc9404d93" /><Relationship Type="http://schemas.openxmlformats.org/officeDocument/2006/relationships/notesMaster" Target="/ppt/notesMasters/notesMaster1.xml" Id="R48b541d046374b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cbfa346f1642af" /><Relationship Type="http://schemas.openxmlformats.org/officeDocument/2006/relationships/notesMaster" Target="/ppt/notesMasters/notesMaster1.xml" Id="R29746ed731eb43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1687030f9043d2" /><Relationship Type="http://schemas.openxmlformats.org/officeDocument/2006/relationships/notesMaster" Target="/ppt/notesMasters/notesMaster1.xml" Id="R0695483de6954b2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ac6e4879344cfc" /><Relationship Type="http://schemas.openxmlformats.org/officeDocument/2006/relationships/notesMaster" Target="/ppt/notesMasters/notesMaster1.xml" Id="R5cb0fabd7efe4bc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0a7f2e7dee4953" /><Relationship Type="http://schemas.openxmlformats.org/officeDocument/2006/relationships/notesMaster" Target="/ppt/notesMasters/notesMaster1.xml" Id="R39aea6761b06415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2606a5a41134ab8" /><Relationship Type="http://schemas.openxmlformats.org/officeDocument/2006/relationships/notesMaster" Target="/ppt/notesMasters/notesMaster1.xml" Id="Rdadae54796a249a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1a47d2ff6a14329" /><Relationship Type="http://schemas.openxmlformats.org/officeDocument/2006/relationships/notesMaster" Target="/ppt/notesMasters/notesMaster1.xml" Id="Re5906b9e013a48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32,942. | Estimate the product before calculating. | Record each exchange clearly and add it to the next place-value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20,892.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32,942.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Record each exchange clearly and add it to the next place-value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32,942..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32,140..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3,456.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32,140.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32,140. | Record each exchange clearly and add it to the next place-value product.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106b747f65455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7c71a817734a74" /><Relationship Type="http://schemas.openxmlformats.org/officeDocument/2006/relationships/slideLayout" Target="/ppt/slideLayouts/slideLayout1.xml" Id="R621b78a4e043444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1b78a4e04344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e6c64253dc494b" /><Relationship Type="http://schemas.openxmlformats.org/officeDocument/2006/relationships/notesSlide" Target="/ppt/notesSlides/notesSlide1.xml" Id="R9b3290f8caab4c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a83eabbb034a79" /><Relationship Type="http://schemas.openxmlformats.org/officeDocument/2006/relationships/notesSlide" Target="/ppt/notesSlides/notesSlide2.xml" Id="R162b88c8bf544a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85079e9294efc" /><Relationship Type="http://schemas.openxmlformats.org/officeDocument/2006/relationships/notesSlide" Target="/ppt/notesSlides/notesSlide3.xml" Id="Rce5bf9299d2047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7066587361444f" /><Relationship Type="http://schemas.openxmlformats.org/officeDocument/2006/relationships/notesSlide" Target="/ppt/notesSlides/notesSlide4.xml" Id="Rd2167ee1f71e4b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9a971d13148f6" /><Relationship Type="http://schemas.openxmlformats.org/officeDocument/2006/relationships/notesSlide" Target="/ppt/notesSlides/notesSlide5.xml" Id="R2e0c6187274240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66ca59d6c34008" /><Relationship Type="http://schemas.openxmlformats.org/officeDocument/2006/relationships/notesSlide" Target="/ppt/notesSlides/notesSlide6.xml" Id="R83bff71538e64c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d08faccea455a" /><Relationship Type="http://schemas.openxmlformats.org/officeDocument/2006/relationships/image" Target="/ppt/media/image.png" Id="R28001c9798254b3a" /><Relationship Type="http://schemas.openxmlformats.org/officeDocument/2006/relationships/notesSlide" Target="/ppt/notesSlides/notesSlide7.xml" Id="Rfc6f3864dd664a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3cbd406d624dd3" /><Relationship Type="http://schemas.openxmlformats.org/officeDocument/2006/relationships/notesSlide" Target="/ppt/notesSlides/notesSlide8.xml" Id="Reda1ebeb148f45f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e2f413fe44ace" /><Relationship Type="http://schemas.openxmlformats.org/officeDocument/2006/relationships/notesSlide" Target="/ppt/notesSlides/notesSlide9.xml" Id="R909f9e21390248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358076817419e" /><Relationship Type="http://schemas.openxmlformats.org/officeDocument/2006/relationships/notesSlide" Target="/ppt/notesSlides/notesSlide10.xml" Id="Redf4fc965aca4c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0e41d1f574097" /><Relationship Type="http://schemas.openxmlformats.org/officeDocument/2006/relationships/notesSlide" Target="/ppt/notesSlides/notesSlide11.xml" Id="R346b8504b3d14f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5534483cb14b69" /><Relationship Type="http://schemas.openxmlformats.org/officeDocument/2006/relationships/notesSlide" Target="/ppt/notesSlides/notesSlide12.xml" Id="R859b8b3bd2d240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948267-980C-4484-9775-2B99895B9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8218A7-6F12-40E8-92C6-470650AF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768267-987B-499E-A899-6FA39E38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EE8FEA-5CBC-428D-9FB9-40E498CA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E88873-A554-44E7-8E83-17B439CA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F04CB8-E91C-44D4-A172-1AB032D1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41A60F-B0D7-4510-8CC5-98AC336D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07FBB7-7216-46EE-A993-C390E173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numbers up to four digits by one digit accurately.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F2C8F-2F4F-405A-87F4-487FBEBD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BFD67-57FB-4494-A679-7D53E5D3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BFE63B-BCF2-4E39-B812-2C4A6804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356042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CC3F0E-2937-4EB2-83EF-B91A0C21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456853-F650-4CF7-A193-EB7DF83F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72782A-AB66-43C2-8C19-EA7CA653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36BF54-5D06-4AC1-BD27-AB377612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954043-13E9-4FDC-A72F-DABC77982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A71A1C-76B3-492A-B716-3E67BEF1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DB61F6-1E3F-4E38-A78A-86A5DC42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1F23A-14C3-4744-964C-AF33EFD2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846332-8AFC-408C-A986-C7EF3E04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16D8A-9C8E-4BA8-A9F5-EC8B47AE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8C464F-17C6-4F24-8295-3F7C2374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1DB87-BE6E-4F49-AA09-481DA171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F72079-EC13-4BB4-8384-5653BC49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3D7E09-44FF-4B88-9932-8CF86E7E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C94492-A81D-414E-9167-056AFCE7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B24016-14B0-4B3D-B528-465C20C3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53917-E4EA-404F-8F1B-8C527240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4,706 x 7.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35C369-E6A0-46A8-8919-0847D5B2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C02361-2652-4A17-9941-4EDD6B125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6C0C95-D966-49B5-B928-67D8E5F0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8F6C50-1611-4780-9E1E-08AB8624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3,482 x 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F37AAC-2EF9-4D8D-8591-E7CEB429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750737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F8832C-A4CC-4C5E-9DFF-5154AE5F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CFE394-F0A2-434E-8152-8A0506B2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A56B8-74E9-4BE8-BC9A-E7D4FD05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C9854-5AA2-401E-B28F-7785A331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CC0A32-DDEA-4ADE-B4A5-4E2C621F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2BB5E0-58EA-4EFC-BCEC-41A77747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F00CC3-D82D-46A2-A141-75036614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63C94D-713F-488A-9885-27F8C05C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313118-057A-4853-A9AF-899E2232F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D570E3-E71B-48F3-8E4C-52299CCB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numbers up to four digits by one digit accurately.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8B763A-634E-4B99-9A32-D3861FE8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C2BD4-49B1-4E6C-B557-B1A4EAB7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195AB5-188E-4700-9C38-132B9C3F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B38372-FCEA-44E8-8AE7-27225678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CE8BBE-C82C-4E51-A0E3-048B782C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12131543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293205-A8D9-425C-96A0-D18D0F22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9A72F8-B5E1-4896-9D0D-1EDB026A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F6C42-4DCA-413A-8690-AD615347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449DBF-756C-42E7-8C47-B40F01BC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D97309-7547-4040-914E-8398EB16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1D174E-9357-4973-A21B-DE1A493E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9B1426-E329-49C2-A961-E4F1805A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9C5125-2573-4CEB-ABDE-82697CE2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01FC49-EB48-4DDC-A7A6-516B1F98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552EAC-56D2-498A-9351-EAF1CE65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3,482 x 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A121EF-B0ED-40F0-880E-7ECC911C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AE4C0C-F89C-4091-BE42-E0C15B1E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2846B5-9FEF-40B9-9BDD-E8302A5C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3,482 × 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2B6271-B6FC-414D-8395-568938BF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3C187B-84EA-465D-AD56-E3F0E0A4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AE848-4655-4292-A029-3C78B229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6 × 2 = 12: write 2, carry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4D5A97-4A81-4305-9F5E-81B988FD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902538-D955-41C6-8B3A-D9CE04D6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CE0BB8-9BF5-4FDD-B430-90081356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6 × 8 + 1 = 49: write 9, carry 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B6DAE0-E1BA-4B35-B7FC-661FEECD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403824-E29A-4037-91FC-11D16403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421BD7-099B-463E-BEC8-DD96C5B9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6 × 4 + 4 = 28: write 8, carry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929863-7C29-4539-9033-CC615661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EC3B6F-7FE2-45C9-B489-DDF05F8E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A8F957-7F57-4AF5-8396-74F10FD5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 × 3 + 2 = 20 → 20,892</a:t>
            </a:r>
          </a:p>
        </p:txBody>
      </p:sp>
    </p:spTree>
    <p:extLst>
      <p:ext uri="{BB962C8B-B14F-4D97-AF65-F5344CB8AC3E}">
        <p14:creationId xmlns:p14="http://schemas.microsoft.com/office/powerpoint/2010/main" val="8263738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D64455-7775-4A59-B517-C504DD18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34085-200C-4C3C-8C80-09A10F11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58A684-4BE0-43A9-8774-39982ADF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3DC65D-800E-40F7-82A6-112DC8BB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27441C-1371-434D-AC0C-F0495747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CECD3-D709-42E7-BC86-540CFBFB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D7DF54-C3AD-4F54-A0DE-B56BEAB5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7DD7F2-5A7F-4327-B7D9-EEA11D99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E616CD-CEAA-4B48-B743-79454C26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11CCA4-DBA8-4D02-9E63-9A01726C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089F00-B1DC-4151-9234-9ED450F4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20,892.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1993A6-B69C-478B-B44B-6A5235AB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B6FC08-0197-4A80-B9C9-6520E048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183483-D488-4976-8E57-2669E01D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0924482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D21BE4-8482-46C8-A37F-3E1D1965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91CE50-C6D4-4179-ACFD-2B8B5122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B3AF76-348C-4700-BD86-8CDD1B64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BE458-FCED-4E61-8BD2-06E8104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5BA932-7998-4C15-BC2C-B69E1ACF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1C7F31-4BA7-4F19-B98B-10FF5572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6D4EAA-220B-4706-AC09-B79D616D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8FBA5F-4211-4774-B5A5-3B6EB39A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024E71-8896-42B8-BCE2-C24EDA4E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59EBA8-F089-476F-8014-CD3B1D11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4,706 x 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22D9B3-4997-4058-8BEF-BE010727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A4096A-4288-4306-BA1E-44489CEE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940878-C0C6-4F14-A8B1-38BC826F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6FB929-6280-430F-B50F-D61D6375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A77E2E-1371-427F-A6F4-D681D983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32,942.</a:t>
            </a:r>
          </a:p>
        </p:txBody>
      </p:sp>
    </p:spTree>
    <p:extLst>
      <p:ext uri="{BB962C8B-B14F-4D97-AF65-F5344CB8AC3E}">
        <p14:creationId xmlns:p14="http://schemas.microsoft.com/office/powerpoint/2010/main" val="6250915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8889C1-35A2-4656-854B-35978B2A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E40CB5-5BE6-4BDE-81DC-E4519408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47D085-BEE5-4F02-98DF-F7765FE7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4B5266-B18B-43FF-9650-F025B6BD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6DB9E8-F387-4728-BF33-88864810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8F5D4B-B498-4EE0-93BF-A42273D1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B4FAD6-1B61-4938-A62A-757DD4A0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26912F-3A2C-4CEC-9F5E-38514A7C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A46EF7-451F-416E-8D83-90894F71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001c9798254b3a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874A17-DB63-4ADF-9AE1-C3617945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1185E-5FD6-446A-AED0-6D3F2EF8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forgets to include the exchanged tens when multiplying the next digit.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78E492-6BF9-4CAE-B5DA-45C9016F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04B478-D17E-4568-826A-C68787C8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31AD21-120F-40FC-B303-AA569A1A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Record each exchange clearly and add it to the next place-value product.</a:t>
            </a:r>
          </a:p>
        </p:txBody>
      </p:sp>
    </p:spTree>
    <p:extLst>
      <p:ext uri="{BB962C8B-B14F-4D97-AF65-F5344CB8AC3E}">
        <p14:creationId xmlns:p14="http://schemas.microsoft.com/office/powerpoint/2010/main" val="21223852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A89B03-5488-4F89-9962-AC01B2A4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92628-7F1A-45A6-89F9-D638BFA1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756F7-2C1D-48C5-AC88-4A296570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C7B4D-D96D-4403-A282-CC769CDB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9E323-6261-430E-9C05-A50E86DF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12D59C-82FC-4610-BDAB-2CB98781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902D2F-0351-4BED-A2FF-BB02379B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4BF0CC-FBED-4C65-A325-6A4BA9B8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3163D-EEDF-4EE4-85FA-883A8E53D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7BA2E4-B0F5-4416-A422-596016FF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2BFB07-FC74-460F-8843-5A524AA1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8E7AD-4085-4C5F-BC9A-1A192930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D8E742-2389-4AEA-9F4B-BAD096A2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4,706 x 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EE9F7C-3631-49C2-863E-B3662BDE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E0DEC-EB81-4011-9BE0-33C3CF8E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852BA3-E26E-468C-A50C-293D2FC75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251EC9-734A-46D3-A4E8-3C0E4AFE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BD7A4D-6417-48E4-B674-099D2EC5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71520E-9988-4BD3-87F1-175CFF77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539B9C-DA05-49DF-881B-EE914C82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EBE438-3CD1-40BA-B196-E72B521E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32,942.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3C2D8D-167D-4CC1-9680-ED61CB60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542946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DFDBD5-D9C4-4C62-AD92-5DA824D7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5CCDE5-8D58-439A-AC71-F8C4215D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9352C-8B20-46B9-B067-FEC949EF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6F04E2-0796-401F-9549-151756C2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FC50F7-75DC-4D16-A8CB-E7F86C08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8B577-B2E1-4CC1-9647-1466BF95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4F99D-DDE7-415C-B5F3-5C4162A5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AB257D-07A9-410C-B9F6-C9A7FE2B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A44DD6-90F8-4B2E-BC2B-2A617410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9039A3-DDA9-4BC4-BECB-957CAA73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D59969-F127-4FF2-AF82-A719282E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60E75-7DB0-40F8-AF12-5AFE30A5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478EF0-EFF9-4782-B746-719191B6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8,035 x 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86A006-4AD8-495C-A092-440B11E9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985DEF-378F-494A-8790-1E24C55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20F932-0BFB-4DD7-818D-C044343A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C0E90-83FB-4619-9DCD-30A52808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7059C0-C6BE-4FA1-BA05-A0ECD973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DB529D-6ADB-4EB7-85D8-463A45C8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940CDF-8EF2-48CD-998A-14960B3C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0318F4-44C3-498F-A098-083A5C646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3131192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AD8207-04BC-442B-9926-BCC24552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3586E8-BFED-4741-81AB-0EF53865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FD1141-8960-4A47-B461-06C15D2F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D6EAD-F8F7-4457-A007-37F9E312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5D4C9B-4931-4EDE-8389-DBDF530F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887AC4-D5C9-4D94-950A-32A45611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62C6D-5F64-48E9-BBCA-11046934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32FE02-98A0-47E5-92E1-6C6EF6CB7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4DAFD4-4AD1-4E26-9731-1429083F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1D8A4-3084-4DC5-9FA0-632C9056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product is 27,648 and one factor is 8. What is the other factor?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D9FDC7-588F-493C-8B5A-B46AC8C7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B861CA-9031-4BE1-A7B4-A6E8C98C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684147-408D-45DE-A3C3-1EB148F1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3,456.</a:t>
            </a:r>
          </a:p>
        </p:txBody>
      </p:sp>
    </p:spTree>
    <p:extLst>
      <p:ext uri="{BB962C8B-B14F-4D97-AF65-F5344CB8AC3E}">
        <p14:creationId xmlns:p14="http://schemas.microsoft.com/office/powerpoint/2010/main" val="18617116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CF101A-E555-4E88-A810-8E6A134E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944737-542C-440A-BE1F-79414E33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9DE853-3D43-4820-B6B2-B00E0A00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0D51E5-C9E5-439C-9759-A6A072FAA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E45DA1-428B-456F-A13F-77A3A05F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1351B-4724-49BA-8BD9-5F53578F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39FDD-F24D-4EEC-94FB-32D734A0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CA600D-6804-4D70-B3AB-E0AAC3DC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BF3943-1651-41A8-9C7B-57B832CF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ABDBE4-5E46-4066-80EF-213C9896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F240DD-5379-4747-8B72-DAFC285A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0D4DB0-D378-4B0B-9D2B-F408A521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8,035 x 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BFD911-9C1F-4D04-824F-2DB46BBA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EA48E-9B7B-46A3-BBF8-034BC50DF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09A5EF-F02F-4FC9-9B16-D2FB3EBB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D4D07C-F2B4-4F03-BD60-3BE4FC34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32,140.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FF9D18-895A-40D2-8758-39641F06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F26BEB-9B03-4548-9BAA-F47FEC735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320751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A65C91-0EBD-4583-B6A5-B79DC255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0AB12F-FE10-4FEA-98B9-91D741DA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5B60DF-90C6-4E0D-A9BA-EC87198D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7ACBE-B004-4FBB-8809-0298B35B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0DD03C-DEEC-4673-8BCD-5AF0E292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BC053E-D51A-45F1-9D63-441A72129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83AE7D-F275-4964-A70F-BBF84F53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B5BC03-D198-4B65-9811-09F74DBB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60F7B4-A4F4-4A22-93F3-CFA3BDA3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7F3015-DE67-4FE8-9892-B90BDE5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2E7E87-29ED-468C-8677-D09A84E8D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AE94BB-CD44-465B-9CC7-A85EB754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CC251D-9DBD-42E7-9555-5630E2DA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8,035 x 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B62459-473E-421E-A264-E70BF459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5E1930-4A14-40FE-B4DA-CA413F0B2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3A866B-92A3-40CD-8E48-3666648F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882B93-B0F8-427B-8B21-2B81F0B0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forgets to include the exchanged tens when multiplying the next digit.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C55392-9801-4F0A-B0DE-B2AF3C11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CFFB27-EDB7-427E-B2FC-2E967DD0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CF4EB9-A110-44DA-9423-A5447DF6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A3F23D-5179-43CE-97F1-210E810C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2348F5-6018-4A64-9522-5AB0E613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439223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2026-09-09T22:13:41.7530000Z</dcterms:created>
  <dcterms:modified xsi:type="dcterms:W3CDTF">2026-09-09T22:13:41.7530000Z</dcterms:modified>
</coreProperties>
</file>