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ddc92fcc81427d" /><Relationship Type="http://schemas.openxmlformats.org/officeDocument/2006/relationships/extended-properties" Target="/docProps/app.xml" Id="R7c5c7dd3cd254910" /><Relationship Type="http://schemas.openxmlformats.org/officeDocument/2006/relationships/officeDocument" Target="/ppt/presentation.xml" Id="R00c979e800ba46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adc1b584ec4cc4"/>
  </p:sldMasterIdLst>
  <p:notesMasterIdLst>
    <p:notesMasterId xmlns:r="http://schemas.openxmlformats.org/officeDocument/2006/relationships" r:id="R0239dae524bb4e4b"/>
  </p:notesMasterIdLst>
  <p:sldIdLst>
    <p:sldId xmlns:r="http://schemas.openxmlformats.org/officeDocument/2006/relationships" id="256" r:id="Rbca72680ceba4bf7"/>
    <p:sldId xmlns:r="http://schemas.openxmlformats.org/officeDocument/2006/relationships" id="257" r:id="Rf175c7152f9a425e"/>
    <p:sldId xmlns:r="http://schemas.openxmlformats.org/officeDocument/2006/relationships" id="258" r:id="R75bfe5a5da504ce9"/>
    <p:sldId xmlns:r="http://schemas.openxmlformats.org/officeDocument/2006/relationships" id="259" r:id="Ra53ac27c9dd545d0"/>
    <p:sldId xmlns:r="http://schemas.openxmlformats.org/officeDocument/2006/relationships" id="260" r:id="Rc8b0c7ae52ff45de"/>
    <p:sldId xmlns:r="http://schemas.openxmlformats.org/officeDocument/2006/relationships" id="261" r:id="R142704f969924983"/>
    <p:sldId xmlns:r="http://schemas.openxmlformats.org/officeDocument/2006/relationships" id="262" r:id="R35898c439fbb4513"/>
    <p:sldId xmlns:r="http://schemas.openxmlformats.org/officeDocument/2006/relationships" id="263" r:id="R88d478a6e4f346c3"/>
    <p:sldId xmlns:r="http://schemas.openxmlformats.org/officeDocument/2006/relationships" id="264" r:id="Rea9d4728db0a45c4"/>
    <p:sldId xmlns:r="http://schemas.openxmlformats.org/officeDocument/2006/relationships" id="265" r:id="R8cf1b6c1633e47b0"/>
    <p:sldId xmlns:r="http://schemas.openxmlformats.org/officeDocument/2006/relationships" id="266" r:id="Rfa908d210f0d4e44"/>
    <p:sldId xmlns:r="http://schemas.openxmlformats.org/officeDocument/2006/relationships" id="267" r:id="R56913f2781c7434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26e2f30cf64842" /><Relationship Type="http://schemas.openxmlformats.org/officeDocument/2006/relationships/slideMaster" Target="/ppt/slideMasters/slideMaster1.xml" Id="R5dadc1b584ec4cc4" /><Relationship Type="http://schemas.openxmlformats.org/officeDocument/2006/relationships/notesMaster" Target="/ppt/notesMasters/notesMaster1.xml" Id="R0239dae524bb4e4b" /><Relationship Type="http://schemas.openxmlformats.org/officeDocument/2006/relationships/presProps" Target="/ppt/presProps.xml" Id="R049eaeb372934c32" /><Relationship Type="http://schemas.openxmlformats.org/officeDocument/2006/relationships/tableStyles" Target="/ppt/tableStyles.xml" Id="Rb873527368484c5e" /><Relationship Type="http://schemas.openxmlformats.org/officeDocument/2006/relationships/slide" Target="/ppt/slides/slide1.xml" Id="Rbca72680ceba4bf7" /><Relationship Type="http://schemas.openxmlformats.org/officeDocument/2006/relationships/slide" Target="/ppt/slides/slide2.xml" Id="Rf175c7152f9a425e" /><Relationship Type="http://schemas.openxmlformats.org/officeDocument/2006/relationships/slide" Target="/ppt/slides/slide3.xml" Id="R75bfe5a5da504ce9" /><Relationship Type="http://schemas.openxmlformats.org/officeDocument/2006/relationships/slide" Target="/ppt/slides/slide4.xml" Id="Ra53ac27c9dd545d0" /><Relationship Type="http://schemas.openxmlformats.org/officeDocument/2006/relationships/slide" Target="/ppt/slides/slide5.xml" Id="Rc8b0c7ae52ff45de" /><Relationship Type="http://schemas.openxmlformats.org/officeDocument/2006/relationships/slide" Target="/ppt/slides/slide6.xml" Id="R142704f969924983" /><Relationship Type="http://schemas.openxmlformats.org/officeDocument/2006/relationships/slide" Target="/ppt/slides/slide7.xml" Id="R35898c439fbb4513" /><Relationship Type="http://schemas.openxmlformats.org/officeDocument/2006/relationships/slide" Target="/ppt/slides/slide8.xml" Id="R88d478a6e4f346c3" /><Relationship Type="http://schemas.openxmlformats.org/officeDocument/2006/relationships/slide" Target="/ppt/slides/slide9.xml" Id="Rea9d4728db0a45c4" /><Relationship Type="http://schemas.openxmlformats.org/officeDocument/2006/relationships/slide" Target="/ppt/slides/slide10.xml" Id="R8cf1b6c1633e47b0" /><Relationship Type="http://schemas.openxmlformats.org/officeDocument/2006/relationships/slide" Target="/ppt/slides/slide11.xml" Id="Rfa908d210f0d4e44" /><Relationship Type="http://schemas.openxmlformats.org/officeDocument/2006/relationships/slide" Target="/ppt/slides/slide12.xml" Id="R56913f2781c743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2d6d345b454a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8d7f72b83945d6" /><Relationship Type="http://schemas.openxmlformats.org/officeDocument/2006/relationships/notesMaster" Target="/ppt/notesMasters/notesMaster1.xml" Id="R3a629216d7c54c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60a37daa874b13" /><Relationship Type="http://schemas.openxmlformats.org/officeDocument/2006/relationships/notesMaster" Target="/ppt/notesMasters/notesMaster1.xml" Id="Rc63202a7d93046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945817f8e149a5" /><Relationship Type="http://schemas.openxmlformats.org/officeDocument/2006/relationships/notesMaster" Target="/ppt/notesMasters/notesMaster1.xml" Id="R49626c613c3f45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f7efca293e4e1c" /><Relationship Type="http://schemas.openxmlformats.org/officeDocument/2006/relationships/notesMaster" Target="/ppt/notesMasters/notesMaster1.xml" Id="R1f3781ab3f2f4f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e9e99df15c4e78" /><Relationship Type="http://schemas.openxmlformats.org/officeDocument/2006/relationships/notesMaster" Target="/ppt/notesMasters/notesMaster1.xml" Id="Rfbb78ac74bce49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de3472a0904b81" /><Relationship Type="http://schemas.openxmlformats.org/officeDocument/2006/relationships/notesMaster" Target="/ppt/notesMasters/notesMaster1.xml" Id="R893e8377ab2d45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cb6ad50a534044" /><Relationship Type="http://schemas.openxmlformats.org/officeDocument/2006/relationships/notesMaster" Target="/ppt/notesMasters/notesMaster1.xml" Id="R58102c9ae8b549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34a216aed8491d" /><Relationship Type="http://schemas.openxmlformats.org/officeDocument/2006/relationships/notesMaster" Target="/ppt/notesMasters/notesMaster1.xml" Id="Rc0bd10e5a4ee45a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0b6cc3f0e64d75" /><Relationship Type="http://schemas.openxmlformats.org/officeDocument/2006/relationships/notesMaster" Target="/ppt/notesMasters/notesMaster1.xml" Id="R3c230eee8498462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543183ed38f404d" /><Relationship Type="http://schemas.openxmlformats.org/officeDocument/2006/relationships/notesMaster" Target="/ppt/notesMasters/notesMaster1.xml" Id="R52040cd3d84a450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0f4fa4794d84f14" /><Relationship Type="http://schemas.openxmlformats.org/officeDocument/2006/relationships/notesMaster" Target="/ppt/notesMasters/notesMaster1.xml" Id="R22e0b98ce20b42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46e28ff2f34a1a" /><Relationship Type="http://schemas.openxmlformats.org/officeDocument/2006/relationships/notesMaster" Target="/ppt/notesMasters/notesMaster1.xml" Id="R094ba3e631504e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32,942. | Estimate the product before calculating. | Record each exchange clearly and add it to the next place-value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20,892.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32,942.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Record each exchange clearly and add it to the next place-value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32,942..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32,140..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3,456.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32,140.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32,140. | Record each exchange clearly and add it to the next place-value product.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d40617969042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6f6724899d43d0" /><Relationship Type="http://schemas.openxmlformats.org/officeDocument/2006/relationships/slideLayout" Target="/ppt/slideLayouts/slideLayout1.xml" Id="R8ebb0146efd74f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bb0146efd74f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c19cfc7784825" /><Relationship Type="http://schemas.openxmlformats.org/officeDocument/2006/relationships/notesSlide" Target="/ppt/notesSlides/notesSlide1.xml" Id="R450b69b0126548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536c1f44e403c" /><Relationship Type="http://schemas.openxmlformats.org/officeDocument/2006/relationships/notesSlide" Target="/ppt/notesSlides/notesSlide2.xml" Id="R16e1855e936a43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326376778417f" /><Relationship Type="http://schemas.openxmlformats.org/officeDocument/2006/relationships/notesSlide" Target="/ppt/notesSlides/notesSlide3.xml" Id="Rfe5123fed4284c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4e577bfd284af0" /><Relationship Type="http://schemas.openxmlformats.org/officeDocument/2006/relationships/notesSlide" Target="/ppt/notesSlides/notesSlide4.xml" Id="Ref73b547d83144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d16c501fa49f6" /><Relationship Type="http://schemas.openxmlformats.org/officeDocument/2006/relationships/notesSlide" Target="/ppt/notesSlides/notesSlide5.xml" Id="R470ec5f7421c4f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5f15552e84f69" /><Relationship Type="http://schemas.openxmlformats.org/officeDocument/2006/relationships/notesSlide" Target="/ppt/notesSlides/notesSlide6.xml" Id="R1b84fb81395e480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2b18c1dab4ce6" /><Relationship Type="http://schemas.openxmlformats.org/officeDocument/2006/relationships/image" Target="/ppt/media/image.png" Id="Ra7d4eff92ef94916" /><Relationship Type="http://schemas.openxmlformats.org/officeDocument/2006/relationships/notesSlide" Target="/ppt/notesSlides/notesSlide7.xml" Id="Re80999ca2d5143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528f74a6dd413b" /><Relationship Type="http://schemas.openxmlformats.org/officeDocument/2006/relationships/notesSlide" Target="/ppt/notesSlides/notesSlide8.xml" Id="Ra8f6e0e6639247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0cb1a59644345" /><Relationship Type="http://schemas.openxmlformats.org/officeDocument/2006/relationships/notesSlide" Target="/ppt/notesSlides/notesSlide9.xml" Id="Raf3a38c9544e4b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a87d227cb4d12" /><Relationship Type="http://schemas.openxmlformats.org/officeDocument/2006/relationships/notesSlide" Target="/ppt/notesSlides/notesSlide10.xml" Id="Rdd470024457f450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43e0912a243b1" /><Relationship Type="http://schemas.openxmlformats.org/officeDocument/2006/relationships/notesSlide" Target="/ppt/notesSlides/notesSlide11.xml" Id="R560b2709c4f2490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91bbd1d1f44f89" /><Relationship Type="http://schemas.openxmlformats.org/officeDocument/2006/relationships/notesSlide" Target="/ppt/notesSlides/notesSlide12.xml" Id="R8142e00bfa864f3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C34C0-D391-4070-A1A9-D9E0DB0B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B74F5A-782B-4F05-9DBE-4810766B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F92EC-96EC-468C-8677-AD1A7D18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102F11-AE37-4EE3-957F-CDC50C77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555DCA-6EB6-4B0C-BDD9-150C4F0E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21086-FCAA-4834-82A3-6C703809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E2BCA3-F100-4441-A28C-DBC64D35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B552D-D486-42CA-B697-C55E933C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numbers up to four digits by one digit accurately.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7C25C9-804C-44E1-9F15-E79F5CB5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7F809C-B58A-440A-B65A-8F105EED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9C519B-FFFB-4A2D-8E48-9EB7621B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195414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1BCB0B-B606-43DF-890C-FE435873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C9096-EC0D-4397-BEF2-00C5C133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594626-A566-466F-BF98-C1F1A384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9840EA-A942-4D00-87B4-AA8B2322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C0425-CB89-4413-87F9-03683010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3A720-6F62-42E6-975D-EA0FEA6D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84AF99-2389-4897-9D1B-1BED74D0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7A8BD-E088-4A80-B4DE-9B4E365B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45535-D2B5-4CC3-98ED-FBB4110A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356819-B70F-45D4-99F9-CB339C3F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53293-E4AC-4A82-92F4-4BDE606A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72338-62D8-4C7F-81D9-171F1047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37F42-CAD1-4DD8-8411-3AA65905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72A3A-D177-41EB-8944-EE94510B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D83D22-F3FE-48E0-BC74-79D332C1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E7BBE0-1F34-48F5-8A30-1BEC3930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C7FF14-CDC3-4796-848A-C6079066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CBA3A6-DB5D-462E-BC6F-B8D20A0A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6B152-3E04-4455-8094-791059C2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13AE30-C915-4B7F-8C44-EB270DCE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237174-FCBB-4D24-96C4-100BF413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3,482 x 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12F287-D99E-441F-804B-A25EAE35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025290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375880-258D-457C-942D-1CAAEBF3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779EAD-92A2-44AE-975D-6B312010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0BD16-9645-47B4-9D39-03187092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18F24B-4E4B-4F7F-AA8E-7ED452F2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9086C-0DBB-4547-BE1A-004FF627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02F3D-AB21-4B1E-B04E-9413CE35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000400-38F0-460D-B88E-9043590F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31127-B292-4AAD-B39C-BB1D7A19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D6A84E-6B41-4689-BD6D-8419C09C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6CCDAF-454C-49A5-99E0-F59E321C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numbers up to four digits by one digit accurately.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AD2E25-2B7A-491F-941B-74A85742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55DED2-E6CF-45A7-881D-BB1628DD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1519B0-5DA3-45DB-8885-877B47AD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D8EFCD-2DB5-4657-AC2E-5963D1CB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ACB5E-41AE-4579-BFDB-E7E8AE2B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6900895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5D6C99-74BF-48EA-B6AB-D0470667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40E88B-C42D-4F56-835B-8FEF6FB2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84F9F-9654-4490-B754-6B65E553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96E03-DDBC-4EAB-836F-0B5C273E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3E752E-5E96-4823-903E-7D95D2E4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5CD1E-FBE7-4888-B09F-F5778D31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DEA41-B283-46D1-90A8-A10ACC6F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A0A69C-2855-44AD-920E-62B2D127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F60CAB-4233-4E66-A7F6-8B2A070F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AB4DF6-D7EA-42B7-976E-DC49D9995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3,482 x 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7301CE-EF59-4953-9A5A-9414ED55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BB228-8E67-4A6F-98D1-89A7D026B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C2BAF0-43A2-4BB7-A4D1-018F0252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Estimate the product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063138-D786-4430-AC05-5BA69AE8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8C191F-C24A-4E75-99EB-624948DE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B2C65-E1CD-4243-8E83-CA5DAF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by the ones, then multiply by the tens using correct place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74AF71-B753-449E-9C13-8AAB55C9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42F5AB-57B7-4B58-9969-57014A63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3AE2CF-26DF-4796-8446-45B619A5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20,892.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283CFC-1A68-4EBD-8FC8-FD7AA388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654C4F-444E-442C-B6B1-13B0EBC2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504814-5A36-4969-ABA1-2F961B3B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Add the partial products and compare the answer with the estimate.</a:t>
            </a:r>
          </a:p>
        </p:txBody>
      </p:sp>
    </p:spTree>
    <p:extLst>
      <p:ext uri="{BB962C8B-B14F-4D97-AF65-F5344CB8AC3E}">
        <p14:creationId xmlns:p14="http://schemas.microsoft.com/office/powerpoint/2010/main" val="8422864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FA7A86-C6D3-4799-A07A-651D31E5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E9AE95-0957-417D-98E3-85EA42D1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781ED3-711F-4E8E-9146-8573A2F6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07462-2854-4361-8543-FF929520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439EEC-099F-4F2F-9BF7-A21EA9B7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49A95-75A2-435D-9BC6-D857DDBD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1ADD8F-E404-4D22-90F4-FB081755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DF60A5-627F-4543-8DE5-7434A8D7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4672D4-F06B-4768-868C-0CF52AA1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0A778-7AB0-4013-80D9-D439ECEF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EB9D0-0640-4C14-9584-A948C064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20,892.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175EB7-120E-4C7B-AE07-C53E6E8F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B3841D-5098-4702-B640-65E1F0BA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D3006D-9EEE-4470-AF7A-4EFD9837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1347063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F108C6-F13E-4E71-A490-19C746CA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2D829-088E-425A-81E3-F982A930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AF07B-831F-4F6D-83F3-C1C96C96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840AC8-0CCC-4AC2-A64E-564C4674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AA9E3-4533-43E7-A3FF-0145B31B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69FFB9-5013-4FDD-88CE-E2F99CB0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4CE4A3-D2EA-4CB4-B320-D9DA9F0A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B1114E-6366-4F47-99D8-37193982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165C2-BC25-4B4D-A2C9-D759DAF9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FF0802-7457-49F5-B370-4492496C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15C7A4-4D91-4008-9B33-99D1EF0E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928AF-E1EF-4883-A194-C44175BA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647860-5810-40F3-AA5F-86F4F761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D1AF4B-F604-4E47-879C-ED4B06D4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2BAB99-6244-4D20-BFD7-12679CF3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32,942.</a:t>
            </a:r>
          </a:p>
        </p:txBody>
      </p:sp>
    </p:spTree>
    <p:extLst>
      <p:ext uri="{BB962C8B-B14F-4D97-AF65-F5344CB8AC3E}">
        <p14:creationId xmlns:p14="http://schemas.microsoft.com/office/powerpoint/2010/main" val="14144354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FF5DA6-3748-474D-B324-66D5A929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B26AF0-D578-4DE9-9741-F2A0A981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2C890-4552-46DA-AD2C-2DEEF261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197E49-1EAB-4870-8505-6B4699DA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B49DD-3C57-42C4-B126-00F719C2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656BB-47EB-446A-8D10-263A63BC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EADFC-1E23-455B-94A8-A55F6C38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67F49C-D780-4CBC-980B-E8337C1A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E3C8BD-EE73-4927-9BCC-103A2388D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d4eff92ef9491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B8674D-21BF-4129-B008-F2E81397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E067A-6494-47E0-B66C-F944AEB8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forgets to include the exchanged tens when multiplying the next digit.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67E7B2-D238-4400-B726-9258B868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2EFC2C-7917-4DBE-B1C1-2A75AF5B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281B74-A642-469D-A484-96E4C124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Record each exchange clearly and add it to the next place-value product.</a:t>
            </a:r>
          </a:p>
        </p:txBody>
      </p:sp>
    </p:spTree>
    <p:extLst>
      <p:ext uri="{BB962C8B-B14F-4D97-AF65-F5344CB8AC3E}">
        <p14:creationId xmlns:p14="http://schemas.microsoft.com/office/powerpoint/2010/main" val="9611003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6BAD58-87CB-4D8C-8934-B3D2E5F0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751149-E687-4973-BC1B-32D24F9D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638B2-72BC-4DED-A846-F92958EE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4E20B6-B996-463E-9A00-700F64E8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E8BDE4-BA94-4249-A5F5-9932F6EF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C9C3A-261D-404A-BDDD-73EA8B0F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4F2B62-870A-4525-9C7D-C116EFB5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372942-C13A-47A8-B2E3-CD881983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67C79-DD8E-46A1-A0AB-F761CF56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7C0568-2743-4E66-8076-77F3B392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15FA9-D16B-4315-BDA9-39AFF635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53741A-AF5C-42EA-916C-09948928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C679C-1323-42C2-B5D1-FC7E178AB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587EAA-A8ED-4CC0-94A5-75357425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5B70B3-0EC0-4674-8161-48F7E0B9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25C470-7708-4A71-8D83-BF712676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30F94C-3787-4DBB-BAA6-CF24EF4D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8636DD-DFF1-41E3-B102-2FD8B320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B9A8F3-ACAA-471F-B9C2-971C9DD0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F8A169-9AFA-450C-9E23-F191A8A9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3ED4C6-E2AF-43A0-96DE-5E4FA8F2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32,942.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A629D-CA95-4790-92F5-220CACED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350164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2B00E3-B585-489B-A1DE-4B0408F2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50701C-015C-4BB7-85AB-00D24206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AF6540-F89F-47A2-93BD-8DA9FEBD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9A27A4-18A9-4B01-A005-CB59F9E3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AF12A-9BF9-4F05-96C3-851A743E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945EC9-47FA-491E-9349-F7BCBBC4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A04ED2-CEF8-46BC-8F24-B00005DB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E50EE7-E2CB-4AEE-953C-071ADAC4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4A0005-4DAD-4D96-BCB5-D67FBA41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7AD061-AD09-45B3-9D1F-2541A9B6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AB807B-5033-4B96-A964-29647F43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AA7B24-9F91-4A43-9E7E-1051711A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664FD3-38A3-408C-B160-7B87BD99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8,035 x 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782ABC-8E6E-4D35-8BB9-664CFF6E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B540EE-F16B-44B0-8BB7-81F5670F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2A446D-1506-4407-AF31-3754381C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F91F3B-9006-4F94-9455-52723793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1C5196-7550-4235-AC55-4860FC1A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D9CDE0-2A67-42A8-9004-8008CCA7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3CB6D1-4A5C-486F-B919-E9C7B0E5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514CF9-1BD5-49CE-9664-E59C4BFE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069788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08AEB7-3CF2-4493-9164-C831439C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FE56DE-0433-4000-9E2D-AB309EE6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A0E22-F702-42EE-AE95-C91F694C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9DA2A5-B83D-4414-A60D-AEBD4C1B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C5F6F-42CB-4316-A80D-DDF02165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661E4B-0F5D-41C2-95A5-A88A1718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880DC8-6CE1-4BA7-A883-76C8F1CF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DB1D35-5146-41C4-B933-55810C90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933447-FF47-43E3-B95D-7EC390F7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B6369-CE95-4A9F-BC8A-93B3A314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product is 27,648 and one factor is 8. What is the other factor?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DC7C84-6341-4723-B7EA-DD9EAE8E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334360-86A7-4B9E-8A09-D2F13D5C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E32AAA-E112-4203-8950-FB867F3D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3,456.</a:t>
            </a:r>
          </a:p>
        </p:txBody>
      </p:sp>
    </p:spTree>
    <p:extLst>
      <p:ext uri="{BB962C8B-B14F-4D97-AF65-F5344CB8AC3E}">
        <p14:creationId xmlns:p14="http://schemas.microsoft.com/office/powerpoint/2010/main" val="16566076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CB5773-8D44-48D5-B565-410982B4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CDED9-C5B0-451A-A82A-0F288139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65879A-73B0-4AC8-B8DA-DE4F15B1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B87110-0A6F-4FAE-A069-C0964E8B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1C4EF-A517-4EC0-BD20-54F00583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30AF5-923F-43B5-9665-6848A2C9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56E1D3-F1A0-4D61-B838-47BB403C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1833F-8E59-4085-A531-874EBC97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41AE6A-763D-4BA3-9DCE-E7CFBCD0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329980-5B31-4687-B3C7-7BDA0384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56FFD9-1CD2-4CEF-882D-44A2AC75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783825-B25E-4BCE-AC58-8BA9A448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8,035 x 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8EF3F-05B2-40A6-815C-AE75B1A6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EBA021-4D9C-439A-B092-0670BF51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298A31-88AF-4A2C-8D18-F92A23D9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6B2898-F2F0-4860-AA55-8F74D2A0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32,140.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95E4F2-E55A-4F44-85F7-51DF5C64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A8038-A03D-453D-A20D-B2A89874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223901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0821B5-9769-4C49-8EAD-9F8F6F8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4BBED5-A082-4111-B017-29C3D563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98278C-2C11-44B8-BF01-7BD3C9A7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E2147-DD2D-4B8E-B985-C81E198E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59BECA-8161-4F69-8D19-59FFE42B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57044F-AB32-44AA-831A-5249F11C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A407E-3B2A-499A-894B-CA64E98CC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51D394-C1D9-41C6-9009-72CB55ED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60E0E-26EC-48D3-A12B-3DB470E7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00F9BB-3B3C-4739-B600-7827428D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38F4B5-5CCE-4FBD-97FE-1757DEAC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32C550-8905-4001-831A-9E35AA91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CEA43F-520A-42EF-8168-940E8ABA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8,035 x 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DA5D02-AD48-41AE-BF9F-4907D15A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7D5030-904C-4F6B-9454-55F2E8AA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7A2DEA-BD6F-4EB2-9D51-ACB02618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0A12F3-3582-4ECD-8E30-F99A75D5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forgets to include the exchanged tens when multiplying the next digit.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C430DD-DAE2-4D9D-BC59-43C63498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8638F4-CB9F-4F8C-A7F1-3725DA58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9FD546-54F6-425C-8928-E91C00B0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A77E8B-EC69-486F-BF8B-77C47ABA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49D616-41D7-4B96-9B6B-7B669AE6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478533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2026-09-09T20:45:04.7920000Z</dcterms:created>
  <dcterms:modified xsi:type="dcterms:W3CDTF">2026-09-09T20:45:04.7920000Z</dcterms:modified>
</coreProperties>
</file>