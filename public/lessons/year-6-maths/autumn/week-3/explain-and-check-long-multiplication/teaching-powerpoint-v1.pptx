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Explain and check long multiplication.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I do.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I do.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You do. Pause before clicking. Let pupils try independently, then reveal and discuss every step.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You do. Pause before clicking. Let pupils try independently, then reveal and discuss every step.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I do.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I do.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You do. Pause before clicking. Let pupils try independently, then reveal and discuss every step.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You do. Pause before clicking. Let pupils try independently, then reveal and discuss every step.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and check long multiplication.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9E9EAFDE-623E-429B-9E1E-6768684EA3A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Explain and check long multiplication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22D4847-2FF1-49D2-8C96-9CFA739003FB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B530992-F2EE-4DAE-BEB8-6A1D71710F9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2D614F9-0968-4816-8F9D-434B16598AC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3404AC8-11A5-448A-A8C2-813F1F20B6D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0100CE9-42E3-404D-B61E-11C7B4BB8950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identify errors and justify long multiplication methods.</a:t>
            </a:r>
          </a:p>
        </p:txBody>
      </p:sp>
    </p:spTree>
    <p:extLst>
      <p:ext uri="{BB962C8B-B14F-4D97-AF65-F5344CB8AC3E}">
        <p14:creationId xmlns:p14="http://schemas.microsoft.com/office/powerpoint/2010/main" val="28745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-1">
            <a:extLst>
              <a:ext uri="{FF2B5EF4-FFF2-40B4-BE49-F238E27FC236}">
                <a16:creationId xmlns:a16="http://schemas.microsoft.com/office/drawing/2014/main" id="{D36349C6-E200-419C-A1D6-3421D17C6A1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6FCC066-D490-47CF-9FDC-1ED8D4F0B95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326 × 45.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625DC5F-8E7D-4AFF-8C21-69C362498E8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E55904A-4C05-459F-9AB1-49C220FCDD2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B60E0E1-6D07-4668-A32D-55CF0AA2255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2742FF1-5526-40E8-80AE-05AA4C1A545C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A822BA4-562B-4312-8814-04DCBAF4C193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DAF21FB-08A3-48E8-B96D-874E41694C8D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1C3A4C0-4DEF-461A-9906-5A2D3B54968C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B7195C2-64C2-4C9C-8472-8E7766EB146E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7C9BD1C-599D-48B0-BBA9-9E8C12C13BF4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4A79AC0-4E76-4DEF-B109-65A6B0698D4E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6 = 30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6B234B5-321D-4352-968F-B6C959064992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D4DADA1-047E-4F0E-B06A-F6693E7F195C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96C1BFB-3CFC-4142-A339-5E5345F4578F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2 + 3 = 13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5CF9505-0FAE-4FA3-8233-C1DA8AC78427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AC5D3E66-C338-474A-A6AF-75B5FFF3769A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9F506173-DD14-4C54-8112-F30037DB652E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3 + 1 = 16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EED0D8FC-1563-40C5-9B4A-747FDC877D1B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DCF5F2D-F1E6-4341-84C6-D1C187380376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D54A2F8-64E7-43DC-A0EF-532C1AE102F9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647D2D7-9B8E-4CC9-AB13-E633E8E5DE2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6 = 24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543852C-14BF-480A-9E70-3AF91DB01B46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0920D09-8D6C-42E9-97DA-BFE2ECB48C70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333B2D41-6FEA-4A32-BB5F-188CBEB774CC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2 + 2 = 10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1CE5918-5949-41EA-A994-ED84D5044CA6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75ABBD85-D088-42C3-A57B-F36A43457918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530004D4-0A16-4106-9CC6-F41A8142304F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3 + 1 = 13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1BF5044B-C628-4AE2-8CE6-2ADC7B4EB9D7}"/>
              </a:ext>
            </a:extLst>
          </p:cNvPr>
          <p:cNvSpPr>
            <a:spLocks noGrp="1"/>
          </p:cNvSpPr>
          <p:nvPr/>
        </p:nvSpPr>
        <p:spPr>
          <a:xfrm>
            <a:off x="6548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0524CB24-9742-412A-8708-C61F569914A4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F1DC8D92-0692-468F-BA21-5DAE8EACBD11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1,630 + 13,040.</a:t>
            </a:r>
          </a:p>
        </p:txBody>
      </p:sp>
    </p:spTree>
    <p:extLst>
      <p:ext uri="{BB962C8B-B14F-4D97-AF65-F5344CB8AC3E}">
        <p14:creationId xmlns:p14="http://schemas.microsoft.com/office/powerpoint/2010/main" val="23823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0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61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77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4" grpId="0"/>
      <p:bldP spid="14" grpId="1"/>
      <p:bldP spid="14" grpId="2"/>
      <p:bldP spid="15" grpId="0"/>
      <p:bldP spid="15" grpId="1"/>
      <p:bldP spid="16" grpId="0"/>
      <p:bldP spid="17" grpId="0"/>
      <p:bldP spid="17" grpId="1"/>
      <p:bldP spid="17" grpId="2"/>
      <p:bldP spid="18" grpId="0"/>
      <p:bldP spid="18" grpId="1"/>
      <p:bldP spid="19" grpId="0"/>
      <p:bldP spid="20" grpId="0"/>
      <p:bldP spid="21" grpId="0"/>
      <p:bldP spid="22" grpId="0"/>
      <p:bldP spid="22" grpId="1"/>
      <p:bldP spid="23" grpId="0"/>
      <p:bldP spid="24" grpId="0"/>
      <p:bldP spid="24" grpId="1"/>
      <p:bldP spid="24" grpId="2"/>
      <p:bldP spid="25" grpId="0"/>
      <p:bldP spid="25" grpId="1"/>
      <p:bldP spid="26" grpId="0"/>
      <p:bldP spid="27" grpId="0"/>
      <p:bldP spid="27" grpId="1"/>
      <p:bldP spid="27" grpId="2"/>
      <p:bldP spid="28" grpId="0"/>
      <p:bldP spid="29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-1">
            <a:extLst>
              <a:ext uri="{FF2B5EF4-FFF2-40B4-BE49-F238E27FC236}">
                <a16:creationId xmlns:a16="http://schemas.microsoft.com/office/drawing/2014/main" id="{BB418B6B-AAD3-456A-98AB-A6C92D40EDB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A0D2F30-D7CA-4B77-9F3D-0062616999A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1,630 + 13,040.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6ADFE57-E7CA-45DB-A87B-853ABA08B4F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F95C6CD-B27D-40D4-BA08-E6C8F5973E4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F8BFD06-BF89-4F3E-B5B3-609A01945B5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B89ABFE-878E-42DA-BE8E-5AE3AAB3B5B3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24A8099-D02D-4C31-A840-964936134AAD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CFE259D-07D9-4B95-A3DE-ACFB3ABD2BA3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EDB7563-5C80-4115-980D-67C364F71650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A313A77-2269-4DCC-8255-274A6D705E27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F6F516F-9F07-45BE-822F-3B4CF64D6DB4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B3F0F61-AC7B-4329-8B4C-1628ECD0DE50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FC41865-2731-41D9-80AC-3B1F69A6DD67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D6A3BA3-08F7-414D-A240-9ABD78046F94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71AFB26-FF4E-4630-8A2F-2C221488D490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A8CDB0B-6B60-4231-AD60-EA12E191C58D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EB0B079-0AB4-473A-B610-8A8E784195F8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E3D6A90C-0B28-41B6-B020-0C8C7B54CAC2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F097878-C81F-4952-99BB-787A8EE6D70C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+ 0 = 0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488ACC2-C96B-4A28-BAD3-B57BA1DD58AF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B4299C6D-98ED-4B70-94D9-6E9E97B6EB51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CFFCFFD-F3AA-490F-BD3C-31F6CAAF7832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+ 4 = 7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00C3D55-A0FF-486E-852B-2367F49BB5BA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DEFA2C8-99ED-4FFC-A123-F5ADF6945F44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23BC4E33-CF15-4327-BFF2-ADEB882E7C1A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+ 0 = 6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BB408090-03C3-432A-B5D5-14580C80F2B4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FFF3DA0C-2417-4A44-AA0D-8C0890901952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9AFB596C-618C-41BA-A7FD-AA215FDC4D49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+ 3 = 4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9AE2AC68-2660-43EB-AD97-81E3D861DAB7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F1575D4E-7A98-4A90-A742-0863CC6A594C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354197B6-7629-49FF-9E1A-39F2770EE14D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+ 1 = 1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0B08BDCA-19DE-4011-9D58-3DE38E63F6F3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BA1CD066-EF6B-4FAC-AE7F-974EE66176CD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1,630 + 13,040 = 14,670</a:t>
            </a:r>
          </a:p>
        </p:txBody>
      </p:sp>
    </p:spTree>
    <p:extLst>
      <p:ext uri="{BB962C8B-B14F-4D97-AF65-F5344CB8AC3E}">
        <p14:creationId xmlns:p14="http://schemas.microsoft.com/office/powerpoint/2010/main" val="214590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2" grpId="0"/>
      <p:bldP spid="22" grpId="1"/>
      <p:bldP spid="23" grpId="0"/>
      <p:bldP spid="25" grpId="0"/>
      <p:bldP spid="25" grpId="1"/>
      <p:bldP spid="26" grpId="0"/>
      <p:bldP spid="28" grpId="0"/>
      <p:bldP spid="28" grpId="1"/>
      <p:bldP spid="29" grpId="0"/>
      <p:bldP spid="31" grpId="0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-1">
            <a:extLst>
              <a:ext uri="{FF2B5EF4-FFF2-40B4-BE49-F238E27FC236}">
                <a16:creationId xmlns:a16="http://schemas.microsoft.com/office/drawing/2014/main" id="{DF071F84-A354-4C8D-B09B-79547BE8151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1A7C1E9-1C53-4314-A889-574C7852653B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51BB87E-001A-47FF-B752-105BFCA9344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337 × 45.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30E2762-4E20-40D7-A663-4F8D7E23964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FBF5C60-2210-4218-AFDC-25BE127B3AC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289667F-BDA8-4032-BFAF-943801F06AD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5670580-6747-4B25-90ED-08ABD72F29CE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284E321-B281-43B8-A62A-EB27B271F75C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6EE8125-37A0-4777-8F4A-629CAC94749F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4B89217-9658-4219-BB36-A9D81D933165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05315FF-69C9-4795-83E6-2153BAE15EF6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06E7E5E-B517-4B66-A315-397DC42EC39B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23BB50E-9112-42F0-9AAB-FA261DA495B7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7 = 35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3391793-F725-433B-BB32-7F800EC981CD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5F43E51-4F9A-4B76-996F-332E56C6ECE7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4121BBE-3B9B-4FC5-AF23-52DA26EE02CC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3 + 3 = 18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BAACEC8-93A8-4831-A326-6144736E770A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667FD4D-87B7-4981-9F55-E008B4033F0E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71D6DE5F-9F0C-46E6-A966-97481F46F68B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3 + 1 = 16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62732FC-6091-4E57-8970-58B94ABBDDF9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6579C76F-8F92-4E93-A5F0-2F6F5E31E092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746F5FB-5EAB-4DB2-AC70-C11FBB6BB65E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9D33D54-E776-4178-B187-7FC01B08FCC4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7 = 28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B5ABBA0-30B9-4F9B-8721-5E0766FBCA9A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F2B64A2-4B8D-4B6A-9BA3-7E1B606455FD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57653FC7-BE8E-47AE-BDAD-7D89305E48BE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3 + 2 = 14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AFE5BE97-282C-4DF9-B7D0-E4CA020315E1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32C449FF-FA5F-4C0D-954B-E6A059B2DA9D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B28D0B4F-91DC-47B6-B747-DBE12EE9F8DF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3 + 1 = 13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06231E62-8CE0-49CE-B883-2E86D2999973}"/>
              </a:ext>
            </a:extLst>
          </p:cNvPr>
          <p:cNvSpPr>
            <a:spLocks noGrp="1"/>
          </p:cNvSpPr>
          <p:nvPr/>
        </p:nvSpPr>
        <p:spPr>
          <a:xfrm>
            <a:off x="6548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5AE999C4-35E9-47EA-B8B7-99A867914B38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7C2F5650-C877-4371-A22A-324037D99761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1,685 + 13,480.</a:t>
            </a:r>
          </a:p>
        </p:txBody>
      </p:sp>
    </p:spTree>
    <p:extLst>
      <p:ext uri="{BB962C8B-B14F-4D97-AF65-F5344CB8AC3E}">
        <p14:creationId xmlns:p14="http://schemas.microsoft.com/office/powerpoint/2010/main" val="8184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0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61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7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5" grpId="0"/>
      <p:bldP spid="15" grpId="1"/>
      <p:bldP spid="15" grpId="2"/>
      <p:bldP spid="16" grpId="0"/>
      <p:bldP spid="16" grpId="1"/>
      <p:bldP spid="17" grpId="0"/>
      <p:bldP spid="18" grpId="0"/>
      <p:bldP spid="18" grpId="1"/>
      <p:bldP spid="18" grpId="2"/>
      <p:bldP spid="19" grpId="0"/>
      <p:bldP spid="19" grpId="1"/>
      <p:bldP spid="20" grpId="0"/>
      <p:bldP spid="21" grpId="0"/>
      <p:bldP spid="22" grpId="0"/>
      <p:bldP spid="23" grpId="0"/>
      <p:bldP spid="23" grpId="1"/>
      <p:bldP spid="24" grpId="0"/>
      <p:bldP spid="25" grpId="0"/>
      <p:bldP spid="25" grpId="1"/>
      <p:bldP spid="25" grpId="2"/>
      <p:bldP spid="26" grpId="0"/>
      <p:bldP spid="26" grpId="1"/>
      <p:bldP spid="27" grpId="0"/>
      <p:bldP spid="28" grpId="0"/>
      <p:bldP spid="28" grpId="1"/>
      <p:bldP spid="28" grpId="2"/>
      <p:bldP spid="29" grpId="0"/>
      <p:bldP spid="30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-1">
            <a:extLst>
              <a:ext uri="{FF2B5EF4-FFF2-40B4-BE49-F238E27FC236}">
                <a16:creationId xmlns:a16="http://schemas.microsoft.com/office/drawing/2014/main" id="{53784759-DF64-4443-A8F2-5CB1C56FF8D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26EBF57-E915-4332-830B-B204A89703BE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DECB522-B203-49D4-891F-5DD3A0125F4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1,685 + 13,480.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CADC745-85D9-485F-82A3-A13C839CA31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E5BFAD9-B885-4D6D-9CA4-834FF8FF842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43353AD-9593-4149-8AB6-9FC02133C4E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CD94FF9-D6CE-4A0A-A676-4713B3DE1517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CBD0604-A543-4AE4-98EC-E48D388D350B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3E7A2CA-D638-403E-9EDC-70CBCFBEBC2F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10CC55B-1A60-4880-9CFF-C6B4A8106590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F6BDC6E-2C4B-493C-8C08-B89F939EC2C7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BE084B5-B62B-499C-97F0-2B26DDF4DA8B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5C2EA77-9513-4B9A-B348-F1778BAE08B4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9C78CF9-FCD0-4004-B41B-AF3077CC0BCD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358C46A-3826-4B06-9966-3B8FE94A4453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685112C-8795-4AB2-9A77-8922DBBE1412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A72A1B4-7D81-48E7-B0A9-D3F21B2FE427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AB61229-3195-4BB4-98C3-511783D34849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C4092CD-0A5D-4F68-9EC2-CB43C128B92A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06B7B15-31D8-4031-857B-E6269483E5E0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+ 0 = 5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2E64688-E4A4-4BF3-87FD-78FD43B1B45D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7AA4B70-49E9-41F3-9060-8338E85DA13F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8A896F3D-05DE-4F6E-9AB9-D3CDDFE6EC22}"/>
              </a:ext>
            </a:extLst>
          </p:cNvPr>
          <p:cNvSpPr>
            <a:spLocks noGrp="1"/>
          </p:cNvSpPr>
          <p:nvPr/>
        </p:nvSpPr>
        <p:spPr>
          <a:xfrm>
            <a:off x="8262938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FD5647FB-8880-485E-AC28-B3127F3F197C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 + 8 = 16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8B8F323-9580-4A28-A171-83A376E0A2FB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40893642-1395-47CF-BC2F-FFA11C3BA569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F33DC2FA-6763-4866-B49B-3D3C44C8DB06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C0A561AF-B1E8-4C98-9CAC-9D3809EFBAF2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+ 4 + 1 = 11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E6D71F63-D8A1-422C-9869-F2CF2CC0254F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7F22C779-CECE-4A92-A704-26492FBE7D15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3A3D01C6-AD44-4612-AE64-F35A2F13DCAB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+ 3 + 1 = 5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C900321E-6F4D-45FD-8832-0F0708038237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00C45365-C838-4EB6-AF6B-88B962EE18F8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EF737D3A-976C-48EE-951F-DD1FFAC77ADA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+ 1 = 1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0EF07805-A23D-42F3-9F70-2F7C05A630A1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6E0C5603-62A0-4ED0-9E93-8E7B3BC47BAE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1,685 + 13,480 = 15,165</a:t>
            </a:r>
          </a:p>
        </p:txBody>
      </p:sp>
    </p:spTree>
    <p:extLst>
      <p:ext uri="{BB962C8B-B14F-4D97-AF65-F5344CB8AC3E}">
        <p14:creationId xmlns:p14="http://schemas.microsoft.com/office/powerpoint/2010/main" val="148530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24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42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3" grpId="0"/>
      <p:bldP spid="23" grpId="1"/>
      <p:bldP spid="24" grpId="0"/>
      <p:bldP spid="24" grpId="1"/>
      <p:bldP spid="25" grpId="0"/>
      <p:bldP spid="27" grpId="0"/>
      <p:bldP spid="27" grpId="1"/>
      <p:bldP spid="28" grpId="0"/>
      <p:bldP spid="28" grpId="1"/>
      <p:bldP spid="29" grpId="0"/>
      <p:bldP spid="31" grpId="0"/>
      <p:bldP spid="31" grpId="1"/>
      <p:bldP spid="32" grpId="0"/>
      <p:bldP spid="34" grpId="0"/>
      <p:bldP spid="3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-1">
            <a:extLst>
              <a:ext uri="{FF2B5EF4-FFF2-40B4-BE49-F238E27FC236}">
                <a16:creationId xmlns:a16="http://schemas.microsoft.com/office/drawing/2014/main" id="{6E10B0DB-F319-472A-83A3-01F61C1FD06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8AE7341-4B74-421D-8162-BBA3A3E5E61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348 × 45.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8C23942-7DDD-49F2-987B-34D74BC7131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46B3DC6-2471-4915-AC2F-EC463C02209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7EC7682-13C6-49D5-99ED-323C77DBCAD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7202FAF-BDA5-4409-ACEE-F0A1022C9070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DC9E4FF-3951-4A48-953B-033828A96F54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63B6E19-6A6D-4503-A460-EBAE48AC1888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1C3D3C8-9003-481D-8A5C-420CA797BBF5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96A15FC-24E3-4901-8B59-2E1456518B2A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0E1076F-AF41-42B8-B1A6-BC3DCB7EF885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CC00445-F0B1-4A42-9A1C-FE7E01384887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8 = 40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7816CC6-F9B3-4965-A002-8BD2A8F30403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6FE475A-ED9A-4F99-B9F9-C47117671274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9778E10-62D9-429C-9851-859DD06118A9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4 + 4 = 24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CC5EE328-5075-419F-9CAC-0E015087580E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B93681F2-28BE-4FFC-BE9E-22D0FFEEC7D7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91B5854-E1F4-43DA-B7DC-FFED8D84020A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3 + 2 = 17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4830DC2-412C-4D8C-BE93-C7358EC351F3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4F79B6D-DD71-412E-85B5-3E8B82AD3EE2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39B8ECE-A4ED-44FD-888C-837C9ABE920B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5257423-7A47-465E-82F2-C97BEA392CFF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8 = 32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0340AC0-5480-434D-A6F2-E7024FEA3FD6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597CB2F-A41E-4B9A-A33B-79B15F171D97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CD44AEE8-DBA3-4687-B31C-E4440EC20DE1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4 + 3 = 19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3A4A63C4-7E9F-4069-B66F-41E43C8E0540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9B514B72-B7BE-49AE-B848-82B8074B02E0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5254E548-E7A7-450C-8C2E-D0014095EB8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3 + 1 = 13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132B0950-BE8F-49CB-9174-6A97DBA29197}"/>
              </a:ext>
            </a:extLst>
          </p:cNvPr>
          <p:cNvSpPr>
            <a:spLocks noGrp="1"/>
          </p:cNvSpPr>
          <p:nvPr/>
        </p:nvSpPr>
        <p:spPr>
          <a:xfrm>
            <a:off x="6548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0E06AE33-1F80-44AD-8D7F-17DB146C421E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1245FD6D-952C-4D11-90F9-4C19E09B67B9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1,740 + 13,920.</a:t>
            </a:r>
          </a:p>
        </p:txBody>
      </p:sp>
    </p:spTree>
    <p:extLst>
      <p:ext uri="{BB962C8B-B14F-4D97-AF65-F5344CB8AC3E}">
        <p14:creationId xmlns:p14="http://schemas.microsoft.com/office/powerpoint/2010/main" val="20785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0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61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77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4" grpId="0"/>
      <p:bldP spid="14" grpId="1"/>
      <p:bldP spid="14" grpId="2"/>
      <p:bldP spid="15" grpId="0"/>
      <p:bldP spid="15" grpId="1"/>
      <p:bldP spid="16" grpId="0"/>
      <p:bldP spid="17" grpId="0"/>
      <p:bldP spid="17" grpId="1"/>
      <p:bldP spid="17" grpId="2"/>
      <p:bldP spid="18" grpId="0"/>
      <p:bldP spid="18" grpId="1"/>
      <p:bldP spid="19" grpId="0"/>
      <p:bldP spid="20" grpId="0"/>
      <p:bldP spid="21" grpId="0"/>
      <p:bldP spid="22" grpId="0"/>
      <p:bldP spid="22" grpId="1"/>
      <p:bldP spid="23" grpId="0"/>
      <p:bldP spid="24" grpId="0"/>
      <p:bldP spid="24" grpId="1"/>
      <p:bldP spid="24" grpId="2"/>
      <p:bldP spid="25" grpId="0"/>
      <p:bldP spid="25" grpId="1"/>
      <p:bldP spid="26" grpId="0"/>
      <p:bldP spid="27" grpId="0"/>
      <p:bldP spid="27" grpId="1"/>
      <p:bldP spid="27" grpId="2"/>
      <p:bldP spid="28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-1">
            <a:extLst>
              <a:ext uri="{FF2B5EF4-FFF2-40B4-BE49-F238E27FC236}">
                <a16:creationId xmlns:a16="http://schemas.microsoft.com/office/drawing/2014/main" id="{FBE7BFF5-90DC-40A3-B245-4366F884F29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63A1F4C-3B86-420A-AB8C-41895D9D92E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1,740 + 13,920.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FFD73C7-7827-4EBF-8490-F641472D49E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66E871F-3E17-483C-A872-4CA5FD16DCD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1EAB842-C7CC-4C0F-893F-12B58E5FBC5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68C1D2A-9482-451D-A4C9-C4D077E8B3AD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DA35309-2272-4FD9-945C-8A4B84157200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CEC9B0A-AFA4-4D63-B27E-19552210B67A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65EB3B3-7858-4562-91A5-CB54D0EE9D05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32D913E-A2EE-4FE1-9E86-1A6DE5A068DF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D76ED45-FBAD-41B5-9BFC-0D692AD78519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EADCD46-D7EB-45A0-8DA9-F64225A513DA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FE2119C-C0BC-4ED4-A914-79AFEE07057F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4484E24-67B2-4107-942A-57192A1B60B9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0111B71A-D2D3-4842-8FD2-EFE3C37B2795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84FE5C89-986D-4DDF-8096-70A610F75E78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F7DF626-996F-4200-8892-C0E0D25D59F9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1B8FD5B-63FD-4534-B10D-27CDFBE82842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AE0292E-87C9-4EEE-8232-D19D82F4A90E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+ 0 = 0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8B28D94-FC88-45FA-9EFB-709EBF6BD031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AA50F375-E68C-44BD-8256-375FF51D61B1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DB1CA7C8-58C4-4C8A-A020-396969E7DC39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+ 2 = 6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C7984DC-98FF-40F9-B2F0-92DEA2DF14E7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975F40E-9315-42C0-8230-C5D2367B3543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0D9D3B4A-580C-4929-989D-82732C29EB76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EB800C37-0E2C-443E-A803-F286BC9D3E6C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 + 9 = 16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3FE94A0-9A57-4828-B264-3FFA439A544F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3CCC2CBB-A543-4C82-9CFE-3CAEC64117D0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C12EE10F-67CD-4289-82B7-2BC2AA937964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+ 3 + 1 = 5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8D6BF92F-9152-4EB5-8F32-FC2B13C77195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177EA4A7-94FA-421A-B8F1-CDFD4397867C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28DDD1A8-D484-4E1C-8ACF-A0C116808211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+ 1 = 1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0EDD48AF-96E7-47F7-9F9F-9A526096C91B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14AF8E8C-6CCA-4141-BD81-71F9A160C85A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1,740 + 13,920 = 15,660</a:t>
            </a:r>
          </a:p>
        </p:txBody>
      </p:sp>
    </p:spTree>
    <p:extLst>
      <p:ext uri="{BB962C8B-B14F-4D97-AF65-F5344CB8AC3E}">
        <p14:creationId xmlns:p14="http://schemas.microsoft.com/office/powerpoint/2010/main" val="117161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37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2" grpId="0"/>
      <p:bldP spid="22" grpId="1"/>
      <p:bldP spid="23" grpId="0"/>
      <p:bldP spid="25" grpId="0"/>
      <p:bldP spid="25" grpId="1"/>
      <p:bldP spid="26" grpId="0"/>
      <p:bldP spid="26" grpId="1"/>
      <p:bldP spid="27" grpId="0"/>
      <p:bldP spid="29" grpId="0"/>
      <p:bldP spid="29" grpId="1"/>
      <p:bldP spid="30" grpId="0"/>
      <p:bldP spid="32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-1">
            <a:extLst>
              <a:ext uri="{FF2B5EF4-FFF2-40B4-BE49-F238E27FC236}">
                <a16:creationId xmlns:a16="http://schemas.microsoft.com/office/drawing/2014/main" id="{E443E3E7-68B1-4A3C-BCF1-B1B6F0244EC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0BEA1FC-F9FB-4CB7-927E-F63FBCBDB758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F282A4B-4B15-405C-99ED-FD2D2D03D14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359 × 45.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E24DCD4-AFD5-4B02-8DE4-F2171CB5C12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7A5C558-A5F9-45BE-BEC7-8BBD7E6E59E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7E07538-F0B5-407B-9BE5-C6DCB5BABC6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CBFDB04-7488-49FA-AC9A-460124034676}"/>
              </a:ext>
            </a:extLst>
          </p:cNvPr>
          <p:cNvSpPr>
            <a:spLocks noGrp="1"/>
          </p:cNvSpPr>
          <p:nvPr/>
        </p:nvSpPr>
        <p:spPr>
          <a:xfrm>
            <a:off x="82629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001F0D5-692E-4AEB-B450-E254AD05E2F7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0CD4BB5-FD70-48F6-A9A7-6C2AA09946E8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3BF6404-0D63-49F2-A2CD-060DF4F4A2ED}"/>
              </a:ext>
            </a:extLst>
          </p:cNvPr>
          <p:cNvSpPr>
            <a:spLocks noGrp="1"/>
          </p:cNvSpPr>
          <p:nvPr/>
        </p:nvSpPr>
        <p:spPr>
          <a:xfrm>
            <a:off x="583406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E3D0C90-DB0B-4BC2-B6E2-C119EF1A0964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C814CF0-559B-4234-B6BD-F43ED262F871}"/>
              </a:ext>
            </a:extLst>
          </p:cNvPr>
          <p:cNvSpPr>
            <a:spLocks noGrp="1"/>
          </p:cNvSpPr>
          <p:nvPr/>
        </p:nvSpPr>
        <p:spPr>
          <a:xfrm>
            <a:off x="6369844" y="4464844"/>
            <a:ext cx="458390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2BF3650-E11B-4A84-ABB5-3411EE6216FD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9 = 45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6289181-99AF-41C1-931B-845F8FF40BD5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A33641A-E1F3-422A-AD74-04DFDCC1F0D0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2054428-BBEA-4D1A-928E-8D6DD40A09B6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5 + 4 = 29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4F5BCF8-E48B-48E1-B994-4C71D03A787E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14D9A19-43ED-45D1-879B-0385ED578FD1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DF6E5CC-3148-4537-A636-2FEB8FFE0DFB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3 + 2 = 17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EEC9030-94E4-4EF9-9DE1-E5D2E1689A05}"/>
              </a:ext>
            </a:extLst>
          </p:cNvPr>
          <p:cNvSpPr>
            <a:spLocks noGrp="1"/>
          </p:cNvSpPr>
          <p:nvPr/>
        </p:nvSpPr>
        <p:spPr>
          <a:xfrm>
            <a:off x="74056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8330272-C877-4663-A146-707EECD6E438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D8558CDD-B707-472A-A036-2600D2F8FC26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27990A3-A159-437F-B652-485B7805CD9D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9 = 36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ECDEA3E7-A1FE-4EA5-B58F-24A50A3FDF6D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0E5DC378-5113-40BC-9CEA-40AB5FA2B9B6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192C28C1-3D27-450D-B6C2-7669881CBBC1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5 + 3 = 23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FC6E2672-EE74-4FB3-B3FA-279319BCA5DB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DF68D342-C589-4A6D-92B8-9EE0CBA584F2}"/>
              </a:ext>
            </a:extLst>
          </p:cNvPr>
          <p:cNvSpPr>
            <a:spLocks noGrp="1"/>
          </p:cNvSpPr>
          <p:nvPr/>
        </p:nvSpPr>
        <p:spPr>
          <a:xfrm>
            <a:off x="912018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10A85A7D-0981-4AC0-A26D-89ADD097AD9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3 + 2 = 14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B995E135-A5BB-407F-809F-0452C9C1B060}"/>
              </a:ext>
            </a:extLst>
          </p:cNvPr>
          <p:cNvSpPr>
            <a:spLocks noGrp="1"/>
          </p:cNvSpPr>
          <p:nvPr/>
        </p:nvSpPr>
        <p:spPr>
          <a:xfrm>
            <a:off x="6548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EE243536-AB77-445F-A694-3548ADEFF979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A16C988A-8662-426E-B48C-6FCD443FDB4B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1,795 + 14,360.</a:t>
            </a:r>
          </a:p>
        </p:txBody>
      </p:sp>
    </p:spTree>
    <p:extLst>
      <p:ext uri="{BB962C8B-B14F-4D97-AF65-F5344CB8AC3E}">
        <p14:creationId xmlns:p14="http://schemas.microsoft.com/office/powerpoint/2010/main" val="159950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30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61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7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5" grpId="0"/>
      <p:bldP spid="15" grpId="1"/>
      <p:bldP spid="15" grpId="2"/>
      <p:bldP spid="16" grpId="0"/>
      <p:bldP spid="16" grpId="1"/>
      <p:bldP spid="17" grpId="0"/>
      <p:bldP spid="18" grpId="0"/>
      <p:bldP spid="18" grpId="1"/>
      <p:bldP spid="18" grpId="2"/>
      <p:bldP spid="19" grpId="0"/>
      <p:bldP spid="19" grpId="1"/>
      <p:bldP spid="20" grpId="0"/>
      <p:bldP spid="21" grpId="0"/>
      <p:bldP spid="22" grpId="0"/>
      <p:bldP spid="23" grpId="0"/>
      <p:bldP spid="23" grpId="1"/>
      <p:bldP spid="24" grpId="0"/>
      <p:bldP spid="25" grpId="0"/>
      <p:bldP spid="25" grpId="1"/>
      <p:bldP spid="25" grpId="2"/>
      <p:bldP spid="26" grpId="0"/>
      <p:bldP spid="26" grpId="1"/>
      <p:bldP spid="27" grpId="0"/>
      <p:bldP spid="28" grpId="0"/>
      <p:bldP spid="28" grpId="1"/>
      <p:bldP spid="28" grpId="2"/>
      <p:bldP spid="29" grpId="0"/>
      <p:bldP spid="30" grpId="0"/>
      <p:bldP spid="31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-1">
            <a:extLst>
              <a:ext uri="{FF2B5EF4-FFF2-40B4-BE49-F238E27FC236}">
                <a16:creationId xmlns:a16="http://schemas.microsoft.com/office/drawing/2014/main" id="{0A156ACD-DAA9-4CF5-8E0E-B7790DB3186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12EB23C-87A4-48FB-8C2E-EB2FA098320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58DFC84-8F5B-4218-BDB8-DA10A538F52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1,795 + 14,360.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76F07BA-26B5-4DE6-9B43-FAD58EF6020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18CAE13-E0C5-42ED-91BD-B338136684E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C4F2510-C308-4931-91D3-8F3C13389EC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C0900E1-C7DB-4311-8C51-94856B6C686A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D8D7538-BD08-41E4-9CF4-B587D779CF4A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58D23BD-2957-4E2F-B139-CEB4F9E8927A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EC133B0-2170-45E3-ADEC-6A3684553715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E6FF43B-400D-4135-9213-88BBABAEB3FF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65A0BBA-A798-4479-8F9C-4E608970EDDC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08890AA-4087-4036-A45A-A615DF461790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8EAA30A-53B6-4639-A04B-69CE16D6FC5E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6A1B27C-5741-402F-8783-357A8FA3F86A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F38C5FC0-BA64-4E9F-9136-2B9FCCCCC873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E61163D-368F-48A3-A4B1-976D0D7A4EF9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5AB1E7B2-9F17-4E7D-94B9-2AAAD9E4D5FF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A8969095-C1D5-4374-954A-99061E09F87E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FE85E8CD-1A3A-45DD-B719-55633D6BABAC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+ 0 = 5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7AD4029-43DB-467C-BBA6-D20630A79155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936B652-D10A-4FF5-8BAE-C38A49807CD5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7DA6F758-DB8D-4A36-B27C-F500B8B0EF0A}"/>
              </a:ext>
            </a:extLst>
          </p:cNvPr>
          <p:cNvSpPr>
            <a:spLocks noGrp="1"/>
          </p:cNvSpPr>
          <p:nvPr/>
        </p:nvSpPr>
        <p:spPr>
          <a:xfrm>
            <a:off x="8262938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BD4CA4E-BB25-494B-8967-232631267767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9 + 6 = 15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B15FBC1-69A4-41D9-97AD-A463C6D1E432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85415A2-7B72-4602-B223-52839906A2C7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AB76C23B-4267-4FA1-BEB0-5976C2805CCE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4729B080-E120-4CEA-8E31-85583977367A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 + 3 + 1 = 11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FD2882AD-AB27-4DB8-91CC-746A6AC27B50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D302C33A-FBF5-4265-9E9C-B764805FD356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765D3930-E5FA-41B4-92BC-F0E3A36F1D57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+ 4 + 1 = 6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F2CA72C4-308F-4CE7-9F5F-0CF2BBF5F955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F4B98280-3995-4B69-B2CE-C4B9427FB607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96FAB45F-886C-4E75-AE2E-7CB12694665D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+ 1 = 1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E7EA3064-665C-4CFB-89B5-0F745DC43D73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90E47B91-7219-4A45-82AB-8918300DA599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1,795 + 14,360 = 16,155</a:t>
            </a:r>
          </a:p>
        </p:txBody>
      </p:sp>
    </p:spTree>
    <p:extLst>
      <p:ext uri="{BB962C8B-B14F-4D97-AF65-F5344CB8AC3E}">
        <p14:creationId xmlns:p14="http://schemas.microsoft.com/office/powerpoint/2010/main" val="119327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24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42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3" grpId="0"/>
      <p:bldP spid="23" grpId="1"/>
      <p:bldP spid="24" grpId="0"/>
      <p:bldP spid="24" grpId="1"/>
      <p:bldP spid="25" grpId="0"/>
      <p:bldP spid="27" grpId="0"/>
      <p:bldP spid="27" grpId="1"/>
      <p:bldP spid="28" grpId="0"/>
      <p:bldP spid="28" grpId="1"/>
      <p:bldP spid="29" grpId="0"/>
      <p:bldP spid="31" grpId="0"/>
      <p:bldP spid="31" grpId="1"/>
      <p:bldP spid="32" grpId="0"/>
      <p:bldP spid="34" grpId="0"/>
      <p:bldP spid="35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8A4E67CF-B7CF-416A-993B-79CF4C9EA31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F801373-A991-414E-AEC5-891AF6CC771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58B7C33-02AB-4449-895D-08F1B2D4B64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1F9F5A2-7007-4804-A9DB-0FF6D208CF9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B24FA94-CF3B-4CAE-8922-A7812877085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5A00FEF-1FD3-48C1-91B2-69D5CA2FE37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B90C57B-B2EE-48DD-AD31-864D02A8ED36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063708C-6D59-4AB1-9B7C-22C81F395F27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Miro calculates 326 x 45 as 1,467. Identify the likely place-value error.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4D73725-ED2F-4C94-AF8B-A26EF556BA15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8751EC1-4364-4191-97E5-52F13745978F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Which is closer to 4,208 x 29: 120,000 or 1,200,000?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C3F3E0C-697D-4A90-BB97-6058ED1169E5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8BBD6BD-C462-42E9-A282-6FD673E7A12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and check 6,014 x 38.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326C513-51CE-4C72-94FB-26F2847496B1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A8312B0-248B-481C-9522-8A11E1CEB84E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Miro calculates 326 x 45 as 1,467. Identify the likely place-value error.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8E1BE17-0418-4CC1-B8AF-F4E5502DF25A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F1BE277A-5E29-4E3B-8268-332B72542A62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Which is closer to 4,208 x 29: 120,000 or 1,200,000?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B99C4EC-B0C7-4329-AF91-BE6E9993E280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F466FA9-3706-47D1-99D2-FE491DEF8D24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and check 6,014 x 38.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7ED3104-8C11-4925-A764-27B84E65C081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07D7DCF5-E915-4D7C-A2EB-9971D89BFB69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Create a four-digit by two-digit multiplication with a product between 200,000 and 210,000.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9D6C1340-591C-49EE-A61A-6F948282F914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952669F-E060-4522-8F3B-9050C132E28E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trusts a written answer without estimating first.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DAC49CC5-E337-4C09-B845-465C70E3C0A8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0B3AB09-98EE-4582-831C-F4979B913FF0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B4AEBCAD-113D-4818-A723-EA67CB02CAF9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999020C-4B8D-43FA-ABE4-1A87667F0C7D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and check 6,014 x 38.</a:t>
            </a:r>
          </a:p>
        </p:txBody>
      </p:sp>
    </p:spTree>
    <p:extLst>
      <p:ext uri="{BB962C8B-B14F-4D97-AF65-F5344CB8AC3E}">
        <p14:creationId xmlns:p14="http://schemas.microsoft.com/office/powerpoint/2010/main" val="452154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8A76DB0D-9DF8-4457-983A-81FABA65884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89A870C-45BA-4A01-87F4-A4663B1B65C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04632A9-A9E8-4DD2-897A-2CB33C1B195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2BEF113-A3C6-42B7-B476-3D406990B6C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Explain and check long multiplication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78CEC99-8E25-47F2-9C1D-F68F4AA744D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A8DCC51-2188-4386-9513-8E57669D26E3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45A79B9-50A2-44AB-BCBA-C34002856304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He treated 40 as 4. The correct product is 14,670.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DFA6394-EBD5-45DF-BEAA-3660737745C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50F5FFB-657D-4983-9F6C-7B12F3CA371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120,000.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82BD342-F927-4F60-9E59-EBBAF2913CAF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3A97761-BF34-4435-B751-3050A77D2B30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228,532.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7422F84-0FDD-4B18-B280-EA5129EE6F5B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7BEE9B8-654E-4B82-B82A-0B87495C12C0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He treated 40 as 4. The correct product is 14,670.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B758A7A-9B5D-40BC-9290-CBF22DD5259C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05801E95-DE23-4B7F-8340-BF2A3F1AEDE1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120,000.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0E871D8-E41A-4789-8526-2293D468B105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D4E85055-62BD-412D-86E3-74DBE76A65D4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228,532.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7A3A654-D5DD-4655-81E3-BA7186D82E0B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ADFC42F-AD48-4A6C-9EDE-2A32C8E79A84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vary, for example 5,000 x 41 = 205,000.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C795D1AF-F410-4E34-B711-B8648A44B908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23F55658-F8F7-4D76-ABC0-7516740310AE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 estimate reveals place-value errors before the exact calculation is accepted.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D54D7DD-CC13-4C24-99C2-2DCB4026BB70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A814A01-BAFF-49B1-BAE8-555C12CAF2B3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47DB68F5-7720-45D0-88DA-A4919D96F65E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3C97285-75B9-49AA-BA6F-EC798C3F1718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8457979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1706</Words>
  <Application>Microsoft Office PowerPoint</Application>
  <DocSecurity>0</DocSecurity>
  <PresentationFormat>Custom</PresentationFormat>
  <Paragraphs>305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2026-09-14T13:14:15Z</dcterms:created>
  <dcterms:modified xsi:type="dcterms:W3CDTF">2026-09-14T13:18:13Z</dcterms:modified>
</cp:coreProperties>
</file>