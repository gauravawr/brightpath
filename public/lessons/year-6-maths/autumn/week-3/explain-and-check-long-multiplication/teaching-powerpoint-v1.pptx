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120,000. | Estimate the product before calculating. | An estimate reveals place-value errors before the exact calculation is accepted.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Miro calculates 326 x 45 as 1,467. Identify the likely place-value error. Answer: He treated 40 as 4. The correct product is 14,670.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120,000.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An estimate reveals place-value errors before the exact calculation is accepted.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120,000..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228,532..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Answers vary, for example 5,000 x 41 = 205,000.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Which is closer to 4,208 x 29: 120,000 or 1,200,000? Expected: Calculate and check 6,014 x 38. Higher: Create a four-digit by two-digit multiplication with a product between 200,000 and 210,000.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228,532. | An estimate reveals place-value errors before the exact calculation is accepted.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B039F5D-E5F4-4C9F-97D1-F7A84FB9578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E70138-7693-4D5A-9359-C8BFDD81D5F6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12FAD10-BDD2-4678-9FAF-A1B3F99EA2BD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D2E28A-807C-4EDC-AA26-0ACF173377D0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E982D4-D12B-4FC2-809F-604A3DF6F62B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3  |  Day 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6198C5-A652-4C6F-B1F4-B68F179181F4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F49576F-A41F-4069-929E-52EA238FA221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4A8E33-3064-4E95-8937-B224431C26EB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11C9189-E48C-45B4-9664-1D2BD71942B4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errors and justify long multiplication methods.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D10CF2-EB12-42B3-B72C-1A2ED9EA9BB2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F28EF9-60A4-48CF-9151-E935804DBF05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D75FD7-CD32-4D0B-ABE3-3558935D865F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3941602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B1E2BCF0-140E-42E4-A672-ECDC9AA2C56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B125B2-BEA0-4F30-B8F1-F95730A14BA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6635E9A-C816-4AEE-A7BC-5BAF636DC62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2D1D2FA-3C4C-4EAA-A77D-08100519811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CAA1A7-C1BE-44BE-B623-D8E2D171A37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356C85A-D8F1-4C18-95A5-75D12AC2E3D0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928696-7FDD-4075-A9B7-3A526FFC38D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C37BEC5-8BD5-497A-90CB-AF442B3828F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DCEFA6-9974-4657-A7AE-228E5EBB91E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7892EA-01B7-407B-8273-FB1E036761E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B421048-BCDB-4C40-AFB0-1557C4AED4B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8A7C1B0-4078-450E-AA44-3575246187B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33F532-23B0-404C-99E5-DC88C031087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4B1719-23CC-4643-981B-9FEF7B2B0A71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9AE5DF9-2DEF-4659-8378-902ACD03D06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494850B-89C1-4B71-82B4-44391919A0FA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EB6CD9B-8D80-40C7-BBC0-FFE71A00294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22D9568-A391-4D5F-8F39-4050C955194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closer to 4,208 x 29: 120,000 or 1,200,000?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59E30F3-D681-4CDB-AB98-A4CD32D1C2B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0C1C693-5155-4C69-8B0B-9C8F18C02C5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37654B8-ABB9-4123-A739-37A68B64BE1D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E69C189-F8FD-4DBA-88B4-30AAC2220D5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Miro calculates 326 x 45 as 1,467. Identify the likely place-value error.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18D4395-38DF-44BA-862D-C83E3C84F3E1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385612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F9464D9-54DA-4C10-96E7-249E4994F66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19E78-386F-43B2-B201-ED6FFEFCCDC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50536C-D599-4C25-A8B6-C75CB35FB20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EA328DF-2F97-458D-A048-261ACA3B4A2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4D9801-E375-44A3-BA37-B9CB89C42763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F45EF9F-049B-4B9E-9098-83233D991AC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8909380-556F-4101-A79D-729B741754D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C64A38-FEDA-4D84-BB8A-81751815097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17F3202-76DA-4274-B984-A77814697E7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A3CE3A7-9D65-4F37-86CB-7BA46368343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63F1D1-8ED2-41DD-9F57-9F692C24E722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identify errors and justify long multiplication methods.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774BE34-0732-4C7B-A3A3-1D3F906E4AEA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3DFF6E-1C8A-4514-920E-760AB19529A7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BDFF85-4F14-4B5A-A9EC-EF4F3DFE1C52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1BCD33D-427F-46D8-9605-ADAF24FE2706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3A40307-CF19-4376-AB43-92A4339F13DB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1786448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60AE3EA-4A00-4B4A-862B-91C3D4373D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D58BE40-092E-40A9-8E03-2EB36C5D37F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4A5AAE-4660-4891-B3A4-B4EABC82751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3865F40-3906-4187-ABDD-A339B40A212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ABD932-113D-4B84-AD8A-2F2DBB8BFEB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12D377-89B2-4A37-813F-50067B899CE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C6744A-A22F-4EDD-9653-701612D70D29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CBAEAB-2EA1-42B8-A953-0F80176EC93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F8126FE-38FD-4E0B-9AAE-8DD79EF5A82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8D6EC69-A86F-4481-9543-F7D9954519C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CCD76D-91EF-431F-9347-4BB54D6EFA7C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calculates 326 x 45 as 1,467. Identify the likely place-value error.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E361AE-EAFE-4946-9466-4D717445DFF9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3E0EA20-F39B-4A51-AA1B-36D38412830D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7282E9F-EEA4-424E-9892-266829B0D68A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6FD78C0-A984-4D46-9475-E60AB7ECCD4F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product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1B3FA2E-47C2-4DDE-B3C1-71D2D411A927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D5870A4-881A-4CF6-A890-FB33547C5668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1B9D757-A730-4232-9D46-19938609D037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9A6EF75-07DF-4A52-9EF5-7799EF9C99EA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by the ones, then multiply by the tens using correct place value.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B37CDE-1561-4AE3-A7BC-F25001FDA6B7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71473D76-9461-49B4-8DF4-858D09A698F8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A749EA0-205A-4327-84BC-D81ABB591F36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4803B2F-A6D3-4280-9123-4FEBFA934875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Add the partial products and compare the answer with the estimate.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94505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4F8B7D0-F578-4D68-92D6-D823C5E189F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6547BC-49C4-4B1D-960B-95647B20367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EF0629B-7154-411F-ACEB-8553BDE4730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2399654-64E3-47A3-8F09-74F2E958F58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530E7A-DB76-4A1F-93C7-2CFC6916C831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354517-02BA-489A-80FE-5E5C3BC77CC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7930D9-4C1D-40D6-85C7-421583A7CF8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841C6D-2EDB-401D-8EA3-6F38685ED5F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FE25F1-FA66-4892-9D0A-3207FE7F1A61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31F08-DA23-4542-BC01-F461ABE6C78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9181BB3-94E0-4D71-91F7-A5DF9E4BC2A4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FD35C44-7E31-475F-8AFB-E8CB4BDD2CEF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He treated 40 as 4. The correct product is 14,670.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F473829-D588-4983-9837-D651118E3C43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E634EC1-5D8F-46DF-B039-3B0B141B081C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DAE8CAB-E0E7-4A4F-A706-AF89151A4623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99582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8074403-BBFA-449A-94E6-055A95B5DED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F74E0F-3CB1-40E8-AFF9-680E16C0B76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941DC60-B8D0-4A8C-AAA1-42A413B9F2D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98DA1C-CBBD-4BAF-9B41-1C0D32CCA95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66187D-6BBF-45F6-AB79-175DB9A3EFB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E83DCC-A22B-404A-88F6-32510BC246F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2CCC7F9-B134-4BF4-868A-FB3EC1D963D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E80E4C-6C76-461C-8CA5-F1E872DB17C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5EAF57F-37BF-41CF-9330-BFDE35C61A1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F67DEF-F3D4-41C3-B9B6-243DE71A873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E05DF23-3475-4C21-B3C8-4B2CDCB85350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closer to 4,208 x 29: 120,000 or 1,200,000?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36B341-C892-4FDB-95E3-330FD5B8442B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5090F40-3D2F-472D-90CD-0F10C9015C7B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E1B50A6-7569-4792-B8AA-FCA9D1F4FC3A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C8C25D-6D2A-48FF-B211-D5A66DAC9D58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6BF5AC8-94C9-453B-900E-2E3AAFB9368D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120,000.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3410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F183566B-E116-4C4C-B712-104FF30DB5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E24C559-4846-468B-81D7-B1FB2D7E464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E58A05C-958E-4879-B8B4-12DDBBEF3A9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6CF7592-C837-4C66-8C48-C0C786C8644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A352CE-6582-4F61-B58D-2C40200A249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71BCF8-8A2C-42FF-9EFE-651D87FBC62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C21E52-C57C-463E-8864-A60074AFFC7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D0062F8-5096-42C2-B8FE-A18904346DF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7691D81-B7DB-4841-8D19-21919B965F6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05E1AB1-A3CA-493C-8DC2-343888A86FB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435F89E-C749-40A7-96D7-395467C59264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43B8E6B-8692-47D2-9A8F-489F786013E7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trusts a written answer without estimating first.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BFFE683-DA82-4CFA-93BC-E732C10DC9D3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FEDE68-8D04-4300-BE5E-1730A8CB7E3D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FFBCD3-EE5F-4D64-B6DD-1108520654FA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An estimate reveals place-value errors before the exact calculation is accepted.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21902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263F7FB-69D6-4E4D-93AD-BF6FD18667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C9DDC2-A383-4AAB-B528-43CE1E28B19B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E1445A-BB8D-40E6-990B-63134F6D584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5A1F957-3895-4EA8-BE06-4EB1B690449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4C0B8D-3764-44A3-A850-14D3D8DFAD4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192E1A-3550-4836-AF31-0260D41BAA3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DC008D-F402-4C7E-892D-D99CEC59BB9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E17F32-8E95-4BE9-9941-0E6F66D4876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E58653D-EFC5-4FA8-8E2B-FF56953B78D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7DAF159-C594-4841-B116-9874ADC626E9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9E54B16-6F12-447E-8E9A-92AF6BC0200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C8FE8E3-1762-4BB9-BF8B-A96E42BA2F1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8D729C-0949-4652-901C-FEA5FA93EB1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00A9FFA-9E36-429C-838B-09489D02314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closer to 4,208 x 29: 120,000 or 1,200,000?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03981C2-D38E-42D5-A949-9B9CAB7DB49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A6137B0-5B68-4A75-AF53-70472A2EB9E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EF0132F-E2A7-4E29-AE85-AA791BD15956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EF94F79-3775-4883-95C7-C7E0F6AEF3C6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0BA80F59-C313-4A1D-87BA-8571EABC32D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682F820-3169-4740-83BA-77CF4C6E107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EE45A87-C4DF-4682-B484-C533C1778600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589554-E57A-42A2-A614-D878D044D51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120,000.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FA57F2F-FDFA-40A8-BD64-EC518CD9BF2B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80546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153057-7BA5-4BC8-B0B4-4446817B0D9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37C104-F912-4F2E-9D9F-6EA53B8398B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756CDF-EBA9-4BD7-A9B2-436F15B3146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440F92B-9A06-4F8F-8E38-1BEE4815CF0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7DD442-7813-4A29-8C77-1BE7EE5798E7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39558B-AD44-49DC-984F-7B8E2A158AB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9FFC523-A239-4155-A5B4-F50403928E3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F0450D-D689-4C76-9FF6-C7A0CBC22611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38FC3B-8961-4CEE-9C28-04BC7CEA77D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0BB6E9-8EA9-4C9B-8AE6-A821A6C4778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C2BC492-4254-4B44-A3FD-B14F34D4EC0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D5EDC65-58B7-4B26-98C2-4064C75EC7D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5955F0-4609-4455-91E3-F4989608777E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17BF773-CF73-4ABC-9572-83981C2E257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and check 6,014 x 38.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D0F515-3B11-4676-AEF0-C18696DFED5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5B5D359-BC87-4349-9E46-6D61EF75946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271E8B3-1E78-4B27-87EC-9288D0DDB71E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3539501-5B77-4430-A4E4-1BC53F861EDE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BB3ED73-75A3-425E-90DE-3223CE1C91C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FDD1825-A9A4-459A-8626-6E0BBEF61D2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83E9758-BADD-42A7-A04C-C9AF35B3465C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6C0C2F2-22FC-4475-B88F-85231CF4880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0285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EBFD7C98-572F-45AA-B336-74FECB5F132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1E8978-DCF7-4AC5-ADAE-968A25317AE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A5B080-849B-4700-AC04-7EAE1FADE41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DB4D149-0077-4154-B32A-A7A63D31CEA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75047A-3765-43F4-B447-5FEAB4C7811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4BB0B60-AA78-4424-A3A5-89223EF06D0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49EAF7-EBBA-4806-BCB1-92C350EB5B4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A3FB22-99F0-4BA8-889A-21335EBCA11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FAC7E3-302F-4AC4-B714-A16A4DAA467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BEE313-B86F-49B3-BFB5-F8B8BA30266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847CD98-D0D4-4FA1-A555-A458876CB95D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Create a four-digit by two-digit multiplication with a product between 200,000 and 210,000.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A84F87-C4CC-4D08-B382-CA03E37C5250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69D4D5-9C4D-4C7E-864C-87CC13A2BC58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DD4AC65-6523-4ED9-A5C0-417C75565650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Answers vary, for example 5,000 x 41 = 205,000.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88693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A512CD8C-FB79-40D6-9F18-3E5E3005A02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E7DAF1-A039-4076-88CB-CCBBEE12024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661DAE-A93E-4BF2-AD19-49CE73807E0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E68DC68-2FBA-4021-B546-EFB809480FC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DD3F0F-3F38-4A7D-907B-BFC5C1E45719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D0F041-1FCD-47E0-9D55-33807D00AC5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8B1875-5C2B-4785-9E16-8A273FED5DC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69C509-F299-475E-8EBA-D027388B2EB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E9AB97-B63B-45FD-9E3D-7A251EB7B8D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64F72C3-E767-4C27-8A0D-2E26E9AFF98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B4D720-38DF-43FD-A25B-D89BDFB11E2D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88EBAEA-EF46-4982-8F5D-8460A7CE4BDD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6F8AEE-58D6-46D5-B6D6-2BB4152E6CFC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F5D8BA1-5CF9-479E-993C-23CDB814529E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AFC8A8-9EA8-45F6-83E0-ADBED2715501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83EDCB3-F7B5-4D6C-963D-67E183C43A82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42A768D-C7D6-47D6-8FFA-1963AED9BC59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8A7F77-27BA-47D4-A38F-BC7704D9FA44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3D50B97-44E0-45AF-A995-686F194A6208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5507F5F-6095-4BA5-BDBB-779C0C711F8A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07E813E-AB27-4DA4-9A0C-146BFCD81A84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D1BFB1A-A942-4AF6-8EF4-832EC1C81252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C15420F-397B-4034-92A9-E0A557274258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A4D8C6B-BF07-493E-A523-0F03A47CA3A2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87B0A63-A3D7-498D-81AC-87D979B1E3EE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F1F4A9F-437D-40F2-8535-88480C31004C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8284282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007B2EC-2ABA-480B-9465-FC2CFAEB834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89E8630-0DED-4759-B72E-54BECC9E464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DD6120E-3D06-49CC-B80F-166C280B189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77C1F82-95DD-45CB-8828-AD95FB681B4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8F62B5-AD52-45A5-9E95-03347574C80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1804AB-9B0A-46EB-83EF-8E27DB28907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A5DCED-DF55-4342-B502-33D3FCCACA0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165FA0-6D8D-46C7-889A-C8B727B4197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051C72-7B75-4DB1-94DD-97064AB2C3B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751992-2F26-4A41-9EF7-E699FE6EFB7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Explain and check long multiplication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E1DF76E-70BA-4B70-96C4-8A7AFA93361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BB5A29D-DC3E-4E15-8F01-18041927056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2E64EB2-4244-4D81-827C-B3E4CAE4D117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B71EC81-A8C5-4C63-AFB1-B2CE856BE88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and check 6,014 x 38.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2D265FD-CE74-4655-9C6A-BE0EDC9B523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BDDCBA0-2992-4911-A007-D923311EB73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56DA6C-4E2F-4B18-B8D3-C6242805DA1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FD3BB44-AD25-4D68-996E-5DB7554618F8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trusts a written answer without estimating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E3993115-8D29-409F-B0F7-9DBA3B9E29A0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B895B5E-8ABE-4698-8714-3AC3F12754C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96DED94-AEFD-4E02-B7C8-2A4C2054B93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C7EC413-7FFE-4C31-B380-0319450374F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E6EBB34-329E-405D-BF81-05DA6C218F8A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6282241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1357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2026-09-08T22:35:34Z</dcterms:created>
  <dcterms:modified xsi:type="dcterms:W3CDTF">2026-09-08T22:42:57Z</dcterms:modified>
</cp:coreProperties>
</file>