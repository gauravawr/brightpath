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3:53.931" v="59"/>
      <pc:docMkLst>
        <pc:docMk/>
      </pc:docMkLst>
      <pc:sldChg chg="modSp mod modAnim">
        <pc:chgData name="Garima Sharma" userId="c5ca40beb9a8554c" providerId="LiveId" clId="{2265D429-760C-4FF0-9653-4AF4BA9B0970}" dt="2026-09-09T11:03:53.037" v="5"/>
        <pc:sldMkLst>
          <pc:docMk/>
          <pc:sldMk cId="1237290354" sldId="257"/>
        </pc:sldMkLst>
        <pc:spChg chg="mod">
          <ac:chgData name="Garima Sharma" userId="c5ca40beb9a8554c" providerId="LiveId" clId="{2265D429-760C-4FF0-9653-4AF4BA9B0970}" dt="2026-09-09T11:03:52.976" v="0" actId="20577"/>
          <ac:spMkLst>
            <pc:docMk/>
            <pc:sldMk cId="1237290354" sldId="257"/>
            <ac:spMk id="13" creationId="{08481DA7-73F1-455E-BA11-9959360444E8}"/>
          </ac:spMkLst>
        </pc:spChg>
        <pc:spChg chg="mod">
          <ac:chgData name="Garima Sharma" userId="c5ca40beb9a8554c" providerId="LiveId" clId="{2265D429-760C-4FF0-9653-4AF4BA9B0970}" dt="2026-09-09T11:03:53.006" v="2" actId="20577"/>
          <ac:spMkLst>
            <pc:docMk/>
            <pc:sldMk cId="1237290354" sldId="257"/>
            <ac:spMk id="17" creationId="{043159C5-B041-4E29-9DA0-B5D276E277DB}"/>
          </ac:spMkLst>
        </pc:spChg>
        <pc:spChg chg="mod">
          <ac:chgData name="Garima Sharma" userId="c5ca40beb9a8554c" providerId="LiveId" clId="{2265D429-760C-4FF0-9653-4AF4BA9B0970}" dt="2026-09-09T11:03:53.036" v="4" actId="20577"/>
          <ac:spMkLst>
            <pc:docMk/>
            <pc:sldMk cId="1237290354" sldId="257"/>
            <ac:spMk id="21" creationId="{B24B3668-4A20-48D8-BD02-C4B0B11A8FDE}"/>
          </ac:spMkLst>
        </pc:spChg>
      </pc:sldChg>
      <pc:sldChg chg="modSp mod modAnim">
        <pc:chgData name="Garima Sharma" userId="c5ca40beb9a8554c" providerId="LiveId" clId="{2265D429-760C-4FF0-9653-4AF4BA9B0970}" dt="2026-09-09T11:03:53.134" v="11"/>
        <pc:sldMkLst>
          <pc:docMk/>
          <pc:sldMk cId="1385914937" sldId="258"/>
        </pc:sldMkLst>
        <pc:spChg chg="mod">
          <ac:chgData name="Garima Sharma" userId="c5ca40beb9a8554c" providerId="LiveId" clId="{2265D429-760C-4FF0-9653-4AF4BA9B0970}" dt="2026-09-09T11:03:53.106" v="6" actId="20577"/>
          <ac:spMkLst>
            <pc:docMk/>
            <pc:sldMk cId="1385914937" sldId="258"/>
            <ac:spMk id="12" creationId="{0DD453A8-6138-45D4-A232-9BE959784A78}"/>
          </ac:spMkLst>
        </pc:spChg>
        <pc:spChg chg="mod">
          <ac:chgData name="Garima Sharma" userId="c5ca40beb9a8554c" providerId="LiveId" clId="{2265D429-760C-4FF0-9653-4AF4BA9B0970}" dt="2026-09-09T11:03:53.119" v="8" actId="20577"/>
          <ac:spMkLst>
            <pc:docMk/>
            <pc:sldMk cId="1385914937" sldId="258"/>
            <ac:spMk id="13" creationId="{6FAEAC7F-9E47-4A57-9758-A90463EBFC60}"/>
          </ac:spMkLst>
        </pc:spChg>
        <pc:spChg chg="mod">
          <ac:chgData name="Garima Sharma" userId="c5ca40beb9a8554c" providerId="LiveId" clId="{2265D429-760C-4FF0-9653-4AF4BA9B0970}" dt="2026-09-09T11:03:53.132" v="10" actId="20577"/>
          <ac:spMkLst>
            <pc:docMk/>
            <pc:sldMk cId="1385914937" sldId="258"/>
            <ac:spMk id="14" creationId="{A7BF5A73-1E0C-4D0E-9E0F-B794D55DAB77}"/>
          </ac:spMkLst>
        </pc:spChg>
      </pc:sldChg>
      <pc:sldChg chg="modSp mod modAnim">
        <pc:chgData name="Garima Sharma" userId="c5ca40beb9a8554c" providerId="LiveId" clId="{2265D429-760C-4FF0-9653-4AF4BA9B0970}" dt="2026-09-09T11:03:53.257" v="17"/>
        <pc:sldMkLst>
          <pc:docMk/>
          <pc:sldMk cId="1018472782" sldId="259"/>
        </pc:sldMkLst>
        <pc:spChg chg="mod">
          <ac:chgData name="Garima Sharma" userId="c5ca40beb9a8554c" providerId="LiveId" clId="{2265D429-760C-4FF0-9653-4AF4BA9B0970}" dt="2026-09-09T11:03:53.209" v="12" actId="20577"/>
          <ac:spMkLst>
            <pc:docMk/>
            <pc:sldMk cId="1018472782" sldId="259"/>
            <ac:spMk id="14" creationId="{818A09E0-9629-47AE-909A-7B90D24B81B4}"/>
          </ac:spMkLst>
        </pc:spChg>
        <pc:spChg chg="mod">
          <ac:chgData name="Garima Sharma" userId="c5ca40beb9a8554c" providerId="LiveId" clId="{2265D429-760C-4FF0-9653-4AF4BA9B0970}" dt="2026-09-09T11:03:53.232" v="14" actId="20577"/>
          <ac:spMkLst>
            <pc:docMk/>
            <pc:sldMk cId="1018472782" sldId="259"/>
            <ac:spMk id="18" creationId="{278914D9-97E2-48D8-A14E-4B9044E641A9}"/>
          </ac:spMkLst>
        </pc:spChg>
        <pc:spChg chg="mod">
          <ac:chgData name="Garima Sharma" userId="c5ca40beb9a8554c" providerId="LiveId" clId="{2265D429-760C-4FF0-9653-4AF4BA9B0970}" dt="2026-09-09T11:03:53.256" v="16" actId="20577"/>
          <ac:spMkLst>
            <pc:docMk/>
            <pc:sldMk cId="1018472782" sldId="259"/>
            <ac:spMk id="22" creationId="{EEDEB5A0-03EE-46D9-83F0-90690258EECF}"/>
          </ac:spMkLst>
        </pc:spChg>
      </pc:sldChg>
      <pc:sldChg chg="modSp mod modAnim">
        <pc:chgData name="Garima Sharma" userId="c5ca40beb9a8554c" providerId="LiveId" clId="{2265D429-760C-4FF0-9653-4AF4BA9B0970}" dt="2026-09-09T11:03:53.335" v="23"/>
        <pc:sldMkLst>
          <pc:docMk/>
          <pc:sldMk cId="131442131" sldId="260"/>
        </pc:sldMkLst>
        <pc:spChg chg="mod">
          <ac:chgData name="Garima Sharma" userId="c5ca40beb9a8554c" providerId="LiveId" clId="{2265D429-760C-4FF0-9653-4AF4BA9B0970}" dt="2026-09-09T11:03:53.307" v="18" actId="20577"/>
          <ac:spMkLst>
            <pc:docMk/>
            <pc:sldMk cId="131442131" sldId="260"/>
            <ac:spMk id="11" creationId="{0C005009-B4E5-4941-AF92-6559F903217B}"/>
          </ac:spMkLst>
        </pc:spChg>
        <pc:spChg chg="mod">
          <ac:chgData name="Garima Sharma" userId="c5ca40beb9a8554c" providerId="LiveId" clId="{2265D429-760C-4FF0-9653-4AF4BA9B0970}" dt="2026-09-09T11:03:53.322" v="20" actId="20577"/>
          <ac:spMkLst>
            <pc:docMk/>
            <pc:sldMk cId="131442131" sldId="260"/>
            <ac:spMk id="13" creationId="{78F1DA18-CAEB-4411-86A9-B0A6CAAB0103}"/>
          </ac:spMkLst>
        </pc:spChg>
        <pc:spChg chg="mod">
          <ac:chgData name="Garima Sharma" userId="c5ca40beb9a8554c" providerId="LiveId" clId="{2265D429-760C-4FF0-9653-4AF4BA9B0970}" dt="2026-09-09T11:03:53.333" v="22" actId="20577"/>
          <ac:spMkLst>
            <pc:docMk/>
            <pc:sldMk cId="131442131" sldId="260"/>
            <ac:spMk id="14" creationId="{A538108F-8F0C-40E5-A43B-D085373FF958}"/>
          </ac:spMkLst>
        </pc:spChg>
      </pc:sldChg>
      <pc:sldChg chg="modSp mod modAnim">
        <pc:chgData name="Garima Sharma" userId="c5ca40beb9a8554c" providerId="LiveId" clId="{2265D429-760C-4FF0-9653-4AF4BA9B0970}" dt="2026-09-09T11:03:53.401" v="27"/>
        <pc:sldMkLst>
          <pc:docMk/>
          <pc:sldMk cId="1511218370" sldId="261"/>
        </pc:sldMkLst>
        <pc:spChg chg="mod">
          <ac:chgData name="Garima Sharma" userId="c5ca40beb9a8554c" providerId="LiveId" clId="{2265D429-760C-4FF0-9653-4AF4BA9B0970}" dt="2026-09-09T11:03:53.390" v="24" actId="20577"/>
          <ac:spMkLst>
            <pc:docMk/>
            <pc:sldMk cId="1511218370" sldId="261"/>
            <ac:spMk id="14" creationId="{E126EEB1-F03D-4E6E-BC51-39F53D2CB76C}"/>
          </ac:spMkLst>
        </pc:spChg>
        <pc:spChg chg="mod">
          <ac:chgData name="Garima Sharma" userId="c5ca40beb9a8554c" providerId="LiveId" clId="{2265D429-760C-4FF0-9653-4AF4BA9B0970}" dt="2026-09-09T11:03:53.399" v="26" actId="20577"/>
          <ac:spMkLst>
            <pc:docMk/>
            <pc:sldMk cId="1511218370" sldId="261"/>
            <ac:spMk id="15" creationId="{EE6A9F3A-C2A9-4168-87D8-1CFC548E3D7C}"/>
          </ac:spMkLst>
        </pc:spChg>
      </pc:sldChg>
      <pc:sldChg chg="modSp mod modAnim">
        <pc:chgData name="Garima Sharma" userId="c5ca40beb9a8554c" providerId="LiveId" clId="{2265D429-760C-4FF0-9653-4AF4BA9B0970}" dt="2026-09-09T11:03:53.473" v="31"/>
        <pc:sldMkLst>
          <pc:docMk/>
          <pc:sldMk cId="1428386065" sldId="262"/>
        </pc:sldMkLst>
        <pc:spChg chg="mod">
          <ac:chgData name="Garima Sharma" userId="c5ca40beb9a8554c" providerId="LiveId" clId="{2265D429-760C-4FF0-9653-4AF4BA9B0970}" dt="2026-09-09T11:03:53.449" v="28" actId="20577"/>
          <ac:spMkLst>
            <pc:docMk/>
            <pc:sldMk cId="1428386065" sldId="262"/>
            <ac:spMk id="12" creationId="{6CD65354-5CEA-4126-AB24-E2A47617021F}"/>
          </ac:spMkLst>
        </pc:spChg>
        <pc:spChg chg="mod">
          <ac:chgData name="Garima Sharma" userId="c5ca40beb9a8554c" providerId="LiveId" clId="{2265D429-760C-4FF0-9653-4AF4BA9B0970}" dt="2026-09-09T11:03:53.471" v="30" actId="20577"/>
          <ac:spMkLst>
            <pc:docMk/>
            <pc:sldMk cId="1428386065" sldId="262"/>
            <ac:spMk id="15" creationId="{DA4B20E6-7A41-440B-995C-EED2D46B0FBD}"/>
          </ac:spMkLst>
        </pc:spChg>
      </pc:sldChg>
      <pc:sldChg chg="modSp mod modAnim">
        <pc:chgData name="Garima Sharma" userId="c5ca40beb9a8554c" providerId="LiveId" clId="{2265D429-760C-4FF0-9653-4AF4BA9B0970}" dt="2026-09-09T11:03:53.566" v="37"/>
        <pc:sldMkLst>
          <pc:docMk/>
          <pc:sldMk cId="1919793401" sldId="263"/>
        </pc:sldMkLst>
        <pc:spChg chg="mod">
          <ac:chgData name="Garima Sharma" userId="c5ca40beb9a8554c" providerId="LiveId" clId="{2265D429-760C-4FF0-9653-4AF4BA9B0970}" dt="2026-09-09T11:03:53.525" v="32" actId="20577"/>
          <ac:spMkLst>
            <pc:docMk/>
            <pc:sldMk cId="1919793401" sldId="263"/>
            <ac:spMk id="13" creationId="{B1B12523-B1FF-4BE4-8AC5-3DADF47FCB9F}"/>
          </ac:spMkLst>
        </pc:spChg>
        <pc:spChg chg="mod">
          <ac:chgData name="Garima Sharma" userId="c5ca40beb9a8554c" providerId="LiveId" clId="{2265D429-760C-4FF0-9653-4AF4BA9B0970}" dt="2026-09-09T11:03:53.546" v="34" actId="20577"/>
          <ac:spMkLst>
            <pc:docMk/>
            <pc:sldMk cId="1919793401" sldId="263"/>
            <ac:spMk id="17" creationId="{80638C4A-AC0D-4B72-A364-8619CACA412F}"/>
          </ac:spMkLst>
        </pc:spChg>
        <pc:spChg chg="mod">
          <ac:chgData name="Garima Sharma" userId="c5ca40beb9a8554c" providerId="LiveId" clId="{2265D429-760C-4FF0-9653-4AF4BA9B0970}" dt="2026-09-09T11:03:53.564" v="36" actId="20577"/>
          <ac:spMkLst>
            <pc:docMk/>
            <pc:sldMk cId="1919793401" sldId="263"/>
            <ac:spMk id="21" creationId="{57B0CE25-9F18-4407-9523-B93BAD4159DF}"/>
          </ac:spMkLst>
        </pc:spChg>
      </pc:sldChg>
      <pc:sldChg chg="modSp mod modAnim">
        <pc:chgData name="Garima Sharma" userId="c5ca40beb9a8554c" providerId="LiveId" clId="{2265D429-760C-4FF0-9653-4AF4BA9B0970}" dt="2026-09-09T11:03:53.669" v="43"/>
        <pc:sldMkLst>
          <pc:docMk/>
          <pc:sldMk cId="949816639" sldId="264"/>
        </pc:sldMkLst>
        <pc:spChg chg="mod">
          <ac:chgData name="Garima Sharma" userId="c5ca40beb9a8554c" providerId="LiveId" clId="{2265D429-760C-4FF0-9653-4AF4BA9B0970}" dt="2026-09-09T11:03:53.627" v="38" actId="20577"/>
          <ac:spMkLst>
            <pc:docMk/>
            <pc:sldMk cId="949816639" sldId="264"/>
            <ac:spMk id="13" creationId="{FB513C40-989D-40FB-BAA0-A79FD5A359A4}"/>
          </ac:spMkLst>
        </pc:spChg>
        <pc:spChg chg="mod">
          <ac:chgData name="Garima Sharma" userId="c5ca40beb9a8554c" providerId="LiveId" clId="{2265D429-760C-4FF0-9653-4AF4BA9B0970}" dt="2026-09-09T11:03:53.646" v="40" actId="20577"/>
          <ac:spMkLst>
            <pc:docMk/>
            <pc:sldMk cId="949816639" sldId="264"/>
            <ac:spMk id="17" creationId="{AC1F3FD4-9488-4CAC-80FB-0A96C0FCF4A2}"/>
          </ac:spMkLst>
        </pc:spChg>
        <pc:spChg chg="mod">
          <ac:chgData name="Garima Sharma" userId="c5ca40beb9a8554c" providerId="LiveId" clId="{2265D429-760C-4FF0-9653-4AF4BA9B0970}" dt="2026-09-09T11:03:53.667" v="42" actId="20577"/>
          <ac:spMkLst>
            <pc:docMk/>
            <pc:sldMk cId="949816639" sldId="264"/>
            <ac:spMk id="21" creationId="{DB7B64CF-4B90-4CC7-9F94-752660AE1863}"/>
          </ac:spMkLst>
        </pc:spChg>
      </pc:sldChg>
      <pc:sldChg chg="modSp mod modAnim">
        <pc:chgData name="Garima Sharma" userId="c5ca40beb9a8554c" providerId="LiveId" clId="{2265D429-760C-4FF0-9653-4AF4BA9B0970}" dt="2026-09-09T11:03:53.742" v="49"/>
        <pc:sldMkLst>
          <pc:docMk/>
          <pc:sldMk cId="1261787138" sldId="265"/>
        </pc:sldMkLst>
        <pc:spChg chg="mod">
          <ac:chgData name="Garima Sharma" userId="c5ca40beb9a8554c" providerId="LiveId" clId="{2265D429-760C-4FF0-9653-4AF4BA9B0970}" dt="2026-09-09T11:03:53.717" v="44" actId="20577"/>
          <ac:spMkLst>
            <pc:docMk/>
            <pc:sldMk cId="1261787138" sldId="265"/>
            <ac:spMk id="11" creationId="{7F1DADB0-AC15-43D3-96EF-ABBE499A64F2}"/>
          </ac:spMkLst>
        </pc:spChg>
        <pc:spChg chg="mod">
          <ac:chgData name="Garima Sharma" userId="c5ca40beb9a8554c" providerId="LiveId" clId="{2265D429-760C-4FF0-9653-4AF4BA9B0970}" dt="2026-09-09T11:03:53.728" v="46" actId="20577"/>
          <ac:spMkLst>
            <pc:docMk/>
            <pc:sldMk cId="1261787138" sldId="265"/>
            <ac:spMk id="12" creationId="{205F78AC-36B0-4950-AC29-BA6C144BC4B1}"/>
          </ac:spMkLst>
        </pc:spChg>
        <pc:spChg chg="mod">
          <ac:chgData name="Garima Sharma" userId="c5ca40beb9a8554c" providerId="LiveId" clId="{2265D429-760C-4FF0-9653-4AF4BA9B0970}" dt="2026-09-09T11:03:53.740" v="48" actId="20577"/>
          <ac:spMkLst>
            <pc:docMk/>
            <pc:sldMk cId="1261787138" sldId="265"/>
            <ac:spMk id="13" creationId="{286FF851-3962-4FE1-8C89-89BA970EEC00}"/>
          </ac:spMkLst>
        </pc:spChg>
      </pc:sldChg>
      <pc:sldChg chg="modSp mod modAnim">
        <pc:chgData name="Garima Sharma" userId="c5ca40beb9a8554c" providerId="LiveId" clId="{2265D429-760C-4FF0-9653-4AF4BA9B0970}" dt="2026-09-09T11:03:53.827" v="53"/>
        <pc:sldMkLst>
          <pc:docMk/>
          <pc:sldMk cId="1005913744" sldId="266"/>
        </pc:sldMkLst>
        <pc:spChg chg="mod">
          <ac:chgData name="Garima Sharma" userId="c5ca40beb9a8554c" providerId="LiveId" clId="{2265D429-760C-4FF0-9653-4AF4BA9B0970}" dt="2026-09-09T11:03:53.814" v="50" actId="20577"/>
          <ac:spMkLst>
            <pc:docMk/>
            <pc:sldMk cId="1005913744" sldId="266"/>
            <ac:spMk id="16" creationId="{ACB10840-536A-481B-9A5E-1EE08EA74D03}"/>
          </ac:spMkLst>
        </pc:spChg>
        <pc:spChg chg="mod">
          <ac:chgData name="Garima Sharma" userId="c5ca40beb9a8554c" providerId="LiveId" clId="{2265D429-760C-4FF0-9653-4AF4BA9B0970}" dt="2026-09-09T11:03:53.826" v="52" actId="20577"/>
          <ac:spMkLst>
            <pc:docMk/>
            <pc:sldMk cId="1005913744" sldId="266"/>
            <ac:spMk id="17" creationId="{F3DF9B77-01DB-4F16-88EC-2295C3A28AAB}"/>
          </ac:spMkLst>
        </pc:spChg>
      </pc:sldChg>
      <pc:sldChg chg="modSp mod modAnim">
        <pc:chgData name="Garima Sharma" userId="c5ca40beb9a8554c" providerId="LiveId" clId="{2265D429-760C-4FF0-9653-4AF4BA9B0970}" dt="2026-09-09T11:03:53.931" v="59"/>
        <pc:sldMkLst>
          <pc:docMk/>
          <pc:sldMk cId="898751370" sldId="267"/>
        </pc:sldMkLst>
        <pc:spChg chg="mod">
          <ac:chgData name="Garima Sharma" userId="c5ca40beb9a8554c" providerId="LiveId" clId="{2265D429-760C-4FF0-9653-4AF4BA9B0970}" dt="2026-09-09T11:03:53.889" v="54" actId="20577"/>
          <ac:spMkLst>
            <pc:docMk/>
            <pc:sldMk cId="898751370" sldId="267"/>
            <ac:spMk id="13" creationId="{1E0E2EAA-864D-482F-8760-4CA8EF322978}"/>
          </ac:spMkLst>
        </pc:spChg>
        <pc:spChg chg="mod">
          <ac:chgData name="Garima Sharma" userId="c5ca40beb9a8554c" providerId="LiveId" clId="{2265D429-760C-4FF0-9653-4AF4BA9B0970}" dt="2026-09-09T11:03:53.911" v="56" actId="20577"/>
          <ac:spMkLst>
            <pc:docMk/>
            <pc:sldMk cId="898751370" sldId="267"/>
            <ac:spMk id="17" creationId="{286EA9DF-BE9A-4BE8-8833-FF65C90ACABE}"/>
          </ac:spMkLst>
        </pc:spChg>
        <pc:spChg chg="mod">
          <ac:chgData name="Garima Sharma" userId="c5ca40beb9a8554c" providerId="LiveId" clId="{2265D429-760C-4FF0-9653-4AF4BA9B0970}" dt="2026-09-09T11:03:53.930" v="58" actId="20577"/>
          <ac:spMkLst>
            <pc:docMk/>
            <pc:sldMk cId="898751370" sldId="267"/>
            <ac:spMk id="21" creationId="{C39F56B0-19C2-438C-B9A5-8509582DD7A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120,000. | Estimate the product before calculating. |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Miro calculates 326 x 45 as 1,467. Identify the likely place-value error. Answer: He treated 40 as 4. The correct product is 14,670.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120,000.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120,000..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228,532..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5,000 x 41 = 205,000.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228,532.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228,532. | An estimate reveals place-value errors before the exact calculation is accepted.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0EBB3C-5556-46C7-8B91-E57C097726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4E4AA5-5490-4A65-8AF8-71D162A79A6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461E55-B43B-4BDA-A861-649AE939FFAD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4A65EA-7BAD-46C4-B01A-3E2C9754B027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C745A6-4933-4FA6-9347-CA631BF4837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C427AC8-697A-4404-92BB-58758EE5B9E6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75A68B-BB77-4E9D-9F90-82600CE1D91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8E7E2-03CC-45E3-9AA3-F848B0F74E3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94E7D-94A4-452A-AC1A-606E8A7D363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B27F09-C3E3-4A83-A880-7ABBDE0BC01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BAB823-4A5F-4361-A2B0-F217F082711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1347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3DA82DD-4A8C-4C8E-826A-79D0992BCC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B0EA17-1801-4F12-B969-CED042B3A1C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03FD06-F86F-41D1-81AC-FC65DB6810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01FFD9-953C-4D1C-971C-4A94720099C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B507ED-6552-40B5-9494-50CCD56240E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411C18-9285-4FB2-87F6-8BF4BC75C3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6730A6-6CA2-45E8-87A1-485A95F2B99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E8A1A2-EC5D-4F07-88A2-25E29503619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83FD19-8977-4654-9424-23062167F53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662DFB-C89D-4327-8159-E4A5E15D80E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CF45ED-8E50-4D0C-BDD8-BFECA1B43AE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4F853F-C642-4729-9DB5-089D8E30AF6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481DA7-73F1-455E-BA11-9959360444E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CCBE7EC-69ED-48A5-B592-5145B4808D7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BEDB30-ABB3-4A64-B231-886502B580E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2D86620-AA38-423E-9AED-859AADA6679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3159C5-B041-4E29-9DA0-B5D276E277D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A82C6E3-62BE-4F78-8542-0D0458AA3D1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F7C65E9-845B-4D68-B159-5BD3BCB59BA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FD769C-2000-42F0-B068-F8BEB11E485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4B3668-4A20-48D8-BD02-C4B0B11A8FD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Miro calculates 326 x 45 as 1,467. Identify the likely place-value error.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2219F9-B51C-464E-A473-8F6AC6246BA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3729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6D637E4-FC6D-4726-98C3-10EEA18F36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5F0AE3-1460-49C3-B741-81C2910614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7F3E8E-08F1-4BF0-9FAA-DEDA4A3BE1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D46ACC-0AA3-4063-90E0-4CBD5F8464A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7953E3-B5C8-40EC-B67F-DFD4FDFEC92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6F4A-417A-4EFE-A5FD-9339FE236C6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2EC794-4450-4BF3-B1C4-C0B9E74FC92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270C99-3296-4B89-B002-A5F62FC3A4E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4D5B8B-0B86-4B8A-A576-A61254ECBB5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9BA28F-A4AB-40C9-B188-BDF737A9FF7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F7DEEC-D8B7-40F7-A9F7-3A5BF5CCB0E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D453A8-6138-45D4-A232-9BE959784A78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AEAC7F-9E47-4A57-9758-A90463EBFC60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F5A73-1E0C-4D0E-9E0F-B794D55DAB77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46954C-C43A-43D4-9FB6-AD54D73BC62E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385914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8CB6C79-7224-43B3-AAE5-DD3D3AF790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234B30-B83C-4517-AB63-AA09D6C0FE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9740FF4-54EC-4C50-A5D2-E91AE3AD92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C7CFF0-3E40-4FD5-A5B7-CF828FE2EB9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F21621-C0D2-4272-92AB-29168160174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4C4F04-394A-498B-A95D-D66E0A163F5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2EE0C-F438-4186-83E6-59EFB1505D9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84CEE0-5A5B-4498-9C7A-D1734F19E8F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669126-E25A-402F-8535-80E70B9917B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141669-D7DE-4784-A8E4-D281EAB63D2D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326 x 45 as 1,467. Identify the likely place-value error.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5C98C2-0829-4711-9BE0-18AADE3D28E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38B1D6-BC4E-4FDF-A791-24C696F7762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D3C564-667C-40BF-8C88-529A3AB1F6CE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8A09E0-9629-47AE-909A-7B90D24B81B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0B1A10-DA9F-447E-BA9A-BF8FED70368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9ADFA65-E661-42B6-90E1-45B59F943D8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5C940F3-05C1-43B5-A0F9-BA8EB292FA12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8914D9-97E2-48D8-A14E-4B9044E641A9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DC16AE-CDAB-4624-B47E-57924ABE294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9E6AC5-E429-4F7E-9895-9646D41AF7D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2556A7-53F1-4FD2-8A6B-5B37346AC2B1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DEB5A0-03EE-46D9-83F0-90690258EECF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8472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7873692-0843-441D-BFBF-C67A8E0A0B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26F77A-33CE-4008-BAB1-447B14590C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F91F00-C2F6-4E53-9532-D03F6048CD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459145-F6E6-47ED-8AEB-9207E05671D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DA464-7A15-493B-AF31-AD657775BB8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D162CE-FF42-43CA-AB83-D5D979F324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A11507-0AC2-48F3-B40A-9719961F86D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23409B-A0CD-4810-90F1-C65BB140C35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88DBBE-99FE-4DAB-BBFA-8D163E4A93C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579533-57FC-4286-8357-F130758000B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005009-B4E5-4941-AF92-6559F903217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He treated 40 as 4. The correct product is 14,670.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10E939-5F29-4D72-B2FC-634910B1B0E1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F1DA18-CAEB-4411-86A9-B0A6CAAB0103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38108F-8F0C-40E5-A43B-D085373FF958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44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5D42B98-E69B-401B-A96A-635CC55264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B2970F-4AA4-4170-8814-932586E4502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5D7A8C-D1B7-47D0-B9F3-3341CA8FB5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AD60EB-FC9D-436D-9D5F-B17AEF71AE7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DBB3DA-DCE1-4326-8466-86FFAAC27CA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17D531-7E60-4EDC-A62B-6A237A35AB6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39BDF3-1636-4CE7-A811-D373DD9B53E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D7B4B4-B94F-46C1-AA2C-040386AD89F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E41860-1A66-49AB-A360-3051B5C4705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2F4C19-2D14-4FFF-BE7D-CAC07FBE639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E490C7-9BA4-4BC7-A0D7-6ED229F027A3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71204-FCD9-4590-9CA5-D71B02DAA8E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92D22D-3FB3-4A89-A941-D3262111D75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6EEB1-F03D-4E6E-BC51-39F53D2CB76C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6A9F3A-C2A9-4168-87D8-1CFC548E3D7C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1218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84B6420-B726-47FA-9015-59988B0639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641BC9-1EA6-4CC0-B109-8E05864E5C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E796436-73A6-4CED-BB8E-AD3DF0D7B18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18F84D-2A7F-4BF4-A927-A25722A6AF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D83AA8-992D-4E1E-8150-29FC94EC269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2B6177-B154-4755-9344-670A7919EAC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CE6852-192B-40D4-841F-8D843447FBA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83E5F4-8877-40C1-A732-E5A36374C3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54452A-684D-47E5-B9B1-26D9F3F3B6E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2F07ADA-12FD-469E-866D-A71C3207514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D65354-5CEA-4126-AB24-E2A47617021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trusts a written answer without estimating first.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4206B0-77F0-47F3-929D-158717FEBC28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FAE7B-D506-4C7C-994E-5652D37328B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4B20E6-7A41-440B-995C-EED2D46B0FBD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reveals place-value errors before the exact calculation is accepted.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8386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21A3569-0D31-48C6-B8DB-8C7311D977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6A949A-87BA-4900-98F1-4DB572D6F7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0D3D1A-78FB-4C2D-9E3D-49DAFB9959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B734C9-6536-4C84-901A-EEBB42D951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223F3C-45E3-4A5E-AE75-5606BC4F558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972EF4-F88C-4B1E-BB33-FFC6BDDAEC4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A5DB4C-8069-4828-B723-29C97EEA347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FC0CEA-B61C-4AAA-964F-7484BDA4FE8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A5792D-14D6-4631-92DA-3C232B55433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B2D1463-C96D-4A89-9B3F-38DDA339830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E2CCF55-24FE-4E39-9C9F-0F93F024380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C34C55-6DB7-40EA-AB89-8A57B9216EB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12523-B1FF-4BE4-8AC5-3DADF47FCB9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6B5B42-0905-4ABB-A4FE-A3EA3A79AF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368F605-475B-4B87-B28D-47F223D239D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280745-BEE8-4AC0-856B-36C18A6FB00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638C4A-AC0D-4B72-A364-8619CACA412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14EB289-C078-474E-9AA5-4EEB1369D03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BD8D635-749B-4E35-B10B-4B0AC6D9AA9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6FE2A0-BAF3-4BE5-BC2A-B7C906C7609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7B0CE25-9F18-4407-9523-B93BAD4159D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9CD56A-4269-411D-ADE5-91204F5FF49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1979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DC87C044-2924-4F9D-878F-B5F2370977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EA0329-2A8A-49D6-A71E-40C8D1671B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604DF1-1987-4371-87E2-4E2F3964E4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7512-9F33-4212-8D0A-AC5631E180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1C5A39-CE61-4167-A6F0-AD45A387236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BECBF7-BFC6-4373-BCF0-B4FE2B6E53B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EAB981-899A-4124-9B46-F120263AF71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B8C6A2-F78C-47E1-B0E3-65915A1CB7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A4C5E8-28EF-45FE-8933-0B78A04F9AD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56AC4A-7969-48BB-A592-223CDFE269D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5269B8-5209-4FFE-8EDC-AB28BCA6034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C2A368-CFF2-43A2-B09B-6EAE1C996EB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513C40-989D-40FB-BAA0-A79FD5A359A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CF0A432-407E-48BD-94F8-4A0A12F9CE3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272090B-F604-4630-9E66-53A5DA25708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809431-B4A8-4A1E-B593-04913DAF023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1F3FD4-9488-4CAC-80FB-0A96C0FCF4A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EA980D8-E7EF-4A7B-9989-CC73DB62737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0534707-C8F8-4B7B-8CF6-72814C54E65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6D3D9B-9F85-45AD-AA7A-097DC7FB564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7B64CF-4B90-4CC7-9F94-752660AE186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9816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8A9BBC9-2CFA-4225-9D9F-66CEECFCD7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04A8B8-DB29-4C40-A72D-5A44E06720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CA7D3B-E2EA-4B77-AD35-A24DD914B1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5D25FA-2165-45FA-9172-D2413656C4E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268C77-044B-4B1C-A348-AC6828C5DE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18D11C-7D0C-4E3B-84D8-C67615A4B17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68AA4-E0EF-497D-8F78-C643BECCF6F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2786EC-F321-4DD1-B62E-44695C98797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06EA6E-621F-4AFF-BD30-BECFE10E9DE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EEF8F-986F-40DF-844C-FA45A24BEBC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four-digit by two-digit multiplication with a product between 200,000 and 210,000.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1DADB0-AC15-43D3-96EF-ABBE499A64F2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5F78AC-36B0-4950-AC29-BA6C144BC4B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6FF851-3962-4FE1-8C89-89BA970EEC0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5,000 x 41 = 205,000.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178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CEE969A-4D9F-4A2C-A393-4A2789F661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ECF841-1BD1-493C-8BD4-5BCDF4AFDDF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DB7902-207B-4214-87F4-07232D58EA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C1A003-FA5D-4AE4-8E98-8A11DEBA20D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F254FE-E68D-4165-AC71-A55FD03F042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3501ED-E6FE-4CC2-9FCB-BA756D92655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CC61E7-0700-49B8-B2F3-A33932E600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EBA0ED-0A06-4895-83FA-A8AE982889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D4C976-A8E3-48A6-96B7-449324C3A9B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76CA89-D4F5-4EDC-9E10-916FDA2008C2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468DFB-3A0C-48AD-8BCA-6493E3E1BBCB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B95DF1-784D-4E76-AE9C-A4CF34AA7C2F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A17B1C-2733-4BC1-BFBA-3861414C54A9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132028-647A-4301-BA67-6DCBCFF54ED7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323E5D1-7A35-463A-9D06-518E7180C82E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B10840-536A-481B-9A5E-1EE08EA74D03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228,532.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F9B77-01DB-4F16-88EC-2295C3A28AA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E8F2E5-7C06-40DE-8879-BF2AE6F42830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0591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6CC3C2D-3E11-4C7B-A7AD-841CFEB30E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DA1B39-F0C0-4E77-B085-9C296561C5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D5799F-6C88-4E67-AEF8-A28D04314E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304F2E-7055-4AA2-9724-167398D909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4005FF-05CA-4E4E-8235-3861588F013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4F238E-4A8D-453D-9CBE-1D191ECB54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78835C-BE38-4930-A25F-BF7AE17294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6DE011-A076-4545-B026-CFD102E7AED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8BD312-5B66-4672-AD96-7CD5568498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8D0108-5B18-4A58-90E8-FE9379F3819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C42B83-5690-4593-B29B-938AB852C74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D19D1F-9D50-4985-8CEA-7EC0B448D49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0E2EAA-864D-482F-8760-4CA8EF32297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1ABF153-822B-48B1-9117-42A8F1C9D3B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158C42F-0573-456D-980B-5C7B9BE4EFD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A899DB-A498-4B90-AB3F-EDC61142BD7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6EA9DF-BE9A-4BE8-8833-FF65C90ACAB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trusts a written answer without estimating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7C82088-7E0F-4474-9FC6-CC7E2C36806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CD48181-DCBA-4A03-9348-CC68FAD25CF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5516DD9-641E-4836-9941-220057E65EE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9F56B0-19C2-438C-B9A5-8509582DD7A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EB8722-1E55-4478-988C-AF4D3386277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98751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2026-09-09T10:56:04Z</dcterms:created>
  <dcterms:modified xsi:type="dcterms:W3CDTF">2026-09-09T11:03:53Z</dcterms:modified>
</cp:coreProperties>
</file>