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a499e404664552" /><Relationship Type="http://schemas.openxmlformats.org/officeDocument/2006/relationships/extended-properties" Target="/docProps/app.xml" Id="R0cfce16f187c4729" /><Relationship Type="http://schemas.openxmlformats.org/officeDocument/2006/relationships/officeDocument" Target="/ppt/presentation.xml" Id="Rfb92a300a94442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44925bc73f4601"/>
  </p:sldMasterIdLst>
  <p:notesMasterIdLst>
    <p:notesMasterId xmlns:r="http://schemas.openxmlformats.org/officeDocument/2006/relationships" r:id="Re31365bd55164145"/>
  </p:notesMasterIdLst>
  <p:sldIdLst>
    <p:sldId xmlns:r="http://schemas.openxmlformats.org/officeDocument/2006/relationships" id="256" r:id="R9a3c6294546a4598"/>
    <p:sldId xmlns:r="http://schemas.openxmlformats.org/officeDocument/2006/relationships" id="257" r:id="R9fec2d04eb1f4692"/>
    <p:sldId xmlns:r="http://schemas.openxmlformats.org/officeDocument/2006/relationships" id="258" r:id="Re1894ac651aa433c"/>
    <p:sldId xmlns:r="http://schemas.openxmlformats.org/officeDocument/2006/relationships" id="259" r:id="R8289f7b03047425e"/>
    <p:sldId xmlns:r="http://schemas.openxmlformats.org/officeDocument/2006/relationships" id="260" r:id="R1e745490683b405c"/>
    <p:sldId xmlns:r="http://schemas.openxmlformats.org/officeDocument/2006/relationships" id="261" r:id="R5928cd17868043d4"/>
    <p:sldId xmlns:r="http://schemas.openxmlformats.org/officeDocument/2006/relationships" id="262" r:id="Rac490d4babfb4700"/>
    <p:sldId xmlns:r="http://schemas.openxmlformats.org/officeDocument/2006/relationships" id="263" r:id="R98e10270db464302"/>
    <p:sldId xmlns:r="http://schemas.openxmlformats.org/officeDocument/2006/relationships" id="264" r:id="Rbcc4a75798114815"/>
    <p:sldId xmlns:r="http://schemas.openxmlformats.org/officeDocument/2006/relationships" id="265" r:id="R3846e9bc98c24071"/>
    <p:sldId xmlns:r="http://schemas.openxmlformats.org/officeDocument/2006/relationships" id="266" r:id="R4f0526c457784133"/>
    <p:sldId xmlns:r="http://schemas.openxmlformats.org/officeDocument/2006/relationships" id="267" r:id="R07e080e1aa8548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4c51b22d484c52" /><Relationship Type="http://schemas.openxmlformats.org/officeDocument/2006/relationships/slideMaster" Target="/ppt/slideMasters/slideMaster1.xml" Id="R8344925bc73f4601" /><Relationship Type="http://schemas.openxmlformats.org/officeDocument/2006/relationships/notesMaster" Target="/ppt/notesMasters/notesMaster1.xml" Id="Re31365bd55164145" /><Relationship Type="http://schemas.openxmlformats.org/officeDocument/2006/relationships/presProps" Target="/ppt/presProps.xml" Id="R2d71563f3c4548d6" /><Relationship Type="http://schemas.openxmlformats.org/officeDocument/2006/relationships/tableStyles" Target="/ppt/tableStyles.xml" Id="R135eb2423caf41d6" /><Relationship Type="http://schemas.openxmlformats.org/officeDocument/2006/relationships/slide" Target="/ppt/slides/slide1.xml" Id="R9a3c6294546a4598" /><Relationship Type="http://schemas.openxmlformats.org/officeDocument/2006/relationships/slide" Target="/ppt/slides/slide2.xml" Id="R9fec2d04eb1f4692" /><Relationship Type="http://schemas.openxmlformats.org/officeDocument/2006/relationships/slide" Target="/ppt/slides/slide3.xml" Id="Re1894ac651aa433c" /><Relationship Type="http://schemas.openxmlformats.org/officeDocument/2006/relationships/slide" Target="/ppt/slides/slide4.xml" Id="R8289f7b03047425e" /><Relationship Type="http://schemas.openxmlformats.org/officeDocument/2006/relationships/slide" Target="/ppt/slides/slide5.xml" Id="R1e745490683b405c" /><Relationship Type="http://schemas.openxmlformats.org/officeDocument/2006/relationships/slide" Target="/ppt/slides/slide6.xml" Id="R5928cd17868043d4" /><Relationship Type="http://schemas.openxmlformats.org/officeDocument/2006/relationships/slide" Target="/ppt/slides/slide7.xml" Id="Rac490d4babfb4700" /><Relationship Type="http://schemas.openxmlformats.org/officeDocument/2006/relationships/slide" Target="/ppt/slides/slide8.xml" Id="R98e10270db464302" /><Relationship Type="http://schemas.openxmlformats.org/officeDocument/2006/relationships/slide" Target="/ppt/slides/slide9.xml" Id="Rbcc4a75798114815" /><Relationship Type="http://schemas.openxmlformats.org/officeDocument/2006/relationships/slide" Target="/ppt/slides/slide10.xml" Id="R3846e9bc98c24071" /><Relationship Type="http://schemas.openxmlformats.org/officeDocument/2006/relationships/slide" Target="/ppt/slides/slide11.xml" Id="R4f0526c457784133" /><Relationship Type="http://schemas.openxmlformats.org/officeDocument/2006/relationships/slide" Target="/ppt/slides/slide12.xml" Id="R07e080e1aa8548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7ea50aa8d84a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a22b29cc4f4fb0" /><Relationship Type="http://schemas.openxmlformats.org/officeDocument/2006/relationships/notesMaster" Target="/ppt/notesMasters/notesMaster1.xml" Id="Rcec7061c0db846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299cd2df364360" /><Relationship Type="http://schemas.openxmlformats.org/officeDocument/2006/relationships/notesMaster" Target="/ppt/notesMasters/notesMaster1.xml" Id="Re8f0b92965b54a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5553595301430e" /><Relationship Type="http://schemas.openxmlformats.org/officeDocument/2006/relationships/notesMaster" Target="/ppt/notesMasters/notesMaster1.xml" Id="R5e73261fd03c4d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e9715e2b9f4c94" /><Relationship Type="http://schemas.openxmlformats.org/officeDocument/2006/relationships/notesMaster" Target="/ppt/notesMasters/notesMaster1.xml" Id="Rb85c4bc9ec3644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7dd7bef56e45a8" /><Relationship Type="http://schemas.openxmlformats.org/officeDocument/2006/relationships/notesMaster" Target="/ppt/notesMasters/notesMaster1.xml" Id="R73cd3854f64249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b1978827b54a77" /><Relationship Type="http://schemas.openxmlformats.org/officeDocument/2006/relationships/notesMaster" Target="/ppt/notesMasters/notesMaster1.xml" Id="Rcef8d044ff8749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1c7d0f66954238" /><Relationship Type="http://schemas.openxmlformats.org/officeDocument/2006/relationships/notesMaster" Target="/ppt/notesMasters/notesMaster1.xml" Id="R4b62456c5cec4e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d7fe6c23d74860" /><Relationship Type="http://schemas.openxmlformats.org/officeDocument/2006/relationships/notesMaster" Target="/ppt/notesMasters/notesMaster1.xml" Id="R52f0ef733d144c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788652300e47b5" /><Relationship Type="http://schemas.openxmlformats.org/officeDocument/2006/relationships/notesMaster" Target="/ppt/notesMasters/notesMaster1.xml" Id="R17a247eae37343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0cf2403bc74e09" /><Relationship Type="http://schemas.openxmlformats.org/officeDocument/2006/relationships/notesMaster" Target="/ppt/notesMasters/notesMaster1.xml" Id="R39ac5615dc594d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ff48de80394544" /><Relationship Type="http://schemas.openxmlformats.org/officeDocument/2006/relationships/notesMaster" Target="/ppt/notesMasters/notesMaster1.xml" Id="Rf77077678fc24f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7975c94a51407b" /><Relationship Type="http://schemas.openxmlformats.org/officeDocument/2006/relationships/notesMaster" Target="/ppt/notesMasters/notesMaster1.xml" Id="R37efcd41a8c14f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120,000. | Estimate the product before calculating. |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He treated 40 as 4. The correct product is 14,670.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228,532..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5,000 x 41 = 205,000.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228,532.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228,532. | An estimate reveals place-value errors before the exact calculation is accepted.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18c1587d24d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3a2323084f43f9" /><Relationship Type="http://schemas.openxmlformats.org/officeDocument/2006/relationships/slideLayout" Target="/ppt/slideLayouts/slideLayout1.xml" Id="R57bbb84954764d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bbb84954764d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33ba87424f46a1" /><Relationship Type="http://schemas.openxmlformats.org/officeDocument/2006/relationships/notesSlide" Target="/ppt/notesSlides/notesSlide1.xml" Id="Re3471b0c519948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770724bf24625" /><Relationship Type="http://schemas.openxmlformats.org/officeDocument/2006/relationships/notesSlide" Target="/ppt/notesSlides/notesSlide2.xml" Id="R0cf01fe424a446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b89871431473d" /><Relationship Type="http://schemas.openxmlformats.org/officeDocument/2006/relationships/notesSlide" Target="/ppt/notesSlides/notesSlide3.xml" Id="R136f148e886245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23a5508fc443f" /><Relationship Type="http://schemas.openxmlformats.org/officeDocument/2006/relationships/notesSlide" Target="/ppt/notesSlides/notesSlide4.xml" Id="Rdd38393f2e4547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8a8dfaa984a5d" /><Relationship Type="http://schemas.openxmlformats.org/officeDocument/2006/relationships/notesSlide" Target="/ppt/notesSlides/notesSlide5.xml" Id="R96bb411c0b5a48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7d7b976d34d89" /><Relationship Type="http://schemas.openxmlformats.org/officeDocument/2006/relationships/notesSlide" Target="/ppt/notesSlides/notesSlide6.xml" Id="R8925b1c91e8746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c412d59a6467a" /><Relationship Type="http://schemas.openxmlformats.org/officeDocument/2006/relationships/image" Target="/ppt/media/image.png" Id="Ra83b1f31bd5b4725" /><Relationship Type="http://schemas.openxmlformats.org/officeDocument/2006/relationships/notesSlide" Target="/ppt/notesSlides/notesSlide7.xml" Id="Rea861df7c0b145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5b2133f7146fc" /><Relationship Type="http://schemas.openxmlformats.org/officeDocument/2006/relationships/notesSlide" Target="/ppt/notesSlides/notesSlide8.xml" Id="R3b063d7d8d4042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52435b0274d8b" /><Relationship Type="http://schemas.openxmlformats.org/officeDocument/2006/relationships/notesSlide" Target="/ppt/notesSlides/notesSlide9.xml" Id="Rc41a59e9f3384b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c811a78ce49a3" /><Relationship Type="http://schemas.openxmlformats.org/officeDocument/2006/relationships/notesSlide" Target="/ppt/notesSlides/notesSlide10.xml" Id="R049f45df45fd47d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69dba2ad34749" /><Relationship Type="http://schemas.openxmlformats.org/officeDocument/2006/relationships/notesSlide" Target="/ppt/notesSlides/notesSlide11.xml" Id="R09611e60058e4e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c21bed9154c94" /><Relationship Type="http://schemas.openxmlformats.org/officeDocument/2006/relationships/notesSlide" Target="/ppt/notesSlides/notesSlide12.xml" Id="R9eeb424bc0d349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D1C63-B64A-4957-A662-ADAA7127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B6585-5D78-42BC-A550-3E932313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D9CD2-FF0D-4AB4-8EAD-CEBE5EE1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1D012-EEBE-4582-AA6D-539FE00E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3C7FA-80B1-4B69-8549-C3FB05DD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8267D-4D4A-4718-B4D8-0DF16BD5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697EC-72C4-46FF-B06E-CC2F6C2A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824EC-FB81-4EA1-95FE-07CE0381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52391-B2FF-43AC-AC97-1AA5D984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6A3CD-E134-4B92-833B-6DCFD114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C22E1-A912-4CF4-A7D6-71A3AEA5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935893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A86FE0-20E6-4FFC-A0ED-62518258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51F23E-2849-4504-8C14-AC779F1E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4FC4D-711E-437B-8896-98DEE1B8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F05B2-1896-483A-A97E-949EAC7F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E236E1-906C-46FE-873D-398432FB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8862F1-5A49-4115-AF6F-DF9BEFD8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9EBDD-4E8A-4558-9CD3-162D4236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66468-36CC-459D-B15E-1B67D6D8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E28DE-8CB4-433B-B6FB-A0004C2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0CA738-D738-4328-BE40-6888A8AC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C9B43-8235-4640-B985-3E3063A5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3C1DC-1AF7-48D8-AB44-8BC5B5D0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60B8ED-CBDF-4D03-9205-7BD524A3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BE654-AD8E-4D24-9E4C-4689F781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CBC5C-E484-4964-A1EF-EAC080FF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3C1CE4-5EAD-4EB8-91DD-168E0957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58B9D-4FFA-4737-B227-294E1573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A6AB3-F87E-4ECB-9728-F58D80EF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160299-AF45-4ACE-AB68-35F8015D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77F7CB-4A33-421D-9829-F5D96B86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A8D10-D7C5-4666-9A36-D08BE55B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Miro calculates 326 x 45 as 1,467. Identify the likely place-value error.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17CA9-10CB-4708-9AA9-54A5927B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86268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D52B9-5E6B-4391-A1DF-58C61710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C1C83-948D-4E1B-B861-3FFD8DB0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44EFB-9609-4B11-8038-88C6BF24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9BA5E-4A80-4788-A86E-374AFF4E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6D25C-C8C1-4949-9D39-7E99DE02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38C79-D316-4845-8782-60BA4790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FF391-CF70-4011-9598-16044B9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082EA-C791-4986-B996-AC6D4DEB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59859B-9BB0-4F62-A7F4-1222B144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23CFA-3E12-4A60-8260-A086F649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97370-2D40-4E03-941F-176A6D23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F3E4A-DA19-4224-B23E-D51123A2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1318C-EEB0-42B9-A6BF-2973C7E4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3EE75-E6C2-4D67-8C69-2165C166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11CEF-E91D-4FAC-8DB6-D12E8B73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3496827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DFFCF-19B7-4BD3-B481-BA5DEC88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5AAB6-B4DC-4D08-9C85-37C999B1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0A74C-CD4F-4B04-B69B-3FE60D6F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E1CED7-07C9-43C8-8FA9-965B8407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EBE9A-1F26-4299-9C61-6563CBEB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988B8-2567-46F0-9C56-9DCF6119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33CE4-A96E-4BDF-9891-C5B4EB10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C4E2B-9699-464D-8B81-0A3DC1DF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32676-7083-42B0-9386-CCF9C4D4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0C852-9615-4CB9-ABE6-45B4D730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326 x 45 as 1,467. Identify the likely place-value error.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E2EC9-F37C-4DF6-B16A-FCD0BEA0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35F7-23B0-4F21-BF55-E42EEEAD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E9AEF-8624-418E-94AF-EDE0C230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326 × 45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4C11BA-C834-4AB1-A021-7342C2BE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D72DF-2031-41CE-8442-6732FCD8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358061-5AD3-468F-9985-116FE782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326 × 5 = 1,630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67441C-980B-42E5-A9EB-49503FC9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5D99E9-15ED-4699-81C4-B737B03D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DD884-3A95-4807-9CF3-F47598CB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326 × 40 = 13,040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025FC1-FD31-4395-8440-A5E0AC3C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7318FD-0772-4B76-8BAB-8DD7B2B1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994E5-563E-40E3-82C7-F3B4A457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1,630 + 13,040 = 14,670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02FEC-A790-48FA-A148-59CD79A2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4CB3-9118-4A7B-A300-F537E209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1AB03-0040-4FA2-A34F-EEAA1800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Miro used 4 instead of 40</a:t>
            </a:r>
          </a:p>
        </p:txBody>
      </p:sp>
    </p:spTree>
    <p:extLst>
      <p:ext uri="{BB962C8B-B14F-4D97-AF65-F5344CB8AC3E}">
        <p14:creationId xmlns:p14="http://schemas.microsoft.com/office/powerpoint/2010/main" val="6396300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33A8EF-47CB-4897-9067-2A874D71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BAB1E-5CA2-4B1F-9944-C7D57760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5AC4E-7FC2-4ACE-A41E-D97386CE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7A8E-B977-4E2A-9C30-451472F2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A408A-E1A0-4909-AAF8-EF003850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97579-08AC-421E-BD5A-DFD8F9C8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BFBB71-B110-416A-B6D2-9556B783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1C990-77CD-4EF2-9707-DDA221B4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F8F9E7-20C5-40EA-B24A-506C9C5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70DEA-B4EA-4A33-8C5A-58A92ABF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8D2DE-D732-4155-A4D1-4E018615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He treated 40 as 4. The correct product is 14,670.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6BBE08-AACC-4D3F-B1ED-2E0BD9A9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AE269-CB81-4B77-82A3-4F8BC9A8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A52FA-A1C5-41AA-A554-4819F95E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07402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E379F-A731-49EC-9263-05283CB4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A4E3A-A43F-4E37-B52B-B2484729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18239-E9AB-4825-B0E7-8BBB0EC3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99F09-2A96-4F27-831C-5C5106AE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8B65C-C643-427F-BEFC-B519EA31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B672B-3858-4647-AEC6-715FE35C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31110-D8A1-436B-8319-D02D74AD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2CE9B-CD88-4D67-B737-7918A7C6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EF0F5-A0F0-49D0-AADD-A0FF88B4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84BD4-9396-4AE6-BB8C-6FF219A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9D944-8D9B-42F8-830B-186DB366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68B69-E589-4362-8D9B-639FC118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3AC87-BAE5-4DD8-BC67-B5947C59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6091C-00FC-4681-852A-C28C90D7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3FC6B-7EAA-4FBB-B089-D4AA80B2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120,000.</a:t>
            </a:r>
          </a:p>
        </p:txBody>
      </p:sp>
    </p:spTree>
    <p:extLst>
      <p:ext uri="{BB962C8B-B14F-4D97-AF65-F5344CB8AC3E}">
        <p14:creationId xmlns:p14="http://schemas.microsoft.com/office/powerpoint/2010/main" val="18754643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B9D06-6A6A-4644-9835-0879ABF8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569D74-42DD-42B3-946B-A68F0685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26260-7259-445D-8715-3A550E5B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76391-6A7F-4248-A7F1-5A1DA0FC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9D491-55BA-4DCB-BDD2-A62F7E76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A8C2E-3BB5-4337-84F2-3869F0C3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C362B1-CAF6-4439-96DD-78269FA1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2E4DC-A69B-4A4C-B6CF-AAC0741E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A85F5-A371-43C5-8898-A8B7215C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3b1f31bd5b472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1CF3D-BFD4-44CE-BB86-C7412070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1D827-9976-40BA-85D5-8D8966F9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trusts a written answer without estimating first.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F12F5-6161-4E78-9CD2-4E69CAC1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630A1-7B6C-4918-80B2-2A9D2263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E5E24B-6B34-4B33-9313-9AFBCD18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reveals place-value errors before the exact calculation is accepted.</a:t>
            </a:r>
          </a:p>
        </p:txBody>
      </p:sp>
    </p:spTree>
    <p:extLst>
      <p:ext uri="{BB962C8B-B14F-4D97-AF65-F5344CB8AC3E}">
        <p14:creationId xmlns:p14="http://schemas.microsoft.com/office/powerpoint/2010/main" val="19280504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D460DC-9655-4E08-9A69-16217C95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80309-7D2B-4EDD-8BDC-F581668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B6DF3-9C7E-4F72-84F0-44B6F8E0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F8E82-44BF-480A-AD63-999612E6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464D6-0E5C-4C7F-B81B-1D178A00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2E356-A653-4836-A6ED-90825FF7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ADC5F-8176-45FA-9CEE-CF03F6A9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E4469-8CF0-4F2E-9B8E-FEF21975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27D72-D8AC-46C1-A69C-E33B63E0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430EE-E115-48CE-AFF7-59418E45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2A3CA-C39B-4DF5-A17B-A125FAC0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783FD-56B3-4BE5-A2D8-CD4E7CE2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D7A96-BA32-46AE-B2A1-7FE72F4F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7495C-F0EC-4796-AFF0-116CCE92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1AFF9-D83D-4B49-93DE-45FD7521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E7FC4F-5BDC-4814-8659-E653304F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ED6CBD-45C9-4677-85D8-BF5D1830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8DF9A5-9807-4015-B635-B1FFAE53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4F737A-8A09-4693-B73C-3F9FFFF0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881FD1-9D38-4FEA-8FD0-9E36DF65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21ABE5-055D-4ACC-B38D-39255F29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09A6F7-4D84-446B-A07C-2AEE8B5A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045659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71714A-AAB1-44FD-B404-F6A6996E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57121-B665-4DD8-8E2B-259B63DA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AAA38-1E7B-45F1-A752-CA3F5DF6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1B840-B8ED-404C-B0F2-EE721957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9444D-5EC0-4745-9B99-8CC3D0B0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3F657-B2F9-4962-A436-899824BC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EB454-3ED8-4E70-AB5B-6907B76D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A9E89-9E24-4CD9-8C3F-0F98EA09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60AAF-8A9C-4720-94D2-E5A03AD0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D77FB-0819-4EDC-B9E5-940A79B8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778099-B288-4DFD-BB9E-F8B7D03C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D9768A-142D-44CE-947E-7ABC72FD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5E5C7-12F6-4F45-ADC9-8FE5EBF1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97B096-8340-4DAD-8D45-7C9B03A2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0391B-4895-4AE5-A604-92C6B00C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4036C-79D2-4743-A60C-B3372010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D330A-5C2D-43D4-99E6-02AE92C7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36CE5B-841B-4315-95B2-5C1BAD01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A9275-DA9E-4ADD-925A-6B66104D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BCD628-A50D-4A63-BDEE-14650D42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A0204-0260-442A-8597-5AD60704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618198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800BD-7747-444F-9DB9-1F22441C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E8A43-A020-4A9A-B2DA-B74D392D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95966-A56A-45ED-94A0-62B64C95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BDA62-961E-46B6-9CAC-2B2A374E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909E7-1C31-4319-A515-6BB52C1C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78CB1-3B3C-435D-B2A1-5C7250FF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06238-9F06-4BCA-81A8-EC488C88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29776-043B-4EB7-A8C3-9C1315DE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84251-B345-489A-8BF1-19B86876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F52C0-24A7-4FEE-800C-0AE9B6DF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four-digit by two-digit multiplication with a product between 200,000 and 210,000.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7F7F8-A2F0-4195-B4BC-931F6530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1EC09-45BC-4167-BAD9-4609D912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73567-FB1D-4CE5-B7A7-D15273C5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5,000 x 41 = 205,000.</a:t>
            </a:r>
          </a:p>
        </p:txBody>
      </p:sp>
    </p:spTree>
    <p:extLst>
      <p:ext uri="{BB962C8B-B14F-4D97-AF65-F5344CB8AC3E}">
        <p14:creationId xmlns:p14="http://schemas.microsoft.com/office/powerpoint/2010/main" val="7225757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E3A572-F65E-4C19-8292-7D4C1719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50212-3B79-4A47-81DA-79C18549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0641E-E6D9-4E7A-8E56-F370178B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73DB7-7392-49E0-B0C7-DCE31F05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88503-A8BC-4D31-9817-D382CD07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EC863-1B6D-497C-9AB4-C3B85736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CCB16-4160-4750-9B69-CE9C1894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C950C-4D05-4E17-BF28-F10380C1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A7CD5-9E74-4A36-B54C-6A5760B2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B979A0-742E-4959-85DA-3521CF1C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1CCA2-96B4-4A0B-9779-C2D26DED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67A67-21B6-4363-8D33-D57F9E3B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53F75D-25DB-4955-8737-523CC500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7113BB-DEA3-441B-93A5-1F32E8E2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DB16A5-8FF4-4EAC-B6AD-89859B95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49013-E7C8-4EC9-9548-041EEE0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228,532.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46569-CBBF-4C1A-9EF6-AAA94AF2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83723D-1E56-4163-A277-82054345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225080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D2EA4-3FE0-4C00-BC38-150CDABF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143A52-298E-4E52-93F5-3E0C3927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26EF0-9331-4632-A32F-A9950AA2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1C4C3-2935-4379-BA9A-965CD82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1010B-ADAD-4546-9E85-E6388D16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08DC1-EDEB-4CB2-9DF6-F2D8D2F9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EA537-F904-49B0-925D-87374213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92953-A0B3-4740-A8EF-1420B19E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1893A-49F2-4683-985A-0207B784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E74AC-77A9-4C59-9E40-4D9572D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8576C-33DD-4B74-BBA4-BEE5FEE0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952C4-753D-4786-8B9C-2ABAD9B9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EABD6-097C-448E-8185-03357BC5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CE5F7C-3974-4C2E-B8BC-FBA9A346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6CE24-5E73-4A07-ACA6-60F284F4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439836-862D-4BA4-AE4E-8591444E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D595A7-536B-452E-8FDC-C6FCE210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trusts a written answer without estimating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27C36-E6BE-4E2C-9E27-2CB69675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4CF42C-36F0-490D-8F7A-BAFCAF7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A1DCB8-910A-4EAD-88C1-47409791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733BE1-D592-4E4A-9509-2A7266E5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47D52A-0BA4-43FF-A098-E13C59E9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136944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2026-09-09T22:13:48.3780000Z</dcterms:created>
  <dcterms:modified xsi:type="dcterms:W3CDTF">2026-09-09T22:13:48.3780000Z</dcterms:modified>
</coreProperties>
</file>