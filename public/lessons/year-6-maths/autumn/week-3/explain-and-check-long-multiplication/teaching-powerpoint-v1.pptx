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bb379a76314369" /><Relationship Type="http://schemas.openxmlformats.org/officeDocument/2006/relationships/extended-properties" Target="/docProps/app.xml" Id="Rdd497c053ea44d04" /><Relationship Type="http://schemas.openxmlformats.org/officeDocument/2006/relationships/officeDocument" Target="/ppt/presentation.xml" Id="Rcaf2135c4c9e44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d87f51712d44ff"/>
  </p:sldMasterIdLst>
  <p:notesMasterIdLst>
    <p:notesMasterId xmlns:r="http://schemas.openxmlformats.org/officeDocument/2006/relationships" r:id="R508b7d94bc584f37"/>
  </p:notesMasterIdLst>
  <p:sldIdLst>
    <p:sldId xmlns:r="http://schemas.openxmlformats.org/officeDocument/2006/relationships" id="256" r:id="R445f0201f9894efa"/>
    <p:sldId xmlns:r="http://schemas.openxmlformats.org/officeDocument/2006/relationships" id="257" r:id="R6b710540c2f442bc"/>
    <p:sldId xmlns:r="http://schemas.openxmlformats.org/officeDocument/2006/relationships" id="258" r:id="R656219ec0d3d4a02"/>
    <p:sldId xmlns:r="http://schemas.openxmlformats.org/officeDocument/2006/relationships" id="259" r:id="Re5925acdf0de4c31"/>
    <p:sldId xmlns:r="http://schemas.openxmlformats.org/officeDocument/2006/relationships" id="260" r:id="R25ce9e615d6146d1"/>
    <p:sldId xmlns:r="http://schemas.openxmlformats.org/officeDocument/2006/relationships" id="261" r:id="R0b15708f3e56436b"/>
    <p:sldId xmlns:r="http://schemas.openxmlformats.org/officeDocument/2006/relationships" id="262" r:id="R7cc1339f65234214"/>
    <p:sldId xmlns:r="http://schemas.openxmlformats.org/officeDocument/2006/relationships" id="263" r:id="R61d5e65110b74281"/>
    <p:sldId xmlns:r="http://schemas.openxmlformats.org/officeDocument/2006/relationships" id="264" r:id="Ra1414d319f9d4f71"/>
    <p:sldId xmlns:r="http://schemas.openxmlformats.org/officeDocument/2006/relationships" id="265" r:id="R6bf46537ce854ea9"/>
    <p:sldId xmlns:r="http://schemas.openxmlformats.org/officeDocument/2006/relationships" id="266" r:id="R3677ba5734944838"/>
    <p:sldId xmlns:r="http://schemas.openxmlformats.org/officeDocument/2006/relationships" id="267" r:id="Ra0724c7df28848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348ec87bfc4fba" /><Relationship Type="http://schemas.openxmlformats.org/officeDocument/2006/relationships/slideMaster" Target="/ppt/slideMasters/slideMaster1.xml" Id="Re7d87f51712d44ff" /><Relationship Type="http://schemas.openxmlformats.org/officeDocument/2006/relationships/notesMaster" Target="/ppt/notesMasters/notesMaster1.xml" Id="R508b7d94bc584f37" /><Relationship Type="http://schemas.openxmlformats.org/officeDocument/2006/relationships/presProps" Target="/ppt/presProps.xml" Id="R5a6076a4a5a7478c" /><Relationship Type="http://schemas.openxmlformats.org/officeDocument/2006/relationships/tableStyles" Target="/ppt/tableStyles.xml" Id="R95f4d813f2754204" /><Relationship Type="http://schemas.openxmlformats.org/officeDocument/2006/relationships/slide" Target="/ppt/slides/slide1.xml" Id="R445f0201f9894efa" /><Relationship Type="http://schemas.openxmlformats.org/officeDocument/2006/relationships/slide" Target="/ppt/slides/slide2.xml" Id="R6b710540c2f442bc" /><Relationship Type="http://schemas.openxmlformats.org/officeDocument/2006/relationships/slide" Target="/ppt/slides/slide3.xml" Id="R656219ec0d3d4a02" /><Relationship Type="http://schemas.openxmlformats.org/officeDocument/2006/relationships/slide" Target="/ppt/slides/slide4.xml" Id="Re5925acdf0de4c31" /><Relationship Type="http://schemas.openxmlformats.org/officeDocument/2006/relationships/slide" Target="/ppt/slides/slide5.xml" Id="R25ce9e615d6146d1" /><Relationship Type="http://schemas.openxmlformats.org/officeDocument/2006/relationships/slide" Target="/ppt/slides/slide6.xml" Id="R0b15708f3e56436b" /><Relationship Type="http://schemas.openxmlformats.org/officeDocument/2006/relationships/slide" Target="/ppt/slides/slide7.xml" Id="R7cc1339f65234214" /><Relationship Type="http://schemas.openxmlformats.org/officeDocument/2006/relationships/slide" Target="/ppt/slides/slide8.xml" Id="R61d5e65110b74281" /><Relationship Type="http://schemas.openxmlformats.org/officeDocument/2006/relationships/slide" Target="/ppt/slides/slide9.xml" Id="Ra1414d319f9d4f71" /><Relationship Type="http://schemas.openxmlformats.org/officeDocument/2006/relationships/slide" Target="/ppt/slides/slide10.xml" Id="R6bf46537ce854ea9" /><Relationship Type="http://schemas.openxmlformats.org/officeDocument/2006/relationships/slide" Target="/ppt/slides/slide11.xml" Id="R3677ba5734944838" /><Relationship Type="http://schemas.openxmlformats.org/officeDocument/2006/relationships/slide" Target="/ppt/slides/slide12.xml" Id="Ra0724c7df28848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2957e14cca43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78b0d4cb1d497d" /><Relationship Type="http://schemas.openxmlformats.org/officeDocument/2006/relationships/notesMaster" Target="/ppt/notesMasters/notesMaster1.xml" Id="Raa917683cbd64a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e19b6a925343ea" /><Relationship Type="http://schemas.openxmlformats.org/officeDocument/2006/relationships/notesMaster" Target="/ppt/notesMasters/notesMaster1.xml" Id="R2a274a8596d24b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f0a89648ee4389" /><Relationship Type="http://schemas.openxmlformats.org/officeDocument/2006/relationships/notesMaster" Target="/ppt/notesMasters/notesMaster1.xml" Id="R7bf22eadbe6e4e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bebae5a0e94797" /><Relationship Type="http://schemas.openxmlformats.org/officeDocument/2006/relationships/notesMaster" Target="/ppt/notesMasters/notesMaster1.xml" Id="Re4c9f623978547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caeefe81b743fa" /><Relationship Type="http://schemas.openxmlformats.org/officeDocument/2006/relationships/notesMaster" Target="/ppt/notesMasters/notesMaster1.xml" Id="Rb1835231f0db4e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0407fa35bc42f4" /><Relationship Type="http://schemas.openxmlformats.org/officeDocument/2006/relationships/notesMaster" Target="/ppt/notesMasters/notesMaster1.xml" Id="R40448b2ff8e946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60a3edd1ac4c81" /><Relationship Type="http://schemas.openxmlformats.org/officeDocument/2006/relationships/notesMaster" Target="/ppt/notesMasters/notesMaster1.xml" Id="R673b8a32b82c4b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6a211124974830" /><Relationship Type="http://schemas.openxmlformats.org/officeDocument/2006/relationships/notesMaster" Target="/ppt/notesMasters/notesMaster1.xml" Id="R0df704b48aa440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f388f052fc42e7" /><Relationship Type="http://schemas.openxmlformats.org/officeDocument/2006/relationships/notesMaster" Target="/ppt/notesMasters/notesMaster1.xml" Id="R0f843ea92b9943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f632dac4974afa" /><Relationship Type="http://schemas.openxmlformats.org/officeDocument/2006/relationships/notesMaster" Target="/ppt/notesMasters/notesMaster1.xml" Id="Rcc3396c7a6be42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7d6a251a034a49" /><Relationship Type="http://schemas.openxmlformats.org/officeDocument/2006/relationships/notesMaster" Target="/ppt/notesMasters/notesMaster1.xml" Id="Rd1eceb691cc847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987fdefb6d4c5c" /><Relationship Type="http://schemas.openxmlformats.org/officeDocument/2006/relationships/notesMaster" Target="/ppt/notesMasters/notesMaster1.xml" Id="R33feb15f3cdb4c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120,000. | Estimate the product before calculating. |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He treated 40 as 4. The correct product is 14,670.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228,532..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5,000 x 41 = 205,000.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228,532.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228,532. | An estimate reveals place-value errors before the exact calculation is accepted.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62c147198c44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3bfba44b5c4c00" /><Relationship Type="http://schemas.openxmlformats.org/officeDocument/2006/relationships/slideLayout" Target="/ppt/slideLayouts/slideLayout1.xml" Id="R89088ce1263641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088ce1263641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af1ed25dc4cd7" /><Relationship Type="http://schemas.openxmlformats.org/officeDocument/2006/relationships/notesSlide" Target="/ppt/notesSlides/notesSlide1.xml" Id="R2aa58c2eb74042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acb80af0b4d96" /><Relationship Type="http://schemas.openxmlformats.org/officeDocument/2006/relationships/notesSlide" Target="/ppt/notesSlides/notesSlide2.xml" Id="Rae0b35b561b847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d1a1835e34c4e" /><Relationship Type="http://schemas.openxmlformats.org/officeDocument/2006/relationships/notesSlide" Target="/ppt/notesSlides/notesSlide3.xml" Id="R7d11a1a26efd43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65b23709b44d1" /><Relationship Type="http://schemas.openxmlformats.org/officeDocument/2006/relationships/notesSlide" Target="/ppt/notesSlides/notesSlide4.xml" Id="R2493f1b7816a46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c54b0fd6747b0" /><Relationship Type="http://schemas.openxmlformats.org/officeDocument/2006/relationships/notesSlide" Target="/ppt/notesSlides/notesSlide5.xml" Id="R2d3ffbd5423d4b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c0e1ff6584ffd" /><Relationship Type="http://schemas.openxmlformats.org/officeDocument/2006/relationships/notesSlide" Target="/ppt/notesSlides/notesSlide6.xml" Id="R9470cfa8cf9145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abcc46a5d4242" /><Relationship Type="http://schemas.openxmlformats.org/officeDocument/2006/relationships/image" Target="/ppt/media/image.png" Id="Rf62143cea1d24d19" /><Relationship Type="http://schemas.openxmlformats.org/officeDocument/2006/relationships/notesSlide" Target="/ppt/notesSlides/notesSlide7.xml" Id="Ra1015e37daeb40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004cec1bc4832" /><Relationship Type="http://schemas.openxmlformats.org/officeDocument/2006/relationships/notesSlide" Target="/ppt/notesSlides/notesSlide8.xml" Id="R2c0051abf78b42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b960d706843cc" /><Relationship Type="http://schemas.openxmlformats.org/officeDocument/2006/relationships/notesSlide" Target="/ppt/notesSlides/notesSlide9.xml" Id="R8266244008b242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ca4870a0349a3" /><Relationship Type="http://schemas.openxmlformats.org/officeDocument/2006/relationships/notesSlide" Target="/ppt/notesSlides/notesSlide10.xml" Id="R64bf3f5b910442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8a78b6cdc4329" /><Relationship Type="http://schemas.openxmlformats.org/officeDocument/2006/relationships/notesSlide" Target="/ppt/notesSlides/notesSlide11.xml" Id="R8fe77e0394514a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b3b3c57814ae8" /><Relationship Type="http://schemas.openxmlformats.org/officeDocument/2006/relationships/notesSlide" Target="/ppt/notesSlides/notesSlide12.xml" Id="R2703a848768f4f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1CA75E-366E-4F08-93EC-1073425B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FD675-97A1-41F4-9A2D-ABC18D3C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B67B3-5ACA-4928-958E-05DFB586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8ECF0-4983-4C1B-9704-6206E5C8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9AB6A-565B-4EF3-BD91-2EB5A52B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CB5B1-D39E-4299-ADCB-90D598FB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244CF-30F7-477C-8EDF-03A27511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0B013-23E0-4CAF-A24B-15446EB7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54D3F-F4BD-4B0C-B115-FD2F3B08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467F16-EFBD-4F50-95FD-2762AE66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DFD653-0068-4E44-ADC5-397B1C67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162992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E91207-103B-4AC0-9BCD-DC223E46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36D6F-0874-4F4C-98A9-CA09F21A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15744-C2D1-4636-BBC3-7E0AB448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1F9FD-BD0D-40EF-8E50-5EAD1DEC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96F3B-D5FD-4B37-A73C-A87F8906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2E3C8-0A65-40C3-BFF2-119CAB89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5593C-3965-4462-A4B9-C1D6379C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74311-A331-4DE6-BC8E-37EC868F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F0A73-A72E-4824-869D-293B97A6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E18CF-AE76-400E-B5FE-D75450D8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8C6DB-F000-4A40-9421-8ED22A40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0D00A-A8E4-4267-A116-BF8B52B4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50164E-E5B3-40FB-BBA1-86A34734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0E2B11-D9D7-4F86-904F-EDCB1650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5E97E-6A10-41F6-B08B-8A87D1B0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97EB8-22A1-4447-BC0D-9C70FA4D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25E9FF-2518-429F-956D-7272048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12466-A062-4ABD-AC3B-CE5663C4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E914D-2DAF-4DC9-A74E-1679BDBA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83905-EDB5-494B-BEFA-12597D8A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C7665A-3F35-446B-BDF8-8EE5E256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Miro calculates 326 x 45 as 1,467. Identify the likely place-value error.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DA44A0-70C6-4345-BAFF-33FFB0B7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434913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81B9F9-B2B7-4661-AD5A-DECA5E43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7B206-0EBF-4A71-9B24-EBE68A98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A7B54-A298-47D3-B36E-0BBEBA30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D0FA18-0203-4B5B-B9D0-19B1195D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FC987-44A2-483E-9CDB-80287DBC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F96A9-8214-4AF5-A6DA-93104255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D3B46-B0CD-4A30-AED4-2FAE989F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F2098-5447-4E4B-A41C-A897AA6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12257-BCB4-4ACB-9E2D-57CAAAAF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592E0-9563-4EC4-BD7E-790EB831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4BA8D5-9A96-4D19-BD79-FF4F422E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694B0-9D51-4412-9D92-3FE8862F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475770-EEEE-40C5-BEE6-C2C8CD5B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DA301-A0F5-4465-AC39-9FCFAC61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5D83B-3662-40FD-9EFD-7AEFE60B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788243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DFB5DE-1B85-4125-BDD2-D5AE5480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12F3C-B21E-49F8-9E57-6DE235B0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CC575-0A58-415E-BA43-BE12C05E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B9658-D9C6-4845-8EAA-D7C9651B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9F8FD-F5D2-4EE5-A848-BF54AF7D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82263-9BEC-4306-8AF7-E6D4A4AC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5B83D-8F36-4AE4-B93D-3598C1F7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106E61-9DA5-4FC5-A6F0-6C86393D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7732D8-AA97-42CA-B3C1-4E381FA9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710D7-FF5F-4638-9366-F3227D89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326 x 45 as 1,467. Identify the likely place-value error.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BD6FD-1D29-4404-BF22-86DD4BC0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629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DDCC9-98F5-460B-B351-504B2116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Ones row: 326 × 5 = 1630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E2C5C-CBB7-4F49-878A-E9B37DDD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Tens row: 326 × 40 = 13040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84D197-B955-4B26-9E16-C071BBE0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Estimate first: Estimate the product before calculating.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E96616-A7C0-44FA-82CE-C7FD53B7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289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828824-12A9-45E0-B0DB-7F7950D3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575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9B1352-AA4C-4F6F-A4BF-35935214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622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326 × 45 in place-value columns.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197F3E-5855-4A15-B57A-F4363FEC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71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755FD8-AE44-4831-AAD3-C77BE40B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00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A37EB-6255-4B82-BFFE-E8917064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05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5: first partial product 1630.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FFAAA8-1E58-458E-BB53-9B598E5B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14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D1E435-DD8C-498A-876D-A5AEE6F0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43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4ABD00-92EC-40B3-AC2F-A1994CB0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48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40: second partial product 13040.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7CE455-FFAA-46EB-A8A2-B09BEB3C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57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934CCE-E56B-4043-887B-1016CFDD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86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3E8BFB-E444-4BAD-A40F-7928D89E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91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the partial products: 1630 + 13040 = 14670.</a:t>
            </a:r>
          </a:p>
        </p:txBody>
      </p:sp>
    </p:spTree>
    <p:extLst>
      <p:ext uri="{BB962C8B-B14F-4D97-AF65-F5344CB8AC3E}">
        <p14:creationId xmlns:p14="http://schemas.microsoft.com/office/powerpoint/2010/main" val="11455748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/>
      <p:bldP spid="17" grpId="0"/>
      <p:bldP spid="20" grpId="0"/>
      <p:bldP spid="23" grpId="0"/>
      <p:bldP spid="26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0CE8F9-3432-49A8-B3D5-4534DFFE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78293-6791-41C9-BC29-11714294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08C83-C31E-47AD-879C-382DDB4D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3DD08-9546-46C0-BF48-9599801A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C8E6C-78DA-4C97-995B-D45A37B6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F1BC5-C037-485D-B38C-4652D566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D8BDB-99FC-4604-A2DA-F4B9D678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3249F-C2FB-4768-B00B-B59BBC22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79266-0F8E-4C72-ABE3-CF5026F6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90108-BEEB-4242-991E-47E7C155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A97C8-7202-400D-A19C-D929ADB0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He treated 40 as 4. The correct product is 14,670.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B92A6-7D3F-48D4-916C-45610492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DAF70-0C49-476B-B2E7-7A26F3BE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642921-0222-451F-A3C4-20FCD949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796400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9C4CB-CCF0-419C-A9F8-CB449A3E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8CCCE-4035-41CE-AE19-EFB9BB99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31D8C-4055-4940-81C0-8D558C22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82882-EA31-4C70-A82B-3E4B148F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4D9DD-E813-4F14-9F75-DACB0B35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C11A5-85C1-4F7A-A191-36B9FEF8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8E16D-5C1A-4682-8C1F-E26C7D70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E459C-BC5F-4667-8093-96138272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9BF21-2EF2-4D66-BE07-2454EB1F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A162A-1A33-46B3-A3B6-4F3A9E39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F0FDE-8A27-417E-B55F-A65E33C2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285936-3DC0-4F02-9FF8-722CECCB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48967-6B7B-461C-B11C-AD5C95A8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19E4C-E17D-4AF1-AA27-EEC64ABA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82458B-04DF-424B-BDDC-11058A3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120,000.</a:t>
            </a:r>
          </a:p>
        </p:txBody>
      </p:sp>
    </p:spTree>
    <p:extLst>
      <p:ext uri="{BB962C8B-B14F-4D97-AF65-F5344CB8AC3E}">
        <p14:creationId xmlns:p14="http://schemas.microsoft.com/office/powerpoint/2010/main" val="5980727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9EBB9-FAC7-4D4B-A76A-2AAB4FE2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11180-4F2E-4F7A-A5BB-8E0A90CC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630E6-D3AA-470A-A99E-FE270733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CBBE4-0E0B-4083-B3E7-4425031C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2BC31-2A1D-4C70-B334-09937B2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E23D2F-E457-428B-A48B-396FB458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D6D276-36CB-40E3-81DD-06E534A6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96D24-2D5B-4850-97FC-7023A0A8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386E94-BEF8-4E41-9308-7A1F4C5A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143cea1d24d1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DDE57-B902-4196-93D3-E242F31B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3EFA2-A5C2-4CAE-8CD1-A260191D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trusts a written answer without estimating first.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6959A-AF61-4C1D-BCA6-123B0412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21A0-2F1D-4F19-879B-D94BC3EC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059028-BF6F-4C44-AA55-55116F14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reveals place-value errors before the exact calculation is accepted.</a:t>
            </a:r>
          </a:p>
        </p:txBody>
      </p:sp>
    </p:spTree>
    <p:extLst>
      <p:ext uri="{BB962C8B-B14F-4D97-AF65-F5344CB8AC3E}">
        <p14:creationId xmlns:p14="http://schemas.microsoft.com/office/powerpoint/2010/main" val="8500258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628F7-7F82-484B-945B-2CAF6B35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95103-EB68-422F-A9B8-75DE5213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1197F-2943-4550-B875-79D1CE53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C9395-3513-43EC-BD20-42B3E949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4A481-583D-4B1B-9DD0-67362FBA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18F93-297F-4F11-B141-E40ECD1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268A2-7F03-4A36-A5CC-22F5ACA6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BD050-4BEB-4411-9F12-EE133EC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CFCDA-0041-447F-A6D2-43F3A4F6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A661F-3B79-4332-8DB6-80CF9ECA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F33E1-1336-4E30-B8DD-077492F9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ADC8C-7AFE-4275-8147-B17625DE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0E102-DFF1-4A35-A28B-30FEA452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AEFDA8-B7C7-4706-B2FD-01EE4711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9F3369-9F64-4AFC-9C75-0E920DA3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222029-2422-4C38-B861-6544940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F574E-0D9C-4A86-8160-8EC2605E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853DC-EC4D-46C4-A7B7-D6390102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153C4E-158F-4BE1-B05B-E24463A1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242A46-3C51-40A9-9373-5B9F9566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A218A4-3E7A-4F10-A9B9-0A324DB6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9C2ED4-93ED-4ABC-95A9-463CAF82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61012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BD4B51-4D2F-4AD1-926E-738B6F2E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185E8-0850-4EAF-88E1-AA27AD89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81573-8C35-4330-B2FD-0F353DC0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68F503-9612-4027-824D-D8D715F1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B513E-FF53-46C6-9639-00C9FC42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B4961-7961-4320-BEB7-3BB00968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15F88-52C3-411B-ADD7-A09824B8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F5C0E-2DBC-42A7-8ADA-2FB7783F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EA520-2CA1-4110-89B6-62559DDF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B294B-DC25-4E11-83CB-CEEBFCA7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77C681-688F-45D1-BAB8-2222BA38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DAB300-D635-4A2C-8ABD-6299995F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79A58-A58D-4CED-AE6E-9FE71D10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2A962-F995-4EFE-B2A1-02493376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5F68EC-1824-498F-9AFA-4CB55316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3F97FC-C050-4F91-9EA6-8C111360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1D0463-6E4D-45A5-8C05-A776C8B2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7814F-8D30-4AD6-81E9-B4DE91B4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37AD03-640E-446A-9EDC-FB8F25E0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043CB4-D156-4FEC-AB39-D205827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E74061-03C9-4DF9-B98D-74E70D4E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397733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C9B77-46A2-4E81-B79A-AD91682F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D7A3C-A560-416A-A9AF-F8AD3B96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CCE21-2C75-4288-B231-C1A0CAFD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B3FAE-6F2F-468D-9234-5DA2F20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DF219-3B49-4D55-BE8C-668D6429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F1A40-B8A8-45A3-93DD-3876F4C5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4C34F-F23C-42C6-892C-8B348FA9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DEB13-9BCC-45DA-A128-CB843216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9BFBC4-CB07-41CB-AB98-5EC87CD9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38D36-EB60-4B4D-B64B-55C6583E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four-digit by two-digit multiplication with a product between 200,000 and 210,000.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35ADA-D1B7-4DB0-8CDC-A119B1EE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12543-49E2-4E62-917D-C7A7257E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5036EF-6663-41B3-9972-D08512D4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5,000 x 41 = 205,000.</a:t>
            </a:r>
          </a:p>
        </p:txBody>
      </p:sp>
    </p:spTree>
    <p:extLst>
      <p:ext uri="{BB962C8B-B14F-4D97-AF65-F5344CB8AC3E}">
        <p14:creationId xmlns:p14="http://schemas.microsoft.com/office/powerpoint/2010/main" val="11027482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3929EB-2866-4F95-8A53-B522A0EC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0B3E4-DACA-4BFD-96A8-65FB0F86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B9DAE-7D51-4027-ADE5-4A2C90FA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E1500-3F64-4616-8185-82E15CFB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B549F8-3567-478F-83C0-C0844AE4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6AFBAA-2F25-4923-B49C-69C085F7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1FBBCF-5A7C-4A54-8304-1DBBFCB0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7E703-50AB-43D7-B3D3-605F41A3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97E23-8D3A-45A4-B0C5-A3D375E6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4C22F-8E87-428A-B0C6-A39DAEF1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D3310C-4D4A-42B6-9A43-5ADE822A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E8BAA-8B6D-4243-AD4E-7234B64E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A2B1C2-429F-4489-947A-E7EEDAD1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D87C7-45D6-42B4-83F4-CDBEB3A6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E1699-2451-4872-832D-A4D7EA00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4C047D-FDD8-4395-885D-C05158E2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228,532.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64713D-D747-42FA-A18C-0599105E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43335-9A59-40E8-9749-1CBD905D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97836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E4D876-5EC1-45F7-A388-9D94973A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B096D-39C7-4A66-A9AE-2D684839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F5751A-14A0-443D-A6BD-18433368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2D462-045A-465C-8450-BB260113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6E8EF-7A6C-45A9-B586-BAFDBC9C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3E1E3A-6507-43D9-A423-EEB2B485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87C75-0BE2-4D55-AEC1-F258F8AF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4D451C-766D-46AB-AD00-10BE21CA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40182-0E7D-4555-ABEB-DCE58DC0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F95749-4866-4289-9491-8F6432A9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4CB7E-E462-4DFD-A665-839451D7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C8ADF-B814-46ED-B17E-1A09477A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62BE76-520E-4478-8474-932AC2B9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789283-8705-48A5-A785-0ED8E06B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51AEF5-AB2E-437D-8A0D-D8BB6469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DD6E5B-C32C-4F80-ADA3-344A2A68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95A8B-8B06-4617-BA4A-45F8FFA2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trusts a written answer without estimating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0CE0E-101F-452D-B7F6-DFAF75E5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23054E-3A4B-46A0-891B-E2C42255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D652F-E356-4124-811D-A6E18BB0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325D8-3C93-478C-BB0E-87585C5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83CC32-D506-4E4A-9498-B26C6B22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779645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2026-09-09T20:45:10.8890000Z</dcterms:created>
  <dcterms:modified xsi:type="dcterms:W3CDTF">2026-09-09T20:45:10.8890000Z</dcterms:modified>
</coreProperties>
</file>